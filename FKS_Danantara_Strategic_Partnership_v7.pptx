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 id="2147483662" r:id="rId5"/>
    <p:sldMasterId id="2147483674" r:id="rId6"/>
    <p:sldMasterId id="2147483684" r:id="rId7"/>
  </p:sldMasterIdLst>
  <p:notesMasterIdLst>
    <p:notesMasterId r:id="rId24"/>
  </p:notesMasterIdLst>
  <p:sldIdLst>
    <p:sldId id="256" r:id="rId13"/>
    <p:sldId id="257" r:id="rId14"/>
    <p:sldId id="258" r:id="rId15"/>
    <p:sldId id="259" r:id="rId16"/>
    <p:sldId id="260" r:id="rId17"/>
    <p:sldId id="261" r:id="rId18"/>
    <p:sldId id="262" r:id="rId19"/>
    <p:sldId id="263" r:id="rId20"/>
    <p:sldId id="264" r:id="rId21"/>
    <p:sldId id="265" r:id="rId22"/>
  </p:sldIdLst>
  <p:sldSz cx="9144000" cy="5143500" type="screen16x9"/>
  <p:notesSz cx="6858000" cy="9144000"/>
  <p:defaultTex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8CACB"/>
    <a:srgbClr val="E8E9E9"/>
    <a:srgbClr val="E6B122"/>
    <a:srgbClr val="DAA620"/>
    <a:srgbClr val="F2CE64"/>
    <a:srgbClr val="9E9F9F"/>
    <a:srgbClr val="4C4C4E"/>
    <a:srgbClr val="E3B52B"/>
    <a:srgbClr val="F6F2E7"/>
    <a:srgbClr val="EDDAA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57"/>
  </p:normalViewPr>
  <p:slideViewPr>
    <p:cSldViewPr snapToGrid="0" snapToObjects="1">
      <p:cViewPr varScale="1">
        <p:scale>
          <a:sx n="150" d="100"/>
          <a:sy n="150" d="100"/>
        </p:scale>
        <p:origin x="47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921287-9C58-4866-BD9F-C0F388DB6955}" type="datetimeFigureOut">
              <a:rPr lang="en-US" smtClean="0"/>
              <a:t>9/28/2026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71ED9-1506-42D7-8D74-ACCF43B1413D}" type="slidenum">
              <a:rPr lang="en-US" smtClean="0"/>
              <a:t>‹#›</a:t>
            </a:fld>
            <a:endParaRPr lang="en-US"/>
          </a:p>
        </p:txBody>
      </p:sp>
    </p:spTree>
    <p:extLst>
      <p:ext uri="{BB962C8B-B14F-4D97-AF65-F5344CB8AC3E}">
        <p14:creationId xmlns:p14="http://schemas.microsoft.com/office/powerpoint/2010/main" val="25443565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OBJECTIVE</a:t>
            </a:r>
          </a:p>
          <a:p>
            <a:r>
              <a:t>Open the discussion: FKS operates an integrated port-to-mill logistics platform for Indonesia’s food &amp; feed supply chain and is inviting Danantara to invest in its growth.</a:t>
            </a:r>
          </a:p>
          <a:p/>
          <a:p>
            <a:r>
              <a:t>TALK TRACK</a:t>
            </a:r>
          </a:p>
          <a:p>
            <a:r>
              <a:t>FKS Group has imported and processed food and feed raw materials in Indonesia for decades. Since 2015 it has built a dedicated logistics layer at three gateways. Today we want to walk through why that layer matters for the country, what it delivers, where it goes next, and how Danantara could participate.</a:t>
            </a:r>
          </a:p>
          <a:p/>
          <a:p>
            <a:r>
              <a:t>SOURCE / DATA BASIS</a:t>
            </a:r>
          </a:p>
          <a:p>
            <a:r>
              <a:t>FKS template (FKS Food &amp; Agri, ICON design, 16:9). Content per v6 deck and FKS Business Development.</a:t>
            </a:r>
          </a:p>
          <a:p/>
          <a:p>
            <a:r>
              <a:t>CALCULATION BASIS</a:t>
            </a:r>
          </a:p>
          <a:p>
            <a:r>
              <a:t>None.</a:t>
            </a:r>
          </a:p>
          <a:p/>
          <a:p>
            <a:r>
              <a:t>INTERNAL DATA STILL TO VALIDATE</a:t>
            </a:r>
          </a:p>
          <a:p>
            <a:r>
              <a:t>Confirm meeting date and presenting entity.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OBJECTIVE</a:t>
            </a:r>
          </a:p>
          <a:p>
            <a:r>
              <a:t>Bridge the market size to its geography. The audience should leave with three linked ideas: the cargo base is large and structural (~22 Mt a year); it is milled by a concentrated set of flour and feed mills, mostly on Java; therefore a small number of port corridors carry most of the flow and the handling efficiency at those gateways matters disproportionately. This sets up slide 3.</a:t>
            </a:r>
          </a:p>
          <a:p/>
          <a:p>
            <a:r>
              <a:t>TALK TRACK</a:t>
            </a:r>
          </a:p>
          <a:p>
            <a:r>
              <a:t>Indonesia grows no wheat and produces almost no soybean meal, so the raw materials for bread, noodles, tempeh and animal feed arrive by sea every year, around twenty-two million tonnes of them. Wheat alone is close to twelve million tonnes, which makes Indonesia the largest or second-largest wheat importer in the world. That cargo is not spread evenly. Twenty-three of the thirty flour mills and eighty-one of the one hundred and ten feed mills are on Java, and because the largest mills are also on Java, roughly four-fifths of wheat milling capacity and about seventy percent of feed output sit there, in three corridors: Banten and Greater Jakarta, Central Java, and East Java. Sumatra, mainly Medan and Lampung, is the second concentration. So a handful of deep-water gateways carry most of the flow, and the way cargo is handled at those gateways sets the landed cost for the whole chain.</a:t>
            </a:r>
          </a:p>
          <a:p/>
          <a:p>
            <a:r>
              <a:t>SOURCE / DATA BASIS</a:t>
            </a:r>
          </a:p>
          <a:p>
            <a:r>
              <a:t>FKS INTERNAL (v6 deck, priority source): import volumes 2024 - wheat 11.7 Mt, soybean meal 6.2 Mt, soybeans 2.6 Mt, other feed ingredients (DDGS, corn gluten, meat meal) 1.8 Mt; total ~22.3 Mt. Mill counts: 23 of 30 flour mills and 81 of 110 feed mills on Java.</a:t>
            </a:r>
          </a:p>
          <a:p>
            <a:r>
              <a:t>PUBLIC CROSS-CHECK (FACT): wheat 11.71 Mt CY2024 (BPS via Katadata); soybean meal 5.43 Mt CY2024 (BPS via Kompas) versus 6.2 Mt in the FKS figure, which matches the USDA marketing-year basis (6.1-6.2 MMT MY2024/25, USDA Oilseeds circular) - CONFLICT of basis, not of substance, flagged here; soybeans 2.68 Mt CY2024 (BPS); DDGS 0.84-1.02 Mt (USDA GAIN ID2025-0030), MBM ~0.5 Mt (Tridge/UN Comtrade), corn gluten ~0.3 Mt (derived) = ~1.7-1.8 Mt other feed. USDA GAIN ID2026-0010 (Apr 2026): 31 flour mills, 14.8 Mt/yr installed grind capacity, 24 on Java, 5 on Sumatra, 2 on Sulawesi; 110 feed mills, 44 companies, 10 provinces, 81 on Java; GPMT installed feed capacity ~30-31 Mt/yr, output ~21.5 Mt (2025).</a:t>
            </a:r>
          </a:p>
          <a:p>
            <a:r>
              <a:t>DERIVED ESTIMATE - Java share of flour milling capacity ~80%: bottom-up sum of published mill capacities (Bogasari Jakarta 11,600 t/d, Surabaya 6,000, Cibitung 2,600, Tangerang 500; Bungasari Cilegon 2,600; Harvestar Gresik 2,200; Sriboga Semarang 1,850; Cerestar Cilegon 1,500; Manunggal Cilacap 1,200; Wilmar Gresik, Fugui Gresik and Pundi Kencana ~1,000 each; Golden Grand 600; small Sidoarjo and Tangerang mills) = ~34,700 t/d on Java versus ~3,400-4,500 t/d on Sumatra (Bungasari Medan 1,500, Cerestar Medan 500, Agri First 370, Wilmar Dumai ~1,000 unverified) and ~2,850-3,400 t/d on Sulawesi (Eastern Pearl, Bungasari Makassar); total ~41-43k t/d reconciles with USDA’s 14.8 Mt/yr. Java 81-85%, Sumatra 8-11%, other 7-8%: shown as ~80 / ~10 / ~10.</a:t>
            </a:r>
          </a:p>
          <a:p>
            <a:r>
              <a:t>DERIVED ESTIMATE - Java share of feed output ~70%: triangulated from mill location (81/110 = 74%), broiler population (Java 62.9%, BPS 2024), layer population (East and Central Java 46%, BPS 2024) and Lampung installed capacity (1.96 Mt/yr, Disnak Lampung) with the Medan cluster ~1 Mt/yr named capacity; range Java 65-74%, Sumatra 12-20%, other 8-15%: shown as ~70 / ~15 / ~15. Feed is produced close to the poultry belts, so mill location is a strong proxy for where imported soybean meal is discharged.</a:t>
            </a:r>
          </a:p>
          <a:p>
            <a:r>
              <a:t>PROXY - Map halos are sized by approximate share of flour and feed milling capacity in each cluster (Greater Jakarta and Banten ~50% of flour capacity, East Java ~26%, Central Java ~7%, Makassar ~7%, Medan ~6%, Lampung feed cluster ~6.5% of feed capacity).</a:t>
            </a:r>
          </a:p>
          <a:p>
            <a:r>
              <a:t>Mill count is not mill capacity and neither is import tonnage; the slide therefore shows capacity and output shares, with counts only in this note.</a:t>
            </a:r>
          </a:p>
          <a:p/>
          <a:p>
            <a:r>
              <a:t>CALCULATION BASIS</a:t>
            </a:r>
          </a:p>
          <a:p>
            <a:r>
              <a:t>~22 Mt = 11.7 + 6.2 + 2.6 + 1.8 = 22.3 Mt (FKS basis, 2024). Excludes raw sugar (~4-5 Mt/yr), corn (~1.4 Mt in 2024, ~0.5 Mt in 2025 under the self-sufficiency policy) and rice (bagged). Island shares as derived above; rounding to the nearest 5-10 points is deliberate.</a:t>
            </a:r>
          </a:p>
          <a:p/>
          <a:p>
            <a:r>
              <a:t>INTERNAL DATA STILL TO VALIDATE</a:t>
            </a:r>
          </a:p>
          <a:p>
            <a:r>
              <a:t>1) Confirm the FKS import basis for soybean meal (6.2 Mt is a marketing-year figure; BPS calendar 2024 is 5.43 Mt) and decide which to present. 2) Replace the derived island shares with APTINDO and GPMT capacity-by-province tables if FKS can obtain them (GPMT member decks carry a provincial table). 3) Confirm FKS’s own share of national wheat and soybean-meal imports if it can be disclosed. 4) Confirm the corn treatment (excluded here; policy-limited since 2025).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OBJECTIVE</a:t>
            </a:r>
          </a:p>
          <a:p>
            <a:r>
              <a:t>Frame the opportunity as a landscape, not a funnel: the relevant gateway universe is identifiable (102 commercial ports, ~20 state-run dry-bulk gateways, 9 serving the food &amp; feed mills), and six of the nine still discharge conventionally. Then show what conventional handling means physically and in vessel time. The slide ends on the problem; slide 4 is the answer.</a:t>
            </a:r>
          </a:p>
          <a:p/>
          <a:p>
            <a:r>
              <a:t>TALK TRACK</a:t>
            </a:r>
          </a:p>
          <a:p>
            <a:r>
              <a:t>We do not need to talk about six hundred ports. Indonesia has about one hundred commercial ports, roughly twenty state-run dry-bulk gateways, and nine of those serve the flour and feed mills we just showed. Three of the nine are FKS gateways. The other six still work the way the right of this slide shows: a crane lifts the grain out of the hold with a grab, drops it into an open hopper, the hopper fills one truck at a time, and the truck drives to the mill. The crane can only work as fast as trucks arrive, so discharge speed is set by truck availability. Pelindo’s own productivity figures at conventional berths are between two and three and a half thousand tonnes per ship per day; we use a generous five thousand. For the sixty-thousand-tonne cargo we use throughout this deck, that is about twelve days alongside and, at an indicative sixteen thousand dollars a day of vessel time, close to two hundred thousand dollars per cargo before any demurrage, plus the truck queues, congestion and operational risk that come with it.</a:t>
            </a:r>
          </a:p>
          <a:p/>
          <a:p>
            <a:r>
              <a:t>SOURCE / DATA BASIS</a:t>
            </a:r>
          </a:p>
          <a:p>
            <a:r>
              <a:t>FKS INTERNAL (v6 deck, FKS screen of public data): 636 public ports in the national port plan; 102 commercial ports; ~20 state-run dry-bulk gateways; 9 serve food &amp; feed mills and refineries; 6 still handled conventionally, the other three being FKS gateways. Vessel-time benchmark ~US$16k per vessel-day, Panamax (2024). The 636 figure is deliberately not shown: it describes the whole national port plan, not the addressable landscape.</a:t>
            </a:r>
          </a:p>
          <a:p>
            <a:r>
              <a:t>PUBLIC (FACT): Kemenhub National Port Master Plan (RIPN, KP 432/2017) lists 636 ports of which 102 are commercially operated (Antara / Kemenhub). Pelindo Multi Terminal operates ~20 branches for non-container cargo after the 2021 merger. Conventional productivity at public dry-bulk berths: Jamrud (Surabaya) 1,814-3,509 t/ship/day (Bisnis Surabaya, May 2024); Tanjung Emas (Semarang) 2,480-3,098 t/ship/day (Antara Jateng, 2024); before the Belawan conveyor, 20-24 kt soybean-meal cargoes took 4-5 days (~4,000-6,000 t/day; Bisnis Sumatra, May 2021). Mechanised common-user grain discharge exists only at the three FKS gateways (Cigading SGT2 continuous ship unloader 1,300 t/h; Teluk Lamong 2 x 2,000 t/h; Belawan 850-900 t/h conveyor).</a:t>
            </a:r>
          </a:p>
          <a:p>
            <a:r>
              <a:t>MAP (FKS screen, classification to be confirmed): the nine gateways shown are Belawan, Cigading and Teluk Lamong (FKS, mechanised) and Tanjung Priok, Ciwandan, Panjang, Semarang (Tanjung Emas), Tanjung Perak (Jamrud) and Makassar (conventional). Captive flour-mill jetties (Bogasari at Tanjung Priok and Surabaya, Eastern Pearl at Makassar) are excluded because they serve one miller; several conventional classifications rest on the absence of any published mechanised facility.</a:t>
            </a:r>
          </a:p>
          <a:p>
            <a:r>
              <a:t>Vessel time versus demurrage: the US$16.2k/day figure is an indicative time-charter value of a Panamax vessel-day; demurrage is a contractual rate that applies only beyond laytime and is not shown.</a:t>
            </a:r>
          </a:p>
          <a:p/>
          <a:p>
            <a:r>
              <a:t>CALCULATION BASIS</a:t>
            </a:r>
          </a:p>
          <a:p>
            <a:r>
              <a:t>60,000 t / 5,000 t per day = 12 days alongside. 12 days x US$16,200 per day = US$194,400 (~US$194k) of indicative vessel time per 60 kt cargo. If the underlying rate is US$16,157/day the figure is US$193,900; both round to ~US$194k. Replaces the earlier 55 kt example (11 days) everywhere in the deck.</a:t>
            </a:r>
          </a:p>
          <a:p/>
          <a:p>
            <a:r>
              <a:t>INTERNAL DATA STILL TO VALIDATE</a:t>
            </a:r>
          </a:p>
          <a:p>
            <a:r>
              <a:t>1) FKS operations to confirm the nine-gateway list and the conventional / mechanised classification for each port, ideally with 2025 vessel-call data; also confirm the ~20 state-run dry-bulk gateway count. 2) Confirm the ~5 kt/day conventional benchmark against FKS statements of facts at conventional berths (FKS internal range 6-8 kt/day per v6). 3) Refresh the US$16.2k/day vessel-time value with a dated Baltic Panamax 5TC or Supramax 10TC average before the meeting and recompute US$194k / US$146k if it moves materially. 4) Share of the ~22 Mt that moves through the six conventional gateways: FKS input required (the v6 placeholder is kept out of the slide face).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OBJECTIVE</a:t>
            </a:r>
          </a:p>
          <a:p>
            <a:r>
              <a:t>Sell the FKS operating model as one integrated, physical system and make the transit warehouse the visual centre. The single takeaway: marine operations and inland logistics no longer run on the same clock. The conventional process is not repeated here; slide 3 has just shown it.</a:t>
            </a:r>
          </a:p>
          <a:p/>
          <a:p>
            <a:r>
              <a:t>TALK TRACK</a:t>
            </a:r>
          </a:p>
          <a:p>
            <a:r>
              <a:t>This is the same cargo handled the FKS way. Ship unloaders lift the grain out of the hold at around twenty thousand tonnes a day. It travels in an enclosed conveyor, weighed as it goes, into a transit warehouse on the quay. That warehouse is the buffer: it can absorb the whole cargo, so the vessel discharges at the unloader’s speed and sails. From the buffer, trucks and bagging lines load to the mill’s own schedule, and where a customer is adjacent, as at Cigading with the Bungasari and Tereos plants from 2026, a conveyor runs straight into the factory. The marine clock and the inland clock are separated by the buffer. The ship is no longer paced by the trucks, the cargo is never in the open, and the port is not filled with trucks queuing for a hopper. FKS’s scope covers the whole chain from the unloader to the mill gate: unloading with the port operator, the conveyor, transit storage, controlled dispatch and delivery management, and the mill link where one exists.</a:t>
            </a:r>
          </a:p>
          <a:p/>
          <a:p>
            <a:r>
              <a:t>SOURCE / DATA BASIS</a:t>
            </a:r>
          </a:p>
          <a:p>
            <a:r>
              <a:t>FKS INTERNAL (v6 deck): FKS scope = unloading with the port operator, conveyor, transit warehouse, delivery management, mill link; direct conveyor to the mill planned at Cigading (2026); FKS integrated discharge benchmark ~20 kt/day (internal range 25-30 kt/day, to validate). Facility facts (public, for the talk track): Teluk Lamong two 2,000 t/h ship unloaders on the Pelindo berth (-14 m LWS) with 1.3 km conveyors and ~200 kt of silos and flat storage (Majalah Dermaga; Ocean Week; Kompas, Jul 2024); Cigading continuous ship unloader 1,300 t/h into the integrated warehouse on the KBS jetty (-21 m LWS) (Bisnis.com 2016, Antara Banten 2020); Belawan 388 m conveyor at 850-900 t/h into a 30 kt warehouse (Bisnis Sumatra, May 2021). FKS internal storage figures (v6): Cigading 400 kt, Teluk Lamong ~220 kt, Belawan 30 kt; differences from press figures are flagged on slide 6.</a:t>
            </a:r>
          </a:p>
          <a:p/>
          <a:p>
            <a:r>
              <a:t>CALCULATION BASIS</a:t>
            </a:r>
          </a:p>
          <a:p>
            <a:r>
              <a:t>60,000 t / 20,000 t per day = 3 days alongside (versus 12 days conventional on slide 3). Schematic is illustrative and not to scale.</a:t>
            </a:r>
          </a:p>
          <a:p/>
          <a:p>
            <a:r>
              <a:t>INTERNAL DATA STILL TO VALIDATE</a:t>
            </a:r>
          </a:p>
          <a:p>
            <a:r>
              <a:t>1) Confirm rated and achieved discharge rates per site (t/h and t/day, 2024-25 statements of facts). 2) Confirm the status of the Cigading conveyor into the mills at the meeting date (planned vs commissioning vs operating). 3) Confirm which sites have in-line weighing and traceability. 4) Consider replacing the schematic with a brand-approved photograph of the Cigading conveyor gallery if available.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OBJECTIVE</a:t>
            </a:r>
          </a:p>
          <a:p>
            <a:r>
              <a:t>Turn the operating model into money on one intuitive unit, the 60 kt cargo. The audience should retain: ~9 vessel-days saved, about US$146k of vessel time, a real but not-yet-quantified freight saving, and about US$36k of cargo value preserved (illustrative). Leads into slide 6: FKS already does this at scale.</a:t>
            </a:r>
          </a:p>
          <a:p/>
          <a:p>
            <a:r>
              <a:t>TALK TRACK</a:t>
            </a:r>
          </a:p>
          <a:p>
            <a:r>
              <a:t>Take one sixty-thousand-tonne cargo. At a conventional berth it sits alongside for about twelve days; through the FKS system it is discharged in about three. Nine vessel-days at an indicative Panamax vessel-time value of sixteen thousand two hundred dollars a day is roughly one hundred and forty-six thousand dollars per cargo, or about two dollars forty a tonne, before any demurrage. The second benefit is freight: a deep berth and a buffer let a customer bring one Panamax instead of two smaller parcels, which lowers freight per tonne and halves the number of port calls. We have deliberately not put a number on that yet; it will come from FKS voyage data. The third benefit is cargo integrity. Enclosed handling removes the spillage and moisture exposure of open grabs and hoppers; our internal experience is around a tenth of a percent of net loss against two to three tenths conventionally. If that preserves just two-tenths of a percent of an eighteen-million-dollar wheat cargo, it is worth about thirty-six thousand dollars per vessel. That figure is illustrative until the loss differential is validated with customer data.</a:t>
            </a:r>
          </a:p>
          <a:p/>
          <a:p>
            <a:r>
              <a:t>SOURCE / DATA BASIS</a:t>
            </a:r>
          </a:p>
          <a:p>
            <a:r>
              <a:t>FKS INTERNAL (v6 deck): discharge benchmarks ~5 kt/day conventional vs ~20 kt/day FKS integrated (internal 6-8 vs 25-30 kt/day, to validate); vessel time ~US$16k per vessel-day, Panamax (2024); deep berths -14 m LWS (Teluk Lamong) and -21 m LWS (Cigading); net cargo loss 0.2-0.3% conventional (industry data required) vs ~0.1% FKS (internal, to validate); port calls ≥2 → 1 (FKS statement, to validate). PUBLIC corroboration: Pelindo productivity 1,800-3,500 t/ship/day at conventional berths (Bisnis Surabaya, Antara Jateng, 2024); equipment ratings Cigading 1,300 t/h CSU, Teluk Lamong 2 x 2,000 t/h (KBS, Pelindo). Wheat value ~US$300/t: BPS unit value 2024 (11.71 Mt for US$3.5 bn = ~US$300/t). Vessel-time value: indicative time-charter equivalent, to be refreshed with a dated Baltic index; it is not a demurrage rate.</a:t>
            </a:r>
          </a:p>
          <a:p/>
          <a:p>
            <a:r>
              <a:t>CALCULATION BASIS</a:t>
            </a:r>
          </a:p>
          <a:p>
            <a:r>
              <a:t>FASTER: 60,000 / 5,000 = 12.0 days; 60,000 / 20,000 = 3.0 days; saving 9.0 days x US$16,200 = US$145,800 (~US$146k); with US$16,157/day the result is US$145,400 (~US$145k). Per tonne: 145,800 / 60,000 = US$2.43/t.</a:t>
            </a:r>
          </a:p>
          <a:p>
            <a:r>
              <a:t>BETTER ECONOMICS: not quantified. Logic: freight per tonne on a 60 kt Panamax is lower than on two ~30 kt Handysize/Supramax parcels on the same route, and port-call charges are incurred once instead of twice; the saving depends on route, season and berth draft and must come from FKS voyage data.</a:t>
            </a:r>
          </a:p>
          <a:p>
            <a:r>
              <a:t>MORE SECURE: cargo value 60,000 t x US$300/t = US$18.0m; 0.2 percentage points x US$18.0m = US$36,000 (~US$36k); per tonne 36,000 / 60,000 = US$0.60/t.</a:t>
            </a:r>
          </a:p>
          <a:p>
            <a:r>
              <a:t>Combined quantified value: ~US$182k per 60 kt cargo (~US$3.0/t) before any freight saving.</a:t>
            </a:r>
          </a:p>
          <a:p/>
          <a:p>
            <a:r>
              <a:t>INTERNAL DATA STILL TO VALIDATE</a:t>
            </a:r>
          </a:p>
          <a:p>
            <a:r>
              <a:t>1) Replace benchmark discharge rates with measured statement-of-facts averages per site (2024-25). 2) Refresh the vessel-time value with a dated Baltic Panamax 5TC / Supramax 10TC average and state the date on the slide footnote. 3) Quantify the freight and port-cost saving from FKS voyage data (Panamax vs smaller parcels; Australia and Black Sea routes). 4) Validate the cargo-loss differential with customer weighbridge reconciliations and industry data for the conventional rate. 5) Confirm the wheat price basis.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OBJECTIVE</a:t>
            </a:r>
          </a:p>
          <a:p>
            <a:r>
              <a:t>Establish credibility: the model on slides 4-5 is not a concept, it runs today at three gateways inside state-owned ports, with Pelindo and Krakatau Bandar Samudera as partners, handling about a third of the country’s food &amp; feed dry-bulk imports.</a:t>
            </a:r>
          </a:p>
          <a:p/>
          <a:p>
            <a:r>
              <a:t>TALK TRACK</a:t>
            </a:r>
          </a:p>
          <a:p>
            <a:r>
              <a:t>None of this is theoretical. FKS has operated the model at Teluk Lamong in Surabaya since 2017, at Cigading in Cilegon since 2020 and at Belawan in Medan since 2021, inside Pelindo and Krakatau ports. Together the three gateways move around nine million tonnes a year, about a third of Indonesia’s food and feed dry-bulk imports. Cigading is the largest, with a four-hundred-thousand-tonne integrated warehouse fed by conveyor from the jetty at Indonesia’s deepest dry-bulk port, under a thirty-plus-twenty-year term with KBS. Teluk Lamong has around two hundred and twenty thousand tonnes of transit storage behind Pelindo’s deep-water berth and is a joint venture with anchor feed customers. Belawan is the smallest and the fastest to deliver: an idle Pelindo warehouse and conveyor brought back into service, now turning soybean-meal vessels in two days instead of four or five.</a:t>
            </a:r>
          </a:p>
          <a:p/>
          <a:p>
            <a:r>
              <a:t>SOURCE / DATA BASIS</a:t>
            </a:r>
          </a:p>
          <a:p>
            <a:r>
              <a:t>FKS INTERNAL (v6 deck, priority source): Belawan ~1 Mtpa, revitalised 30 kt warehouse and conveyor, operating partnership with Pelindo; Cigading ~4 Mtpa, integrated 400 kt warehouse fed by conveyor from the jetty, co-invested with KBS, 30 + 20-year term; Teluk Lamong ~4 Mtpa, ~220 kt transit storage behind the deep-water berth, JV with anchor feed customers; ~9 Mt a year through the three gateways, about a third of Indonesia’s food &amp; feed dry-bulk imports; volumes and capacities are FKS data to be validated.</a:t>
            </a:r>
          </a:p>
          <a:p>
            <a:r>
              <a:t>PUBLIC CROSS-CHECK: Teluk Lamong storage reported as 200 kt (10 silos 80 kt plus 120 kt flat; Majalah Dermaga) versus FKS ~220 kt; Cigading reported as 200 kt flat storage plus 70-100 kt silos (Bisnis.com, Antara Banten) versus FKS 400 kt - CONFLICTS flagged, FKS figures used on the face pending validation. Belawan conveyor 850-900 t/h, 30 kt warehouse, SBM vessels discharged in 2 days versus 4-5 (Bisnis Sumatra, May 2021) - consistent. Operating entities (v6): PT SGT (Cigading), PT NPL, a JV (Teluk Lamong), PT SGTM (Belawan). Share of imports: 9 / ~22-26 Mt = ~35-40%; “about a third” is conservative.</a:t>
            </a:r>
          </a:p>
          <a:p/>
          <a:p>
            <a:r>
              <a:t>CALCULATION BASIS</a:t>
            </a:r>
          </a:p>
          <a:p>
            <a:r>
              <a:t>~9 Mt = ~1 + ~4 + ~4 Mtpa. 9 / 22.3 = 40% of the four core commodities; 9 / ~26 Mt (including raw sugar) = 35%; “about a third” is the conservative statement.</a:t>
            </a:r>
          </a:p>
          <a:p/>
          <a:p>
            <a:r>
              <a:t>INTERNAL DATA STILL TO VALIDATE</a:t>
            </a:r>
          </a:p>
          <a:p>
            <a:r>
              <a:t>1) FKS to confirm throughput by site (t/yr 2023-2025), utilisation and the split between FKS Multi Agro’s own cargo and third-party customers. 2) Reconcile storage capacities with press figures (Cigading 400 kt vs 200 kt + silos; Teluk Lamong 220 vs 200 kt). 3) Confirm cooperation agreement tenors (Cigading 30 + 20 years; Teluk Lamong and Belawan). 4) Replace the low-resolution site photographs with brand-approved originals.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OBJECTIVE</a:t>
            </a:r>
          </a:p>
          <a:p>
            <a:r>
              <a:t>Show the journey as a simple left-to-right chronology: where FKS started, how it expanded, how the platform became more integrated, and where it goes next. No greenfield / brownfield categories.</a:t>
            </a:r>
          </a:p>
          <a:p/>
          <a:p>
            <a:r>
              <a:t>TALK TRACK</a:t>
            </a:r>
          </a:p>
          <a:p>
            <a:r>
              <a:t>The platform was built step by step. It started at Teluk Lamong in 2015, with the first transit warehouse and conveyor at Pelindo’s new deep-water berth, in commercial operation from 2017. Cigading followed in 2019 and 2020, an integrated warehouse fed by conveyor from Jetty 1 and co-invested with KBS. Belawan came next: an idle Pelindo warehouse and conveyor brought back into service in about eleven months. Since 2024 the emphasis has shifted from new sites to connecting the chain: a second jetty conveyor at Cigading, a bagging line at Teluk Lamong, and a conveyor straight into the mills at Cigading, planned for 2026. The next stage is the one on the following slide: capacity at Cigading and Teluk Lamong, and two new gateways at Ciwandan and Dumai.</a:t>
            </a:r>
          </a:p>
          <a:p/>
          <a:p>
            <a:r>
              <a:t>SOURCE / DATA BASIS</a:t>
            </a:r>
          </a:p>
          <a:p>
            <a:r>
              <a:t>FKS INTERNAL: FKS infrastructure development journey 2015-2026 (Teluk Lamong construction 2015, commercial 2017, bagging facility 2025; Cigading construction 2019, Jetty 1 conveyor 2020, Jetty 2 conveyor 2024, extension into the Bungasari and Tereos factories 2026; Belawan revitalisation 2020, operations 2021) and the v6 deck (Belawan back in service in ~11 months; Cigading 4 → 6 Mtpa; Teluk Lamong 4 → 5 Mtpa; new gateways Ciwandan and Dumai). Photographs: FKS sites (from v6). PUBLIC: Belawan conveyor inaugurated May 2021 (Bisnis Sumatra); Cigading Sentral Grain Terminal 2 soft launch reported in 2016 with phase 2 in 2020 (FKS Multi Agro, Antara Banten) - treated as the earlier phase of the same site.</a:t>
            </a:r>
          </a:p>
          <a:p/>
          <a:p>
            <a:r>
              <a:t>CALCULATION BASIS</a:t>
            </a:r>
          </a:p>
          <a:p>
            <a:r>
              <a:t>None.</a:t>
            </a:r>
          </a:p>
          <a:p/>
          <a:p>
            <a:r>
              <a:t>INTERNAL DATA STILL TO VALIDATE</a:t>
            </a:r>
          </a:p>
          <a:p>
            <a:r>
              <a:t>1) Confirm the status wording for the 2026 Cigading mill conveyor at the meeting date (planned / commissioning / operating). 2) Reconcile the 2016 SGT2 soft launch with the 2019-20 dates on the journey slide. 3) Replace photographs with high-resolution originals.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OBJECTIVE</a:t>
            </a:r>
          </a:p>
          <a:p>
            <a:r>
              <a:t>Connect the gap on slide 3 to specific, investable next projects: Dumai and Ciwandan as new gateways, and expansions at Cigading and Teluk Lamong as the lowest-risk capital. Danantara should see tangible places where capital can be deployed.</a:t>
            </a:r>
          </a:p>
          <a:p/>
          <a:p>
            <a:r>
              <a:t>TALK TRACK</a:t>
            </a:r>
          </a:p>
          <a:p>
            <a:r>
              <a:t>Slide 3 said six gateways still handle cargo conventionally. These are the two where FKS has identified a specific project. Dumai is Riau’s main port and the outlet for the region’s palm-kernel feed products, around one point three million tonnes a year of palm kernel expeller and shell, loaded conventionally from trucks at under two thousand tonnes per ship-day. Under the cooperation terms with Pelindo for the dry-bulk terminal, FKS would install a mechanised loading line, dumping pit, conveyor, ship loader and weighbridge, with an FKS tariff component of forty thousand rupiah per tonne alongside Pelindo’s port services. Ciwandan is next door to Cigading in the Banten cluster and still receives about one point two million tonnes of wheat and soybean meal a year by grab, hopper and truck; the project replicates the Cigading model there. On the existing sites, Cigading can grow from four to six million tonnes and Teluk Lamong from four to five with bagging, conveyor, warehouse and wharf works: the lowest-risk capital, because the sites are in place.</a:t>
            </a:r>
          </a:p>
          <a:p/>
          <a:p>
            <a:r>
              <a:t>SOURCE / DATA BASIS</a:t>
            </a:r>
          </a:p>
          <a:p>
            <a:r>
              <a:t>DUMAI - FKS-Pelindo cooperation document “Tujuan Utama dan Ruang Lingkup Dumai”, tariff and cargo volume section (SOURCE OF TRUTH for scope): initial tariff component for FKSSL Rp40,000/t (dumping pit, intake, conveyor and ship loader Rp37,000/t; weighbridge Rp3,000/t); receiving, cargodoring and port services remain Pelindo’s portion at ~Rp65,000/t; joint socialisation of the new loading tariff for PKE and PKS at TCK Pelabuhan Dumai; PKE and PKS cargo currently estimated at 1.3 Mt per year; the parties to jointly serve all PKE and PKS potential in Riau. PKE = palm kernel expeller; PKS = palm kernel shell; TCK = Terminal Curah Kering. FKS INTERNAL (v6): ~2 Mt of dry bulk a year at Dumai, Riau’s main port; conventional handling at ~1.7 kt per ship-day; value created: faster turnaround, subject to anchor cargo. PUBLIC: Pelindo Multi Terminal Dumai dry-bulk traffic 2.12 Mt through Q3 2024, dominated by palm kernel meal, shell and kernel exports (Pelindo Multi Terminal news) - consistent with FKS’s ~2 Mt.</a:t>
            </a:r>
          </a:p>
          <a:p>
            <a:r>
              <a:t>CIWANDAN - FKS INTERNAL (v6): ~1.2 Mt of wheat and soybean meal a year; grab, hopper and truck at ~5 kt per ship-day; FKS opportunity: warehouse, conveyor, controlled dispatch; the Cigading model replicated next door. PUBLIC: PTP Nonpetikemas Banten handles wheat, corn and soybean meal at Ciwandan; soybean-meal volume 116,926 t in Jan-Aug 2026, +28% (Kompas Money, Antara); no mechanised grain unloader reported.</a:t>
            </a:r>
          </a:p>
          <a:p>
            <a:r>
              <a:t>SITE EXPANSIONS - FKS INTERNAL (v6): Cigading 4 → 6 Mtpa (bagging, conveyor, warehouse); Teluk Lamong 4 → 5 Mtpa (new wharf and warehouse). WATCHLIST (public data only): Teluk Bayur, Makassar.</a:t>
            </a:r>
          </a:p>
          <a:p/>
          <a:p>
            <a:r>
              <a:t>CALCULATION BASIS</a:t>
            </a:r>
          </a:p>
          <a:p>
            <a:r>
              <a:t>Dumai indicative FKS revenue at full capture (DERIVED, not on the slide): 1.3 Mt/yr x Rp40,000/t = Rp52 bn/yr (~US$3.2m at Rp16,300/US$) before ramp-up, volume share and operating cost; combined customer tariff Rp40,000 (FKS) + ~Rp65,000 (Pelindo) = ~Rp105,000/t.</a:t>
            </a:r>
          </a:p>
          <a:p/>
          <a:p>
            <a:r>
              <a:t>INTERNAL DATA STILL TO VALIDATE</a:t>
            </a:r>
          </a:p>
          <a:p>
            <a:r>
              <a:t>1) Confirm the Dumai document status (MoU vs signed cooperation agreement, date), the FKSSL entity, capex, ramp-up and volume share; brief the presenter for “is it signed?”. 2) Confirm current loading rates at TCK Dumai and the target rate with the ship loader. 3) Define Ciwandan scope, capacity, capex and the Pelindo cooperation structure; prepare the answer to “why Ciwandan rather than more capacity at Cigading?”. 4) Confirm the ~1.2 Mt Ciwandan wheat and soybean-meal volume with port data. 5) Provide an indicative capex envelope and timing per project, or state when it will be shared.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OBJECTIVE</a:t>
            </a:r>
          </a:p>
          <a:p>
            <a:r>
              <a:t>Close with a structure that reads in seconds: today FKS Multi Agro owns 100% of FSL; after the investment Danantara would hold an illustrative 49% alongside FKS Multi Agro at 51%; FSL gives exposure to the operating assets and the pipeline. The 49% is illustrative and subject to negotiation; the legal hierarchy of the assets under FSL is to be confirmed.</a:t>
            </a:r>
          </a:p>
          <a:p/>
          <a:p>
            <a:r>
              <a:t>TALK TRACK</a:t>
            </a:r>
          </a:p>
          <a:p>
            <a:r>
              <a:t>The proposed route for Danantara is a direct stake in FSL, FKS Solusi Logistik, the logistics platform. Today FSL is wholly owned by FKS Multi Agro. In the illustrative structure, Danantara would take a forty-nine percent interest through a capital injection and, or, a share acquisition, with FKS Multi Agro retaining fifty-one percent and operatorship. Through FSL, Danantara would have exposure to the three operating gateways and to the pipeline: Ciwandan, Dumai, the site expansions and future port projects. The percentage, the mix of new capital and share purchase, the valuation and the use of proceeds are all to be agreed and modelled; what we are proposing today is the shape.</a:t>
            </a:r>
          </a:p>
          <a:p/>
          <a:p>
            <a:r>
              <a:t>SOURCE / DATA BASIS</a:t>
            </a:r>
          </a:p>
          <a:p>
            <a:r>
              <a:t>FKS INTERNAL (v6 deck): FKS Multi Agro 100% of FSL (FKS Solusi Logistik) today; illustrative post-transaction FKS Multi Agro 51% / Danantara 49%; Danantara invests by capital injection and / or share acquisition; operating entities Cigading (PT SGT), Teluk Lamong (PT NPL, JV), Belawan (PT SGTM); pipeline Ciwandan, Dumai, site expansions, future port projects; “illustrative asset and project entities under FSL; legal structure to be confirmed”; to be agreed and modelled: valuation and stake size, new capital versus share purchase, use of proceeds (pipeline capex), returns (project and equity IRR, payback). No change has been made to this logic. Pelindo, FKS’s port partner at Belawan, Teluk Lamong, Dumai and Ciwandan, sits within the Danantara portfolio of state enterprises; concession governance should be addressed in the transaction structure.</a:t>
            </a:r>
          </a:p>
          <a:p/>
          <a:p>
            <a:r>
              <a:t>CALCULATION BASIS</a:t>
            </a:r>
          </a:p>
          <a:p>
            <a:r>
              <a:t>None on the slide. The investment case follows the standard chain: volume x handling and storage tariff = revenue, less operating expenses, landlord / concession payments and maintenance = EBITDA, less tax, maintenance capex and working capital = project cash flow, set against initial capex and the financing structure to derive project IRR, equity IRR, payback, ROIC and valuation. These outputs are to be produced in the feasibility model and are deliberately not shown until validated.</a:t>
            </a:r>
          </a:p>
          <a:p/>
          <a:p>
            <a:r>
              <a:t>INTERNAL DATA STILL TO VALIDATE</a:t>
            </a:r>
          </a:p>
          <a:p>
            <a:r>
              <a:t>1) Confirm the legal perimeter: which entities (PT SGT, PT NPL, PT SGTM) sit under FSL and how the JV at Teluk Lamong is held. 2) Confirm whether the entry is primary (capital injection) or secondary (share purchase) or both, and the indicative size; only a primary injection funds the pipeline. 3) Confirm cooperation agreement tenors per site for the data room. 4) Prepare feasibility model outputs (project and equity IRR, payback, ROIC) and an indicative capex envelope for Dumai, Ciwandan and the expansions for the next meeting. 5) Confirm Pelindo’s position within the Danantara portfolio and how concession governance would be handled.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OBJECTIVE</a:t>
            </a:r>
          </a:p>
          <a:p>
            <a:r>
              <a:t>Standard FKS disclaimer from the template.</a:t>
            </a:r>
          </a:p>
          <a:p/>
          <a:p>
            <a:r>
              <a:t>TALK TRACK</a:t>
            </a:r>
          </a:p>
          <a:p>
            <a:r>
              <a:t>None.</a:t>
            </a:r>
          </a:p>
          <a:p/>
          <a:p>
            <a:r>
              <a:t>SOURCE / DATA BASIS</a:t>
            </a:r>
          </a:p>
          <a:p>
            <a:r>
              <a:t>FKS template.</a:t>
            </a:r>
          </a:p>
          <a:p/>
          <a:p>
            <a:r>
              <a:t>CALCULATION BASIS</a:t>
            </a:r>
          </a:p>
          <a:p>
            <a:r>
              <a:t>None.</a:t>
            </a:r>
          </a:p>
          <a:p/>
          <a:p>
            <a:r>
              <a:t>INTERNAL DATA STILL TO VALIDATE</a:t>
            </a:r>
          </a:p>
          <a:p>
            <a:r>
              <a:t>Legal to confirm wording for an external investor audience.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0.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447754" y="3371688"/>
            <a:ext cx="6858000" cy="797409"/>
          </a:xfrm>
        </p:spPr>
        <p:txBody>
          <a:bodyPr anchor="b">
            <a:normAutofit/>
          </a:bodyPr>
          <a:lstStyle>
            <a:lvl1pPr algn="l">
              <a:defRPr sz="2400" b="1" i="0" baseline="0">
                <a:solidFill>
                  <a:srgbClr val="4D4D4F"/>
                </a:solidFill>
                <a:latin typeface="Calibri" charset="0"/>
                <a:ea typeface="Calibri" charset="0"/>
                <a:cs typeface="Calibri" charset="0"/>
              </a:defRPr>
            </a:lvl1pPr>
          </a:lstStyle>
          <a:p>
            <a:r>
              <a:rPr lang="en-US" dirty="0"/>
              <a:t>Presentation Title Calibri Bold 24 </a:t>
            </a:r>
            <a:r>
              <a:rPr lang="en-US" dirty="0" err="1"/>
              <a:t>pt</a:t>
            </a:r>
            <a:br>
              <a:rPr lang="en-US" dirty="0"/>
            </a:br>
            <a:r>
              <a:rPr lang="en-US" dirty="0"/>
              <a:t>(2 rows maximum)</a:t>
            </a:r>
          </a:p>
        </p:txBody>
      </p:sp>
      <p:sp>
        <p:nvSpPr>
          <p:cNvPr id="3" name="Subtitle 2"/>
          <p:cNvSpPr>
            <a:spLocks noGrp="1"/>
          </p:cNvSpPr>
          <p:nvPr>
            <p:ph type="subTitle" idx="1" hasCustomPrompt="1"/>
          </p:nvPr>
        </p:nvSpPr>
        <p:spPr>
          <a:xfrm>
            <a:off x="447754" y="4262244"/>
            <a:ext cx="6858000" cy="949351"/>
          </a:xfrm>
        </p:spPr>
        <p:txBody>
          <a:bodyPr>
            <a:normAutofit/>
          </a:bodyPr>
          <a:lstStyle>
            <a:lvl1pPr marL="0" indent="0" algn="l">
              <a:lnSpc>
                <a:spcPct val="100000"/>
              </a:lnSpc>
              <a:buNone/>
              <a:defRPr sz="1800">
                <a:solidFill>
                  <a:srgbClr val="747678"/>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Presentation Subtitle Calibri 18 </a:t>
            </a:r>
            <a:r>
              <a:rPr lang="en-US" dirty="0" err="1"/>
              <a:t>pt</a:t>
            </a:r>
            <a:endParaRPr lang="en-US" dirty="0"/>
          </a:p>
          <a:p>
            <a:r>
              <a:rPr lang="en-US" dirty="0"/>
              <a:t>(2 rows maximum)</a:t>
            </a:r>
          </a:p>
        </p:txBody>
      </p:sp>
    </p:spTree>
    <p:extLst>
      <p:ext uri="{BB962C8B-B14F-4D97-AF65-F5344CB8AC3E}">
        <p14:creationId xmlns:p14="http://schemas.microsoft.com/office/powerpoint/2010/main" val="11521518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743593" y="1125997"/>
            <a:ext cx="5218899" cy="901516"/>
          </a:xfrm>
        </p:spPr>
        <p:txBody>
          <a:bodyPr anchor="t">
            <a:normAutofit/>
          </a:bodyPr>
          <a:lstStyle>
            <a:lvl1pPr algn="l">
              <a:defRPr sz="2800" b="1" i="0" baseline="0">
                <a:solidFill>
                  <a:schemeClr val="bg1"/>
                </a:solidFill>
                <a:latin typeface="Calibri" charset="0"/>
                <a:ea typeface="Calibri" charset="0"/>
                <a:cs typeface="Calibri" charset="0"/>
              </a:defRPr>
            </a:lvl1pPr>
          </a:lstStyle>
          <a:p>
            <a:r>
              <a:rPr lang="en-US" dirty="0"/>
              <a:t>Presentation Section</a:t>
            </a:r>
            <a:br>
              <a:rPr lang="en-US" dirty="0"/>
            </a:br>
            <a:r>
              <a:rPr lang="en-US" dirty="0"/>
              <a:t>Calibri Bold 28 </a:t>
            </a:r>
            <a:r>
              <a:rPr lang="en-US" dirty="0" err="1"/>
              <a:t>pt</a:t>
            </a:r>
            <a:endParaRPr lang="en-US" dirty="0"/>
          </a:p>
        </p:txBody>
      </p:sp>
      <p:sp>
        <p:nvSpPr>
          <p:cNvPr id="3" name="Subtitle 2"/>
          <p:cNvSpPr>
            <a:spLocks noGrp="1"/>
          </p:cNvSpPr>
          <p:nvPr>
            <p:ph type="subTitle" idx="1" hasCustomPrompt="1"/>
          </p:nvPr>
        </p:nvSpPr>
        <p:spPr>
          <a:xfrm>
            <a:off x="743593" y="2051253"/>
            <a:ext cx="5218899" cy="796954"/>
          </a:xfrm>
        </p:spPr>
        <p:txBody>
          <a:bodyPr>
            <a:normAutofit/>
          </a:bodyPr>
          <a:lstStyle>
            <a:lvl1pPr marL="0" indent="0" algn="l">
              <a:lnSpc>
                <a:spcPct val="100000"/>
              </a:lnSpc>
              <a:buNone/>
              <a:defRPr sz="1800">
                <a:solidFill>
                  <a:schemeClr val="bg1"/>
                </a:solidFill>
                <a:latin typeface="Calibri" charset="0"/>
                <a:ea typeface="Calibri" charset="0"/>
                <a:cs typeface="Calibri"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Presentation Section Sub-title Calibri 18 </a:t>
            </a:r>
            <a:r>
              <a:rPr lang="en-US" dirty="0" err="1"/>
              <a:t>pt</a:t>
            </a:r>
            <a:endParaRPr lang="en-US" dirty="0"/>
          </a:p>
          <a:p>
            <a:r>
              <a:rPr lang="en-US" dirty="0"/>
              <a:t>(2 rows maximum)</a:t>
            </a:r>
          </a:p>
        </p:txBody>
      </p:sp>
    </p:spTree>
    <p:extLst>
      <p:ext uri="{BB962C8B-B14F-4D97-AF65-F5344CB8AC3E}">
        <p14:creationId xmlns:p14="http://schemas.microsoft.com/office/powerpoint/2010/main" val="18760493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43593" y="1125997"/>
            <a:ext cx="5218899" cy="868888"/>
          </a:xfrm>
        </p:spPr>
        <p:txBody>
          <a:bodyPr anchor="t">
            <a:normAutofit/>
          </a:bodyPr>
          <a:lstStyle>
            <a:lvl1pPr>
              <a:defRPr sz="2800" b="1" i="0" baseline="0">
                <a:solidFill>
                  <a:srgbClr val="4D4D4F"/>
                </a:solidFill>
                <a:latin typeface="Calibri" charset="0"/>
                <a:ea typeface="Calibri" charset="0"/>
                <a:cs typeface="Calibri" charset="0"/>
              </a:defRPr>
            </a:lvl1pPr>
          </a:lstStyle>
          <a:p>
            <a:r>
              <a:rPr lang="en-US" dirty="0"/>
              <a:t>Presentation Section</a:t>
            </a:r>
            <a:br>
              <a:rPr lang="en-US" dirty="0"/>
            </a:br>
            <a:r>
              <a:rPr lang="en-US" dirty="0"/>
              <a:t>Calibri Bold 28 </a:t>
            </a:r>
            <a:r>
              <a:rPr lang="en-US" dirty="0" err="1"/>
              <a:t>pt</a:t>
            </a:r>
            <a:endParaRPr lang="en-US" dirty="0"/>
          </a:p>
        </p:txBody>
      </p:sp>
      <p:sp>
        <p:nvSpPr>
          <p:cNvPr id="3" name="Text Placeholder 2"/>
          <p:cNvSpPr>
            <a:spLocks noGrp="1"/>
          </p:cNvSpPr>
          <p:nvPr>
            <p:ph type="body" idx="1" hasCustomPrompt="1"/>
          </p:nvPr>
        </p:nvSpPr>
        <p:spPr>
          <a:xfrm>
            <a:off x="743593" y="2047272"/>
            <a:ext cx="5218899" cy="853322"/>
          </a:xfrm>
        </p:spPr>
        <p:txBody>
          <a:bodyPr>
            <a:normAutofit/>
          </a:bodyPr>
          <a:lstStyle>
            <a:lvl1pPr marL="0" indent="0">
              <a:lnSpc>
                <a:spcPct val="100000"/>
              </a:lnSpc>
              <a:buNone/>
              <a:defRPr sz="1800" b="0" i="0" baseline="0">
                <a:solidFill>
                  <a:srgbClr val="4D4D4F"/>
                </a:solidFill>
                <a:latin typeface="Calibri" charset="0"/>
                <a:ea typeface="Calibri" charset="0"/>
                <a:cs typeface="Calibri"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Presentation Section Sub-title Calibri 18 </a:t>
            </a:r>
            <a:r>
              <a:rPr lang="en-US" dirty="0" err="1"/>
              <a:t>pt</a:t>
            </a:r>
            <a:endParaRPr lang="en-US" dirty="0"/>
          </a:p>
          <a:p>
            <a:pPr lvl="0"/>
            <a:r>
              <a:rPr lang="en-US" dirty="0"/>
              <a:t>(2 rows maximum)</a:t>
            </a:r>
          </a:p>
        </p:txBody>
      </p:sp>
    </p:spTree>
    <p:extLst>
      <p:ext uri="{BB962C8B-B14F-4D97-AF65-F5344CB8AC3E}">
        <p14:creationId xmlns:p14="http://schemas.microsoft.com/office/powerpoint/2010/main" val="2219030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43593" y="1125997"/>
            <a:ext cx="5211342" cy="914400"/>
          </a:xfrm>
        </p:spPr>
        <p:txBody>
          <a:bodyPr anchor="t">
            <a:noAutofit/>
          </a:bodyPr>
          <a:lstStyle>
            <a:lvl1pPr>
              <a:defRPr sz="2800" b="1" i="0">
                <a:solidFill>
                  <a:srgbClr val="4D4D4F"/>
                </a:solidFill>
                <a:latin typeface="Calibri" charset="0"/>
                <a:ea typeface="Calibri" charset="0"/>
                <a:cs typeface="Calibri" charset="0"/>
              </a:defRPr>
            </a:lvl1pPr>
          </a:lstStyle>
          <a:p>
            <a:r>
              <a:rPr lang="en-US" dirty="0"/>
              <a:t>Presentation Section</a:t>
            </a:r>
            <a:br>
              <a:rPr lang="en-US" dirty="0"/>
            </a:br>
            <a:r>
              <a:rPr lang="en-US" dirty="0"/>
              <a:t>Calibri Bold 28 </a:t>
            </a:r>
            <a:r>
              <a:rPr lang="en-US" dirty="0" err="1"/>
              <a:t>pt</a:t>
            </a:r>
            <a:endParaRPr lang="en-US" dirty="0"/>
          </a:p>
        </p:txBody>
      </p:sp>
      <p:sp>
        <p:nvSpPr>
          <p:cNvPr id="4" name="Text Placeholder 3"/>
          <p:cNvSpPr>
            <a:spLocks noGrp="1"/>
          </p:cNvSpPr>
          <p:nvPr>
            <p:ph type="body" sz="half" idx="2" hasCustomPrompt="1"/>
          </p:nvPr>
        </p:nvSpPr>
        <p:spPr>
          <a:xfrm>
            <a:off x="743593" y="2051253"/>
            <a:ext cx="5218899" cy="953530"/>
          </a:xfrm>
        </p:spPr>
        <p:txBody>
          <a:bodyPr>
            <a:normAutofit/>
          </a:bodyPr>
          <a:lstStyle>
            <a:lvl1pPr marL="0" indent="0">
              <a:lnSpc>
                <a:spcPct val="100000"/>
              </a:lnSpc>
              <a:buNone/>
              <a:defRPr sz="1800" b="0" i="0">
                <a:solidFill>
                  <a:srgbClr val="4D4D4F"/>
                </a:solidFill>
                <a:latin typeface="Calibri" charset="0"/>
                <a:ea typeface="Calibri" charset="0"/>
                <a:cs typeface="Calibri"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Presentation Section Sub-title Calibri 18 </a:t>
            </a:r>
            <a:r>
              <a:rPr lang="en-US" dirty="0" err="1"/>
              <a:t>pt</a:t>
            </a:r>
            <a:endParaRPr lang="en-US" dirty="0"/>
          </a:p>
          <a:p>
            <a:pPr lvl="0"/>
            <a:r>
              <a:rPr lang="en-US" dirty="0"/>
              <a:t>(2 rows maximum)</a:t>
            </a:r>
          </a:p>
        </p:txBody>
      </p:sp>
    </p:spTree>
    <p:extLst>
      <p:ext uri="{BB962C8B-B14F-4D97-AF65-F5344CB8AC3E}">
        <p14:creationId xmlns:p14="http://schemas.microsoft.com/office/powerpoint/2010/main" val="17163912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4">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43593" y="1125997"/>
            <a:ext cx="5218899" cy="952185"/>
          </a:xfrm>
        </p:spPr>
        <p:txBody>
          <a:bodyPr anchor="t">
            <a:noAutofit/>
          </a:bodyPr>
          <a:lstStyle>
            <a:lvl1pPr>
              <a:defRPr sz="2800" b="1" i="0">
                <a:solidFill>
                  <a:schemeClr val="bg1"/>
                </a:solidFill>
                <a:latin typeface="Calibri" charset="0"/>
                <a:ea typeface="Calibri" charset="0"/>
                <a:cs typeface="Calibri" charset="0"/>
              </a:defRPr>
            </a:lvl1pPr>
          </a:lstStyle>
          <a:p>
            <a:r>
              <a:rPr lang="en-US" dirty="0"/>
              <a:t>Presentation Section</a:t>
            </a:r>
            <a:br>
              <a:rPr lang="en-US" dirty="0"/>
            </a:br>
            <a:r>
              <a:rPr lang="en-US" dirty="0"/>
              <a:t>Calibri Bold 28 </a:t>
            </a:r>
            <a:r>
              <a:rPr lang="en-US" dirty="0" err="1"/>
              <a:t>pt</a:t>
            </a:r>
            <a:endParaRPr lang="en-US" dirty="0"/>
          </a:p>
        </p:txBody>
      </p:sp>
      <p:sp>
        <p:nvSpPr>
          <p:cNvPr id="4" name="Text Placeholder 3"/>
          <p:cNvSpPr>
            <a:spLocks noGrp="1"/>
          </p:cNvSpPr>
          <p:nvPr>
            <p:ph type="body" sz="half" idx="2" hasCustomPrompt="1"/>
          </p:nvPr>
        </p:nvSpPr>
        <p:spPr>
          <a:xfrm>
            <a:off x="743592" y="2051253"/>
            <a:ext cx="5218899" cy="878374"/>
          </a:xfrm>
        </p:spPr>
        <p:txBody>
          <a:bodyPr>
            <a:normAutofit/>
          </a:bodyPr>
          <a:lstStyle>
            <a:lvl1pPr marL="0" indent="0" algn="l">
              <a:lnSpc>
                <a:spcPct val="100000"/>
              </a:lnSpc>
              <a:buNone/>
              <a:defRPr sz="1800" b="0" i="0">
                <a:solidFill>
                  <a:schemeClr val="bg1"/>
                </a:solidFill>
                <a:latin typeface="Calibri" charset="0"/>
                <a:ea typeface="Calibri" charset="0"/>
                <a:cs typeface="Calibri"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Presentation Section Sub-title Calibri 18 </a:t>
            </a:r>
            <a:r>
              <a:rPr lang="en-US" dirty="0" err="1"/>
              <a:t>pt</a:t>
            </a:r>
            <a:endParaRPr lang="en-US" dirty="0"/>
          </a:p>
          <a:p>
            <a:pPr lvl="0"/>
            <a:r>
              <a:rPr lang="en-US" dirty="0"/>
              <a:t>(2 rows maximum)</a:t>
            </a:r>
          </a:p>
        </p:txBody>
      </p:sp>
    </p:spTree>
    <p:extLst>
      <p:ext uri="{BB962C8B-B14F-4D97-AF65-F5344CB8AC3E}">
        <p14:creationId xmlns:p14="http://schemas.microsoft.com/office/powerpoint/2010/main" val="2394380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5">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43591" y="1125997"/>
            <a:ext cx="5218900" cy="993775"/>
          </a:xfrm>
        </p:spPr>
        <p:txBody>
          <a:bodyPr anchor="t">
            <a:normAutofit/>
          </a:bodyPr>
          <a:lstStyle>
            <a:lvl1pPr>
              <a:defRPr sz="2800" b="1" i="0">
                <a:solidFill>
                  <a:srgbClr val="4D4D4F"/>
                </a:solidFill>
                <a:latin typeface="Calibri" charset="0"/>
                <a:ea typeface="Calibri" charset="0"/>
                <a:cs typeface="Calibri" charset="0"/>
              </a:defRPr>
            </a:lvl1pPr>
          </a:lstStyle>
          <a:p>
            <a:r>
              <a:rPr lang="en-US" dirty="0"/>
              <a:t>Presentation Section</a:t>
            </a:r>
            <a:br>
              <a:rPr lang="en-US" dirty="0"/>
            </a:br>
            <a:r>
              <a:rPr lang="en-US" dirty="0"/>
              <a:t>Calibri Bold 28 </a:t>
            </a:r>
            <a:r>
              <a:rPr lang="en-US" dirty="0" err="1"/>
              <a:t>pt</a:t>
            </a:r>
            <a:endParaRPr lang="en-US" dirty="0"/>
          </a:p>
        </p:txBody>
      </p:sp>
      <p:sp>
        <p:nvSpPr>
          <p:cNvPr id="9" name="Text Placeholder 3"/>
          <p:cNvSpPr>
            <a:spLocks noGrp="1"/>
          </p:cNvSpPr>
          <p:nvPr>
            <p:ph type="body" sz="half" idx="2" hasCustomPrompt="1"/>
          </p:nvPr>
        </p:nvSpPr>
        <p:spPr>
          <a:xfrm>
            <a:off x="743592" y="2051253"/>
            <a:ext cx="5218899" cy="865848"/>
          </a:xfrm>
        </p:spPr>
        <p:txBody>
          <a:bodyPr>
            <a:normAutofit/>
          </a:bodyPr>
          <a:lstStyle>
            <a:lvl1pPr marL="0" indent="0">
              <a:lnSpc>
                <a:spcPct val="100000"/>
              </a:lnSpc>
              <a:buNone/>
              <a:defRPr sz="1800" b="0" i="0">
                <a:solidFill>
                  <a:srgbClr val="4D4D4F"/>
                </a:solidFill>
                <a:latin typeface="Calibri" charset="0"/>
                <a:ea typeface="Calibri" charset="0"/>
                <a:cs typeface="Calibri"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Presentation Section Sub-title Calibri 18 </a:t>
            </a:r>
            <a:r>
              <a:rPr lang="en-US" dirty="0" err="1"/>
              <a:t>pt</a:t>
            </a:r>
            <a:endParaRPr lang="en-US" dirty="0"/>
          </a:p>
          <a:p>
            <a:pPr lvl="0"/>
            <a:r>
              <a:rPr lang="en-US" dirty="0"/>
              <a:t>(2 rows maximum)</a:t>
            </a:r>
          </a:p>
        </p:txBody>
      </p:sp>
    </p:spTree>
    <p:extLst>
      <p:ext uri="{BB962C8B-B14F-4D97-AF65-F5344CB8AC3E}">
        <p14:creationId xmlns:p14="http://schemas.microsoft.com/office/powerpoint/2010/main" val="12293884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6">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43592" y="1125997"/>
            <a:ext cx="5218899" cy="993775"/>
          </a:xfrm>
        </p:spPr>
        <p:txBody>
          <a:bodyPr anchor="t">
            <a:noAutofit/>
          </a:bodyPr>
          <a:lstStyle>
            <a:lvl1pPr>
              <a:defRPr sz="2800" b="1" i="0">
                <a:solidFill>
                  <a:srgbClr val="4D4D4F"/>
                </a:solidFill>
                <a:latin typeface="Calibri" charset="0"/>
                <a:ea typeface="Calibri" charset="0"/>
                <a:cs typeface="Calibri" charset="0"/>
              </a:defRPr>
            </a:lvl1pPr>
          </a:lstStyle>
          <a:p>
            <a:r>
              <a:rPr lang="en-US" dirty="0"/>
              <a:t>Presentation Section</a:t>
            </a:r>
            <a:br>
              <a:rPr lang="en-US" dirty="0"/>
            </a:br>
            <a:r>
              <a:rPr lang="en-US" dirty="0"/>
              <a:t>Calibri Bold 28 </a:t>
            </a:r>
            <a:r>
              <a:rPr lang="en-US" dirty="0" err="1"/>
              <a:t>pt</a:t>
            </a:r>
            <a:endParaRPr lang="en-US" dirty="0"/>
          </a:p>
        </p:txBody>
      </p:sp>
      <p:sp>
        <p:nvSpPr>
          <p:cNvPr id="9" name="Text Placeholder 3"/>
          <p:cNvSpPr>
            <a:spLocks noGrp="1"/>
          </p:cNvSpPr>
          <p:nvPr>
            <p:ph type="body" sz="half" idx="2" hasCustomPrompt="1"/>
          </p:nvPr>
        </p:nvSpPr>
        <p:spPr>
          <a:xfrm>
            <a:off x="743592" y="2051253"/>
            <a:ext cx="5218899" cy="847059"/>
          </a:xfrm>
        </p:spPr>
        <p:txBody>
          <a:bodyPr>
            <a:normAutofit/>
          </a:bodyPr>
          <a:lstStyle>
            <a:lvl1pPr marL="0" indent="0">
              <a:lnSpc>
                <a:spcPct val="100000"/>
              </a:lnSpc>
              <a:buNone/>
              <a:defRPr sz="1800" b="0" i="0">
                <a:solidFill>
                  <a:srgbClr val="4D4D4F"/>
                </a:solidFill>
                <a:latin typeface="Calibri" charset="0"/>
                <a:ea typeface="Calibri" charset="0"/>
                <a:cs typeface="Calibri"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Presentation Section Sub-title Calibri 18 </a:t>
            </a:r>
            <a:r>
              <a:rPr lang="en-US" dirty="0" err="1"/>
              <a:t>pt</a:t>
            </a:r>
            <a:endParaRPr lang="en-US" dirty="0"/>
          </a:p>
          <a:p>
            <a:pPr lvl="0"/>
            <a:r>
              <a:rPr lang="en-US" dirty="0"/>
              <a:t>(2 rows maximum)</a:t>
            </a:r>
          </a:p>
        </p:txBody>
      </p:sp>
    </p:spTree>
    <p:extLst>
      <p:ext uri="{BB962C8B-B14F-4D97-AF65-F5344CB8AC3E}">
        <p14:creationId xmlns:p14="http://schemas.microsoft.com/office/powerpoint/2010/main" val="17663040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All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515295" y="914027"/>
            <a:ext cx="3731753" cy="3741100"/>
          </a:xfrm>
        </p:spPr>
        <p:txBody>
          <a:bodyPr>
            <a:normAutofit/>
          </a:bodyPr>
          <a:lstStyle>
            <a:lvl1pPr marL="0" indent="0" algn="l">
              <a:buNone/>
              <a:defRPr sz="1200" b="0" i="0">
                <a:solidFill>
                  <a:srgbClr val="4D4D4F"/>
                </a:solidFill>
                <a:latin typeface="Calibri" charset="0"/>
                <a:ea typeface="Calibri" charset="0"/>
                <a:cs typeface="Calibri"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Full content goes here (Calibri regular 12 </a:t>
            </a:r>
            <a:r>
              <a:rPr lang="en-US" dirty="0" err="1"/>
              <a:t>pt</a:t>
            </a:r>
            <a:r>
              <a:rPr lang="en-US" dirty="0"/>
              <a:t>)</a:t>
            </a:r>
          </a:p>
          <a:p>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euismod</a:t>
            </a:r>
            <a:r>
              <a:rPr lang="en-US" dirty="0"/>
              <a:t> </a:t>
            </a:r>
            <a:r>
              <a:rPr lang="en-US" dirty="0" err="1"/>
              <a:t>tincidunt</a:t>
            </a:r>
            <a:r>
              <a:rPr lang="en-US" dirty="0"/>
              <a:t> </a:t>
            </a:r>
            <a:r>
              <a:rPr lang="en-US" dirty="0" err="1"/>
              <a:t>ut</a:t>
            </a:r>
            <a:r>
              <a:rPr lang="en-US" dirty="0"/>
              <a:t> </a:t>
            </a:r>
            <a:r>
              <a:rPr lang="en-US" dirty="0" err="1"/>
              <a:t>laoreet</a:t>
            </a:r>
            <a:r>
              <a:rPr lang="en-US" dirty="0"/>
              <a:t> </a:t>
            </a:r>
            <a:r>
              <a:rPr lang="en-US" dirty="0" err="1"/>
              <a:t>dolore</a:t>
            </a:r>
            <a:r>
              <a:rPr lang="en-US" dirty="0"/>
              <a:t> magna </a:t>
            </a:r>
            <a:r>
              <a:rPr lang="en-US" dirty="0" err="1"/>
              <a:t>aliquam</a:t>
            </a:r>
            <a:r>
              <a:rPr lang="en-US" dirty="0"/>
              <a:t> </a:t>
            </a:r>
            <a:r>
              <a:rPr lang="en-US" dirty="0" err="1"/>
              <a:t>erat</a:t>
            </a:r>
            <a:r>
              <a:rPr lang="en-US" dirty="0"/>
              <a:t> </a:t>
            </a:r>
            <a:r>
              <a:rPr lang="en-US" dirty="0" err="1"/>
              <a:t>volutpat</a:t>
            </a:r>
            <a:r>
              <a:rPr lang="en-US" dirty="0"/>
              <a:t>. </a:t>
            </a:r>
            <a:r>
              <a:rPr lang="en-US" dirty="0" err="1"/>
              <a:t>Ut</a:t>
            </a:r>
            <a:r>
              <a:rPr lang="en-US" dirty="0"/>
              <a:t> </a:t>
            </a:r>
            <a:r>
              <a:rPr lang="en-US" dirty="0" err="1"/>
              <a:t>wisi</a:t>
            </a:r>
            <a:r>
              <a:rPr lang="en-US" dirty="0"/>
              <a:t> </a:t>
            </a:r>
            <a:r>
              <a:rPr lang="en-US" dirty="0" err="1"/>
              <a:t>enim</a:t>
            </a:r>
            <a:r>
              <a:rPr lang="en-US" dirty="0"/>
              <a:t> ad minim </a:t>
            </a:r>
            <a:r>
              <a:rPr lang="en-US" dirty="0" err="1"/>
              <a:t>veniam</a:t>
            </a:r>
            <a:r>
              <a:rPr lang="en-US" dirty="0"/>
              <a:t>, </a:t>
            </a:r>
            <a:r>
              <a:rPr lang="en-US" dirty="0" err="1"/>
              <a:t>quis</a:t>
            </a:r>
            <a:r>
              <a:rPr lang="en-US" dirty="0"/>
              <a:t> </a:t>
            </a:r>
            <a:r>
              <a:rPr lang="en-US" dirty="0" err="1"/>
              <a:t>nostrud</a:t>
            </a:r>
            <a:r>
              <a:rPr lang="en-US" dirty="0"/>
              <a:t> </a:t>
            </a:r>
            <a:r>
              <a:rPr lang="en-US" dirty="0" err="1"/>
              <a:t>exerci</a:t>
            </a:r>
            <a:r>
              <a:rPr lang="en-US" dirty="0"/>
              <a:t> </a:t>
            </a:r>
            <a:r>
              <a:rPr lang="en-US" dirty="0" err="1"/>
              <a:t>tation</a:t>
            </a:r>
            <a:r>
              <a:rPr lang="en-US" dirty="0"/>
              <a:t> </a:t>
            </a:r>
            <a:r>
              <a:rPr lang="en-US" dirty="0" err="1"/>
              <a:t>ullamcorper</a:t>
            </a:r>
            <a:r>
              <a:rPr lang="en-US" dirty="0"/>
              <a:t> </a:t>
            </a:r>
            <a:r>
              <a:rPr lang="en-US" dirty="0" err="1"/>
              <a:t>suscipit</a:t>
            </a:r>
            <a:r>
              <a:rPr lang="en-US" dirty="0"/>
              <a:t> </a:t>
            </a:r>
            <a:r>
              <a:rPr lang="en-US" dirty="0" err="1"/>
              <a:t>lobortis</a:t>
            </a:r>
            <a:r>
              <a:rPr lang="en-US" dirty="0"/>
              <a:t> </a:t>
            </a:r>
            <a:r>
              <a:rPr lang="en-US" dirty="0" err="1"/>
              <a:t>nisl</a:t>
            </a:r>
            <a:r>
              <a:rPr lang="en-US" dirty="0"/>
              <a:t> </a:t>
            </a:r>
            <a:r>
              <a:rPr lang="en-US" dirty="0" err="1"/>
              <a:t>ut</a:t>
            </a:r>
            <a:r>
              <a:rPr lang="en-US" dirty="0"/>
              <a:t> </a:t>
            </a:r>
            <a:r>
              <a:rPr lang="en-US" dirty="0" err="1"/>
              <a:t>aliquip</a:t>
            </a:r>
            <a:r>
              <a:rPr lang="en-US" dirty="0"/>
              <a:t> ex </a:t>
            </a:r>
            <a:r>
              <a:rPr lang="en-US" dirty="0" err="1"/>
              <a:t>ea</a:t>
            </a:r>
            <a:r>
              <a:rPr lang="en-US" dirty="0"/>
              <a:t> </a:t>
            </a:r>
            <a:r>
              <a:rPr lang="en-US" dirty="0" err="1"/>
              <a:t>commodo</a:t>
            </a:r>
            <a:r>
              <a:rPr lang="en-US" dirty="0"/>
              <a:t> </a:t>
            </a:r>
            <a:r>
              <a:rPr lang="en-US" dirty="0" err="1"/>
              <a:t>consequat</a:t>
            </a:r>
            <a:r>
              <a:rPr lang="en-US" dirty="0"/>
              <a:t>. </a:t>
            </a:r>
            <a:r>
              <a:rPr lang="en-US" dirty="0" err="1"/>
              <a:t>Duis</a:t>
            </a:r>
            <a:r>
              <a:rPr lang="en-US" dirty="0"/>
              <a:t> </a:t>
            </a:r>
            <a:r>
              <a:rPr lang="en-US" dirty="0" err="1"/>
              <a:t>autem</a:t>
            </a:r>
            <a:r>
              <a:rPr lang="en-US" dirty="0"/>
              <a:t> </a:t>
            </a:r>
            <a:r>
              <a:rPr lang="en-US" dirty="0" err="1"/>
              <a:t>vel</a:t>
            </a:r>
            <a:r>
              <a:rPr lang="en-US" dirty="0"/>
              <a:t> </a:t>
            </a:r>
            <a:r>
              <a:rPr lang="en-US" dirty="0" err="1"/>
              <a:t>eum</a:t>
            </a:r>
            <a:r>
              <a:rPr lang="en-US" dirty="0"/>
              <a:t> </a:t>
            </a:r>
            <a:r>
              <a:rPr lang="en-US" dirty="0" err="1"/>
              <a:t>iriure</a:t>
            </a:r>
            <a:r>
              <a:rPr lang="en-US" dirty="0"/>
              <a:t> dolor in </a:t>
            </a:r>
            <a:r>
              <a:rPr lang="en-US" dirty="0" err="1"/>
              <a:t>hendrerit</a:t>
            </a:r>
            <a:r>
              <a:rPr lang="en-US" dirty="0"/>
              <a:t> in </a:t>
            </a:r>
            <a:r>
              <a:rPr lang="en-US" dirty="0" err="1"/>
              <a:t>vulputate</a:t>
            </a:r>
            <a:r>
              <a:rPr lang="en-US" dirty="0"/>
              <a:t> </a:t>
            </a:r>
            <a:r>
              <a:rPr lang="en-US" dirty="0" err="1"/>
              <a:t>velit</a:t>
            </a:r>
            <a:r>
              <a:rPr lang="en-US" dirty="0"/>
              <a:t> </a:t>
            </a:r>
            <a:r>
              <a:rPr lang="en-US" dirty="0" err="1"/>
              <a:t>esse</a:t>
            </a:r>
            <a:r>
              <a:rPr lang="en-US" dirty="0"/>
              <a:t> </a:t>
            </a:r>
            <a:r>
              <a:rPr lang="en-US" dirty="0" err="1"/>
              <a:t>molestie</a:t>
            </a:r>
            <a:r>
              <a:rPr lang="en-US" dirty="0"/>
              <a:t> </a:t>
            </a:r>
            <a:r>
              <a:rPr lang="en-US" dirty="0" err="1"/>
              <a:t>consequat</a:t>
            </a:r>
            <a:r>
              <a:rPr lang="en-US" dirty="0"/>
              <a:t>, </a:t>
            </a:r>
            <a:r>
              <a:rPr lang="en-US" dirty="0" err="1"/>
              <a:t>vel</a:t>
            </a:r>
            <a:r>
              <a:rPr lang="en-US" dirty="0"/>
              <a:t> </a:t>
            </a:r>
            <a:r>
              <a:rPr lang="en-US" dirty="0" err="1"/>
              <a:t>illum</a:t>
            </a:r>
            <a:r>
              <a:rPr lang="en-US" dirty="0"/>
              <a:t> </a:t>
            </a:r>
            <a:r>
              <a:rPr lang="en-US" dirty="0" err="1"/>
              <a:t>dolore</a:t>
            </a:r>
            <a:r>
              <a:rPr lang="en-US" dirty="0"/>
              <a:t> </a:t>
            </a:r>
            <a:r>
              <a:rPr lang="en-US" dirty="0" err="1"/>
              <a:t>eu</a:t>
            </a:r>
            <a:r>
              <a:rPr lang="en-US" dirty="0"/>
              <a:t> </a:t>
            </a:r>
            <a:r>
              <a:rPr lang="en-US" dirty="0" err="1"/>
              <a:t>feugiat</a:t>
            </a:r>
            <a:r>
              <a:rPr lang="en-US" dirty="0"/>
              <a:t> </a:t>
            </a:r>
            <a:r>
              <a:rPr lang="en-US" dirty="0" err="1"/>
              <a:t>nulla</a:t>
            </a:r>
            <a:r>
              <a:rPr lang="en-US" dirty="0"/>
              <a:t> </a:t>
            </a:r>
            <a:r>
              <a:rPr lang="en-US" dirty="0" err="1"/>
              <a:t>facilisis</a:t>
            </a:r>
            <a:r>
              <a:rPr lang="en-US" dirty="0"/>
              <a:t> at </a:t>
            </a:r>
            <a:r>
              <a:rPr lang="en-US" dirty="0" err="1"/>
              <a:t>vero</a:t>
            </a:r>
            <a:r>
              <a:rPr lang="en-US" dirty="0"/>
              <a:t> </a:t>
            </a:r>
            <a:r>
              <a:rPr lang="en-US" dirty="0" err="1"/>
              <a:t>eros</a:t>
            </a:r>
            <a:r>
              <a:rPr lang="en-US" dirty="0"/>
              <a:t> et. </a:t>
            </a:r>
            <a:r>
              <a:rPr lang="en-US" dirty="0" err="1"/>
              <a:t>Ut</a:t>
            </a:r>
            <a:r>
              <a:rPr lang="en-US" dirty="0"/>
              <a:t> </a:t>
            </a:r>
            <a:r>
              <a:rPr lang="en-US" dirty="0" err="1"/>
              <a:t>wisi</a:t>
            </a:r>
            <a:r>
              <a:rPr lang="en-US" dirty="0"/>
              <a:t> </a:t>
            </a:r>
            <a:r>
              <a:rPr lang="en-US" dirty="0" err="1"/>
              <a:t>enim</a:t>
            </a:r>
            <a:r>
              <a:rPr lang="en-US" dirty="0"/>
              <a:t> ad minim </a:t>
            </a:r>
            <a:r>
              <a:rPr lang="en-US" dirty="0" err="1"/>
              <a:t>veniam</a:t>
            </a:r>
            <a:r>
              <a:rPr lang="en-US" dirty="0"/>
              <a:t>, </a:t>
            </a:r>
            <a:r>
              <a:rPr lang="en-US" dirty="0" err="1"/>
              <a:t>quis</a:t>
            </a:r>
            <a:r>
              <a:rPr lang="en-US" dirty="0"/>
              <a:t> </a:t>
            </a:r>
            <a:r>
              <a:rPr lang="en-US" dirty="0" err="1"/>
              <a:t>nostrud</a:t>
            </a:r>
            <a:r>
              <a:rPr lang="en-US" dirty="0"/>
              <a:t> </a:t>
            </a:r>
            <a:r>
              <a:rPr lang="en-US" dirty="0" err="1"/>
              <a:t>exerci</a:t>
            </a:r>
            <a:r>
              <a:rPr lang="en-US" dirty="0"/>
              <a:t> </a:t>
            </a:r>
            <a:r>
              <a:rPr lang="en-US" dirty="0" err="1"/>
              <a:t>tation</a:t>
            </a:r>
            <a:r>
              <a:rPr lang="en-US" dirty="0"/>
              <a:t> </a:t>
            </a:r>
            <a:r>
              <a:rPr lang="en-US" dirty="0" err="1"/>
              <a:t>ullamcorper</a:t>
            </a:r>
            <a:r>
              <a:rPr lang="en-US" dirty="0"/>
              <a:t> </a:t>
            </a:r>
            <a:r>
              <a:rPr lang="en-US" dirty="0" err="1"/>
              <a:t>suscipit</a:t>
            </a:r>
            <a:r>
              <a:rPr lang="en-US" dirty="0"/>
              <a:t> </a:t>
            </a:r>
            <a:r>
              <a:rPr lang="en-US" dirty="0" err="1"/>
              <a:t>lobortis</a:t>
            </a:r>
            <a:r>
              <a:rPr lang="en-US" dirty="0"/>
              <a:t> </a:t>
            </a:r>
            <a:r>
              <a:rPr lang="en-US" dirty="0" err="1"/>
              <a:t>nisl</a:t>
            </a:r>
            <a:r>
              <a:rPr lang="en-US" dirty="0"/>
              <a:t> </a:t>
            </a:r>
            <a:r>
              <a:rPr lang="en-US" dirty="0" err="1"/>
              <a:t>ut</a:t>
            </a:r>
            <a:r>
              <a:rPr lang="en-US" dirty="0"/>
              <a:t> </a:t>
            </a:r>
            <a:r>
              <a:rPr lang="en-US" dirty="0" err="1"/>
              <a:t>aliquip</a:t>
            </a:r>
            <a:r>
              <a:rPr lang="en-US" dirty="0"/>
              <a:t> ex </a:t>
            </a:r>
            <a:r>
              <a:rPr lang="en-US" dirty="0" err="1"/>
              <a:t>ea</a:t>
            </a:r>
            <a:r>
              <a:rPr lang="en-US" dirty="0"/>
              <a:t> </a:t>
            </a:r>
            <a:r>
              <a:rPr lang="en-US" dirty="0" err="1"/>
              <a:t>commodo</a:t>
            </a:r>
            <a:r>
              <a:rPr lang="en-US" dirty="0"/>
              <a:t> </a:t>
            </a:r>
            <a:r>
              <a:rPr lang="en-US" dirty="0" err="1"/>
              <a:t>consequat</a:t>
            </a:r>
            <a:r>
              <a:rPr lang="en-US" dirty="0"/>
              <a:t>. </a:t>
            </a:r>
            <a:r>
              <a:rPr lang="en-US" dirty="0" err="1"/>
              <a:t>Duis</a:t>
            </a:r>
            <a:r>
              <a:rPr lang="en-US" dirty="0"/>
              <a:t> </a:t>
            </a:r>
            <a:r>
              <a:rPr lang="en-US" dirty="0" err="1"/>
              <a:t>autem</a:t>
            </a:r>
            <a:r>
              <a:rPr lang="en-US" dirty="0"/>
              <a:t> </a:t>
            </a:r>
            <a:r>
              <a:rPr lang="en-US" dirty="0" err="1"/>
              <a:t>vel</a:t>
            </a:r>
            <a:r>
              <a:rPr lang="en-US" dirty="0"/>
              <a:t> </a:t>
            </a:r>
            <a:r>
              <a:rPr lang="en-US" dirty="0" err="1"/>
              <a:t>eum</a:t>
            </a:r>
            <a:r>
              <a:rPr lang="en-US" dirty="0"/>
              <a:t> </a:t>
            </a:r>
            <a:r>
              <a:rPr lang="en-US" dirty="0" err="1"/>
              <a:t>iriure</a:t>
            </a:r>
            <a:r>
              <a:rPr lang="en-US" dirty="0"/>
              <a:t> dolor in </a:t>
            </a:r>
            <a:r>
              <a:rPr lang="en-US" dirty="0" err="1"/>
              <a:t>hendrerit</a:t>
            </a:r>
            <a:r>
              <a:rPr lang="en-US" dirty="0"/>
              <a:t> in </a:t>
            </a:r>
            <a:r>
              <a:rPr lang="en-US" dirty="0" err="1"/>
              <a:t>vulputate</a:t>
            </a:r>
            <a:r>
              <a:rPr lang="en-US" dirty="0"/>
              <a:t> </a:t>
            </a:r>
            <a:r>
              <a:rPr lang="en-US" dirty="0" err="1"/>
              <a:t>velit</a:t>
            </a:r>
            <a:r>
              <a:rPr lang="en-US" dirty="0"/>
              <a:t> </a:t>
            </a:r>
            <a:r>
              <a:rPr lang="en-US" dirty="0" err="1"/>
              <a:t>esse</a:t>
            </a:r>
            <a:r>
              <a:rPr lang="en-US" dirty="0"/>
              <a:t> </a:t>
            </a:r>
            <a:r>
              <a:rPr lang="en-US" dirty="0" err="1"/>
              <a:t>molestie</a:t>
            </a:r>
            <a:r>
              <a:rPr lang="en-US" dirty="0"/>
              <a:t>.</a:t>
            </a:r>
          </a:p>
          <a:p>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euismod</a:t>
            </a:r>
            <a:r>
              <a:rPr lang="en-US" dirty="0"/>
              <a:t> </a:t>
            </a:r>
            <a:r>
              <a:rPr lang="en-US" dirty="0" err="1"/>
              <a:t>tincidunt</a:t>
            </a:r>
            <a:r>
              <a:rPr lang="en-US" dirty="0"/>
              <a:t> </a:t>
            </a:r>
            <a:r>
              <a:rPr lang="en-US" dirty="0" err="1"/>
              <a:t>ut</a:t>
            </a:r>
            <a:r>
              <a:rPr lang="en-US" dirty="0"/>
              <a:t> </a:t>
            </a:r>
            <a:r>
              <a:rPr lang="en-US" dirty="0" err="1"/>
              <a:t>laoreet</a:t>
            </a:r>
            <a:r>
              <a:rPr lang="en-US" dirty="0"/>
              <a:t> </a:t>
            </a:r>
            <a:r>
              <a:rPr lang="en-US" dirty="0" err="1"/>
              <a:t>dolore</a:t>
            </a:r>
            <a:r>
              <a:rPr lang="en-US" dirty="0"/>
              <a:t> magna </a:t>
            </a:r>
            <a:r>
              <a:rPr lang="en-US" dirty="0" err="1"/>
              <a:t>aliquam</a:t>
            </a:r>
            <a:r>
              <a:rPr lang="en-US" dirty="0"/>
              <a:t> </a:t>
            </a:r>
            <a:r>
              <a:rPr lang="en-US" dirty="0" err="1"/>
              <a:t>erat</a:t>
            </a:r>
            <a:r>
              <a:rPr lang="en-US" dirty="0"/>
              <a:t> </a:t>
            </a:r>
            <a:r>
              <a:rPr lang="en-US" dirty="0" err="1"/>
              <a:t>volutpat</a:t>
            </a:r>
            <a:r>
              <a:rPr lang="en-US" dirty="0"/>
              <a:t>. </a:t>
            </a:r>
            <a:r>
              <a:rPr lang="en-US" dirty="0" err="1"/>
              <a:t>Ut</a:t>
            </a:r>
            <a:r>
              <a:rPr lang="en-US" dirty="0"/>
              <a:t> </a:t>
            </a:r>
            <a:r>
              <a:rPr lang="en-US" dirty="0" err="1"/>
              <a:t>wisi</a:t>
            </a:r>
            <a:r>
              <a:rPr lang="en-US" dirty="0"/>
              <a:t> </a:t>
            </a:r>
            <a:r>
              <a:rPr lang="en-US" dirty="0" err="1"/>
              <a:t>enim</a:t>
            </a:r>
            <a:r>
              <a:rPr lang="en-US" dirty="0"/>
              <a:t> ad minim </a:t>
            </a:r>
            <a:r>
              <a:rPr lang="en-US" dirty="0" err="1"/>
              <a:t>veniam</a:t>
            </a:r>
            <a:r>
              <a:rPr lang="en-US" dirty="0"/>
              <a:t> ex </a:t>
            </a:r>
            <a:r>
              <a:rPr lang="en-US" dirty="0" err="1"/>
              <a:t>ea</a:t>
            </a:r>
            <a:r>
              <a:rPr lang="en-US" dirty="0"/>
              <a:t> </a:t>
            </a:r>
            <a:r>
              <a:rPr lang="en-US" dirty="0" err="1"/>
              <a:t>commodo</a:t>
            </a:r>
            <a:r>
              <a:rPr lang="en-US" dirty="0"/>
              <a:t> </a:t>
            </a:r>
            <a:r>
              <a:rPr lang="en-US" dirty="0" err="1"/>
              <a:t>consequat</a:t>
            </a:r>
            <a:r>
              <a:rPr lang="en-US" dirty="0"/>
              <a:t>. </a:t>
            </a:r>
            <a:r>
              <a:rPr lang="en-US" dirty="0" err="1"/>
              <a:t>vel</a:t>
            </a:r>
            <a:r>
              <a:rPr lang="en-US" dirty="0"/>
              <a:t> </a:t>
            </a:r>
            <a:r>
              <a:rPr lang="en-US" dirty="0" err="1"/>
              <a:t>illum</a:t>
            </a:r>
            <a:r>
              <a:rPr lang="en-US" dirty="0"/>
              <a:t> </a:t>
            </a:r>
            <a:r>
              <a:rPr lang="en-US" dirty="0" err="1"/>
              <a:t>dolore</a:t>
            </a:r>
            <a:r>
              <a:rPr lang="en-US" dirty="0"/>
              <a:t> </a:t>
            </a:r>
            <a:r>
              <a:rPr lang="en-US" dirty="0" err="1"/>
              <a:t>eu</a:t>
            </a:r>
            <a:r>
              <a:rPr lang="en-US" dirty="0"/>
              <a:t> </a:t>
            </a:r>
            <a:r>
              <a:rPr lang="en-US" dirty="0" err="1"/>
              <a:t>feugiat</a:t>
            </a:r>
            <a:r>
              <a:rPr lang="en-US" dirty="0"/>
              <a:t> </a:t>
            </a:r>
            <a:r>
              <a:rPr lang="en-US" dirty="0" err="1"/>
              <a:t>nulla</a:t>
            </a:r>
            <a:r>
              <a:rPr lang="en-US" dirty="0"/>
              <a:t> </a:t>
            </a:r>
            <a:r>
              <a:rPr lang="en-US" dirty="0" err="1"/>
              <a:t>facilisis</a:t>
            </a:r>
            <a:r>
              <a:rPr lang="en-US" dirty="0"/>
              <a:t> at </a:t>
            </a:r>
            <a:r>
              <a:rPr lang="en-US" dirty="0" err="1"/>
              <a:t>vero</a:t>
            </a:r>
            <a:r>
              <a:rPr lang="en-US" dirty="0"/>
              <a:t> </a:t>
            </a:r>
            <a:r>
              <a:rPr lang="en-US" dirty="0" err="1"/>
              <a:t>eros</a:t>
            </a:r>
            <a:r>
              <a:rPr lang="en-US" dirty="0"/>
              <a:t> et. </a:t>
            </a:r>
            <a:r>
              <a:rPr lang="en-US" dirty="0" err="1"/>
              <a:t>Ut</a:t>
            </a:r>
            <a:r>
              <a:rPr lang="en-US" dirty="0"/>
              <a:t> </a:t>
            </a:r>
            <a:r>
              <a:rPr lang="en-US" dirty="0" err="1"/>
              <a:t>wisi</a:t>
            </a:r>
            <a:r>
              <a:rPr lang="en-US" dirty="0"/>
              <a:t> </a:t>
            </a:r>
            <a:r>
              <a:rPr lang="en-US" dirty="0" err="1"/>
              <a:t>enim</a:t>
            </a:r>
            <a:r>
              <a:rPr lang="en-US" dirty="0"/>
              <a:t> ad minim </a:t>
            </a:r>
            <a:r>
              <a:rPr lang="en-US" dirty="0" err="1"/>
              <a:t>veniam</a:t>
            </a:r>
            <a:r>
              <a:rPr lang="en-US" dirty="0"/>
              <a:t>, </a:t>
            </a:r>
            <a:r>
              <a:rPr lang="en-US" dirty="0" err="1"/>
              <a:t>quis</a:t>
            </a:r>
            <a:r>
              <a:rPr lang="en-US" dirty="0"/>
              <a:t> </a:t>
            </a:r>
            <a:r>
              <a:rPr lang="en-US" dirty="0" err="1"/>
              <a:t>nostrud</a:t>
            </a:r>
            <a:r>
              <a:rPr lang="en-US" dirty="0"/>
              <a:t> </a:t>
            </a:r>
            <a:r>
              <a:rPr lang="en-US" dirty="0" err="1"/>
              <a:t>exerci</a:t>
            </a:r>
            <a:r>
              <a:rPr lang="en-US" dirty="0"/>
              <a:t> </a:t>
            </a:r>
            <a:r>
              <a:rPr lang="en-US" dirty="0" err="1"/>
              <a:t>tation</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euismod</a:t>
            </a:r>
            <a:r>
              <a:rPr lang="en-US" dirty="0"/>
              <a:t> </a:t>
            </a:r>
            <a:r>
              <a:rPr lang="en-US" dirty="0" err="1"/>
              <a:t>tincidunt</a:t>
            </a:r>
            <a:r>
              <a:rPr lang="en-US" dirty="0"/>
              <a:t> </a:t>
            </a:r>
            <a:r>
              <a:rPr lang="en-US" dirty="0" err="1"/>
              <a:t>ut</a:t>
            </a:r>
            <a:r>
              <a:rPr lang="en-US" dirty="0"/>
              <a:t> </a:t>
            </a:r>
            <a:r>
              <a:rPr lang="en-US" dirty="0" err="1"/>
              <a:t>laoreet</a:t>
            </a:r>
            <a:r>
              <a:rPr lang="en-US" dirty="0"/>
              <a:t> </a:t>
            </a:r>
            <a:r>
              <a:rPr lang="en-US" dirty="0" err="1"/>
              <a:t>dolore</a:t>
            </a:r>
            <a:r>
              <a:rPr lang="en-US" dirty="0"/>
              <a:t> magna </a:t>
            </a:r>
            <a:r>
              <a:rPr lang="en-US" dirty="0" err="1"/>
              <a:t>aliquam</a:t>
            </a:r>
            <a:r>
              <a:rPr lang="en-US" dirty="0"/>
              <a:t> </a:t>
            </a:r>
            <a:r>
              <a:rPr lang="en-US" dirty="0" err="1"/>
              <a:t>erat</a:t>
            </a:r>
            <a:r>
              <a:rPr lang="en-US" dirty="0"/>
              <a:t> </a:t>
            </a:r>
            <a:r>
              <a:rPr lang="en-US" dirty="0" err="1"/>
              <a:t>volutpat</a:t>
            </a:r>
            <a:r>
              <a:rPr lang="en-US" dirty="0"/>
              <a:t>. </a:t>
            </a:r>
            <a:r>
              <a:rPr lang="en-US" dirty="0" err="1"/>
              <a:t>Ut</a:t>
            </a:r>
            <a:r>
              <a:rPr lang="en-US" dirty="0"/>
              <a:t> </a:t>
            </a:r>
            <a:r>
              <a:rPr lang="en-US" dirty="0" err="1"/>
              <a:t>wisi</a:t>
            </a:r>
            <a:r>
              <a:rPr lang="en-US" dirty="0"/>
              <a:t> </a:t>
            </a:r>
            <a:r>
              <a:rPr lang="en-US" dirty="0" err="1"/>
              <a:t>enim</a:t>
            </a:r>
            <a:r>
              <a:rPr lang="en-US" dirty="0"/>
              <a:t> ad minim </a:t>
            </a:r>
            <a:r>
              <a:rPr lang="en-US" dirty="0" err="1"/>
              <a:t>veniam</a:t>
            </a:r>
            <a:r>
              <a:rPr lang="en-US" dirty="0"/>
              <a:t>, </a:t>
            </a:r>
            <a:r>
              <a:rPr lang="en-US" dirty="0" err="1"/>
              <a:t>quis</a:t>
            </a:r>
            <a:r>
              <a:rPr lang="en-US" dirty="0"/>
              <a:t> </a:t>
            </a:r>
            <a:r>
              <a:rPr lang="en-US" dirty="0" err="1"/>
              <a:t>nostrud</a:t>
            </a:r>
            <a:r>
              <a:rPr lang="en-US" dirty="0"/>
              <a:t> </a:t>
            </a:r>
            <a:r>
              <a:rPr lang="en-US" dirty="0" err="1"/>
              <a:t>exerci</a:t>
            </a:r>
            <a:r>
              <a:rPr lang="en-US" dirty="0"/>
              <a:t> </a:t>
            </a:r>
            <a:r>
              <a:rPr lang="en-US" dirty="0" err="1"/>
              <a:t>tation</a:t>
            </a:r>
            <a:r>
              <a:rPr lang="en-US" dirty="0"/>
              <a:t> </a:t>
            </a:r>
            <a:r>
              <a:rPr lang="en-US" dirty="0" err="1"/>
              <a:t>ullamcorper</a:t>
            </a:r>
            <a:r>
              <a:rPr lang="en-US" dirty="0"/>
              <a:t> </a:t>
            </a:r>
            <a:r>
              <a:rPr lang="en-US" dirty="0" err="1"/>
              <a:t>suscipit</a:t>
            </a:r>
            <a:r>
              <a:rPr lang="en-US" dirty="0"/>
              <a:t> </a:t>
            </a:r>
            <a:r>
              <a:rPr lang="en-US" dirty="0" err="1"/>
              <a:t>lobortis</a:t>
            </a:r>
            <a:r>
              <a:rPr lang="en-US" dirty="0"/>
              <a:t> </a:t>
            </a:r>
            <a:r>
              <a:rPr lang="en-US" dirty="0" err="1"/>
              <a:t>nisl</a:t>
            </a:r>
            <a:r>
              <a:rPr lang="en-US" dirty="0"/>
              <a:t> </a:t>
            </a:r>
            <a:r>
              <a:rPr lang="en-US" dirty="0" err="1"/>
              <a:t>ut</a:t>
            </a:r>
            <a:r>
              <a:rPr lang="en-US" dirty="0"/>
              <a:t> </a:t>
            </a:r>
            <a:r>
              <a:rPr lang="en-US" dirty="0" err="1"/>
              <a:t>aliquip</a:t>
            </a:r>
            <a:endParaRPr lang="en-US" dirty="0"/>
          </a:p>
        </p:txBody>
      </p:sp>
      <p:sp>
        <p:nvSpPr>
          <p:cNvPr id="6" name="Slide Number Placeholder 5"/>
          <p:cNvSpPr>
            <a:spLocks noGrp="1"/>
          </p:cNvSpPr>
          <p:nvPr>
            <p:ph type="sldNum" sz="quarter" idx="12"/>
          </p:nvPr>
        </p:nvSpPr>
        <p:spPr>
          <a:xfrm>
            <a:off x="6881143" y="4714363"/>
            <a:ext cx="2057400" cy="274637"/>
          </a:xfrm>
        </p:spPr>
        <p:txBody>
          <a:bodyPr/>
          <a:lstStyle>
            <a:lvl1pPr>
              <a:defRPr sz="600" b="0" i="0">
                <a:solidFill>
                  <a:srgbClr val="4D4D4F"/>
                </a:solidFill>
                <a:latin typeface="Calibri" charset="0"/>
                <a:ea typeface="Calibri" charset="0"/>
                <a:cs typeface="Calibri" charset="0"/>
              </a:defRPr>
            </a:lvl1pPr>
          </a:lstStyle>
          <a:p>
            <a:fld id="{A9F82C8E-865A-2440-AB2D-36CAA05B882C}" type="slidenum">
              <a:rPr lang="en-US" smtClean="0"/>
              <a:pPr/>
              <a:t>‹#›</a:t>
            </a:fld>
            <a:endParaRPr lang="en-US" dirty="0"/>
          </a:p>
        </p:txBody>
      </p:sp>
      <p:sp>
        <p:nvSpPr>
          <p:cNvPr id="9" name="Text Placeholder 3"/>
          <p:cNvSpPr>
            <a:spLocks noGrp="1"/>
          </p:cNvSpPr>
          <p:nvPr>
            <p:ph type="body" sz="half" idx="13" hasCustomPrompt="1"/>
          </p:nvPr>
        </p:nvSpPr>
        <p:spPr>
          <a:xfrm>
            <a:off x="4467619" y="914027"/>
            <a:ext cx="3731754" cy="3741100"/>
          </a:xfrm>
        </p:spPr>
        <p:txBody>
          <a:bodyPr>
            <a:normAutofit/>
          </a:bodyPr>
          <a:lstStyle>
            <a:lvl1pPr marL="0" indent="0">
              <a:buNone/>
              <a:defRPr sz="1200" b="0" i="0">
                <a:solidFill>
                  <a:srgbClr val="4D4D4F"/>
                </a:solidFill>
                <a:latin typeface="Calibri" charset="0"/>
                <a:ea typeface="Calibri" charset="0"/>
                <a:cs typeface="Calibri"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ex </a:t>
            </a:r>
            <a:r>
              <a:rPr lang="en-US" dirty="0" err="1"/>
              <a:t>ea</a:t>
            </a:r>
            <a:r>
              <a:rPr lang="en-US" dirty="0"/>
              <a:t> </a:t>
            </a:r>
            <a:r>
              <a:rPr lang="en-US" dirty="0" err="1"/>
              <a:t>commodo</a:t>
            </a:r>
            <a:r>
              <a:rPr lang="en-US" dirty="0"/>
              <a:t> </a:t>
            </a:r>
            <a:r>
              <a:rPr lang="en-US" dirty="0" err="1"/>
              <a:t>consequat</a:t>
            </a:r>
            <a:r>
              <a:rPr lang="en-US" dirty="0"/>
              <a:t>. </a:t>
            </a:r>
            <a:r>
              <a:rPr lang="en-US" dirty="0" err="1"/>
              <a:t>Duis</a:t>
            </a:r>
            <a:r>
              <a:rPr lang="en-US" dirty="0"/>
              <a:t> </a:t>
            </a:r>
            <a:r>
              <a:rPr lang="en-US" dirty="0" err="1"/>
              <a:t>autem</a:t>
            </a:r>
            <a:r>
              <a:rPr lang="en-US" dirty="0"/>
              <a:t> </a:t>
            </a:r>
            <a:r>
              <a:rPr lang="en-US" dirty="0" err="1"/>
              <a:t>vel</a:t>
            </a:r>
            <a:r>
              <a:rPr lang="en-US" dirty="0"/>
              <a:t> </a:t>
            </a:r>
            <a:r>
              <a:rPr lang="en-US" dirty="0" err="1"/>
              <a:t>eum</a:t>
            </a:r>
            <a:r>
              <a:rPr lang="en-US" dirty="0"/>
              <a:t> </a:t>
            </a:r>
            <a:r>
              <a:rPr lang="en-US" dirty="0" err="1"/>
              <a:t>iriure</a:t>
            </a:r>
            <a:r>
              <a:rPr lang="en-US" dirty="0"/>
              <a:t> dolor in </a:t>
            </a:r>
            <a:r>
              <a:rPr lang="en-US" dirty="0" err="1"/>
              <a:t>hendrerit</a:t>
            </a:r>
            <a:r>
              <a:rPr lang="en-US" dirty="0"/>
              <a:t> in </a:t>
            </a:r>
            <a:r>
              <a:rPr lang="en-US" dirty="0" err="1"/>
              <a:t>vulputate</a:t>
            </a:r>
            <a:r>
              <a:rPr lang="en-US" dirty="0"/>
              <a:t> </a:t>
            </a:r>
            <a:r>
              <a:rPr lang="en-US" dirty="0" err="1"/>
              <a:t>velit</a:t>
            </a:r>
            <a:r>
              <a:rPr lang="en-US" dirty="0"/>
              <a:t> </a:t>
            </a:r>
            <a:r>
              <a:rPr lang="en-US" dirty="0" err="1"/>
              <a:t>esse</a:t>
            </a:r>
            <a:r>
              <a:rPr lang="en-US" dirty="0"/>
              <a:t> </a:t>
            </a:r>
            <a:r>
              <a:rPr lang="en-US" dirty="0" err="1"/>
              <a:t>molestie</a:t>
            </a:r>
            <a:r>
              <a:rPr lang="en-US" dirty="0"/>
              <a:t> </a:t>
            </a:r>
            <a:r>
              <a:rPr lang="en-US" dirty="0" err="1"/>
              <a:t>consequat</a:t>
            </a:r>
            <a:r>
              <a:rPr lang="en-US" dirty="0"/>
              <a:t>, </a:t>
            </a:r>
            <a:r>
              <a:rPr lang="en-US" dirty="0" err="1"/>
              <a:t>vel</a:t>
            </a:r>
            <a:r>
              <a:rPr lang="en-US" dirty="0"/>
              <a:t> </a:t>
            </a:r>
            <a:r>
              <a:rPr lang="en-US" dirty="0" err="1"/>
              <a:t>illum</a:t>
            </a:r>
            <a:r>
              <a:rPr lang="en-US" dirty="0"/>
              <a:t> </a:t>
            </a:r>
            <a:r>
              <a:rPr lang="en-US" dirty="0" err="1"/>
              <a:t>dolore</a:t>
            </a:r>
            <a:r>
              <a:rPr lang="en-US" dirty="0"/>
              <a:t> </a:t>
            </a:r>
            <a:r>
              <a:rPr lang="en-US" dirty="0" err="1"/>
              <a:t>eu</a:t>
            </a:r>
            <a:r>
              <a:rPr lang="en-US" dirty="0"/>
              <a:t> </a:t>
            </a:r>
            <a:r>
              <a:rPr lang="en-US" dirty="0" err="1"/>
              <a:t>feugiat</a:t>
            </a:r>
            <a:r>
              <a:rPr lang="en-US" dirty="0"/>
              <a:t> </a:t>
            </a:r>
            <a:r>
              <a:rPr lang="en-US" dirty="0" err="1"/>
              <a:t>nulla</a:t>
            </a:r>
            <a:r>
              <a:rPr lang="en-US" dirty="0"/>
              <a:t> </a:t>
            </a:r>
            <a:r>
              <a:rPr lang="en-US" dirty="0" err="1"/>
              <a:t>facilisis</a:t>
            </a:r>
            <a:r>
              <a:rPr lang="en-US" dirty="0"/>
              <a:t> at </a:t>
            </a:r>
            <a:r>
              <a:rPr lang="en-US" dirty="0" err="1"/>
              <a:t>vero</a:t>
            </a:r>
            <a:r>
              <a:rPr lang="en-US" dirty="0"/>
              <a:t> </a:t>
            </a:r>
            <a:r>
              <a:rPr lang="en-US" dirty="0" err="1"/>
              <a:t>eros</a:t>
            </a:r>
            <a:r>
              <a:rPr lang="en-US" dirty="0"/>
              <a:t> et. </a:t>
            </a:r>
            <a:r>
              <a:rPr lang="en-US" dirty="0" err="1"/>
              <a:t>Ut</a:t>
            </a:r>
            <a:r>
              <a:rPr lang="en-US" dirty="0"/>
              <a:t> </a:t>
            </a:r>
            <a:r>
              <a:rPr lang="en-US" dirty="0" err="1"/>
              <a:t>wisi</a:t>
            </a:r>
            <a:r>
              <a:rPr lang="en-US" dirty="0"/>
              <a:t> </a:t>
            </a:r>
            <a:r>
              <a:rPr lang="en-US" dirty="0" err="1"/>
              <a:t>enim</a:t>
            </a:r>
            <a:r>
              <a:rPr lang="en-US" dirty="0"/>
              <a:t> ad minim </a:t>
            </a:r>
            <a:r>
              <a:rPr lang="en-US" dirty="0" err="1"/>
              <a:t>veniam</a:t>
            </a:r>
            <a:r>
              <a:rPr lang="en-US" dirty="0"/>
              <a:t>, </a:t>
            </a:r>
            <a:r>
              <a:rPr lang="en-US" dirty="0" err="1"/>
              <a:t>quis</a:t>
            </a:r>
            <a:r>
              <a:rPr lang="en-US" dirty="0"/>
              <a:t> </a:t>
            </a:r>
            <a:r>
              <a:rPr lang="en-US" dirty="0" err="1"/>
              <a:t>nostrud</a:t>
            </a:r>
            <a:r>
              <a:rPr lang="en-US" dirty="0"/>
              <a:t> </a:t>
            </a:r>
            <a:r>
              <a:rPr lang="en-US" dirty="0" err="1"/>
              <a:t>exerci</a:t>
            </a:r>
            <a:r>
              <a:rPr lang="en-US" dirty="0"/>
              <a:t> </a:t>
            </a:r>
            <a:r>
              <a:rPr lang="en-US" dirty="0" err="1"/>
              <a:t>tation</a:t>
            </a:r>
            <a:r>
              <a:rPr lang="en-US" dirty="0"/>
              <a:t> </a:t>
            </a:r>
            <a:r>
              <a:rPr lang="en-US" dirty="0" err="1"/>
              <a:t>ullamcorper</a:t>
            </a:r>
            <a:r>
              <a:rPr lang="en-US" dirty="0"/>
              <a:t> </a:t>
            </a:r>
            <a:r>
              <a:rPr lang="en-US" dirty="0" err="1"/>
              <a:t>suscipit</a:t>
            </a:r>
            <a:r>
              <a:rPr lang="en-US" dirty="0"/>
              <a:t> </a:t>
            </a:r>
            <a:r>
              <a:rPr lang="en-US" dirty="0" err="1"/>
              <a:t>lobortis</a:t>
            </a:r>
            <a:r>
              <a:rPr lang="en-US" dirty="0"/>
              <a:t> </a:t>
            </a:r>
            <a:r>
              <a:rPr lang="en-US" dirty="0" err="1"/>
              <a:t>nisl</a:t>
            </a:r>
            <a:r>
              <a:rPr lang="en-US" dirty="0"/>
              <a:t> </a:t>
            </a:r>
            <a:r>
              <a:rPr lang="en-US" dirty="0" err="1"/>
              <a:t>ut</a:t>
            </a:r>
            <a:r>
              <a:rPr lang="en-US" dirty="0"/>
              <a:t> </a:t>
            </a:r>
            <a:r>
              <a:rPr lang="en-US" dirty="0" err="1"/>
              <a:t>aliquip</a:t>
            </a:r>
            <a:r>
              <a:rPr lang="en-US" dirty="0"/>
              <a:t> ex </a:t>
            </a:r>
            <a:r>
              <a:rPr lang="en-US" dirty="0" err="1"/>
              <a:t>ea</a:t>
            </a:r>
            <a:r>
              <a:rPr lang="en-US" dirty="0"/>
              <a:t> </a:t>
            </a:r>
            <a:r>
              <a:rPr lang="en-US" dirty="0" err="1"/>
              <a:t>commodo</a:t>
            </a:r>
            <a:r>
              <a:rPr lang="en-US" dirty="0"/>
              <a:t> </a:t>
            </a:r>
            <a:r>
              <a:rPr lang="en-US" dirty="0" err="1"/>
              <a:t>consequat</a:t>
            </a:r>
            <a:r>
              <a:rPr lang="en-US" dirty="0"/>
              <a:t>. </a:t>
            </a:r>
            <a:r>
              <a:rPr lang="en-US" dirty="0" err="1"/>
              <a:t>Duis</a:t>
            </a:r>
            <a:r>
              <a:rPr lang="en-US" dirty="0"/>
              <a:t> </a:t>
            </a:r>
            <a:r>
              <a:rPr lang="en-US" dirty="0" err="1"/>
              <a:t>autem</a:t>
            </a:r>
            <a:r>
              <a:rPr lang="en-US" dirty="0"/>
              <a:t> </a:t>
            </a:r>
            <a:r>
              <a:rPr lang="en-US" dirty="0" err="1"/>
              <a:t>vel</a:t>
            </a:r>
            <a:r>
              <a:rPr lang="en-US" dirty="0"/>
              <a:t> </a:t>
            </a:r>
            <a:r>
              <a:rPr lang="en-US" dirty="0" err="1"/>
              <a:t>eum</a:t>
            </a:r>
            <a:r>
              <a:rPr lang="en-US" dirty="0"/>
              <a:t> </a:t>
            </a:r>
            <a:r>
              <a:rPr lang="en-US" dirty="0" err="1"/>
              <a:t>iriure</a:t>
            </a:r>
            <a:r>
              <a:rPr lang="en-US" dirty="0"/>
              <a:t> dolor in </a:t>
            </a:r>
            <a:r>
              <a:rPr lang="en-US" dirty="0" err="1"/>
              <a:t>hendrerit</a:t>
            </a:r>
            <a:r>
              <a:rPr lang="en-US" dirty="0"/>
              <a:t> in </a:t>
            </a:r>
            <a:r>
              <a:rPr lang="en-US" dirty="0" err="1"/>
              <a:t>vulputate</a:t>
            </a:r>
            <a:r>
              <a:rPr lang="en-US" dirty="0"/>
              <a:t> </a:t>
            </a:r>
            <a:r>
              <a:rPr lang="en-US" dirty="0" err="1"/>
              <a:t>velit</a:t>
            </a:r>
            <a:r>
              <a:rPr lang="en-US" dirty="0"/>
              <a:t> </a:t>
            </a:r>
            <a:r>
              <a:rPr lang="en-US" dirty="0" err="1"/>
              <a:t>esse</a:t>
            </a:r>
            <a:r>
              <a:rPr lang="en-US" dirty="0"/>
              <a:t> </a:t>
            </a:r>
            <a:r>
              <a:rPr lang="en-US" dirty="0" err="1"/>
              <a:t>molestie</a:t>
            </a:r>
            <a:r>
              <a:rPr lang="en-US" dirty="0"/>
              <a:t>.</a:t>
            </a:r>
          </a:p>
          <a:p>
            <a:pPr lvl="0"/>
            <a:endParaRPr lang="en-US" dirty="0"/>
          </a:p>
          <a:p>
            <a:pPr lvl="0"/>
            <a:r>
              <a:rPr lang="en-US" dirty="0" err="1"/>
              <a:t>Quis</a:t>
            </a:r>
            <a:r>
              <a:rPr lang="en-US" dirty="0"/>
              <a:t> </a:t>
            </a:r>
            <a:r>
              <a:rPr lang="en-US" dirty="0" err="1"/>
              <a:t>nostrud</a:t>
            </a:r>
            <a:r>
              <a:rPr lang="en-US" dirty="0"/>
              <a:t> </a:t>
            </a:r>
            <a:r>
              <a:rPr lang="en-US" dirty="0" err="1"/>
              <a:t>exerci</a:t>
            </a:r>
            <a:r>
              <a:rPr lang="en-US" dirty="0"/>
              <a:t> </a:t>
            </a:r>
            <a:r>
              <a:rPr lang="en-US" dirty="0" err="1"/>
              <a:t>tation</a:t>
            </a:r>
            <a:r>
              <a:rPr lang="en-US" dirty="0"/>
              <a:t> </a:t>
            </a:r>
            <a:r>
              <a:rPr lang="en-US" dirty="0" err="1"/>
              <a:t>ullamcorper</a:t>
            </a:r>
            <a:r>
              <a:rPr lang="en-US" dirty="0"/>
              <a:t> </a:t>
            </a:r>
            <a:r>
              <a:rPr lang="en-US" dirty="0" err="1"/>
              <a:t>suscipit</a:t>
            </a:r>
            <a:r>
              <a:rPr lang="en-US" dirty="0"/>
              <a:t> </a:t>
            </a:r>
            <a:r>
              <a:rPr lang="en-US" dirty="0" err="1"/>
              <a:t>lobortis</a:t>
            </a:r>
            <a:r>
              <a:rPr lang="en-US" dirty="0"/>
              <a:t> </a:t>
            </a:r>
            <a:r>
              <a:rPr lang="en-US" dirty="0" err="1"/>
              <a:t>nisl</a:t>
            </a:r>
            <a:r>
              <a:rPr lang="en-US" dirty="0"/>
              <a:t> </a:t>
            </a:r>
            <a:r>
              <a:rPr lang="en-US" dirty="0" err="1"/>
              <a:t>ut</a:t>
            </a:r>
            <a:r>
              <a:rPr lang="en-US" dirty="0"/>
              <a:t> </a:t>
            </a:r>
            <a:r>
              <a:rPr lang="en-US" dirty="0" err="1"/>
              <a:t>aliquip</a:t>
            </a:r>
            <a:r>
              <a:rPr lang="en-US" dirty="0"/>
              <a:t> ex </a:t>
            </a:r>
            <a:r>
              <a:rPr lang="en-US" dirty="0" err="1"/>
              <a:t>ea</a:t>
            </a:r>
            <a:r>
              <a:rPr lang="en-US" dirty="0"/>
              <a:t> </a:t>
            </a:r>
            <a:r>
              <a:rPr lang="en-US" dirty="0" err="1"/>
              <a:t>commodo</a:t>
            </a:r>
            <a:r>
              <a:rPr lang="en-US" dirty="0"/>
              <a:t> </a:t>
            </a:r>
            <a:r>
              <a:rPr lang="en-US" dirty="0" err="1"/>
              <a:t>consequat</a:t>
            </a:r>
            <a:r>
              <a:rPr lang="en-US" dirty="0"/>
              <a:t>. </a:t>
            </a:r>
            <a:r>
              <a:rPr lang="en-US" dirty="0" err="1"/>
              <a:t>Duis</a:t>
            </a:r>
            <a:r>
              <a:rPr lang="en-US" dirty="0"/>
              <a:t> </a:t>
            </a:r>
            <a:r>
              <a:rPr lang="en-US" dirty="0" err="1"/>
              <a:t>autem</a:t>
            </a:r>
            <a:r>
              <a:rPr lang="en-US" dirty="0"/>
              <a:t> </a:t>
            </a:r>
            <a:r>
              <a:rPr lang="en-US" dirty="0" err="1"/>
              <a:t>vel</a:t>
            </a:r>
            <a:r>
              <a:rPr lang="en-US" dirty="0"/>
              <a:t> </a:t>
            </a:r>
            <a:r>
              <a:rPr lang="en-US" dirty="0" err="1"/>
              <a:t>eum</a:t>
            </a:r>
            <a:r>
              <a:rPr lang="en-US" dirty="0"/>
              <a:t> </a:t>
            </a:r>
            <a:r>
              <a:rPr lang="en-US" dirty="0" err="1"/>
              <a:t>iriure</a:t>
            </a:r>
            <a:r>
              <a:rPr lang="en-US" dirty="0"/>
              <a:t> dolor in </a:t>
            </a:r>
            <a:r>
              <a:rPr lang="en-US" dirty="0" err="1"/>
              <a:t>hendrerit</a:t>
            </a:r>
            <a:r>
              <a:rPr lang="en-US" dirty="0"/>
              <a:t> in </a:t>
            </a:r>
            <a:r>
              <a:rPr lang="en-US" dirty="0" err="1"/>
              <a:t>vulputate</a:t>
            </a:r>
            <a:r>
              <a:rPr lang="en-US" dirty="0"/>
              <a:t> </a:t>
            </a:r>
            <a:r>
              <a:rPr lang="en-US" dirty="0" err="1"/>
              <a:t>velit</a:t>
            </a:r>
            <a:r>
              <a:rPr lang="en-US" dirty="0"/>
              <a:t> </a:t>
            </a:r>
            <a:r>
              <a:rPr lang="en-US" dirty="0" err="1"/>
              <a:t>esse</a:t>
            </a:r>
            <a:r>
              <a:rPr lang="en-US" dirty="0"/>
              <a:t> </a:t>
            </a:r>
            <a:r>
              <a:rPr lang="en-US" dirty="0" err="1"/>
              <a:t>molestie</a:t>
            </a:r>
            <a:r>
              <a:rPr lang="en-US" dirty="0"/>
              <a:t>.</a:t>
            </a:r>
          </a:p>
        </p:txBody>
      </p:sp>
      <p:sp>
        <p:nvSpPr>
          <p:cNvPr id="10" name="Text Placeholder 3"/>
          <p:cNvSpPr>
            <a:spLocks noGrp="1"/>
          </p:cNvSpPr>
          <p:nvPr>
            <p:ph type="body" sz="half" idx="15" hasCustomPrompt="1"/>
          </p:nvPr>
        </p:nvSpPr>
        <p:spPr>
          <a:xfrm>
            <a:off x="515294" y="520742"/>
            <a:ext cx="7684078" cy="327313"/>
          </a:xfrm>
        </p:spPr>
        <p:txBody>
          <a:bodyPr>
            <a:normAutofit/>
          </a:bodyPr>
          <a:lstStyle>
            <a:lvl1pPr marL="0" indent="0">
              <a:buNone/>
              <a:defRPr sz="1400" b="1" i="0">
                <a:solidFill>
                  <a:srgbClr val="747678"/>
                </a:solidFill>
                <a:latin typeface="Calibri" charset="0"/>
                <a:ea typeface="Calibri" charset="0"/>
                <a:cs typeface="Calibri"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Subtitle Goes Here Calibri Bold 14 </a:t>
            </a:r>
            <a:r>
              <a:rPr lang="en-US" dirty="0" err="1"/>
              <a:t>pt</a:t>
            </a:r>
            <a:r>
              <a:rPr lang="en-US" dirty="0"/>
              <a:t> </a:t>
            </a:r>
          </a:p>
        </p:txBody>
      </p:sp>
      <p:sp>
        <p:nvSpPr>
          <p:cNvPr id="11" name="Text Placeholder 3"/>
          <p:cNvSpPr>
            <a:spLocks noGrp="1"/>
          </p:cNvSpPr>
          <p:nvPr>
            <p:ph type="body" sz="half" idx="16" hasCustomPrompt="1"/>
          </p:nvPr>
        </p:nvSpPr>
        <p:spPr>
          <a:xfrm>
            <a:off x="515294" y="221183"/>
            <a:ext cx="7684078" cy="299560"/>
          </a:xfrm>
        </p:spPr>
        <p:txBody>
          <a:bodyPr>
            <a:noAutofit/>
          </a:bodyPr>
          <a:lstStyle>
            <a:lvl1pPr marL="0" indent="0">
              <a:buNone/>
              <a:defRPr sz="1800" b="1" i="0">
                <a:solidFill>
                  <a:srgbClr val="4D4D4F"/>
                </a:solidFill>
                <a:latin typeface="Calibri" charset="0"/>
                <a:ea typeface="Calibri" charset="0"/>
                <a:cs typeface="Calibri"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Title Goes Here Calibri Bold 18 </a:t>
            </a:r>
            <a:r>
              <a:rPr lang="en-US" dirty="0" err="1"/>
              <a:t>pt</a:t>
            </a:r>
            <a:endParaRPr lang="en-US" dirty="0"/>
          </a:p>
        </p:txBody>
      </p:sp>
    </p:spTree>
    <p:extLst>
      <p:ext uri="{BB962C8B-B14F-4D97-AF65-F5344CB8AC3E}">
        <p14:creationId xmlns:p14="http://schemas.microsoft.com/office/powerpoint/2010/main" val="4588371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Numbering and Bullet Poi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6881143" y="4714363"/>
            <a:ext cx="2057400" cy="274637"/>
          </a:xfrm>
        </p:spPr>
        <p:txBody>
          <a:bodyPr/>
          <a:lstStyle>
            <a:lvl1pPr>
              <a:defRPr sz="600" b="0" i="0">
                <a:solidFill>
                  <a:srgbClr val="4D4D4F"/>
                </a:solidFill>
                <a:latin typeface="Calibri" charset="0"/>
                <a:ea typeface="Calibri" charset="0"/>
                <a:cs typeface="Calibri" charset="0"/>
              </a:defRPr>
            </a:lvl1pPr>
          </a:lstStyle>
          <a:p>
            <a:fld id="{A9F82C8E-865A-2440-AB2D-36CAA05B882C}" type="slidenum">
              <a:rPr lang="en-US" smtClean="0"/>
              <a:pPr/>
              <a:t>‹#›</a:t>
            </a:fld>
            <a:endParaRPr lang="en-US" dirty="0"/>
          </a:p>
        </p:txBody>
      </p:sp>
      <p:sp>
        <p:nvSpPr>
          <p:cNvPr id="12" name="Text Placeholder 3"/>
          <p:cNvSpPr>
            <a:spLocks noGrp="1"/>
          </p:cNvSpPr>
          <p:nvPr>
            <p:ph type="body" sz="half" idx="15" hasCustomPrompt="1"/>
          </p:nvPr>
        </p:nvSpPr>
        <p:spPr>
          <a:xfrm>
            <a:off x="515294" y="520742"/>
            <a:ext cx="7684078" cy="327313"/>
          </a:xfrm>
        </p:spPr>
        <p:txBody>
          <a:bodyPr>
            <a:normAutofit/>
          </a:bodyPr>
          <a:lstStyle>
            <a:lvl1pPr marL="0" indent="0">
              <a:buNone/>
              <a:defRPr sz="1400" b="1" i="0">
                <a:solidFill>
                  <a:srgbClr val="747678"/>
                </a:solidFill>
                <a:latin typeface="Calibri" charset="0"/>
                <a:ea typeface="Calibri" charset="0"/>
                <a:cs typeface="Calibri"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Subtitle Goes Here Calibri Bold 14 </a:t>
            </a:r>
            <a:r>
              <a:rPr lang="en-US" dirty="0" err="1"/>
              <a:t>pt</a:t>
            </a:r>
            <a:r>
              <a:rPr lang="en-US" dirty="0"/>
              <a:t> </a:t>
            </a:r>
          </a:p>
        </p:txBody>
      </p:sp>
      <p:sp>
        <p:nvSpPr>
          <p:cNvPr id="13" name="Text Placeholder 3"/>
          <p:cNvSpPr>
            <a:spLocks noGrp="1"/>
          </p:cNvSpPr>
          <p:nvPr>
            <p:ph type="body" sz="half" idx="16" hasCustomPrompt="1"/>
          </p:nvPr>
        </p:nvSpPr>
        <p:spPr>
          <a:xfrm>
            <a:off x="515294" y="221183"/>
            <a:ext cx="7684078" cy="299560"/>
          </a:xfrm>
        </p:spPr>
        <p:txBody>
          <a:bodyPr>
            <a:noAutofit/>
          </a:bodyPr>
          <a:lstStyle>
            <a:lvl1pPr marL="0" indent="0">
              <a:buNone/>
              <a:defRPr sz="1800" b="1" i="0">
                <a:solidFill>
                  <a:srgbClr val="4D4D4F"/>
                </a:solidFill>
                <a:latin typeface="Calibri" charset="0"/>
                <a:ea typeface="Calibri" charset="0"/>
                <a:cs typeface="Calibri"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Title Goes Here Calibri Bold 18 </a:t>
            </a:r>
            <a:r>
              <a:rPr lang="en-US" dirty="0" err="1"/>
              <a:t>pt</a:t>
            </a:r>
            <a:endParaRPr lang="en-US" dirty="0"/>
          </a:p>
        </p:txBody>
      </p:sp>
      <p:sp>
        <p:nvSpPr>
          <p:cNvPr id="7" name="Text Placeholder 3"/>
          <p:cNvSpPr>
            <a:spLocks noGrp="1"/>
          </p:cNvSpPr>
          <p:nvPr>
            <p:ph type="body" sz="half" idx="17" hasCustomPrompt="1"/>
          </p:nvPr>
        </p:nvSpPr>
        <p:spPr>
          <a:xfrm>
            <a:off x="515294" y="893957"/>
            <a:ext cx="7684078" cy="3761169"/>
          </a:xfrm>
        </p:spPr>
        <p:txBody>
          <a:bodyPr>
            <a:normAutofit/>
          </a:bodyPr>
          <a:lstStyle>
            <a:lvl1pPr marL="176213" indent="-176213">
              <a:buFont typeface="+mj-lt"/>
              <a:buAutoNum type="arabicPeriod"/>
              <a:defRPr sz="1200" b="0" i="0">
                <a:solidFill>
                  <a:srgbClr val="4C4C4E"/>
                </a:solidFill>
                <a:latin typeface="Calibri" charset="0"/>
                <a:ea typeface="Calibri" charset="0"/>
                <a:cs typeface="Calibri" charset="0"/>
              </a:defRPr>
            </a:lvl1pPr>
            <a:lvl2pPr marL="457200" indent="0">
              <a:buNone/>
              <a:defRPr sz="1400"/>
            </a:lvl2pPr>
            <a:lvl3pPr marL="363538" indent="-187325">
              <a:buFont typeface="+mj-lt"/>
              <a:buAutoNum type="alphaLcParenR"/>
              <a:defRPr sz="1200">
                <a:solidFill>
                  <a:srgbClr val="4C4C4E"/>
                </a:solidFill>
              </a:defRPr>
            </a:lvl3pPr>
            <a:lvl4pPr marL="539750" indent="-87313">
              <a:buFont typeface="Arial" panose="020B0604020202020204" pitchFamily="34" charset="0"/>
              <a:buChar char="•"/>
              <a:defRPr sz="1000">
                <a:solidFill>
                  <a:srgbClr val="4C4C4E"/>
                </a:solidFill>
              </a:defRPr>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Calibri 12 </a:t>
            </a:r>
            <a:r>
              <a:rPr lang="en-US" dirty="0" err="1"/>
              <a:t>pt</a:t>
            </a:r>
            <a:r>
              <a:rPr lang="en-US" dirty="0"/>
              <a:t>, </a:t>
            </a:r>
            <a:r>
              <a:rPr lang="en-US" dirty="0" err="1"/>
              <a:t>nonummy</a:t>
            </a:r>
            <a:r>
              <a:rPr lang="en-US" dirty="0"/>
              <a:t> </a:t>
            </a:r>
            <a:r>
              <a:rPr lang="en-US" dirty="0" err="1"/>
              <a:t>nibh</a:t>
            </a:r>
            <a:r>
              <a:rPr lang="en-US" dirty="0"/>
              <a:t> </a:t>
            </a:r>
            <a:r>
              <a:rPr lang="en-US" dirty="0" err="1"/>
              <a:t>euismod</a:t>
            </a:r>
            <a:r>
              <a:rPr lang="en-US" dirty="0"/>
              <a:t> </a:t>
            </a:r>
            <a:r>
              <a:rPr lang="en-US" dirty="0" err="1"/>
              <a:t>tincidunt</a:t>
            </a:r>
            <a:r>
              <a:rPr lang="en-US" dirty="0"/>
              <a:t> </a:t>
            </a:r>
            <a:r>
              <a:rPr lang="en-US" dirty="0" err="1"/>
              <a:t>ut</a:t>
            </a:r>
            <a:r>
              <a:rPr lang="en-US" dirty="0"/>
              <a:t> </a:t>
            </a:r>
            <a:r>
              <a:rPr lang="en-US" dirty="0" err="1"/>
              <a:t>laoreet</a:t>
            </a:r>
            <a:r>
              <a:rPr lang="en-US" dirty="0"/>
              <a:t> </a:t>
            </a:r>
            <a:r>
              <a:rPr lang="en-US" dirty="0" err="1"/>
              <a:t>dolore</a:t>
            </a:r>
            <a:r>
              <a:rPr lang="en-US" dirty="0"/>
              <a:t> magna </a:t>
            </a:r>
            <a:r>
              <a:rPr lang="en-US" dirty="0" err="1"/>
              <a:t>aliquam</a:t>
            </a:r>
            <a:r>
              <a:rPr lang="en-US" dirty="0"/>
              <a:t> </a:t>
            </a:r>
            <a:r>
              <a:rPr lang="en-US" dirty="0" err="1"/>
              <a:t>erat</a:t>
            </a:r>
            <a:r>
              <a:rPr lang="en-US" dirty="0"/>
              <a:t> </a:t>
            </a:r>
            <a:r>
              <a:rPr lang="en-US" dirty="0" err="1"/>
              <a:t>volutpat</a:t>
            </a:r>
            <a:r>
              <a:rPr lang="en-US" dirty="0"/>
              <a:t>. </a:t>
            </a:r>
            <a:r>
              <a:rPr lang="en-US" dirty="0" err="1"/>
              <a:t>Ut</a:t>
            </a:r>
            <a:r>
              <a:rPr lang="en-US" dirty="0"/>
              <a:t> </a:t>
            </a:r>
            <a:r>
              <a:rPr lang="en-US" dirty="0" err="1"/>
              <a:t>wisi</a:t>
            </a:r>
            <a:r>
              <a:rPr lang="en-US" dirty="0"/>
              <a:t> </a:t>
            </a:r>
            <a:r>
              <a:rPr lang="en-US" dirty="0" err="1"/>
              <a:t>enim</a:t>
            </a:r>
            <a:r>
              <a:rPr lang="en-US" dirty="0"/>
              <a:t> ad minim </a:t>
            </a:r>
            <a:r>
              <a:rPr lang="en-US" dirty="0" err="1"/>
              <a:t>veniam</a:t>
            </a:r>
            <a:r>
              <a:rPr lang="en-US" dirty="0"/>
              <a:t>, </a:t>
            </a:r>
            <a:r>
              <a:rPr lang="en-US" dirty="0" err="1"/>
              <a:t>quis</a:t>
            </a:r>
            <a:r>
              <a:rPr lang="en-US" dirty="0"/>
              <a:t> </a:t>
            </a:r>
            <a:r>
              <a:rPr lang="en-US" dirty="0" err="1"/>
              <a:t>nostrud</a:t>
            </a:r>
            <a:r>
              <a:rPr lang="en-US" dirty="0"/>
              <a:t> </a:t>
            </a:r>
            <a:r>
              <a:rPr lang="en-US" dirty="0" err="1"/>
              <a:t>exerci</a:t>
            </a:r>
            <a:r>
              <a:rPr lang="en-US" dirty="0"/>
              <a:t> </a:t>
            </a:r>
            <a:r>
              <a:rPr lang="en-US" dirty="0" err="1"/>
              <a:t>tation</a:t>
            </a:r>
            <a:r>
              <a:rPr lang="en-US" dirty="0"/>
              <a:t> </a:t>
            </a:r>
            <a:r>
              <a:rPr lang="en-US" dirty="0" err="1"/>
              <a:t>ullamcorper</a:t>
            </a:r>
            <a:r>
              <a:rPr lang="en-US" dirty="0"/>
              <a:t> </a:t>
            </a:r>
            <a:r>
              <a:rPr lang="en-US" dirty="0" err="1"/>
              <a:t>suscipit</a:t>
            </a:r>
            <a:r>
              <a:rPr lang="en-US" dirty="0"/>
              <a:t> </a:t>
            </a:r>
            <a:r>
              <a:rPr lang="en-US" dirty="0" err="1"/>
              <a:t>adipiscing</a:t>
            </a:r>
            <a:r>
              <a:rPr lang="en-US" dirty="0"/>
              <a:t> </a:t>
            </a:r>
            <a:r>
              <a:rPr lang="en-US" dirty="0" err="1"/>
              <a:t>elit</a:t>
            </a:r>
            <a:r>
              <a:rPr lang="en-US" dirty="0"/>
              <a:t>.</a:t>
            </a:r>
          </a:p>
          <a:p>
            <a:pPr lvl="2"/>
            <a:r>
              <a:rPr lang="en-US" dirty="0"/>
              <a:t>Text numbering with alphabetical 12 pt. </a:t>
            </a:r>
            <a:r>
              <a:rPr lang="en-US" dirty="0" err="1"/>
              <a:t>euismod</a:t>
            </a:r>
            <a:r>
              <a:rPr lang="en-US" dirty="0"/>
              <a:t> </a:t>
            </a:r>
            <a:r>
              <a:rPr lang="en-US" dirty="0" err="1"/>
              <a:t>tincidunt</a:t>
            </a:r>
            <a:r>
              <a:rPr lang="en-US" dirty="0"/>
              <a:t> </a:t>
            </a:r>
            <a:r>
              <a:rPr lang="en-US" dirty="0" err="1"/>
              <a:t>ut</a:t>
            </a:r>
            <a:r>
              <a:rPr lang="en-US" dirty="0"/>
              <a:t> </a:t>
            </a:r>
            <a:r>
              <a:rPr lang="en-US" dirty="0" err="1"/>
              <a:t>laoreet</a:t>
            </a:r>
            <a:r>
              <a:rPr lang="en-US" dirty="0"/>
              <a:t> </a:t>
            </a:r>
            <a:r>
              <a:rPr lang="en-US" dirty="0" err="1"/>
              <a:t>dolore</a:t>
            </a:r>
            <a:r>
              <a:rPr lang="en-US" dirty="0"/>
              <a:t> magna </a:t>
            </a:r>
            <a:r>
              <a:rPr lang="en-US" dirty="0" err="1"/>
              <a:t>aliquam</a:t>
            </a:r>
            <a:r>
              <a:rPr lang="en-US" dirty="0"/>
              <a:t> </a:t>
            </a:r>
            <a:r>
              <a:rPr lang="en-US" dirty="0" err="1"/>
              <a:t>erat</a:t>
            </a:r>
            <a:r>
              <a:rPr lang="en-US" dirty="0"/>
              <a:t> </a:t>
            </a:r>
            <a:r>
              <a:rPr lang="en-US" dirty="0" err="1"/>
              <a:t>volutpat</a:t>
            </a:r>
            <a:r>
              <a:rPr lang="en-US" dirty="0"/>
              <a:t>.</a:t>
            </a:r>
          </a:p>
          <a:p>
            <a:pPr lvl="3"/>
            <a:r>
              <a:rPr lang="en-US" dirty="0"/>
              <a:t>Text numbering with bullet point 10 pt. </a:t>
            </a:r>
            <a:r>
              <a:rPr lang="en-US" dirty="0" err="1"/>
              <a:t>euismod</a:t>
            </a:r>
            <a:r>
              <a:rPr lang="en-US" dirty="0"/>
              <a:t> tin </a:t>
            </a:r>
            <a:r>
              <a:rPr lang="en-US" dirty="0" err="1"/>
              <a:t>cidunt</a:t>
            </a:r>
            <a:r>
              <a:rPr lang="en-US" dirty="0"/>
              <a:t> </a:t>
            </a:r>
            <a:r>
              <a:rPr lang="en-US" dirty="0" err="1"/>
              <a:t>ut</a:t>
            </a:r>
            <a:r>
              <a:rPr lang="en-US" dirty="0"/>
              <a:t> </a:t>
            </a:r>
            <a:r>
              <a:rPr lang="en-US" dirty="0" err="1"/>
              <a:t>laoreet</a:t>
            </a:r>
            <a:r>
              <a:rPr lang="en-US" dirty="0"/>
              <a:t> </a:t>
            </a:r>
            <a:r>
              <a:rPr lang="en-US" dirty="0" err="1"/>
              <a:t>dolore</a:t>
            </a:r>
            <a:r>
              <a:rPr lang="en-US" dirty="0"/>
              <a:t> magna </a:t>
            </a:r>
            <a:r>
              <a:rPr lang="en-US" dirty="0" err="1"/>
              <a:t>aliquam</a:t>
            </a:r>
            <a:r>
              <a:rPr lang="en-US" dirty="0"/>
              <a:t> </a:t>
            </a:r>
            <a:r>
              <a:rPr lang="en-US" dirty="0" err="1"/>
              <a:t>erat</a:t>
            </a:r>
            <a:r>
              <a:rPr lang="en-US" dirty="0"/>
              <a:t> </a:t>
            </a:r>
            <a:r>
              <a:rPr lang="en-US" dirty="0" err="1"/>
              <a:t>volutpat</a:t>
            </a:r>
            <a:r>
              <a:rPr lang="en-US" dirty="0"/>
              <a:t>.</a:t>
            </a:r>
          </a:p>
          <a:p>
            <a:pPr lvl="3"/>
            <a:r>
              <a:rPr lang="en-US" dirty="0"/>
              <a:t>Text numbering with bullet point 10 pt. </a:t>
            </a:r>
            <a:r>
              <a:rPr lang="en-US" dirty="0" err="1"/>
              <a:t>euismod</a:t>
            </a:r>
            <a:r>
              <a:rPr lang="en-US" dirty="0"/>
              <a:t> tin </a:t>
            </a:r>
            <a:r>
              <a:rPr lang="en-US" dirty="0" err="1"/>
              <a:t>cidunt</a:t>
            </a:r>
            <a:r>
              <a:rPr lang="en-US" dirty="0"/>
              <a:t> </a:t>
            </a:r>
            <a:r>
              <a:rPr lang="en-US" dirty="0" err="1"/>
              <a:t>ut</a:t>
            </a:r>
            <a:r>
              <a:rPr lang="en-US" dirty="0"/>
              <a:t> </a:t>
            </a:r>
            <a:r>
              <a:rPr lang="en-US" dirty="0" err="1"/>
              <a:t>laoreet</a:t>
            </a:r>
            <a:r>
              <a:rPr lang="en-US" dirty="0"/>
              <a:t> </a:t>
            </a:r>
            <a:r>
              <a:rPr lang="en-US" dirty="0" err="1"/>
              <a:t>dolore</a:t>
            </a:r>
            <a:r>
              <a:rPr lang="en-US" dirty="0"/>
              <a:t> magna </a:t>
            </a:r>
            <a:r>
              <a:rPr lang="en-US" dirty="0" err="1"/>
              <a:t>aliquam</a:t>
            </a:r>
            <a:r>
              <a:rPr lang="en-US" dirty="0"/>
              <a:t> </a:t>
            </a:r>
            <a:r>
              <a:rPr lang="en-US" dirty="0" err="1"/>
              <a:t>erat</a:t>
            </a:r>
            <a:r>
              <a:rPr lang="en-US" dirty="0"/>
              <a:t> </a:t>
            </a:r>
            <a:r>
              <a:rPr lang="en-US" dirty="0" err="1"/>
              <a:t>volutpat</a:t>
            </a:r>
            <a:r>
              <a:rPr lang="en-US" dirty="0"/>
              <a:t>.</a:t>
            </a:r>
          </a:p>
          <a:p>
            <a:pPr lvl="2"/>
            <a:r>
              <a:rPr lang="en-US" dirty="0"/>
              <a:t>Text numbering with alphabetical 12 pt. </a:t>
            </a:r>
            <a:r>
              <a:rPr lang="en-US" dirty="0" err="1"/>
              <a:t>euismod</a:t>
            </a:r>
            <a:r>
              <a:rPr lang="en-US" dirty="0"/>
              <a:t> </a:t>
            </a:r>
            <a:r>
              <a:rPr lang="en-US" dirty="0" err="1"/>
              <a:t>tincidunt</a:t>
            </a:r>
            <a:r>
              <a:rPr lang="en-US" dirty="0"/>
              <a:t> </a:t>
            </a:r>
            <a:r>
              <a:rPr lang="en-US" dirty="0" err="1"/>
              <a:t>ut</a:t>
            </a:r>
            <a:r>
              <a:rPr lang="en-US" dirty="0"/>
              <a:t> </a:t>
            </a:r>
            <a:r>
              <a:rPr lang="en-US" dirty="0" err="1"/>
              <a:t>laoreet</a:t>
            </a:r>
            <a:r>
              <a:rPr lang="en-US" dirty="0"/>
              <a:t> </a:t>
            </a:r>
            <a:r>
              <a:rPr lang="en-US" dirty="0" err="1"/>
              <a:t>dolore</a:t>
            </a:r>
            <a:r>
              <a:rPr lang="en-US" dirty="0"/>
              <a:t> magna </a:t>
            </a:r>
            <a:r>
              <a:rPr lang="en-US" dirty="0" err="1"/>
              <a:t>aliquam</a:t>
            </a:r>
            <a:r>
              <a:rPr lang="en-US" dirty="0"/>
              <a:t> </a:t>
            </a:r>
            <a:r>
              <a:rPr lang="en-US" dirty="0" err="1"/>
              <a:t>erat</a:t>
            </a:r>
            <a:r>
              <a:rPr lang="en-US" dirty="0"/>
              <a:t> </a:t>
            </a:r>
            <a:r>
              <a:rPr lang="en-US" dirty="0" err="1"/>
              <a:t>volutpat</a:t>
            </a:r>
            <a:r>
              <a:rPr lang="en-US" dirty="0"/>
              <a:t>.</a:t>
            </a:r>
          </a:p>
          <a:p>
            <a:pPr lvl="3"/>
            <a:r>
              <a:rPr lang="en-US" dirty="0"/>
              <a:t>Text numbering with bullet point 10 pt. </a:t>
            </a:r>
            <a:r>
              <a:rPr lang="en-US" dirty="0" err="1"/>
              <a:t>euismod</a:t>
            </a:r>
            <a:r>
              <a:rPr lang="en-US" dirty="0"/>
              <a:t> tin </a:t>
            </a:r>
            <a:r>
              <a:rPr lang="en-US" dirty="0" err="1"/>
              <a:t>cidunt</a:t>
            </a:r>
            <a:r>
              <a:rPr lang="en-US" dirty="0"/>
              <a:t> </a:t>
            </a:r>
            <a:r>
              <a:rPr lang="en-US" dirty="0" err="1"/>
              <a:t>ut</a:t>
            </a:r>
            <a:r>
              <a:rPr lang="en-US" dirty="0"/>
              <a:t> </a:t>
            </a:r>
            <a:r>
              <a:rPr lang="en-US" dirty="0" err="1"/>
              <a:t>laoreet</a:t>
            </a:r>
            <a:r>
              <a:rPr lang="en-US" dirty="0"/>
              <a:t> </a:t>
            </a:r>
            <a:r>
              <a:rPr lang="en-US" dirty="0" err="1"/>
              <a:t>dolore</a:t>
            </a:r>
            <a:r>
              <a:rPr lang="en-US" dirty="0"/>
              <a:t> magna </a:t>
            </a:r>
            <a:r>
              <a:rPr lang="en-US" dirty="0" err="1"/>
              <a:t>aliquam</a:t>
            </a:r>
            <a:r>
              <a:rPr lang="en-US" dirty="0"/>
              <a:t> </a:t>
            </a:r>
            <a:r>
              <a:rPr lang="en-US" dirty="0" err="1"/>
              <a:t>erat</a:t>
            </a:r>
            <a:r>
              <a:rPr lang="en-US" dirty="0"/>
              <a:t> </a:t>
            </a:r>
            <a:r>
              <a:rPr lang="en-US" dirty="0" err="1"/>
              <a:t>volutpat</a:t>
            </a:r>
            <a:r>
              <a:rPr lang="en-US" dirty="0"/>
              <a:t>.</a:t>
            </a:r>
          </a:p>
          <a:p>
            <a:pPr lvl="3"/>
            <a:r>
              <a:rPr lang="en-US" dirty="0"/>
              <a:t>Text numbering with bullet point 10 pt. </a:t>
            </a:r>
            <a:r>
              <a:rPr lang="en-US" dirty="0" err="1"/>
              <a:t>euismod</a:t>
            </a:r>
            <a:r>
              <a:rPr lang="en-US" dirty="0"/>
              <a:t> tin </a:t>
            </a:r>
            <a:r>
              <a:rPr lang="en-US" dirty="0" err="1"/>
              <a:t>cidunt</a:t>
            </a:r>
            <a:r>
              <a:rPr lang="en-US" dirty="0"/>
              <a:t> </a:t>
            </a:r>
            <a:r>
              <a:rPr lang="en-US" dirty="0" err="1"/>
              <a:t>ut</a:t>
            </a:r>
            <a:r>
              <a:rPr lang="en-US" dirty="0"/>
              <a:t> </a:t>
            </a:r>
            <a:r>
              <a:rPr lang="en-US" dirty="0" err="1"/>
              <a:t>laoreet</a:t>
            </a:r>
            <a:r>
              <a:rPr lang="en-US" dirty="0"/>
              <a:t> </a:t>
            </a:r>
            <a:r>
              <a:rPr lang="en-US" dirty="0" err="1"/>
              <a:t>dolore</a:t>
            </a:r>
            <a:r>
              <a:rPr lang="en-US" dirty="0"/>
              <a:t> magna </a:t>
            </a:r>
            <a:r>
              <a:rPr lang="en-US" dirty="0" err="1"/>
              <a:t>aliquam</a:t>
            </a:r>
            <a:r>
              <a:rPr lang="en-US" dirty="0"/>
              <a:t> </a:t>
            </a:r>
            <a:r>
              <a:rPr lang="en-US" dirty="0" err="1"/>
              <a:t>erat</a:t>
            </a:r>
            <a:r>
              <a:rPr lang="en-US" dirty="0"/>
              <a:t> </a:t>
            </a:r>
            <a:r>
              <a:rPr lang="en-US" dirty="0" err="1"/>
              <a:t>volutpat</a:t>
            </a:r>
            <a:r>
              <a:rPr lang="en-US" dirty="0"/>
              <a:t>.</a:t>
            </a:r>
          </a:p>
        </p:txBody>
      </p:sp>
    </p:spTree>
    <p:extLst>
      <p:ext uri="{BB962C8B-B14F-4D97-AF65-F5344CB8AC3E}">
        <p14:creationId xmlns:p14="http://schemas.microsoft.com/office/powerpoint/2010/main" val="615650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mage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Picture Placeholder 2"/>
          <p:cNvSpPr>
            <a:spLocks noGrp="1" noChangeAspect="1"/>
          </p:cNvSpPr>
          <p:nvPr>
            <p:ph type="pic" idx="14"/>
          </p:nvPr>
        </p:nvSpPr>
        <p:spPr>
          <a:xfrm>
            <a:off x="0" y="1209124"/>
            <a:ext cx="9144000" cy="3934376"/>
          </a:xfrm>
          <a:blipFill dpi="0" rotWithShape="1">
            <a:blip r:embed="rId3">
              <a:alphaModFix amt="0"/>
            </a:blip>
            <a:srcRect/>
            <a:stretch>
              <a:fillRect/>
            </a:stretch>
          </a:blip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11" name="Text Placeholder 3"/>
          <p:cNvSpPr>
            <a:spLocks noGrp="1"/>
          </p:cNvSpPr>
          <p:nvPr>
            <p:ph type="body" sz="half" idx="15" hasCustomPrompt="1"/>
          </p:nvPr>
        </p:nvSpPr>
        <p:spPr>
          <a:xfrm>
            <a:off x="515294" y="513185"/>
            <a:ext cx="7684078" cy="327313"/>
          </a:xfrm>
        </p:spPr>
        <p:txBody>
          <a:bodyPr>
            <a:normAutofit/>
          </a:bodyPr>
          <a:lstStyle>
            <a:lvl1pPr marL="0" indent="0">
              <a:buNone/>
              <a:defRPr sz="1400" b="1" i="0">
                <a:solidFill>
                  <a:srgbClr val="747678"/>
                </a:solidFill>
                <a:latin typeface="Calibri" charset="0"/>
                <a:ea typeface="Calibri" charset="0"/>
                <a:cs typeface="Calibri"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Subtitle Goes Here Calibri Bold 14 </a:t>
            </a:r>
            <a:r>
              <a:rPr lang="en-US" dirty="0" err="1"/>
              <a:t>pt</a:t>
            </a:r>
            <a:r>
              <a:rPr lang="en-US" dirty="0"/>
              <a:t> </a:t>
            </a:r>
          </a:p>
        </p:txBody>
      </p:sp>
      <p:sp>
        <p:nvSpPr>
          <p:cNvPr id="12" name="Text Placeholder 3"/>
          <p:cNvSpPr>
            <a:spLocks noGrp="1"/>
          </p:cNvSpPr>
          <p:nvPr>
            <p:ph type="body" sz="half" idx="16" hasCustomPrompt="1"/>
          </p:nvPr>
        </p:nvSpPr>
        <p:spPr>
          <a:xfrm>
            <a:off x="515294" y="213626"/>
            <a:ext cx="7684078" cy="299560"/>
          </a:xfrm>
        </p:spPr>
        <p:txBody>
          <a:bodyPr>
            <a:noAutofit/>
          </a:bodyPr>
          <a:lstStyle>
            <a:lvl1pPr marL="0" indent="0">
              <a:buNone/>
              <a:defRPr sz="1800" b="1" i="0">
                <a:solidFill>
                  <a:srgbClr val="4D4D4F"/>
                </a:solidFill>
                <a:latin typeface="Calibri" charset="0"/>
                <a:ea typeface="Calibri" charset="0"/>
                <a:cs typeface="Calibri"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Title Goes Here Calibri Bold 18 </a:t>
            </a:r>
            <a:r>
              <a:rPr lang="en-US" dirty="0" err="1"/>
              <a:t>pt</a:t>
            </a:r>
            <a:endParaRPr lang="en-US" dirty="0"/>
          </a:p>
        </p:txBody>
      </p:sp>
    </p:spTree>
    <p:extLst>
      <p:ext uri="{BB962C8B-B14F-4D97-AF65-F5344CB8AC3E}">
        <p14:creationId xmlns:p14="http://schemas.microsoft.com/office/powerpoint/2010/main" val="18206335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and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15295" y="901580"/>
            <a:ext cx="5303614" cy="3670420"/>
          </a:xfrm>
        </p:spPr>
        <p:txBody>
          <a:bodyPr>
            <a:normAutofit/>
          </a:bodyPr>
          <a:lstStyle>
            <a:lvl1pPr marL="0" indent="0">
              <a:buNone/>
              <a:defRPr sz="1200" b="0" i="0">
                <a:solidFill>
                  <a:srgbClr val="4D4D4F"/>
                </a:solidFill>
                <a:latin typeface="Calibri" charset="0"/>
                <a:ea typeface="Calibri" charset="0"/>
                <a:cs typeface="Calibri"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Full content goes here (Calibri regular 12 </a:t>
            </a:r>
            <a:r>
              <a:rPr lang="en-US" dirty="0" err="1"/>
              <a:t>pt</a:t>
            </a:r>
            <a:r>
              <a:rPr lang="en-US" dirty="0"/>
              <a:t>)</a:t>
            </a:r>
          </a:p>
          <a:p>
            <a:pPr lvl="0"/>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euismod</a:t>
            </a:r>
            <a:r>
              <a:rPr lang="en-US" dirty="0"/>
              <a:t> </a:t>
            </a:r>
            <a:r>
              <a:rPr lang="en-US" dirty="0" err="1"/>
              <a:t>tincidunt</a:t>
            </a:r>
            <a:r>
              <a:rPr lang="en-US" dirty="0"/>
              <a:t> </a:t>
            </a:r>
            <a:r>
              <a:rPr lang="en-US" dirty="0" err="1"/>
              <a:t>ut</a:t>
            </a:r>
            <a:r>
              <a:rPr lang="en-US" dirty="0"/>
              <a:t> </a:t>
            </a:r>
            <a:r>
              <a:rPr lang="en-US" dirty="0" err="1"/>
              <a:t>laoreet</a:t>
            </a:r>
            <a:r>
              <a:rPr lang="en-US" dirty="0"/>
              <a:t> </a:t>
            </a:r>
            <a:r>
              <a:rPr lang="en-US" dirty="0" err="1"/>
              <a:t>dolore</a:t>
            </a:r>
            <a:r>
              <a:rPr lang="en-US" dirty="0"/>
              <a:t> magna </a:t>
            </a:r>
            <a:r>
              <a:rPr lang="en-US" dirty="0" err="1"/>
              <a:t>aliquam</a:t>
            </a:r>
            <a:r>
              <a:rPr lang="en-US" dirty="0"/>
              <a:t> </a:t>
            </a:r>
            <a:r>
              <a:rPr lang="en-US" dirty="0" err="1"/>
              <a:t>erat</a:t>
            </a:r>
            <a:r>
              <a:rPr lang="en-US" dirty="0"/>
              <a:t> </a:t>
            </a:r>
            <a:r>
              <a:rPr lang="en-US" dirty="0" err="1"/>
              <a:t>volutpat</a:t>
            </a:r>
            <a:r>
              <a:rPr lang="en-US" dirty="0"/>
              <a:t>. </a:t>
            </a:r>
            <a:r>
              <a:rPr lang="en-US" dirty="0" err="1"/>
              <a:t>Ut</a:t>
            </a:r>
            <a:r>
              <a:rPr lang="en-US" dirty="0"/>
              <a:t> </a:t>
            </a:r>
            <a:r>
              <a:rPr lang="en-US" dirty="0" err="1"/>
              <a:t>wisi</a:t>
            </a:r>
            <a:r>
              <a:rPr lang="en-US" dirty="0"/>
              <a:t> </a:t>
            </a:r>
            <a:r>
              <a:rPr lang="en-US" dirty="0" err="1"/>
              <a:t>enim</a:t>
            </a:r>
            <a:r>
              <a:rPr lang="en-US" dirty="0"/>
              <a:t> ad minim </a:t>
            </a:r>
            <a:r>
              <a:rPr lang="en-US" dirty="0" err="1"/>
              <a:t>veniam</a:t>
            </a:r>
            <a:r>
              <a:rPr lang="en-US" dirty="0"/>
              <a:t>, </a:t>
            </a:r>
            <a:r>
              <a:rPr lang="en-US" dirty="0" err="1"/>
              <a:t>quis</a:t>
            </a:r>
            <a:r>
              <a:rPr lang="en-US" dirty="0"/>
              <a:t> </a:t>
            </a:r>
            <a:r>
              <a:rPr lang="en-US" dirty="0" err="1"/>
              <a:t>nostrud</a:t>
            </a:r>
            <a:r>
              <a:rPr lang="en-US" dirty="0"/>
              <a:t> </a:t>
            </a:r>
            <a:r>
              <a:rPr lang="en-US" dirty="0" err="1"/>
              <a:t>exerci</a:t>
            </a:r>
            <a:r>
              <a:rPr lang="en-US" dirty="0"/>
              <a:t> </a:t>
            </a:r>
            <a:r>
              <a:rPr lang="en-US" dirty="0" err="1"/>
              <a:t>tation</a:t>
            </a:r>
            <a:r>
              <a:rPr lang="en-US" dirty="0"/>
              <a:t> </a:t>
            </a:r>
            <a:r>
              <a:rPr lang="en-US" dirty="0" err="1"/>
              <a:t>ullamcorper</a:t>
            </a:r>
            <a:r>
              <a:rPr lang="en-US" dirty="0"/>
              <a:t> </a:t>
            </a:r>
            <a:r>
              <a:rPr lang="en-US" dirty="0" err="1"/>
              <a:t>suscipit</a:t>
            </a:r>
            <a:r>
              <a:rPr lang="en-US" dirty="0"/>
              <a:t> </a:t>
            </a:r>
            <a:r>
              <a:rPr lang="en-US" dirty="0" err="1"/>
              <a:t>lobortis</a:t>
            </a:r>
            <a:r>
              <a:rPr lang="en-US" dirty="0"/>
              <a:t> </a:t>
            </a:r>
            <a:r>
              <a:rPr lang="en-US" dirty="0" err="1"/>
              <a:t>nisl</a:t>
            </a:r>
            <a:r>
              <a:rPr lang="en-US" dirty="0"/>
              <a:t> </a:t>
            </a:r>
            <a:r>
              <a:rPr lang="en-US" dirty="0" err="1"/>
              <a:t>ut</a:t>
            </a:r>
            <a:r>
              <a:rPr lang="en-US" dirty="0"/>
              <a:t> </a:t>
            </a:r>
            <a:r>
              <a:rPr lang="en-US" dirty="0" err="1"/>
              <a:t>aliquip</a:t>
            </a:r>
            <a:r>
              <a:rPr lang="en-US" dirty="0"/>
              <a:t> ex </a:t>
            </a:r>
            <a:r>
              <a:rPr lang="en-US" dirty="0" err="1"/>
              <a:t>ea</a:t>
            </a:r>
            <a:r>
              <a:rPr lang="en-US" dirty="0"/>
              <a:t> </a:t>
            </a:r>
            <a:r>
              <a:rPr lang="en-US" dirty="0" err="1"/>
              <a:t>commodo</a:t>
            </a:r>
            <a:r>
              <a:rPr lang="en-US" dirty="0"/>
              <a:t> </a:t>
            </a:r>
            <a:r>
              <a:rPr lang="en-US" dirty="0" err="1"/>
              <a:t>consequat</a:t>
            </a:r>
            <a:r>
              <a:rPr lang="en-US" dirty="0"/>
              <a:t>. </a:t>
            </a:r>
            <a:r>
              <a:rPr lang="en-US" dirty="0" err="1"/>
              <a:t>Duis</a:t>
            </a:r>
            <a:r>
              <a:rPr lang="en-US" dirty="0"/>
              <a:t> </a:t>
            </a:r>
            <a:r>
              <a:rPr lang="en-US" dirty="0" err="1"/>
              <a:t>autem</a:t>
            </a:r>
            <a:r>
              <a:rPr lang="en-US" dirty="0"/>
              <a:t> </a:t>
            </a:r>
            <a:r>
              <a:rPr lang="en-US" dirty="0" err="1"/>
              <a:t>vel</a:t>
            </a:r>
            <a:r>
              <a:rPr lang="en-US" dirty="0"/>
              <a:t> </a:t>
            </a:r>
            <a:r>
              <a:rPr lang="en-US" dirty="0" err="1"/>
              <a:t>eum</a:t>
            </a:r>
            <a:r>
              <a:rPr lang="en-US" dirty="0"/>
              <a:t> </a:t>
            </a:r>
            <a:r>
              <a:rPr lang="en-US" dirty="0" err="1"/>
              <a:t>iriure</a:t>
            </a:r>
            <a:r>
              <a:rPr lang="en-US" dirty="0"/>
              <a:t> dolor in </a:t>
            </a:r>
            <a:r>
              <a:rPr lang="en-US" dirty="0" err="1"/>
              <a:t>hendrerit</a:t>
            </a:r>
            <a:r>
              <a:rPr lang="en-US" dirty="0"/>
              <a:t> in </a:t>
            </a:r>
            <a:r>
              <a:rPr lang="en-US" dirty="0" err="1"/>
              <a:t>vulputate</a:t>
            </a:r>
            <a:r>
              <a:rPr lang="en-US" dirty="0"/>
              <a:t> </a:t>
            </a:r>
            <a:r>
              <a:rPr lang="en-US" dirty="0" err="1"/>
              <a:t>velit</a:t>
            </a:r>
            <a:r>
              <a:rPr lang="en-US" dirty="0"/>
              <a:t> </a:t>
            </a:r>
            <a:r>
              <a:rPr lang="en-US" dirty="0" err="1"/>
              <a:t>esse</a:t>
            </a:r>
            <a:r>
              <a:rPr lang="en-US" dirty="0"/>
              <a:t> </a:t>
            </a:r>
            <a:r>
              <a:rPr lang="en-US" dirty="0" err="1"/>
              <a:t>molestie</a:t>
            </a:r>
            <a:r>
              <a:rPr lang="en-US" dirty="0"/>
              <a:t> </a:t>
            </a:r>
            <a:r>
              <a:rPr lang="en-US" dirty="0" err="1"/>
              <a:t>consequat</a:t>
            </a:r>
            <a:r>
              <a:rPr lang="en-US" dirty="0"/>
              <a:t>, </a:t>
            </a:r>
            <a:r>
              <a:rPr lang="en-US" dirty="0" err="1"/>
              <a:t>vel</a:t>
            </a:r>
            <a:r>
              <a:rPr lang="en-US" dirty="0"/>
              <a:t> </a:t>
            </a:r>
            <a:r>
              <a:rPr lang="en-US" dirty="0" err="1"/>
              <a:t>illum</a:t>
            </a:r>
            <a:r>
              <a:rPr lang="en-US" dirty="0"/>
              <a:t> </a:t>
            </a:r>
            <a:r>
              <a:rPr lang="en-US" dirty="0" err="1"/>
              <a:t>dolore</a:t>
            </a:r>
            <a:r>
              <a:rPr lang="en-US" dirty="0"/>
              <a:t> </a:t>
            </a:r>
            <a:r>
              <a:rPr lang="en-US" dirty="0" err="1"/>
              <a:t>eu</a:t>
            </a:r>
            <a:r>
              <a:rPr lang="en-US" dirty="0"/>
              <a:t> </a:t>
            </a:r>
            <a:r>
              <a:rPr lang="en-US" dirty="0" err="1"/>
              <a:t>feugiat</a:t>
            </a:r>
            <a:r>
              <a:rPr lang="en-US" dirty="0"/>
              <a:t> </a:t>
            </a:r>
            <a:r>
              <a:rPr lang="en-US" dirty="0" err="1"/>
              <a:t>nulla</a:t>
            </a:r>
            <a:r>
              <a:rPr lang="en-US" dirty="0"/>
              <a:t> </a:t>
            </a:r>
            <a:r>
              <a:rPr lang="en-US" dirty="0" err="1"/>
              <a:t>facilisis</a:t>
            </a:r>
            <a:r>
              <a:rPr lang="en-US" dirty="0"/>
              <a:t> at </a:t>
            </a:r>
            <a:r>
              <a:rPr lang="en-US" dirty="0" err="1"/>
              <a:t>vero</a:t>
            </a:r>
            <a:r>
              <a:rPr lang="en-US" dirty="0"/>
              <a:t> </a:t>
            </a:r>
            <a:r>
              <a:rPr lang="en-US" dirty="0" err="1"/>
              <a:t>eros</a:t>
            </a:r>
            <a:r>
              <a:rPr lang="en-US" dirty="0"/>
              <a:t> et. </a:t>
            </a:r>
            <a:r>
              <a:rPr lang="en-US" dirty="0" err="1"/>
              <a:t>Ut</a:t>
            </a:r>
            <a:r>
              <a:rPr lang="en-US" dirty="0"/>
              <a:t> </a:t>
            </a:r>
            <a:r>
              <a:rPr lang="en-US" dirty="0" err="1"/>
              <a:t>wisi</a:t>
            </a:r>
            <a:r>
              <a:rPr lang="en-US" dirty="0"/>
              <a:t> </a:t>
            </a:r>
            <a:r>
              <a:rPr lang="en-US" dirty="0" err="1"/>
              <a:t>enim</a:t>
            </a:r>
            <a:r>
              <a:rPr lang="en-US" dirty="0"/>
              <a:t> ad minim </a:t>
            </a:r>
            <a:r>
              <a:rPr lang="en-US" dirty="0" err="1"/>
              <a:t>veniam</a:t>
            </a:r>
            <a:r>
              <a:rPr lang="en-US" dirty="0"/>
              <a:t>, </a:t>
            </a:r>
            <a:r>
              <a:rPr lang="en-US" dirty="0" err="1"/>
              <a:t>quis</a:t>
            </a:r>
            <a:r>
              <a:rPr lang="en-US" dirty="0"/>
              <a:t> </a:t>
            </a:r>
            <a:r>
              <a:rPr lang="en-US" dirty="0" err="1"/>
              <a:t>nostrud</a:t>
            </a:r>
            <a:r>
              <a:rPr lang="en-US" dirty="0"/>
              <a:t> </a:t>
            </a:r>
            <a:r>
              <a:rPr lang="en-US" dirty="0" err="1"/>
              <a:t>exerci</a:t>
            </a:r>
            <a:r>
              <a:rPr lang="en-US" dirty="0"/>
              <a:t> </a:t>
            </a:r>
            <a:r>
              <a:rPr lang="en-US" dirty="0" err="1"/>
              <a:t>tation</a:t>
            </a:r>
            <a:r>
              <a:rPr lang="en-US" dirty="0"/>
              <a:t> </a:t>
            </a:r>
            <a:r>
              <a:rPr lang="en-US" dirty="0" err="1"/>
              <a:t>ullamcorper</a:t>
            </a:r>
            <a:r>
              <a:rPr lang="en-US" dirty="0"/>
              <a:t> </a:t>
            </a:r>
            <a:r>
              <a:rPr lang="en-US" dirty="0" err="1"/>
              <a:t>suscipit</a:t>
            </a:r>
            <a:r>
              <a:rPr lang="en-US" dirty="0"/>
              <a:t> </a:t>
            </a:r>
            <a:r>
              <a:rPr lang="en-US" dirty="0" err="1"/>
              <a:t>lobortis</a:t>
            </a:r>
            <a:r>
              <a:rPr lang="en-US" dirty="0"/>
              <a:t> </a:t>
            </a:r>
            <a:r>
              <a:rPr lang="en-US" dirty="0" err="1"/>
              <a:t>nisl</a:t>
            </a:r>
            <a:r>
              <a:rPr lang="en-US" dirty="0"/>
              <a:t> </a:t>
            </a:r>
            <a:r>
              <a:rPr lang="en-US" dirty="0" err="1"/>
              <a:t>ut</a:t>
            </a:r>
            <a:r>
              <a:rPr lang="en-US" dirty="0"/>
              <a:t> </a:t>
            </a:r>
            <a:r>
              <a:rPr lang="en-US" dirty="0" err="1"/>
              <a:t>aliquip</a:t>
            </a:r>
            <a:r>
              <a:rPr lang="en-US" dirty="0"/>
              <a:t> ex </a:t>
            </a:r>
            <a:r>
              <a:rPr lang="en-US" dirty="0" err="1"/>
              <a:t>ea</a:t>
            </a:r>
            <a:r>
              <a:rPr lang="en-US" dirty="0"/>
              <a:t> </a:t>
            </a:r>
            <a:r>
              <a:rPr lang="en-US" dirty="0" err="1"/>
              <a:t>commodo</a:t>
            </a:r>
            <a:r>
              <a:rPr lang="en-US" dirty="0"/>
              <a:t> </a:t>
            </a:r>
            <a:r>
              <a:rPr lang="en-US" dirty="0" err="1"/>
              <a:t>consequat</a:t>
            </a:r>
            <a:r>
              <a:rPr lang="en-US" dirty="0"/>
              <a:t>. </a:t>
            </a:r>
            <a:r>
              <a:rPr lang="en-US" dirty="0" err="1"/>
              <a:t>Duis</a:t>
            </a:r>
            <a:r>
              <a:rPr lang="en-US" dirty="0"/>
              <a:t> </a:t>
            </a:r>
            <a:r>
              <a:rPr lang="en-US" dirty="0" err="1"/>
              <a:t>autem</a:t>
            </a:r>
            <a:r>
              <a:rPr lang="en-US" dirty="0"/>
              <a:t> </a:t>
            </a:r>
            <a:r>
              <a:rPr lang="en-US" dirty="0" err="1"/>
              <a:t>vel</a:t>
            </a:r>
            <a:r>
              <a:rPr lang="en-US" dirty="0"/>
              <a:t> </a:t>
            </a:r>
            <a:r>
              <a:rPr lang="en-US" dirty="0" err="1"/>
              <a:t>eum</a:t>
            </a:r>
            <a:r>
              <a:rPr lang="en-US" dirty="0"/>
              <a:t> </a:t>
            </a:r>
            <a:r>
              <a:rPr lang="en-US" dirty="0" err="1"/>
              <a:t>iriure</a:t>
            </a:r>
            <a:r>
              <a:rPr lang="en-US" dirty="0"/>
              <a:t> dolor in </a:t>
            </a:r>
            <a:r>
              <a:rPr lang="en-US" dirty="0" err="1"/>
              <a:t>hendrerit</a:t>
            </a:r>
            <a:r>
              <a:rPr lang="en-US" dirty="0"/>
              <a:t> in </a:t>
            </a:r>
            <a:r>
              <a:rPr lang="en-US" dirty="0" err="1"/>
              <a:t>vulputate</a:t>
            </a:r>
            <a:r>
              <a:rPr lang="en-US" dirty="0"/>
              <a:t> </a:t>
            </a:r>
            <a:r>
              <a:rPr lang="en-US" dirty="0" err="1"/>
              <a:t>velit</a:t>
            </a:r>
            <a:r>
              <a:rPr lang="en-US" dirty="0"/>
              <a:t> </a:t>
            </a:r>
            <a:r>
              <a:rPr lang="en-US" dirty="0" err="1"/>
              <a:t>esse</a:t>
            </a:r>
            <a:r>
              <a:rPr lang="en-US" dirty="0"/>
              <a:t> </a:t>
            </a:r>
            <a:r>
              <a:rPr lang="en-US" dirty="0" err="1"/>
              <a:t>molestie</a:t>
            </a:r>
            <a:r>
              <a:rPr lang="en-US" dirty="0"/>
              <a:t> </a:t>
            </a:r>
            <a:r>
              <a:rPr lang="en-US" dirty="0" err="1"/>
              <a:t>cnim</a:t>
            </a:r>
            <a:r>
              <a:rPr lang="en-US" dirty="0"/>
              <a:t> ad minim </a:t>
            </a:r>
            <a:r>
              <a:rPr lang="en-US" dirty="0" err="1"/>
              <a:t>veniam</a:t>
            </a:r>
            <a:r>
              <a:rPr lang="en-US" dirty="0"/>
              <a:t> </a:t>
            </a:r>
            <a:r>
              <a:rPr lang="en-US" dirty="0" err="1"/>
              <a:t>Ut</a:t>
            </a:r>
            <a:r>
              <a:rPr lang="en-US" dirty="0"/>
              <a:t> </a:t>
            </a:r>
            <a:r>
              <a:rPr lang="en-US" dirty="0" err="1"/>
              <a:t>wisi</a:t>
            </a:r>
            <a:r>
              <a:rPr lang="en-US" dirty="0"/>
              <a:t> </a:t>
            </a:r>
            <a:r>
              <a:rPr lang="en-US" dirty="0" err="1"/>
              <a:t>enim</a:t>
            </a:r>
            <a:r>
              <a:rPr lang="en-US" dirty="0"/>
              <a:t> ad minim </a:t>
            </a:r>
            <a:r>
              <a:rPr lang="en-US" dirty="0" err="1"/>
              <a:t>veniam</a:t>
            </a:r>
            <a:r>
              <a:rPr lang="en-US" dirty="0"/>
              <a:t>, </a:t>
            </a:r>
            <a:r>
              <a:rPr lang="en-US" dirty="0" err="1"/>
              <a:t>ut</a:t>
            </a:r>
            <a:r>
              <a:rPr lang="en-US" dirty="0"/>
              <a:t> </a:t>
            </a:r>
            <a:r>
              <a:rPr lang="en-US" dirty="0" err="1"/>
              <a:t>aliquip</a:t>
            </a:r>
            <a:r>
              <a:rPr lang="en-US" dirty="0"/>
              <a:t> ex.</a:t>
            </a:r>
          </a:p>
          <a:p>
            <a:pPr lvl="0"/>
            <a:r>
              <a:rPr lang="en-US" dirty="0" err="1"/>
              <a:t>Ut</a:t>
            </a:r>
            <a:r>
              <a:rPr lang="en-US" dirty="0"/>
              <a:t> </a:t>
            </a:r>
            <a:r>
              <a:rPr lang="en-US" dirty="0" err="1"/>
              <a:t>aliquip</a:t>
            </a:r>
            <a:r>
              <a:rPr lang="en-US" dirty="0"/>
              <a:t> ex </a:t>
            </a:r>
            <a:r>
              <a:rPr lang="en-US" dirty="0" err="1"/>
              <a:t>ea</a:t>
            </a:r>
            <a:r>
              <a:rPr lang="en-US" dirty="0"/>
              <a:t> </a:t>
            </a:r>
            <a:r>
              <a:rPr lang="en-US" dirty="0" err="1"/>
              <a:t>commodo</a:t>
            </a:r>
            <a:r>
              <a:rPr lang="en-US" dirty="0"/>
              <a:t> </a:t>
            </a:r>
            <a:r>
              <a:rPr lang="en-US" dirty="0" err="1"/>
              <a:t>consequat</a:t>
            </a:r>
            <a:r>
              <a:rPr lang="en-US" dirty="0"/>
              <a:t>. </a:t>
            </a:r>
            <a:r>
              <a:rPr lang="en-US" dirty="0" err="1"/>
              <a:t>Duis</a:t>
            </a:r>
            <a:r>
              <a:rPr lang="en-US" dirty="0"/>
              <a:t> </a:t>
            </a:r>
            <a:r>
              <a:rPr lang="en-US" dirty="0" err="1"/>
              <a:t>autem</a:t>
            </a:r>
            <a:r>
              <a:rPr lang="en-US" dirty="0"/>
              <a:t> </a:t>
            </a:r>
            <a:r>
              <a:rPr lang="en-US" dirty="0" err="1"/>
              <a:t>vel</a:t>
            </a:r>
            <a:r>
              <a:rPr lang="en-US" dirty="0"/>
              <a:t> </a:t>
            </a:r>
            <a:r>
              <a:rPr lang="en-US" dirty="0" err="1"/>
              <a:t>eum</a:t>
            </a:r>
            <a:r>
              <a:rPr lang="en-US" dirty="0"/>
              <a:t> </a:t>
            </a:r>
            <a:r>
              <a:rPr lang="en-US" dirty="0" err="1"/>
              <a:t>iriure</a:t>
            </a:r>
            <a:r>
              <a:rPr lang="en-US" dirty="0"/>
              <a:t> dolor in </a:t>
            </a:r>
            <a:r>
              <a:rPr lang="en-US" dirty="0" err="1"/>
              <a:t>hendrerit</a:t>
            </a:r>
            <a:r>
              <a:rPr lang="en-US" dirty="0"/>
              <a:t> in </a:t>
            </a:r>
            <a:r>
              <a:rPr lang="en-US" dirty="0" err="1"/>
              <a:t>vulputate</a:t>
            </a:r>
            <a:r>
              <a:rPr lang="en-US" dirty="0"/>
              <a:t> </a:t>
            </a:r>
            <a:r>
              <a:rPr lang="en-US" dirty="0" err="1"/>
              <a:t>velit</a:t>
            </a:r>
            <a:r>
              <a:rPr lang="en-US" dirty="0"/>
              <a:t> </a:t>
            </a:r>
            <a:r>
              <a:rPr lang="en-US" dirty="0" err="1"/>
              <a:t>esse</a:t>
            </a:r>
            <a:r>
              <a:rPr lang="en-US" dirty="0"/>
              <a:t> </a:t>
            </a:r>
            <a:r>
              <a:rPr lang="en-US" dirty="0" err="1"/>
              <a:t>molestie</a:t>
            </a:r>
            <a:r>
              <a:rPr lang="en-US" dirty="0"/>
              <a:t> </a:t>
            </a:r>
            <a:r>
              <a:rPr lang="en-US" dirty="0" err="1"/>
              <a:t>cnim</a:t>
            </a:r>
            <a:r>
              <a:rPr lang="en-US" dirty="0"/>
              <a:t> ad minim </a:t>
            </a:r>
            <a:r>
              <a:rPr lang="en-US" dirty="0" err="1"/>
              <a:t>veniam</a:t>
            </a:r>
            <a:r>
              <a:rPr lang="en-US" dirty="0"/>
              <a:t> </a:t>
            </a:r>
            <a:r>
              <a:rPr lang="en-US" dirty="0" err="1"/>
              <a:t>Ut</a:t>
            </a:r>
            <a:r>
              <a:rPr lang="en-US" dirty="0"/>
              <a:t> </a:t>
            </a:r>
            <a:r>
              <a:rPr lang="en-US" dirty="0" err="1"/>
              <a:t>wisi</a:t>
            </a:r>
            <a:r>
              <a:rPr lang="en-US" dirty="0"/>
              <a:t> </a:t>
            </a:r>
            <a:r>
              <a:rPr lang="en-US" dirty="0" err="1"/>
              <a:t>enim</a:t>
            </a:r>
            <a:r>
              <a:rPr lang="en-US" dirty="0"/>
              <a:t> ad minim </a:t>
            </a:r>
            <a:r>
              <a:rPr lang="en-US" dirty="0" err="1"/>
              <a:t>veniam</a:t>
            </a:r>
            <a:r>
              <a:rPr lang="en-US" dirty="0"/>
              <a:t>, </a:t>
            </a:r>
            <a:r>
              <a:rPr lang="en-US" dirty="0" err="1"/>
              <a:t>ut</a:t>
            </a:r>
            <a:r>
              <a:rPr lang="en-US" dirty="0"/>
              <a:t> </a:t>
            </a:r>
            <a:r>
              <a:rPr lang="en-US" dirty="0" err="1"/>
              <a:t>aliquip</a:t>
            </a:r>
            <a:r>
              <a:rPr lang="en-US" dirty="0"/>
              <a:t> ex.</a:t>
            </a:r>
          </a:p>
          <a:p>
            <a:pPr lvl="0"/>
            <a:r>
              <a:rPr lang="en-US" dirty="0" err="1"/>
              <a:t>Exerci</a:t>
            </a:r>
            <a:r>
              <a:rPr lang="en-US" dirty="0"/>
              <a:t> </a:t>
            </a:r>
            <a:r>
              <a:rPr lang="en-US" dirty="0" err="1"/>
              <a:t>tation</a:t>
            </a:r>
            <a:r>
              <a:rPr lang="en-US" dirty="0"/>
              <a:t> </a:t>
            </a:r>
            <a:r>
              <a:rPr lang="en-US" dirty="0" err="1"/>
              <a:t>ullamcorper</a:t>
            </a:r>
            <a:r>
              <a:rPr lang="en-US" dirty="0"/>
              <a:t> </a:t>
            </a:r>
            <a:r>
              <a:rPr lang="en-US" dirty="0" err="1"/>
              <a:t>suscipit</a:t>
            </a:r>
            <a:r>
              <a:rPr lang="en-US" dirty="0"/>
              <a:t> </a:t>
            </a:r>
            <a:r>
              <a:rPr lang="en-US" dirty="0" err="1"/>
              <a:t>lobortis</a:t>
            </a:r>
            <a:r>
              <a:rPr lang="en-US" dirty="0"/>
              <a:t> </a:t>
            </a:r>
            <a:r>
              <a:rPr lang="en-US" dirty="0" err="1"/>
              <a:t>nisl</a:t>
            </a:r>
            <a:r>
              <a:rPr lang="en-US" dirty="0"/>
              <a:t> </a:t>
            </a:r>
            <a:r>
              <a:rPr lang="en-US" dirty="0" err="1"/>
              <a:t>ut</a:t>
            </a:r>
            <a:r>
              <a:rPr lang="en-US" dirty="0"/>
              <a:t> </a:t>
            </a:r>
            <a:r>
              <a:rPr lang="en-US" dirty="0" err="1"/>
              <a:t>aliquip</a:t>
            </a:r>
            <a:r>
              <a:rPr lang="en-US" dirty="0"/>
              <a:t> ex </a:t>
            </a:r>
            <a:r>
              <a:rPr lang="en-US" dirty="0" err="1"/>
              <a:t>ea</a:t>
            </a:r>
            <a:r>
              <a:rPr lang="en-US" dirty="0"/>
              <a:t> </a:t>
            </a:r>
            <a:r>
              <a:rPr lang="en-US" dirty="0" err="1"/>
              <a:t>commodo</a:t>
            </a:r>
            <a:r>
              <a:rPr lang="en-US" dirty="0"/>
              <a:t> </a:t>
            </a:r>
            <a:r>
              <a:rPr lang="en-US" dirty="0" err="1"/>
              <a:t>consequat</a:t>
            </a:r>
            <a:r>
              <a:rPr lang="en-US" dirty="0"/>
              <a:t>. </a:t>
            </a:r>
            <a:r>
              <a:rPr lang="en-US" dirty="0" err="1"/>
              <a:t>Duis</a:t>
            </a:r>
            <a:r>
              <a:rPr lang="en-US" dirty="0"/>
              <a:t> </a:t>
            </a:r>
            <a:r>
              <a:rPr lang="en-US" dirty="0" err="1"/>
              <a:t>autem</a:t>
            </a:r>
            <a:r>
              <a:rPr lang="en-US" dirty="0"/>
              <a:t> </a:t>
            </a:r>
            <a:r>
              <a:rPr lang="en-US" dirty="0" err="1"/>
              <a:t>vel</a:t>
            </a:r>
            <a:r>
              <a:rPr lang="en-US" dirty="0"/>
              <a:t> </a:t>
            </a:r>
            <a:r>
              <a:rPr lang="en-US" dirty="0" err="1"/>
              <a:t>eum</a:t>
            </a:r>
            <a:r>
              <a:rPr lang="en-US" dirty="0"/>
              <a:t> </a:t>
            </a:r>
            <a:r>
              <a:rPr lang="en-US" dirty="0" err="1"/>
              <a:t>iriure</a:t>
            </a:r>
            <a:r>
              <a:rPr lang="en-US" dirty="0"/>
              <a:t> dolor in </a:t>
            </a:r>
            <a:r>
              <a:rPr lang="en-US" dirty="0" err="1"/>
              <a:t>hendrerit</a:t>
            </a:r>
            <a:r>
              <a:rPr lang="en-US" dirty="0"/>
              <a:t> in </a:t>
            </a:r>
            <a:r>
              <a:rPr lang="en-US" dirty="0" err="1"/>
              <a:t>vulputate</a:t>
            </a:r>
            <a:r>
              <a:rPr lang="en-US" dirty="0"/>
              <a:t> </a:t>
            </a:r>
            <a:r>
              <a:rPr lang="en-US" dirty="0" err="1"/>
              <a:t>velit</a:t>
            </a:r>
            <a:r>
              <a:rPr lang="en-US" dirty="0"/>
              <a:t> </a:t>
            </a:r>
            <a:r>
              <a:rPr lang="en-US" dirty="0" err="1"/>
              <a:t>esse</a:t>
            </a:r>
            <a:r>
              <a:rPr lang="en-US" dirty="0"/>
              <a:t> </a:t>
            </a:r>
            <a:r>
              <a:rPr lang="en-US" dirty="0" err="1"/>
              <a:t>molestie</a:t>
            </a:r>
            <a:r>
              <a:rPr lang="en-US" dirty="0"/>
              <a:t> </a:t>
            </a:r>
            <a:r>
              <a:rPr lang="en-US" dirty="0" err="1"/>
              <a:t>cnim</a:t>
            </a:r>
            <a:r>
              <a:rPr lang="en-US" dirty="0"/>
              <a:t> ad minim </a:t>
            </a:r>
            <a:r>
              <a:rPr lang="en-US" dirty="0" err="1"/>
              <a:t>veniam</a:t>
            </a:r>
            <a:r>
              <a:rPr lang="en-US" dirty="0"/>
              <a:t> </a:t>
            </a:r>
            <a:r>
              <a:rPr lang="en-US" dirty="0" err="1"/>
              <a:t>Ut</a:t>
            </a:r>
            <a:r>
              <a:rPr lang="en-US" dirty="0"/>
              <a:t> </a:t>
            </a:r>
            <a:r>
              <a:rPr lang="en-US" dirty="0" err="1"/>
              <a:t>wisi</a:t>
            </a:r>
            <a:r>
              <a:rPr lang="en-US" dirty="0"/>
              <a:t> </a:t>
            </a:r>
            <a:r>
              <a:rPr lang="en-US" dirty="0" err="1"/>
              <a:t>enim</a:t>
            </a:r>
            <a:r>
              <a:rPr lang="en-US" dirty="0"/>
              <a:t> ad minim </a:t>
            </a:r>
            <a:r>
              <a:rPr lang="en-US" dirty="0" err="1"/>
              <a:t>veniam</a:t>
            </a:r>
            <a:r>
              <a:rPr lang="en-US" dirty="0"/>
              <a:t>, </a:t>
            </a:r>
            <a:r>
              <a:rPr lang="en-US" dirty="0" err="1"/>
              <a:t>ut</a:t>
            </a:r>
            <a:r>
              <a:rPr lang="en-US" dirty="0"/>
              <a:t> </a:t>
            </a:r>
            <a:r>
              <a:rPr lang="en-US" dirty="0" err="1"/>
              <a:t>aliquip</a:t>
            </a:r>
            <a:r>
              <a:rPr lang="en-US" dirty="0"/>
              <a:t> ex. </a:t>
            </a:r>
            <a:r>
              <a:rPr lang="en-US" dirty="0" err="1"/>
              <a:t>Ut</a:t>
            </a:r>
            <a:r>
              <a:rPr lang="en-US" dirty="0"/>
              <a:t> </a:t>
            </a:r>
            <a:r>
              <a:rPr lang="en-US" dirty="0" err="1"/>
              <a:t>aliquip</a:t>
            </a:r>
            <a:r>
              <a:rPr lang="en-US" dirty="0"/>
              <a:t> ex </a:t>
            </a:r>
            <a:r>
              <a:rPr lang="en-US" dirty="0" err="1"/>
              <a:t>ea</a:t>
            </a:r>
            <a:r>
              <a:rPr lang="en-US" dirty="0"/>
              <a:t> </a:t>
            </a:r>
            <a:r>
              <a:rPr lang="en-US" dirty="0" err="1"/>
              <a:t>commodo</a:t>
            </a:r>
            <a:r>
              <a:rPr lang="en-US" dirty="0"/>
              <a:t> </a:t>
            </a:r>
            <a:r>
              <a:rPr lang="en-US" dirty="0" err="1"/>
              <a:t>consequat</a:t>
            </a:r>
            <a:r>
              <a:rPr lang="en-US" dirty="0"/>
              <a:t>. </a:t>
            </a:r>
            <a:r>
              <a:rPr lang="en-US" dirty="0" err="1"/>
              <a:t>Duis</a:t>
            </a:r>
            <a:r>
              <a:rPr lang="en-US" dirty="0"/>
              <a:t> </a:t>
            </a:r>
            <a:r>
              <a:rPr lang="en-US" dirty="0" err="1"/>
              <a:t>autem</a:t>
            </a:r>
            <a:r>
              <a:rPr lang="en-US" dirty="0"/>
              <a:t> </a:t>
            </a:r>
            <a:r>
              <a:rPr lang="en-US" dirty="0" err="1"/>
              <a:t>vel</a:t>
            </a:r>
            <a:r>
              <a:rPr lang="en-US" dirty="0"/>
              <a:t> </a:t>
            </a:r>
            <a:r>
              <a:rPr lang="en-US" dirty="0" err="1"/>
              <a:t>eum</a:t>
            </a:r>
            <a:r>
              <a:rPr lang="en-US" dirty="0"/>
              <a:t> </a:t>
            </a:r>
            <a:r>
              <a:rPr lang="en-US" dirty="0" err="1"/>
              <a:t>iriure</a:t>
            </a:r>
            <a:r>
              <a:rPr lang="en-US" dirty="0"/>
              <a:t> dolor in </a:t>
            </a:r>
            <a:r>
              <a:rPr lang="en-US" dirty="0" err="1"/>
              <a:t>hendrerit</a:t>
            </a:r>
            <a:r>
              <a:rPr lang="en-US" dirty="0"/>
              <a:t> in </a:t>
            </a:r>
            <a:r>
              <a:rPr lang="en-US" dirty="0" err="1"/>
              <a:t>vulputate</a:t>
            </a:r>
            <a:r>
              <a:rPr lang="en-US" dirty="0"/>
              <a:t> </a:t>
            </a:r>
            <a:r>
              <a:rPr lang="en-US" dirty="0" err="1"/>
              <a:t>velit</a:t>
            </a:r>
            <a:r>
              <a:rPr lang="en-US" dirty="0"/>
              <a:t> </a:t>
            </a:r>
            <a:r>
              <a:rPr lang="en-US" dirty="0" err="1"/>
              <a:t>esse</a:t>
            </a:r>
            <a:r>
              <a:rPr lang="en-US" dirty="0"/>
              <a:t> </a:t>
            </a:r>
            <a:r>
              <a:rPr lang="en-US" dirty="0" err="1"/>
              <a:t>molestie</a:t>
            </a:r>
            <a:r>
              <a:rPr lang="en-US" dirty="0"/>
              <a:t> </a:t>
            </a:r>
            <a:r>
              <a:rPr lang="en-US" dirty="0" err="1"/>
              <a:t>wisi</a:t>
            </a:r>
            <a:r>
              <a:rPr lang="en-US" dirty="0"/>
              <a:t> </a:t>
            </a:r>
            <a:r>
              <a:rPr lang="en-US" dirty="0" err="1"/>
              <a:t>enim</a:t>
            </a:r>
            <a:r>
              <a:rPr lang="en-US" dirty="0"/>
              <a:t> ad minim. </a:t>
            </a:r>
            <a:r>
              <a:rPr lang="en-US" dirty="0" err="1"/>
              <a:t>Enim</a:t>
            </a:r>
            <a:r>
              <a:rPr lang="en-US" dirty="0"/>
              <a:t> ad minim </a:t>
            </a:r>
            <a:r>
              <a:rPr lang="en-US" dirty="0" err="1"/>
              <a:t>veniam</a:t>
            </a:r>
            <a:r>
              <a:rPr lang="en-US" dirty="0"/>
              <a:t> </a:t>
            </a:r>
            <a:r>
              <a:rPr lang="en-US" dirty="0" err="1"/>
              <a:t>Ut</a:t>
            </a:r>
            <a:r>
              <a:rPr lang="en-US" dirty="0"/>
              <a:t> </a:t>
            </a:r>
            <a:r>
              <a:rPr lang="en-US" dirty="0" err="1"/>
              <a:t>wisi</a:t>
            </a:r>
            <a:r>
              <a:rPr lang="en-US" dirty="0"/>
              <a:t> </a:t>
            </a:r>
            <a:r>
              <a:rPr lang="en-US" dirty="0" err="1"/>
              <a:t>enim</a:t>
            </a:r>
            <a:r>
              <a:rPr lang="en-US" dirty="0"/>
              <a:t> ad minim </a:t>
            </a:r>
            <a:r>
              <a:rPr lang="en-US" dirty="0" err="1"/>
              <a:t>veniam</a:t>
            </a:r>
            <a:r>
              <a:rPr lang="en-US" dirty="0"/>
              <a:t>, </a:t>
            </a:r>
            <a:r>
              <a:rPr lang="en-US" dirty="0" err="1"/>
              <a:t>ut</a:t>
            </a:r>
            <a:r>
              <a:rPr lang="en-US" dirty="0"/>
              <a:t> </a:t>
            </a:r>
            <a:r>
              <a:rPr lang="en-US" dirty="0" err="1"/>
              <a:t>aliquip</a:t>
            </a:r>
            <a:r>
              <a:rPr lang="en-US" dirty="0"/>
              <a:t> ex.</a:t>
            </a:r>
          </a:p>
        </p:txBody>
      </p:sp>
      <p:sp>
        <p:nvSpPr>
          <p:cNvPr id="6" name="Slide Number Placeholder 5"/>
          <p:cNvSpPr>
            <a:spLocks noGrp="1"/>
          </p:cNvSpPr>
          <p:nvPr>
            <p:ph type="sldNum" sz="quarter" idx="12"/>
          </p:nvPr>
        </p:nvSpPr>
        <p:spPr>
          <a:xfrm>
            <a:off x="6881143" y="4714363"/>
            <a:ext cx="2057400" cy="274637"/>
          </a:xfrm>
        </p:spPr>
        <p:txBody>
          <a:bodyPr/>
          <a:lstStyle>
            <a:lvl1pPr>
              <a:defRPr sz="600" b="0" i="0">
                <a:solidFill>
                  <a:srgbClr val="4D4D4F"/>
                </a:solidFill>
                <a:latin typeface="Calibri" charset="0"/>
                <a:ea typeface="Calibri" charset="0"/>
                <a:cs typeface="Calibri" charset="0"/>
              </a:defRPr>
            </a:lvl1pPr>
          </a:lstStyle>
          <a:p>
            <a:fld id="{A9F82C8E-865A-2440-AB2D-36CAA05B882C}" type="slidenum">
              <a:rPr lang="en-US" smtClean="0"/>
              <a:pPr/>
              <a:t>‹#›</a:t>
            </a:fld>
            <a:endParaRPr lang="en-US" dirty="0"/>
          </a:p>
        </p:txBody>
      </p:sp>
      <p:sp>
        <p:nvSpPr>
          <p:cNvPr id="8" name="Picture Placeholder 2"/>
          <p:cNvSpPr>
            <a:spLocks noGrp="1"/>
          </p:cNvSpPr>
          <p:nvPr>
            <p:ph type="pic" idx="13"/>
          </p:nvPr>
        </p:nvSpPr>
        <p:spPr>
          <a:xfrm>
            <a:off x="6196760" y="1110883"/>
            <a:ext cx="2584504" cy="346111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12" name="Text Placeholder 3"/>
          <p:cNvSpPr>
            <a:spLocks noGrp="1"/>
          </p:cNvSpPr>
          <p:nvPr>
            <p:ph type="body" sz="half" idx="15" hasCustomPrompt="1"/>
          </p:nvPr>
        </p:nvSpPr>
        <p:spPr>
          <a:xfrm>
            <a:off x="515294" y="520742"/>
            <a:ext cx="7684078" cy="327313"/>
          </a:xfrm>
        </p:spPr>
        <p:txBody>
          <a:bodyPr>
            <a:normAutofit/>
          </a:bodyPr>
          <a:lstStyle>
            <a:lvl1pPr marL="0" indent="0">
              <a:buNone/>
              <a:defRPr sz="1400" b="1" i="0">
                <a:solidFill>
                  <a:srgbClr val="747678"/>
                </a:solidFill>
                <a:latin typeface="Calibri" charset="0"/>
                <a:ea typeface="Calibri" charset="0"/>
                <a:cs typeface="Calibri"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Subtitle Goes Here Calibri Bold 14 </a:t>
            </a:r>
            <a:r>
              <a:rPr lang="en-US" dirty="0" err="1"/>
              <a:t>pt</a:t>
            </a:r>
            <a:r>
              <a:rPr lang="en-US" dirty="0"/>
              <a:t> </a:t>
            </a:r>
          </a:p>
        </p:txBody>
      </p:sp>
      <p:sp>
        <p:nvSpPr>
          <p:cNvPr id="13" name="Text Placeholder 3"/>
          <p:cNvSpPr>
            <a:spLocks noGrp="1"/>
          </p:cNvSpPr>
          <p:nvPr>
            <p:ph type="body" sz="half" idx="16" hasCustomPrompt="1"/>
          </p:nvPr>
        </p:nvSpPr>
        <p:spPr>
          <a:xfrm>
            <a:off x="515294" y="221183"/>
            <a:ext cx="7684078" cy="299560"/>
          </a:xfrm>
        </p:spPr>
        <p:txBody>
          <a:bodyPr>
            <a:noAutofit/>
          </a:bodyPr>
          <a:lstStyle>
            <a:lvl1pPr marL="0" indent="0">
              <a:buNone/>
              <a:defRPr sz="1800" b="1" i="0">
                <a:solidFill>
                  <a:srgbClr val="4D4D4F"/>
                </a:solidFill>
                <a:latin typeface="Calibri" charset="0"/>
                <a:ea typeface="Calibri" charset="0"/>
                <a:cs typeface="Calibri"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Title Goes Here Calibri Bold 18 </a:t>
            </a:r>
            <a:r>
              <a:rPr lang="en-US" dirty="0" err="1"/>
              <a:t>pt</a:t>
            </a:r>
            <a:endParaRPr lang="en-US" dirty="0"/>
          </a:p>
        </p:txBody>
      </p:sp>
    </p:spTree>
    <p:extLst>
      <p:ext uri="{BB962C8B-B14F-4D97-AF65-F5344CB8AC3E}">
        <p14:creationId xmlns:p14="http://schemas.microsoft.com/office/powerpoint/2010/main" val="178343844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and Pie Char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ext Placeholder 4"/>
          <p:cNvSpPr>
            <a:spLocks noGrp="1"/>
          </p:cNvSpPr>
          <p:nvPr>
            <p:ph type="body" sz="quarter" idx="3" hasCustomPrompt="1"/>
          </p:nvPr>
        </p:nvSpPr>
        <p:spPr>
          <a:xfrm>
            <a:off x="5268663" y="3661077"/>
            <a:ext cx="2930708" cy="844224"/>
          </a:xfrm>
        </p:spPr>
        <p:txBody>
          <a:bodyPr anchor="b">
            <a:noAutofit/>
          </a:bodyPr>
          <a:lstStyle>
            <a:lvl1pPr marL="0" indent="0">
              <a:buNone/>
              <a:defRPr sz="1000" b="0" i="0">
                <a:solidFill>
                  <a:srgbClr val="4D4D4F"/>
                </a:solidFill>
                <a:latin typeface="Calibri" charset="0"/>
                <a:ea typeface="Calibri" charset="0"/>
                <a:cs typeface="Calibri"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euismod</a:t>
            </a:r>
            <a:r>
              <a:rPr lang="en-US" dirty="0"/>
              <a:t> </a:t>
            </a:r>
            <a:r>
              <a:rPr lang="en-US" dirty="0" err="1"/>
              <a:t>tincidunt</a:t>
            </a:r>
            <a:r>
              <a:rPr lang="en-US" dirty="0"/>
              <a:t> </a:t>
            </a:r>
            <a:r>
              <a:rPr lang="en-US" dirty="0" err="1"/>
              <a:t>ut</a:t>
            </a:r>
            <a:r>
              <a:rPr lang="en-US" dirty="0"/>
              <a:t> </a:t>
            </a:r>
            <a:r>
              <a:rPr lang="en-US" dirty="0" err="1"/>
              <a:t>laoreet</a:t>
            </a:r>
            <a:r>
              <a:rPr lang="en-US" dirty="0"/>
              <a:t> </a:t>
            </a:r>
            <a:r>
              <a:rPr lang="en-US" dirty="0" err="1"/>
              <a:t>dolore</a:t>
            </a:r>
            <a:r>
              <a:rPr lang="en-US" dirty="0"/>
              <a:t> magna </a:t>
            </a:r>
            <a:r>
              <a:rPr lang="en-US" dirty="0" err="1"/>
              <a:t>aliquam</a:t>
            </a:r>
            <a:r>
              <a:rPr lang="en-US" dirty="0"/>
              <a:t> </a:t>
            </a:r>
            <a:r>
              <a:rPr lang="en-US" dirty="0" err="1"/>
              <a:t>erat</a:t>
            </a:r>
            <a:r>
              <a:rPr lang="en-US" dirty="0"/>
              <a:t> </a:t>
            </a:r>
            <a:r>
              <a:rPr lang="en-US" dirty="0" err="1"/>
              <a:t>volutpat</a:t>
            </a:r>
            <a:r>
              <a:rPr lang="en-US" dirty="0"/>
              <a:t>. </a:t>
            </a:r>
            <a:r>
              <a:rPr lang="en-US" dirty="0" err="1"/>
              <a:t>Ut</a:t>
            </a:r>
            <a:r>
              <a:rPr lang="en-US" dirty="0"/>
              <a:t> </a:t>
            </a:r>
            <a:r>
              <a:rPr lang="en-US" dirty="0" err="1"/>
              <a:t>wisi</a:t>
            </a:r>
            <a:r>
              <a:rPr lang="en-US" dirty="0"/>
              <a:t> </a:t>
            </a:r>
            <a:r>
              <a:rPr lang="en-US" dirty="0" err="1"/>
              <a:t>enim</a:t>
            </a:r>
            <a:r>
              <a:rPr lang="en-US" dirty="0"/>
              <a:t> ad minim </a:t>
            </a:r>
            <a:r>
              <a:rPr lang="en-US" dirty="0" err="1"/>
              <a:t>veniam</a:t>
            </a:r>
            <a:r>
              <a:rPr lang="en-US" dirty="0"/>
              <a:t>, </a:t>
            </a:r>
            <a:r>
              <a:rPr lang="en-US" dirty="0" err="1"/>
              <a:t>quis</a:t>
            </a:r>
            <a:r>
              <a:rPr lang="en-US" dirty="0"/>
              <a:t> </a:t>
            </a:r>
            <a:r>
              <a:rPr lang="en-US" dirty="0" err="1"/>
              <a:t>nostrud</a:t>
            </a:r>
            <a:r>
              <a:rPr lang="en-US" dirty="0"/>
              <a:t> </a:t>
            </a:r>
            <a:r>
              <a:rPr lang="en-US" dirty="0" err="1"/>
              <a:t>exerci</a:t>
            </a:r>
            <a:r>
              <a:rPr lang="en-US" dirty="0"/>
              <a:t> </a:t>
            </a:r>
            <a:r>
              <a:rPr lang="en-US" dirty="0" err="1"/>
              <a:t>tation</a:t>
            </a:r>
            <a:r>
              <a:rPr lang="en-US" dirty="0"/>
              <a:t> </a:t>
            </a:r>
            <a:r>
              <a:rPr lang="en-US" dirty="0" err="1"/>
              <a:t>ullamcorper</a:t>
            </a:r>
            <a:r>
              <a:rPr lang="en-US" dirty="0"/>
              <a:t> </a:t>
            </a:r>
            <a:r>
              <a:rPr lang="en-US" dirty="0" err="1"/>
              <a:t>suscipit</a:t>
            </a:r>
            <a:r>
              <a:rPr lang="en-US" dirty="0"/>
              <a:t> </a:t>
            </a:r>
            <a:r>
              <a:rPr lang="en-US" dirty="0" err="1"/>
              <a:t>lobortis</a:t>
            </a:r>
            <a:r>
              <a:rPr lang="en-US" dirty="0"/>
              <a:t> </a:t>
            </a:r>
            <a:r>
              <a:rPr lang="en-US" dirty="0" err="1"/>
              <a:t>nisl</a:t>
            </a:r>
            <a:r>
              <a:rPr lang="en-US" dirty="0"/>
              <a:t> </a:t>
            </a:r>
            <a:r>
              <a:rPr lang="en-US" dirty="0" err="1"/>
              <a:t>ut</a:t>
            </a:r>
            <a:r>
              <a:rPr lang="en-US" dirty="0"/>
              <a:t> </a:t>
            </a:r>
            <a:r>
              <a:rPr lang="en-US" dirty="0" err="1"/>
              <a:t>aliquip</a:t>
            </a:r>
            <a:r>
              <a:rPr lang="en-US" dirty="0"/>
              <a:t> ex </a:t>
            </a:r>
            <a:r>
              <a:rPr lang="en-US" dirty="0" err="1"/>
              <a:t>ea</a:t>
            </a:r>
            <a:r>
              <a:rPr lang="en-US" dirty="0"/>
              <a:t> </a:t>
            </a:r>
            <a:r>
              <a:rPr lang="en-US" dirty="0" err="1"/>
              <a:t>commodo</a:t>
            </a:r>
            <a:r>
              <a:rPr lang="en-US" dirty="0"/>
              <a:t> </a:t>
            </a:r>
            <a:r>
              <a:rPr lang="en-US" dirty="0" err="1"/>
              <a:t>consequat</a:t>
            </a:r>
            <a:r>
              <a:rPr lang="en-US" dirty="0"/>
              <a:t>. </a:t>
            </a:r>
            <a:r>
              <a:rPr lang="en-US" dirty="0" err="1"/>
              <a:t>Duis</a:t>
            </a:r>
            <a:r>
              <a:rPr lang="en-US" dirty="0"/>
              <a:t> </a:t>
            </a:r>
            <a:r>
              <a:rPr lang="en-US" dirty="0" err="1"/>
              <a:t>autem</a:t>
            </a:r>
            <a:r>
              <a:rPr lang="en-US" dirty="0"/>
              <a:t> </a:t>
            </a:r>
            <a:r>
              <a:rPr lang="en-US" dirty="0" err="1"/>
              <a:t>vel</a:t>
            </a:r>
            <a:r>
              <a:rPr lang="en-US" dirty="0"/>
              <a:t> </a:t>
            </a:r>
            <a:r>
              <a:rPr lang="en-US" dirty="0" err="1"/>
              <a:t>eum</a:t>
            </a:r>
            <a:r>
              <a:rPr lang="en-US" dirty="0"/>
              <a:t> </a:t>
            </a:r>
            <a:r>
              <a:rPr lang="en-US" dirty="0" err="1"/>
              <a:t>iriure</a:t>
            </a:r>
            <a:r>
              <a:rPr lang="en-US" dirty="0"/>
              <a:t> dolor in </a:t>
            </a:r>
            <a:r>
              <a:rPr lang="en-US" dirty="0" err="1"/>
              <a:t>hendrerit</a:t>
            </a:r>
            <a:r>
              <a:rPr lang="en-US" dirty="0"/>
              <a:t>.</a:t>
            </a:r>
          </a:p>
        </p:txBody>
      </p:sp>
      <p:sp>
        <p:nvSpPr>
          <p:cNvPr id="9" name="Slide Number Placeholder 8"/>
          <p:cNvSpPr>
            <a:spLocks noGrp="1"/>
          </p:cNvSpPr>
          <p:nvPr>
            <p:ph type="sldNum" sz="quarter" idx="12"/>
          </p:nvPr>
        </p:nvSpPr>
        <p:spPr>
          <a:xfrm>
            <a:off x="6881143" y="4714363"/>
            <a:ext cx="2057400" cy="274637"/>
          </a:xfrm>
        </p:spPr>
        <p:txBody>
          <a:bodyPr/>
          <a:lstStyle>
            <a:lvl1pPr>
              <a:defRPr sz="600" b="0" i="0">
                <a:solidFill>
                  <a:srgbClr val="4D4D4F"/>
                </a:solidFill>
                <a:latin typeface="Calibri" charset="0"/>
                <a:ea typeface="Calibri" charset="0"/>
                <a:cs typeface="Calibri" charset="0"/>
              </a:defRPr>
            </a:lvl1pPr>
          </a:lstStyle>
          <a:p>
            <a:fld id="{A9F82C8E-865A-2440-AB2D-36CAA05B882C}" type="slidenum">
              <a:rPr lang="en-US" smtClean="0"/>
              <a:pPr/>
              <a:t>‹#›</a:t>
            </a:fld>
            <a:endParaRPr lang="en-US" dirty="0"/>
          </a:p>
        </p:txBody>
      </p:sp>
      <p:sp>
        <p:nvSpPr>
          <p:cNvPr id="15" name="Text Placeholder 2"/>
          <p:cNvSpPr>
            <a:spLocks noGrp="1"/>
          </p:cNvSpPr>
          <p:nvPr>
            <p:ph type="body" idx="1" hasCustomPrompt="1"/>
          </p:nvPr>
        </p:nvSpPr>
        <p:spPr>
          <a:xfrm>
            <a:off x="515294" y="901580"/>
            <a:ext cx="7684077" cy="1380641"/>
          </a:xfrm>
        </p:spPr>
        <p:txBody>
          <a:bodyPr>
            <a:normAutofit/>
          </a:bodyPr>
          <a:lstStyle>
            <a:lvl1pPr marL="0" indent="0">
              <a:buNone/>
              <a:defRPr sz="1200" b="0" i="0">
                <a:solidFill>
                  <a:srgbClr val="4D4D4F"/>
                </a:solidFill>
                <a:latin typeface="Calibri" charset="0"/>
                <a:ea typeface="Calibri" charset="0"/>
                <a:cs typeface="Calibri"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Full content goes here (Calibri regular 12 </a:t>
            </a:r>
            <a:r>
              <a:rPr lang="en-US" dirty="0" err="1"/>
              <a:t>pt</a:t>
            </a:r>
            <a:r>
              <a:rPr lang="en-US" dirty="0"/>
              <a:t>)</a:t>
            </a:r>
          </a:p>
          <a:p>
            <a:pPr lvl="0"/>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euismod</a:t>
            </a:r>
            <a:r>
              <a:rPr lang="en-US" dirty="0"/>
              <a:t> </a:t>
            </a:r>
            <a:r>
              <a:rPr lang="en-US" dirty="0" err="1"/>
              <a:t>tincidunt</a:t>
            </a:r>
            <a:r>
              <a:rPr lang="en-US" dirty="0"/>
              <a:t> </a:t>
            </a:r>
            <a:r>
              <a:rPr lang="en-US" dirty="0" err="1"/>
              <a:t>ut</a:t>
            </a:r>
            <a:r>
              <a:rPr lang="en-US" dirty="0"/>
              <a:t> </a:t>
            </a:r>
            <a:r>
              <a:rPr lang="en-US" dirty="0" err="1"/>
              <a:t>laoreet</a:t>
            </a:r>
            <a:r>
              <a:rPr lang="en-US" dirty="0"/>
              <a:t> </a:t>
            </a:r>
            <a:r>
              <a:rPr lang="en-US" dirty="0" err="1"/>
              <a:t>dolore</a:t>
            </a:r>
            <a:r>
              <a:rPr lang="en-US" dirty="0"/>
              <a:t> magna </a:t>
            </a:r>
            <a:r>
              <a:rPr lang="en-US" dirty="0" err="1"/>
              <a:t>aliquam</a:t>
            </a:r>
            <a:r>
              <a:rPr lang="en-US" dirty="0"/>
              <a:t> </a:t>
            </a:r>
            <a:r>
              <a:rPr lang="en-US" dirty="0" err="1"/>
              <a:t>erat</a:t>
            </a:r>
            <a:r>
              <a:rPr lang="en-US" dirty="0"/>
              <a:t> </a:t>
            </a:r>
            <a:r>
              <a:rPr lang="en-US" dirty="0" err="1"/>
              <a:t>volutpat</a:t>
            </a:r>
            <a:r>
              <a:rPr lang="en-US" dirty="0"/>
              <a:t>. </a:t>
            </a:r>
            <a:r>
              <a:rPr lang="en-US" dirty="0" err="1"/>
              <a:t>Ut</a:t>
            </a:r>
            <a:r>
              <a:rPr lang="en-US" dirty="0"/>
              <a:t> </a:t>
            </a:r>
            <a:r>
              <a:rPr lang="en-US" dirty="0" err="1"/>
              <a:t>wisi</a:t>
            </a:r>
            <a:r>
              <a:rPr lang="en-US" dirty="0"/>
              <a:t> </a:t>
            </a:r>
            <a:r>
              <a:rPr lang="en-US" dirty="0" err="1"/>
              <a:t>enim</a:t>
            </a:r>
            <a:r>
              <a:rPr lang="en-US" dirty="0"/>
              <a:t> ad minim </a:t>
            </a:r>
            <a:r>
              <a:rPr lang="en-US" dirty="0" err="1"/>
              <a:t>veniam</a:t>
            </a:r>
            <a:r>
              <a:rPr lang="en-US" dirty="0"/>
              <a:t>, </a:t>
            </a:r>
            <a:r>
              <a:rPr lang="en-US" dirty="0" err="1"/>
              <a:t>quis</a:t>
            </a:r>
            <a:r>
              <a:rPr lang="en-US" dirty="0"/>
              <a:t> </a:t>
            </a:r>
            <a:r>
              <a:rPr lang="en-US" dirty="0" err="1"/>
              <a:t>nostrud</a:t>
            </a:r>
            <a:r>
              <a:rPr lang="en-US" dirty="0"/>
              <a:t> </a:t>
            </a:r>
            <a:r>
              <a:rPr lang="en-US" dirty="0" err="1"/>
              <a:t>exerci</a:t>
            </a:r>
            <a:r>
              <a:rPr lang="en-US" dirty="0"/>
              <a:t> </a:t>
            </a:r>
            <a:r>
              <a:rPr lang="en-US" dirty="0" err="1"/>
              <a:t>tation</a:t>
            </a:r>
            <a:r>
              <a:rPr lang="en-US" dirty="0"/>
              <a:t> </a:t>
            </a:r>
            <a:r>
              <a:rPr lang="en-US" dirty="0" err="1"/>
              <a:t>ullamcorper</a:t>
            </a:r>
            <a:r>
              <a:rPr lang="en-US" dirty="0"/>
              <a:t> </a:t>
            </a:r>
            <a:r>
              <a:rPr lang="en-US" dirty="0" err="1"/>
              <a:t>suscipit</a:t>
            </a:r>
            <a:r>
              <a:rPr lang="en-US" dirty="0"/>
              <a:t> </a:t>
            </a:r>
            <a:r>
              <a:rPr lang="en-US" dirty="0" err="1"/>
              <a:t>lobortis</a:t>
            </a:r>
            <a:r>
              <a:rPr lang="en-US" dirty="0"/>
              <a:t> </a:t>
            </a:r>
            <a:r>
              <a:rPr lang="en-US" dirty="0" err="1"/>
              <a:t>nisl</a:t>
            </a:r>
            <a:r>
              <a:rPr lang="en-US" dirty="0"/>
              <a:t> </a:t>
            </a:r>
            <a:r>
              <a:rPr lang="en-US" dirty="0" err="1"/>
              <a:t>ut</a:t>
            </a:r>
            <a:r>
              <a:rPr lang="en-US" dirty="0"/>
              <a:t> </a:t>
            </a:r>
            <a:r>
              <a:rPr lang="en-US" dirty="0" err="1"/>
              <a:t>aliquip</a:t>
            </a:r>
            <a:r>
              <a:rPr lang="en-US" dirty="0"/>
              <a:t> ex </a:t>
            </a:r>
            <a:r>
              <a:rPr lang="en-US" dirty="0" err="1"/>
              <a:t>ea</a:t>
            </a:r>
            <a:r>
              <a:rPr lang="en-US" dirty="0"/>
              <a:t> </a:t>
            </a:r>
            <a:r>
              <a:rPr lang="en-US" dirty="0" err="1"/>
              <a:t>commodo</a:t>
            </a:r>
            <a:r>
              <a:rPr lang="en-US" dirty="0"/>
              <a:t> </a:t>
            </a:r>
            <a:r>
              <a:rPr lang="en-US" dirty="0" err="1"/>
              <a:t>consequat</a:t>
            </a:r>
            <a:r>
              <a:rPr lang="en-US" dirty="0"/>
              <a:t>. </a:t>
            </a:r>
            <a:r>
              <a:rPr lang="en-US" dirty="0" err="1"/>
              <a:t>Duis</a:t>
            </a:r>
            <a:r>
              <a:rPr lang="en-US" dirty="0"/>
              <a:t> </a:t>
            </a:r>
            <a:r>
              <a:rPr lang="en-US" dirty="0" err="1"/>
              <a:t>autem</a:t>
            </a:r>
            <a:r>
              <a:rPr lang="en-US" dirty="0"/>
              <a:t> </a:t>
            </a:r>
            <a:r>
              <a:rPr lang="en-US" dirty="0" err="1"/>
              <a:t>vel</a:t>
            </a:r>
            <a:r>
              <a:rPr lang="en-US" dirty="0"/>
              <a:t> </a:t>
            </a:r>
            <a:r>
              <a:rPr lang="en-US" dirty="0" err="1"/>
              <a:t>eum</a:t>
            </a:r>
            <a:r>
              <a:rPr lang="en-US" dirty="0"/>
              <a:t> </a:t>
            </a:r>
            <a:r>
              <a:rPr lang="en-US" dirty="0" err="1"/>
              <a:t>iriure</a:t>
            </a:r>
            <a:r>
              <a:rPr lang="en-US" dirty="0"/>
              <a:t> dolor in </a:t>
            </a:r>
            <a:r>
              <a:rPr lang="en-US" dirty="0" err="1"/>
              <a:t>hendrerit</a:t>
            </a:r>
            <a:r>
              <a:rPr lang="en-US" dirty="0"/>
              <a:t> in </a:t>
            </a:r>
            <a:r>
              <a:rPr lang="en-US" dirty="0" err="1"/>
              <a:t>vulputate</a:t>
            </a:r>
            <a:r>
              <a:rPr lang="en-US" dirty="0"/>
              <a:t> </a:t>
            </a:r>
            <a:r>
              <a:rPr lang="en-US" dirty="0" err="1"/>
              <a:t>velit</a:t>
            </a:r>
            <a:r>
              <a:rPr lang="en-US" dirty="0"/>
              <a:t> </a:t>
            </a:r>
            <a:r>
              <a:rPr lang="en-US" dirty="0" err="1"/>
              <a:t>esse</a:t>
            </a:r>
            <a:r>
              <a:rPr lang="en-US" dirty="0"/>
              <a:t> </a:t>
            </a:r>
            <a:r>
              <a:rPr lang="en-US" dirty="0" err="1"/>
              <a:t>molestie</a:t>
            </a:r>
            <a:r>
              <a:rPr lang="en-US" dirty="0"/>
              <a:t> </a:t>
            </a:r>
            <a:r>
              <a:rPr lang="en-US" dirty="0" err="1"/>
              <a:t>consequat</a:t>
            </a:r>
            <a:r>
              <a:rPr lang="en-US" dirty="0"/>
              <a:t>, </a:t>
            </a:r>
            <a:r>
              <a:rPr lang="en-US" dirty="0" err="1"/>
              <a:t>vel</a:t>
            </a:r>
            <a:r>
              <a:rPr lang="en-US" dirty="0"/>
              <a:t> </a:t>
            </a:r>
            <a:r>
              <a:rPr lang="en-US" dirty="0" err="1"/>
              <a:t>illum</a:t>
            </a:r>
            <a:r>
              <a:rPr lang="en-US" dirty="0"/>
              <a:t> </a:t>
            </a:r>
            <a:r>
              <a:rPr lang="en-US" dirty="0" err="1"/>
              <a:t>dolore</a:t>
            </a:r>
            <a:r>
              <a:rPr lang="en-US" dirty="0"/>
              <a:t> </a:t>
            </a:r>
            <a:r>
              <a:rPr lang="en-US" dirty="0" err="1"/>
              <a:t>eu</a:t>
            </a:r>
            <a:r>
              <a:rPr lang="en-US" dirty="0"/>
              <a:t> </a:t>
            </a:r>
            <a:r>
              <a:rPr lang="en-US" dirty="0" err="1"/>
              <a:t>feugiat</a:t>
            </a:r>
            <a:r>
              <a:rPr lang="en-US" dirty="0"/>
              <a:t> </a:t>
            </a:r>
            <a:r>
              <a:rPr lang="en-US" dirty="0" err="1"/>
              <a:t>nulla</a:t>
            </a:r>
            <a:r>
              <a:rPr lang="en-US" dirty="0"/>
              <a:t> </a:t>
            </a:r>
            <a:r>
              <a:rPr lang="en-US" dirty="0" err="1"/>
              <a:t>facilisis</a:t>
            </a:r>
            <a:r>
              <a:rPr lang="en-US" dirty="0"/>
              <a:t> at </a:t>
            </a:r>
            <a:r>
              <a:rPr lang="en-US" dirty="0" err="1"/>
              <a:t>vero</a:t>
            </a:r>
            <a:r>
              <a:rPr lang="en-US" dirty="0"/>
              <a:t> </a:t>
            </a:r>
            <a:r>
              <a:rPr lang="en-US" dirty="0" err="1"/>
              <a:t>eros</a:t>
            </a:r>
            <a:r>
              <a:rPr lang="en-US" dirty="0"/>
              <a:t> et. </a:t>
            </a:r>
            <a:r>
              <a:rPr lang="en-US" dirty="0" err="1"/>
              <a:t>Ut</a:t>
            </a:r>
            <a:r>
              <a:rPr lang="en-US" dirty="0"/>
              <a:t> </a:t>
            </a:r>
            <a:r>
              <a:rPr lang="en-US" dirty="0" err="1"/>
              <a:t>wisi</a:t>
            </a:r>
            <a:r>
              <a:rPr lang="en-US" dirty="0"/>
              <a:t> </a:t>
            </a:r>
            <a:r>
              <a:rPr lang="en-US" dirty="0" err="1"/>
              <a:t>enim</a:t>
            </a:r>
            <a:r>
              <a:rPr lang="en-US" dirty="0"/>
              <a:t> ad minim </a:t>
            </a:r>
            <a:r>
              <a:rPr lang="en-US" dirty="0" err="1"/>
              <a:t>veniam</a:t>
            </a:r>
            <a:r>
              <a:rPr lang="en-US" dirty="0"/>
              <a:t>, </a:t>
            </a:r>
            <a:r>
              <a:rPr lang="en-US" dirty="0" err="1"/>
              <a:t>quis</a:t>
            </a:r>
            <a:r>
              <a:rPr lang="en-US" dirty="0"/>
              <a:t> </a:t>
            </a:r>
            <a:r>
              <a:rPr lang="en-US" dirty="0" err="1"/>
              <a:t>nostrud</a:t>
            </a:r>
            <a:r>
              <a:rPr lang="en-US" dirty="0"/>
              <a:t> </a:t>
            </a:r>
            <a:r>
              <a:rPr lang="en-US" dirty="0" err="1"/>
              <a:t>exerci</a:t>
            </a:r>
            <a:r>
              <a:rPr lang="en-US" dirty="0"/>
              <a:t> </a:t>
            </a:r>
            <a:r>
              <a:rPr lang="en-US" dirty="0" err="1"/>
              <a:t>tation</a:t>
            </a:r>
            <a:r>
              <a:rPr lang="en-US" dirty="0"/>
              <a:t> </a:t>
            </a:r>
            <a:r>
              <a:rPr lang="en-US" dirty="0" err="1"/>
              <a:t>ullamcorper</a:t>
            </a:r>
            <a:r>
              <a:rPr lang="en-US" dirty="0"/>
              <a:t> </a:t>
            </a:r>
            <a:r>
              <a:rPr lang="en-US" dirty="0" err="1"/>
              <a:t>suscipit</a:t>
            </a:r>
            <a:r>
              <a:rPr lang="en-US" dirty="0"/>
              <a:t> </a:t>
            </a:r>
            <a:r>
              <a:rPr lang="en-US" dirty="0" err="1"/>
              <a:t>lobortis</a:t>
            </a:r>
            <a:r>
              <a:rPr lang="en-US" dirty="0"/>
              <a:t> </a:t>
            </a:r>
            <a:r>
              <a:rPr lang="en-US" dirty="0" err="1"/>
              <a:t>nisl</a:t>
            </a:r>
            <a:r>
              <a:rPr lang="en-US" dirty="0"/>
              <a:t> </a:t>
            </a:r>
            <a:r>
              <a:rPr lang="en-US" dirty="0" err="1"/>
              <a:t>ut</a:t>
            </a:r>
            <a:r>
              <a:rPr lang="en-US" dirty="0"/>
              <a:t> </a:t>
            </a:r>
            <a:r>
              <a:rPr lang="en-US" dirty="0" err="1"/>
              <a:t>aliquip</a:t>
            </a:r>
            <a:r>
              <a:rPr lang="en-US" dirty="0"/>
              <a:t> ex </a:t>
            </a:r>
            <a:r>
              <a:rPr lang="en-US" dirty="0" err="1"/>
              <a:t>ea</a:t>
            </a:r>
            <a:r>
              <a:rPr lang="en-US" dirty="0"/>
              <a:t> </a:t>
            </a:r>
            <a:r>
              <a:rPr lang="en-US" dirty="0" err="1"/>
              <a:t>commodo</a:t>
            </a:r>
            <a:r>
              <a:rPr lang="en-US" dirty="0"/>
              <a:t> </a:t>
            </a:r>
            <a:r>
              <a:rPr lang="en-US" dirty="0" err="1"/>
              <a:t>consequat</a:t>
            </a:r>
            <a:r>
              <a:rPr lang="en-US" dirty="0"/>
              <a:t>. </a:t>
            </a:r>
            <a:r>
              <a:rPr lang="en-US" dirty="0" err="1"/>
              <a:t>Duis</a:t>
            </a:r>
            <a:r>
              <a:rPr lang="en-US" dirty="0"/>
              <a:t> </a:t>
            </a:r>
            <a:r>
              <a:rPr lang="en-US" dirty="0" err="1"/>
              <a:t>autem</a:t>
            </a:r>
            <a:r>
              <a:rPr lang="en-US" dirty="0"/>
              <a:t> </a:t>
            </a:r>
            <a:r>
              <a:rPr lang="en-US" dirty="0" err="1"/>
              <a:t>vel</a:t>
            </a:r>
            <a:r>
              <a:rPr lang="en-US" dirty="0"/>
              <a:t> </a:t>
            </a:r>
            <a:r>
              <a:rPr lang="en-US" dirty="0" err="1"/>
              <a:t>eum</a:t>
            </a:r>
            <a:r>
              <a:rPr lang="en-US" dirty="0"/>
              <a:t> </a:t>
            </a:r>
            <a:r>
              <a:rPr lang="en-US" dirty="0" err="1"/>
              <a:t>iriure</a:t>
            </a:r>
            <a:r>
              <a:rPr lang="en-US" dirty="0"/>
              <a:t> dolor in </a:t>
            </a:r>
            <a:r>
              <a:rPr lang="en-US" dirty="0" err="1"/>
              <a:t>hendrerit</a:t>
            </a:r>
            <a:r>
              <a:rPr lang="en-US" dirty="0"/>
              <a:t> in </a:t>
            </a:r>
            <a:r>
              <a:rPr lang="en-US" dirty="0" err="1"/>
              <a:t>vulputate</a:t>
            </a:r>
            <a:r>
              <a:rPr lang="en-US" dirty="0"/>
              <a:t> </a:t>
            </a:r>
            <a:r>
              <a:rPr lang="en-US" dirty="0" err="1"/>
              <a:t>velit</a:t>
            </a:r>
            <a:r>
              <a:rPr lang="en-US" dirty="0"/>
              <a:t> </a:t>
            </a:r>
            <a:r>
              <a:rPr lang="en-US" dirty="0" err="1"/>
              <a:t>esse</a:t>
            </a:r>
            <a:r>
              <a:rPr lang="en-US" dirty="0"/>
              <a:t> </a:t>
            </a:r>
            <a:r>
              <a:rPr lang="en-US" dirty="0" err="1"/>
              <a:t>molestie</a:t>
            </a:r>
            <a:r>
              <a:rPr lang="en-US" dirty="0"/>
              <a:t> </a:t>
            </a:r>
            <a:r>
              <a:rPr lang="en-US" dirty="0" err="1"/>
              <a:t>cnim</a:t>
            </a:r>
            <a:r>
              <a:rPr lang="en-US" dirty="0"/>
              <a:t> ad minim </a:t>
            </a:r>
            <a:r>
              <a:rPr lang="en-US" dirty="0" err="1"/>
              <a:t>veniam</a:t>
            </a:r>
            <a:r>
              <a:rPr lang="en-US" dirty="0"/>
              <a:t> </a:t>
            </a:r>
            <a:r>
              <a:rPr lang="en-US" dirty="0" err="1"/>
              <a:t>Ut</a:t>
            </a:r>
            <a:r>
              <a:rPr lang="en-US" dirty="0"/>
              <a:t> </a:t>
            </a:r>
            <a:r>
              <a:rPr lang="en-US" dirty="0" err="1"/>
              <a:t>wisi</a:t>
            </a:r>
            <a:r>
              <a:rPr lang="en-US" dirty="0"/>
              <a:t> </a:t>
            </a:r>
            <a:r>
              <a:rPr lang="en-US" dirty="0" err="1"/>
              <a:t>enim</a:t>
            </a:r>
            <a:r>
              <a:rPr lang="en-US" dirty="0"/>
              <a:t> ad minim </a:t>
            </a:r>
            <a:r>
              <a:rPr lang="en-US" dirty="0" err="1"/>
              <a:t>veniam</a:t>
            </a:r>
            <a:r>
              <a:rPr lang="en-US" dirty="0"/>
              <a:t>, </a:t>
            </a:r>
            <a:r>
              <a:rPr lang="en-US" dirty="0" err="1"/>
              <a:t>ut</a:t>
            </a:r>
            <a:r>
              <a:rPr lang="en-US" dirty="0"/>
              <a:t> </a:t>
            </a:r>
            <a:r>
              <a:rPr lang="en-US" dirty="0" err="1"/>
              <a:t>aliquip</a:t>
            </a:r>
            <a:r>
              <a:rPr lang="en-US" dirty="0"/>
              <a:t> ex.</a:t>
            </a:r>
          </a:p>
        </p:txBody>
      </p:sp>
      <p:cxnSp>
        <p:nvCxnSpPr>
          <p:cNvPr id="18" name="Straight Connector 17"/>
          <p:cNvCxnSpPr/>
          <p:nvPr userDrawn="1"/>
        </p:nvCxnSpPr>
        <p:spPr>
          <a:xfrm>
            <a:off x="5350374" y="3536687"/>
            <a:ext cx="2848997" cy="0"/>
          </a:xfrm>
          <a:prstGeom prst="line">
            <a:avLst/>
          </a:prstGeom>
          <a:ln>
            <a:solidFill>
              <a:srgbClr val="4C4C4E"/>
            </a:solidFill>
          </a:ln>
        </p:spPr>
        <p:style>
          <a:lnRef idx="1">
            <a:schemeClr val="accent1"/>
          </a:lnRef>
          <a:fillRef idx="0">
            <a:schemeClr val="accent1"/>
          </a:fillRef>
          <a:effectRef idx="0">
            <a:schemeClr val="accent1"/>
          </a:effectRef>
          <a:fontRef idx="minor">
            <a:schemeClr val="tx1"/>
          </a:fontRef>
        </p:style>
      </p:cxnSp>
      <p:sp>
        <p:nvSpPr>
          <p:cNvPr id="20" name="Text Placeholder 3"/>
          <p:cNvSpPr>
            <a:spLocks noGrp="1"/>
          </p:cNvSpPr>
          <p:nvPr>
            <p:ph type="body" sz="half" idx="15" hasCustomPrompt="1"/>
          </p:nvPr>
        </p:nvSpPr>
        <p:spPr>
          <a:xfrm>
            <a:off x="515294" y="520742"/>
            <a:ext cx="7684078" cy="327313"/>
          </a:xfrm>
        </p:spPr>
        <p:txBody>
          <a:bodyPr>
            <a:normAutofit/>
          </a:bodyPr>
          <a:lstStyle>
            <a:lvl1pPr marL="0" indent="0">
              <a:buNone/>
              <a:defRPr sz="1400" b="1" i="0">
                <a:solidFill>
                  <a:srgbClr val="747678"/>
                </a:solidFill>
                <a:latin typeface="Calibri" charset="0"/>
                <a:ea typeface="Calibri" charset="0"/>
                <a:cs typeface="Calibri"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Subtitle Goes Here Calibri Bold 14 </a:t>
            </a:r>
            <a:r>
              <a:rPr lang="en-US" dirty="0" err="1"/>
              <a:t>pt</a:t>
            </a:r>
            <a:r>
              <a:rPr lang="en-US" dirty="0"/>
              <a:t> </a:t>
            </a:r>
          </a:p>
        </p:txBody>
      </p:sp>
      <p:sp>
        <p:nvSpPr>
          <p:cNvPr id="21" name="Text Placeholder 3"/>
          <p:cNvSpPr>
            <a:spLocks noGrp="1"/>
          </p:cNvSpPr>
          <p:nvPr>
            <p:ph type="body" sz="half" idx="16" hasCustomPrompt="1"/>
          </p:nvPr>
        </p:nvSpPr>
        <p:spPr>
          <a:xfrm>
            <a:off x="515294" y="221183"/>
            <a:ext cx="7684078" cy="299560"/>
          </a:xfrm>
        </p:spPr>
        <p:txBody>
          <a:bodyPr>
            <a:noAutofit/>
          </a:bodyPr>
          <a:lstStyle>
            <a:lvl1pPr marL="0" indent="0">
              <a:buNone/>
              <a:defRPr sz="1800" b="1" i="0">
                <a:solidFill>
                  <a:srgbClr val="4D4D4F"/>
                </a:solidFill>
                <a:latin typeface="Calibri" charset="0"/>
                <a:ea typeface="Calibri" charset="0"/>
                <a:cs typeface="Calibri"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Title Goes Here Calibri Bold 18 </a:t>
            </a:r>
            <a:r>
              <a:rPr lang="en-US" dirty="0" err="1"/>
              <a:t>pt</a:t>
            </a:r>
            <a:endParaRPr lang="en-US" dirty="0"/>
          </a:p>
        </p:txBody>
      </p:sp>
      <p:sp>
        <p:nvSpPr>
          <p:cNvPr id="10" name="Content Placeholder 2"/>
          <p:cNvSpPr>
            <a:spLocks noGrp="1"/>
          </p:cNvSpPr>
          <p:nvPr>
            <p:ph idx="17" hasCustomPrompt="1"/>
          </p:nvPr>
        </p:nvSpPr>
        <p:spPr>
          <a:xfrm>
            <a:off x="515294" y="2492771"/>
            <a:ext cx="2146487" cy="1727744"/>
          </a:xfrm>
        </p:spPr>
        <p:txBody>
          <a:bodyPr>
            <a:normAutofit/>
          </a:bodyPr>
          <a:lstStyle>
            <a:lvl1pPr marL="0" indent="0">
              <a:buNone/>
              <a:defRPr sz="1200" b="0" i="0" baseline="0">
                <a:latin typeface="Calibri" charset="0"/>
                <a:ea typeface="Calibri" charset="0"/>
                <a:cs typeface="Calibri" charset="0"/>
              </a:defRPr>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Pie Chart 1</a:t>
            </a:r>
          </a:p>
        </p:txBody>
      </p:sp>
      <p:sp>
        <p:nvSpPr>
          <p:cNvPr id="11" name="Content Placeholder 2"/>
          <p:cNvSpPr>
            <a:spLocks noGrp="1"/>
          </p:cNvSpPr>
          <p:nvPr>
            <p:ph idx="18" hasCustomPrompt="1"/>
          </p:nvPr>
        </p:nvSpPr>
        <p:spPr>
          <a:xfrm>
            <a:off x="2919745" y="2492771"/>
            <a:ext cx="2146487" cy="1729232"/>
          </a:xfrm>
        </p:spPr>
        <p:txBody>
          <a:bodyPr>
            <a:normAutofit/>
          </a:bodyPr>
          <a:lstStyle>
            <a:lvl1pPr marL="0" indent="0">
              <a:buNone/>
              <a:defRPr sz="1000" b="0" i="0" baseline="0">
                <a:latin typeface="Calibri" charset="0"/>
                <a:ea typeface="Calibri" charset="0"/>
                <a:cs typeface="Calibri" charset="0"/>
              </a:defRPr>
            </a:lvl1pPr>
            <a:lvl2pPr marL="457200" indent="0">
              <a:buNone/>
              <a:defRPr sz="1000" b="0" i="0">
                <a:latin typeface="Calibri" charset="0"/>
                <a:ea typeface="Calibri" charset="0"/>
                <a:cs typeface="Calibri" charset="0"/>
              </a:defRPr>
            </a:lvl2pPr>
            <a:lvl3pPr marL="914400" indent="0">
              <a:buNone/>
              <a:defRPr sz="1000" b="0" i="0">
                <a:latin typeface="Calibri" charset="0"/>
                <a:ea typeface="Calibri" charset="0"/>
                <a:cs typeface="Calibri" charset="0"/>
              </a:defRPr>
            </a:lvl3pPr>
            <a:lvl4pPr marL="1371600" indent="0">
              <a:buNone/>
              <a:defRPr sz="1000" b="0" i="0">
                <a:latin typeface="Calibri" charset="0"/>
                <a:ea typeface="Calibri" charset="0"/>
                <a:cs typeface="Calibri" charset="0"/>
              </a:defRPr>
            </a:lvl4pPr>
            <a:lvl5pPr marL="1828800" indent="0">
              <a:buNone/>
              <a:defRPr sz="1000" b="0" i="0">
                <a:latin typeface="Calibri" charset="0"/>
                <a:ea typeface="Calibri" charset="0"/>
                <a:cs typeface="Calibri" charset="0"/>
              </a:defRPr>
            </a:lvl5pPr>
            <a:lvl6pPr>
              <a:defRPr sz="2000"/>
            </a:lvl6pPr>
            <a:lvl7pPr>
              <a:defRPr sz="2000"/>
            </a:lvl7pPr>
            <a:lvl8pPr>
              <a:defRPr sz="2000"/>
            </a:lvl8pPr>
            <a:lvl9pPr>
              <a:defRPr sz="2000"/>
            </a:lvl9pPr>
          </a:lstStyle>
          <a:p>
            <a:pPr lvl="0"/>
            <a:r>
              <a:rPr lang="en-US" dirty="0"/>
              <a:t>Pie Chart 2</a:t>
            </a:r>
          </a:p>
        </p:txBody>
      </p:sp>
    </p:spTree>
    <p:extLst>
      <p:ext uri="{BB962C8B-B14F-4D97-AF65-F5344CB8AC3E}">
        <p14:creationId xmlns:p14="http://schemas.microsoft.com/office/powerpoint/2010/main" val="20404841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Graphic Char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 Placeholder 3"/>
          <p:cNvSpPr>
            <a:spLocks noGrp="1"/>
          </p:cNvSpPr>
          <p:nvPr>
            <p:ph type="body" sz="half" idx="2" hasCustomPrompt="1"/>
          </p:nvPr>
        </p:nvSpPr>
        <p:spPr>
          <a:xfrm>
            <a:off x="515294" y="4159328"/>
            <a:ext cx="7684078" cy="448831"/>
          </a:xfrm>
        </p:spPr>
        <p:txBody>
          <a:bodyPr>
            <a:normAutofit/>
          </a:bodyPr>
          <a:lstStyle>
            <a:lvl1pPr marL="0" indent="0">
              <a:buNone/>
              <a:defRPr sz="1000" b="0" i="0">
                <a:solidFill>
                  <a:srgbClr val="4D4D4F"/>
                </a:solidFill>
                <a:latin typeface="Calibri" charset="0"/>
                <a:ea typeface="Calibri" charset="0"/>
                <a:cs typeface="Calibri"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Calibri 10 </a:t>
            </a:r>
            <a:r>
              <a:rPr lang="en-US" dirty="0" err="1"/>
              <a:t>pt</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euismod</a:t>
            </a:r>
            <a:r>
              <a:rPr lang="en-US" dirty="0"/>
              <a:t> </a:t>
            </a:r>
            <a:r>
              <a:rPr lang="en-US" dirty="0" err="1"/>
              <a:t>tincidunt</a:t>
            </a:r>
            <a:r>
              <a:rPr lang="en-US" dirty="0"/>
              <a:t> </a:t>
            </a:r>
            <a:r>
              <a:rPr lang="en-US" dirty="0" err="1"/>
              <a:t>ut</a:t>
            </a:r>
            <a:r>
              <a:rPr lang="en-US" dirty="0"/>
              <a:t> </a:t>
            </a:r>
            <a:r>
              <a:rPr lang="en-US" dirty="0" err="1"/>
              <a:t>laoreet</a:t>
            </a:r>
            <a:r>
              <a:rPr lang="en-US" dirty="0"/>
              <a:t> </a:t>
            </a:r>
            <a:r>
              <a:rPr lang="en-US" dirty="0" err="1"/>
              <a:t>dolore</a:t>
            </a:r>
            <a:r>
              <a:rPr lang="en-US" dirty="0"/>
              <a:t> magna </a:t>
            </a:r>
            <a:r>
              <a:rPr lang="en-US" dirty="0" err="1"/>
              <a:t>aliquam</a:t>
            </a:r>
            <a:r>
              <a:rPr lang="en-US" dirty="0"/>
              <a:t> </a:t>
            </a:r>
            <a:r>
              <a:rPr lang="en-US" dirty="0" err="1"/>
              <a:t>erat</a:t>
            </a:r>
            <a:r>
              <a:rPr lang="en-US" dirty="0"/>
              <a:t> </a:t>
            </a:r>
            <a:r>
              <a:rPr lang="en-US" dirty="0" err="1"/>
              <a:t>volutpat</a:t>
            </a:r>
            <a:r>
              <a:rPr lang="en-US" dirty="0"/>
              <a:t>. </a:t>
            </a:r>
            <a:r>
              <a:rPr lang="en-US" dirty="0" err="1"/>
              <a:t>Ut</a:t>
            </a:r>
            <a:r>
              <a:rPr lang="en-US" dirty="0"/>
              <a:t> </a:t>
            </a:r>
            <a:r>
              <a:rPr lang="en-US" dirty="0" err="1"/>
              <a:t>wisi</a:t>
            </a:r>
            <a:r>
              <a:rPr lang="en-US" dirty="0"/>
              <a:t> </a:t>
            </a:r>
            <a:r>
              <a:rPr lang="en-US" dirty="0" err="1"/>
              <a:t>enim</a:t>
            </a:r>
            <a:r>
              <a:rPr lang="en-US" dirty="0"/>
              <a:t> ad minim </a:t>
            </a:r>
            <a:r>
              <a:rPr lang="en-US" dirty="0" err="1"/>
              <a:t>veniam</a:t>
            </a:r>
            <a:r>
              <a:rPr lang="en-US" dirty="0"/>
              <a:t>, </a:t>
            </a:r>
            <a:r>
              <a:rPr lang="en-US" dirty="0" err="1"/>
              <a:t>quis</a:t>
            </a:r>
            <a:r>
              <a:rPr lang="en-US" dirty="0"/>
              <a:t> </a:t>
            </a:r>
            <a:r>
              <a:rPr lang="en-US" dirty="0" err="1"/>
              <a:t>nostrud</a:t>
            </a:r>
            <a:r>
              <a:rPr lang="en-US" dirty="0"/>
              <a:t> </a:t>
            </a:r>
            <a:r>
              <a:rPr lang="en-US" dirty="0" err="1"/>
              <a:t>exerci</a:t>
            </a:r>
            <a:r>
              <a:rPr lang="en-US" dirty="0"/>
              <a:t> </a:t>
            </a:r>
            <a:r>
              <a:rPr lang="en-US" dirty="0" err="1"/>
              <a:t>tation</a:t>
            </a:r>
            <a:r>
              <a:rPr lang="en-US" dirty="0"/>
              <a:t> </a:t>
            </a:r>
            <a:r>
              <a:rPr lang="en-US" dirty="0" err="1"/>
              <a:t>ullamcorper</a:t>
            </a:r>
            <a:r>
              <a:rPr lang="en-US" dirty="0"/>
              <a:t> </a:t>
            </a:r>
            <a:r>
              <a:rPr lang="en-US" dirty="0" err="1"/>
              <a:t>suscipit</a:t>
            </a:r>
            <a:r>
              <a:rPr lang="en-US" dirty="0"/>
              <a:t> </a:t>
            </a:r>
            <a:r>
              <a:rPr lang="en-US" dirty="0" err="1"/>
              <a:t>lobortis</a:t>
            </a:r>
            <a:r>
              <a:rPr lang="en-US" dirty="0"/>
              <a:t> </a:t>
            </a:r>
            <a:r>
              <a:rPr lang="en-US" dirty="0" err="1"/>
              <a:t>nisl</a:t>
            </a:r>
            <a:r>
              <a:rPr lang="en-US" dirty="0"/>
              <a:t> </a:t>
            </a:r>
            <a:r>
              <a:rPr lang="en-US" dirty="0" err="1"/>
              <a:t>ut</a:t>
            </a:r>
            <a:r>
              <a:rPr lang="en-US" dirty="0"/>
              <a:t> </a:t>
            </a:r>
            <a:r>
              <a:rPr lang="en-US" dirty="0" err="1"/>
              <a:t>aliquip</a:t>
            </a:r>
            <a:r>
              <a:rPr lang="en-US" dirty="0"/>
              <a:t> ex </a:t>
            </a:r>
            <a:r>
              <a:rPr lang="en-US" dirty="0" err="1"/>
              <a:t>ea</a:t>
            </a:r>
            <a:r>
              <a:rPr lang="en-US" dirty="0"/>
              <a:t> </a:t>
            </a:r>
            <a:r>
              <a:rPr lang="en-US" dirty="0" err="1"/>
              <a:t>commodo</a:t>
            </a:r>
            <a:r>
              <a:rPr lang="en-US" dirty="0"/>
              <a:t> </a:t>
            </a:r>
            <a:r>
              <a:rPr lang="en-US" dirty="0" err="1"/>
              <a:t>consequat</a:t>
            </a:r>
            <a:r>
              <a:rPr lang="en-US" dirty="0"/>
              <a:t>. </a:t>
            </a:r>
            <a:r>
              <a:rPr lang="en-US" dirty="0" err="1"/>
              <a:t>Duis</a:t>
            </a:r>
            <a:r>
              <a:rPr lang="en-US" dirty="0"/>
              <a:t> </a:t>
            </a:r>
            <a:r>
              <a:rPr lang="en-US" dirty="0" err="1"/>
              <a:t>autem</a:t>
            </a:r>
            <a:r>
              <a:rPr lang="en-US" dirty="0"/>
              <a:t> </a:t>
            </a:r>
            <a:r>
              <a:rPr lang="en-US" dirty="0" err="1"/>
              <a:t>vel</a:t>
            </a:r>
            <a:r>
              <a:rPr lang="en-US" dirty="0"/>
              <a:t> </a:t>
            </a:r>
            <a:r>
              <a:rPr lang="en-US" dirty="0" err="1"/>
              <a:t>eum</a:t>
            </a:r>
            <a:r>
              <a:rPr lang="en-US" dirty="0"/>
              <a:t> </a:t>
            </a:r>
            <a:r>
              <a:rPr lang="en-US" dirty="0" err="1"/>
              <a:t>iriure</a:t>
            </a:r>
            <a:r>
              <a:rPr lang="en-US" dirty="0"/>
              <a:t> dolor in </a:t>
            </a:r>
            <a:r>
              <a:rPr lang="en-US" dirty="0" err="1"/>
              <a:t>hendrerit</a:t>
            </a:r>
            <a:r>
              <a:rPr lang="en-US" dirty="0"/>
              <a:t>.</a:t>
            </a:r>
          </a:p>
        </p:txBody>
      </p:sp>
      <p:sp>
        <p:nvSpPr>
          <p:cNvPr id="7" name="Slide Number Placeholder 6"/>
          <p:cNvSpPr>
            <a:spLocks noGrp="1"/>
          </p:cNvSpPr>
          <p:nvPr>
            <p:ph type="sldNum" sz="quarter" idx="12"/>
          </p:nvPr>
        </p:nvSpPr>
        <p:spPr>
          <a:xfrm>
            <a:off x="6881143" y="4714362"/>
            <a:ext cx="2057400" cy="274637"/>
          </a:xfrm>
        </p:spPr>
        <p:txBody>
          <a:bodyPr/>
          <a:lstStyle>
            <a:lvl1pPr>
              <a:defRPr sz="600" b="0" i="0">
                <a:solidFill>
                  <a:srgbClr val="4D4D4F"/>
                </a:solidFill>
                <a:latin typeface="Calibri" charset="0"/>
                <a:ea typeface="Calibri" charset="0"/>
                <a:cs typeface="Calibri" charset="0"/>
              </a:defRPr>
            </a:lvl1pPr>
          </a:lstStyle>
          <a:p>
            <a:fld id="{A9F82C8E-865A-2440-AB2D-36CAA05B882C}" type="slidenum">
              <a:rPr lang="en-US" smtClean="0"/>
              <a:pPr/>
              <a:t>‹#›</a:t>
            </a:fld>
            <a:endParaRPr lang="en-US" dirty="0"/>
          </a:p>
        </p:txBody>
      </p:sp>
      <p:cxnSp>
        <p:nvCxnSpPr>
          <p:cNvPr id="9" name="Straight Connector 8"/>
          <p:cNvCxnSpPr/>
          <p:nvPr userDrawn="1"/>
        </p:nvCxnSpPr>
        <p:spPr>
          <a:xfrm>
            <a:off x="600010" y="4043007"/>
            <a:ext cx="7599362" cy="0"/>
          </a:xfrm>
          <a:prstGeom prst="line">
            <a:avLst/>
          </a:prstGeom>
          <a:ln>
            <a:solidFill>
              <a:srgbClr val="4C4C4E"/>
            </a:solidFill>
          </a:ln>
        </p:spPr>
        <p:style>
          <a:lnRef idx="1">
            <a:schemeClr val="accent1"/>
          </a:lnRef>
          <a:fillRef idx="0">
            <a:schemeClr val="accent1"/>
          </a:fillRef>
          <a:effectRef idx="0">
            <a:schemeClr val="accent1"/>
          </a:effectRef>
          <a:fontRef idx="minor">
            <a:schemeClr val="tx1"/>
          </a:fontRef>
        </p:style>
      </p:cxnSp>
      <p:sp>
        <p:nvSpPr>
          <p:cNvPr id="13" name="Text Placeholder 3"/>
          <p:cNvSpPr>
            <a:spLocks noGrp="1"/>
          </p:cNvSpPr>
          <p:nvPr>
            <p:ph type="body" sz="half" idx="15" hasCustomPrompt="1"/>
          </p:nvPr>
        </p:nvSpPr>
        <p:spPr>
          <a:xfrm>
            <a:off x="515294" y="520742"/>
            <a:ext cx="7684078" cy="327313"/>
          </a:xfrm>
        </p:spPr>
        <p:txBody>
          <a:bodyPr>
            <a:normAutofit/>
          </a:bodyPr>
          <a:lstStyle>
            <a:lvl1pPr marL="0" indent="0">
              <a:buNone/>
              <a:defRPr sz="1400" b="1" i="0">
                <a:solidFill>
                  <a:srgbClr val="747678"/>
                </a:solidFill>
                <a:latin typeface="Calibri" charset="0"/>
                <a:ea typeface="Calibri" charset="0"/>
                <a:cs typeface="Calibri"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Subtitle Goes Here Calibri Bold 14 </a:t>
            </a:r>
            <a:r>
              <a:rPr lang="en-US" dirty="0" err="1"/>
              <a:t>pt</a:t>
            </a:r>
            <a:r>
              <a:rPr lang="en-US" dirty="0"/>
              <a:t> </a:t>
            </a:r>
          </a:p>
        </p:txBody>
      </p:sp>
      <p:sp>
        <p:nvSpPr>
          <p:cNvPr id="16" name="Text Placeholder 3"/>
          <p:cNvSpPr>
            <a:spLocks noGrp="1"/>
          </p:cNvSpPr>
          <p:nvPr>
            <p:ph type="body" sz="half" idx="16" hasCustomPrompt="1"/>
          </p:nvPr>
        </p:nvSpPr>
        <p:spPr>
          <a:xfrm>
            <a:off x="515294" y="221183"/>
            <a:ext cx="7684078" cy="299560"/>
          </a:xfrm>
        </p:spPr>
        <p:txBody>
          <a:bodyPr>
            <a:noAutofit/>
          </a:bodyPr>
          <a:lstStyle>
            <a:lvl1pPr marL="0" indent="0">
              <a:buNone/>
              <a:defRPr sz="1800" b="1" i="0">
                <a:solidFill>
                  <a:srgbClr val="4D4D4F"/>
                </a:solidFill>
                <a:latin typeface="Calibri" charset="0"/>
                <a:ea typeface="Calibri" charset="0"/>
                <a:cs typeface="Calibri"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Title Goes Here Calibri Bold 18 </a:t>
            </a:r>
            <a:r>
              <a:rPr lang="en-US" dirty="0" err="1"/>
              <a:t>pt</a:t>
            </a:r>
            <a:endParaRPr lang="en-US" dirty="0"/>
          </a:p>
        </p:txBody>
      </p:sp>
      <p:sp>
        <p:nvSpPr>
          <p:cNvPr id="10" name="Content Placeholder 2"/>
          <p:cNvSpPr>
            <a:spLocks noGrp="1"/>
          </p:cNvSpPr>
          <p:nvPr>
            <p:ph idx="17" hasCustomPrompt="1"/>
          </p:nvPr>
        </p:nvSpPr>
        <p:spPr>
          <a:xfrm>
            <a:off x="515294" y="1074452"/>
            <a:ext cx="2797840" cy="2583148"/>
          </a:xfrm>
        </p:spPr>
        <p:txBody>
          <a:bodyPr>
            <a:normAutofit/>
          </a:bodyPr>
          <a:lstStyle>
            <a:lvl1pPr marL="0" indent="0">
              <a:buNone/>
              <a:defRPr sz="1200" b="0" i="0" baseline="0">
                <a:latin typeface="Calibri" charset="0"/>
                <a:ea typeface="Calibri" charset="0"/>
                <a:cs typeface="Calibri" charset="0"/>
              </a:defRPr>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Graphic </a:t>
            </a:r>
            <a:r>
              <a:rPr lang="en-US" dirty="0"/>
              <a:t>Chart 1</a:t>
            </a:r>
          </a:p>
        </p:txBody>
      </p:sp>
      <p:sp>
        <p:nvSpPr>
          <p:cNvPr id="11" name="Content Placeholder 2"/>
          <p:cNvSpPr>
            <a:spLocks noGrp="1"/>
          </p:cNvSpPr>
          <p:nvPr>
            <p:ph idx="18" hasCustomPrompt="1"/>
          </p:nvPr>
        </p:nvSpPr>
        <p:spPr>
          <a:xfrm>
            <a:off x="4018374" y="1074452"/>
            <a:ext cx="2797840" cy="2583148"/>
          </a:xfrm>
        </p:spPr>
        <p:txBody>
          <a:bodyPr>
            <a:normAutofit/>
          </a:bodyPr>
          <a:lstStyle>
            <a:lvl1pPr marL="0" indent="0">
              <a:buNone/>
              <a:defRPr sz="1200" b="0" i="0" baseline="0">
                <a:latin typeface="Calibri" charset="0"/>
                <a:ea typeface="Calibri" charset="0"/>
                <a:cs typeface="Calibri" charset="0"/>
              </a:defRPr>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Graphic Chart 2</a:t>
            </a:r>
          </a:p>
        </p:txBody>
      </p:sp>
    </p:spTree>
    <p:extLst>
      <p:ext uri="{BB962C8B-B14F-4D97-AF65-F5344CB8AC3E}">
        <p14:creationId xmlns:p14="http://schemas.microsoft.com/office/powerpoint/2010/main" val="180174562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ab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a:xfrm>
            <a:off x="6881143" y="4714361"/>
            <a:ext cx="2057400" cy="274637"/>
          </a:xfrm>
        </p:spPr>
        <p:txBody>
          <a:bodyPr/>
          <a:lstStyle>
            <a:lvl1pPr>
              <a:defRPr sz="600" b="0" i="0">
                <a:solidFill>
                  <a:srgbClr val="4D4D4F"/>
                </a:solidFill>
                <a:latin typeface="Calibri" charset="0"/>
                <a:ea typeface="Calibri" charset="0"/>
                <a:cs typeface="Calibri" charset="0"/>
              </a:defRPr>
            </a:lvl1pPr>
          </a:lstStyle>
          <a:p>
            <a:fld id="{A9F82C8E-865A-2440-AB2D-36CAA05B882C}" type="slidenum">
              <a:rPr lang="en-US" smtClean="0"/>
              <a:pPr/>
              <a:t>‹#›</a:t>
            </a:fld>
            <a:endParaRPr lang="en-US" dirty="0"/>
          </a:p>
        </p:txBody>
      </p:sp>
      <p:sp>
        <p:nvSpPr>
          <p:cNvPr id="8" name="Text Placeholder 3"/>
          <p:cNvSpPr>
            <a:spLocks noGrp="1"/>
          </p:cNvSpPr>
          <p:nvPr>
            <p:ph type="body" sz="half" idx="15" hasCustomPrompt="1"/>
          </p:nvPr>
        </p:nvSpPr>
        <p:spPr>
          <a:xfrm>
            <a:off x="515294" y="520742"/>
            <a:ext cx="7684078" cy="327313"/>
          </a:xfrm>
        </p:spPr>
        <p:txBody>
          <a:bodyPr>
            <a:normAutofit/>
          </a:bodyPr>
          <a:lstStyle>
            <a:lvl1pPr marL="0" indent="0">
              <a:buNone/>
              <a:defRPr sz="1400" b="1" i="0">
                <a:solidFill>
                  <a:srgbClr val="747678"/>
                </a:solidFill>
                <a:latin typeface="Calibri" charset="0"/>
                <a:ea typeface="Calibri" charset="0"/>
                <a:cs typeface="Calibri"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Subtitle Goes Here Calibri Bold 14 </a:t>
            </a:r>
            <a:r>
              <a:rPr lang="en-US" dirty="0" err="1"/>
              <a:t>pt</a:t>
            </a:r>
            <a:r>
              <a:rPr lang="en-US" dirty="0"/>
              <a:t> </a:t>
            </a:r>
          </a:p>
        </p:txBody>
      </p:sp>
      <p:sp>
        <p:nvSpPr>
          <p:cNvPr id="10" name="Text Placeholder 3"/>
          <p:cNvSpPr>
            <a:spLocks noGrp="1"/>
          </p:cNvSpPr>
          <p:nvPr>
            <p:ph type="body" sz="half" idx="16" hasCustomPrompt="1"/>
          </p:nvPr>
        </p:nvSpPr>
        <p:spPr>
          <a:xfrm>
            <a:off x="515294" y="221183"/>
            <a:ext cx="7684078" cy="299560"/>
          </a:xfrm>
        </p:spPr>
        <p:txBody>
          <a:bodyPr>
            <a:noAutofit/>
          </a:bodyPr>
          <a:lstStyle>
            <a:lvl1pPr marL="0" indent="0">
              <a:buNone/>
              <a:defRPr sz="1800" b="1" i="0">
                <a:solidFill>
                  <a:srgbClr val="4D4D4F"/>
                </a:solidFill>
                <a:latin typeface="Calibri" charset="0"/>
                <a:ea typeface="Calibri" charset="0"/>
                <a:cs typeface="Calibri"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Title Goes Here Calibri Bold 18 </a:t>
            </a:r>
            <a:r>
              <a:rPr lang="en-US" dirty="0" err="1"/>
              <a:t>pt</a:t>
            </a:r>
            <a:endParaRPr lang="en-US" dirty="0"/>
          </a:p>
        </p:txBody>
      </p:sp>
      <p:sp>
        <p:nvSpPr>
          <p:cNvPr id="9" name="Text Placeholder 3"/>
          <p:cNvSpPr>
            <a:spLocks noGrp="1"/>
          </p:cNvSpPr>
          <p:nvPr>
            <p:ph type="body" sz="half" idx="17" hasCustomPrompt="1"/>
          </p:nvPr>
        </p:nvSpPr>
        <p:spPr>
          <a:xfrm>
            <a:off x="515294" y="2740220"/>
            <a:ext cx="7684078" cy="305279"/>
          </a:xfrm>
        </p:spPr>
        <p:txBody>
          <a:bodyPr>
            <a:normAutofit/>
          </a:bodyPr>
          <a:lstStyle>
            <a:lvl1pPr marL="0" indent="0">
              <a:buNone/>
              <a:defRPr sz="1400" b="1" i="0">
                <a:solidFill>
                  <a:srgbClr val="E3B52B"/>
                </a:solidFill>
                <a:latin typeface="Calibri" charset="0"/>
                <a:ea typeface="Calibri" charset="0"/>
                <a:cs typeface="Calibri"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Title Goes Here Calibri Bold 14 </a:t>
            </a:r>
            <a:r>
              <a:rPr lang="en-US" dirty="0" err="1"/>
              <a:t>pt</a:t>
            </a:r>
            <a:endParaRPr lang="en-US" dirty="0"/>
          </a:p>
        </p:txBody>
      </p:sp>
      <p:sp>
        <p:nvSpPr>
          <p:cNvPr id="11" name="Content Placeholder 2"/>
          <p:cNvSpPr>
            <a:spLocks noGrp="1"/>
          </p:cNvSpPr>
          <p:nvPr>
            <p:ph idx="18" hasCustomPrompt="1"/>
          </p:nvPr>
        </p:nvSpPr>
        <p:spPr>
          <a:xfrm>
            <a:off x="515294" y="1000832"/>
            <a:ext cx="6175617" cy="1483360"/>
          </a:xfrm>
        </p:spPr>
        <p:txBody>
          <a:bodyPr>
            <a:normAutofit/>
          </a:bodyPr>
          <a:lstStyle>
            <a:lvl1pPr marL="0" indent="0">
              <a:buNone/>
              <a:defRPr sz="1200" b="0" i="0" baseline="0">
                <a:latin typeface="Calibri" charset="0"/>
                <a:ea typeface="Calibri" charset="0"/>
                <a:cs typeface="Calibri" charset="0"/>
              </a:defRPr>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Table 1</a:t>
            </a:r>
          </a:p>
        </p:txBody>
      </p:sp>
      <p:sp>
        <p:nvSpPr>
          <p:cNvPr id="12" name="Content Placeholder 2"/>
          <p:cNvSpPr>
            <a:spLocks noGrp="1"/>
          </p:cNvSpPr>
          <p:nvPr>
            <p:ph idx="19" hasCustomPrompt="1"/>
          </p:nvPr>
        </p:nvSpPr>
        <p:spPr>
          <a:xfrm>
            <a:off x="515294" y="3045499"/>
            <a:ext cx="3913488" cy="1483360"/>
          </a:xfrm>
        </p:spPr>
        <p:txBody>
          <a:bodyPr>
            <a:normAutofit/>
          </a:bodyPr>
          <a:lstStyle>
            <a:lvl1pPr marL="0" indent="0">
              <a:buNone/>
              <a:defRPr sz="1200" b="0" i="0" baseline="0">
                <a:latin typeface="Calibri" charset="0"/>
                <a:ea typeface="Calibri" charset="0"/>
                <a:cs typeface="Calibri" charset="0"/>
              </a:defRPr>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Table 2</a:t>
            </a:r>
          </a:p>
        </p:txBody>
      </p:sp>
    </p:spTree>
    <p:extLst>
      <p:ext uri="{BB962C8B-B14F-4D97-AF65-F5344CB8AC3E}">
        <p14:creationId xmlns:p14="http://schemas.microsoft.com/office/powerpoint/2010/main" val="27177941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sclaim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Slide Number Placeholder 6">
            <a:extLst>
              <a:ext uri="{FF2B5EF4-FFF2-40B4-BE49-F238E27FC236}">
                <a16:creationId xmlns:a16="http://schemas.microsoft.com/office/drawing/2014/main" id="{86B4E325-3FED-6242-93FA-9F5968BBC581}"/>
              </a:ext>
            </a:extLst>
          </p:cNvPr>
          <p:cNvSpPr>
            <a:spLocks noGrp="1"/>
          </p:cNvSpPr>
          <p:nvPr>
            <p:ph type="sldNum" sz="quarter" idx="12"/>
          </p:nvPr>
        </p:nvSpPr>
        <p:spPr>
          <a:xfrm>
            <a:off x="6881143" y="4714361"/>
            <a:ext cx="2057400" cy="274637"/>
          </a:xfrm>
        </p:spPr>
        <p:txBody>
          <a:bodyPr/>
          <a:lstStyle>
            <a:lvl1pPr>
              <a:defRPr sz="600" b="0" i="0">
                <a:solidFill>
                  <a:srgbClr val="4D4D4F"/>
                </a:solidFill>
                <a:latin typeface="Calibri" charset="0"/>
                <a:ea typeface="Calibri" charset="0"/>
                <a:cs typeface="Calibri" charset="0"/>
              </a:defRPr>
            </a:lvl1pPr>
          </a:lstStyle>
          <a:p>
            <a:fld id="{A9F82C8E-865A-2440-AB2D-36CAA05B882C}" type="slidenum">
              <a:rPr lang="en-US" smtClean="0"/>
              <a:pPr/>
              <a:t>‹#›</a:t>
            </a:fld>
            <a:endParaRPr lang="en-US" dirty="0"/>
          </a:p>
        </p:txBody>
      </p:sp>
    </p:spTree>
    <p:extLst>
      <p:ext uri="{BB962C8B-B14F-4D97-AF65-F5344CB8AC3E}">
        <p14:creationId xmlns:p14="http://schemas.microsoft.com/office/powerpoint/2010/main" val="177816369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ank yo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648490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slideLayout" Target="../slideLayouts/slideLayout9.xml"/><Relationship Id="rId3" Type="http://schemas.openxmlformats.org/officeDocument/2006/relationships/slideLayout" Target="../slideLayouts/slideLayout10.xml"/><Relationship Id="rId4" Type="http://schemas.openxmlformats.org/officeDocument/2006/relationships/slideLayout" Target="../slideLayouts/slideLayout11.xml"/><Relationship Id="rId5" Type="http://schemas.openxmlformats.org/officeDocument/2006/relationships/slideLayout" Target="../slideLayouts/slideLayout12.xml"/><Relationship Id="rId6" Type="http://schemas.openxmlformats.org/officeDocument/2006/relationships/slideLayout" Target="../slideLayouts/slideLayout13.xml"/><Relationship Id="rId7" Type="http://schemas.openxmlformats.org/officeDocument/2006/relationships/slideLayout" Target="../slideLayouts/slideLayout14.xml"/><Relationship Id="rId8" Type="http://schemas.openxmlformats.org/officeDocument/2006/relationships/slideLayout" Target="../slideLayouts/slideLayout15.xml"/><Relationship Id="rId9"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96ADC9AF-6661-B144-94A8-89B5CD57472A}" type="slidenum">
              <a:rPr lang="en-US" smtClean="0"/>
              <a:t>‹#›</a:t>
            </a:fld>
            <a:endParaRPr lang="en-US"/>
          </a:p>
        </p:txBody>
      </p:sp>
    </p:spTree>
    <p:extLst>
      <p:ext uri="{BB962C8B-B14F-4D97-AF65-F5344CB8AC3E}">
        <p14:creationId xmlns:p14="http://schemas.microsoft.com/office/powerpoint/2010/main" val="1716898214"/>
      </p:ext>
    </p:extLst>
  </p:cSld>
  <p:clrMap bg1="lt1" tx1="dk1" bg2="lt2" tx2="dk2" accent1="accent1" accent2="accent2" accent3="accent3" accent4="accent4" accent5="accent5" accent6="accent6" hlink="hlink" folHlink="folHlink"/>
  <p:sldLayoutIdLst>
    <p:sldLayoutId id="2147483661" r:id="rId1"/>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4638"/>
            <a:ext cx="7886700" cy="9937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370013"/>
            <a:ext cx="7886700" cy="326231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4767263"/>
            <a:ext cx="2057400" cy="274637"/>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3028950" y="4767263"/>
            <a:ext cx="3086100" cy="274637"/>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47672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4303CDEA-F753-1A46-9150-C3C35FADBDB0}" type="slidenum">
              <a:rPr lang="en-US" smtClean="0"/>
              <a:t>‹#›</a:t>
            </a:fld>
            <a:endParaRPr lang="en-US"/>
          </a:p>
        </p:txBody>
      </p:sp>
    </p:spTree>
    <p:extLst>
      <p:ext uri="{BB962C8B-B14F-4D97-AF65-F5344CB8AC3E}">
        <p14:creationId xmlns:p14="http://schemas.microsoft.com/office/powerpoint/2010/main" val="643123585"/>
      </p:ext>
    </p:extLst>
  </p:cSld>
  <p:clrMap bg1="lt1" tx1="dk1" bg2="lt2" tx2="dk2" accent1="accent1" accent2="accent2" accent3="accent3" accent4="accent4" accent5="accent5" accent6="accent6" hlink="hlink" folHlink="folHlink"/>
  <p:sldLayoutIdLst>
    <p:sldLayoutId id="2147483663" r:id="rId1"/>
    <p:sldLayoutId id="2147483665" r:id="rId2"/>
    <p:sldLayoutId id="2147483670" r:id="rId3"/>
    <p:sldLayoutId id="2147483671" r:id="rId4"/>
    <p:sldLayoutId id="2147483672" r:id="rId5"/>
    <p:sldLayoutId id="2147483673"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4638"/>
            <a:ext cx="7886700" cy="9937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370013"/>
            <a:ext cx="7886700" cy="326231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4767263"/>
            <a:ext cx="2057400" cy="274637"/>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3028950" y="4767263"/>
            <a:ext cx="3086100" cy="274637"/>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47672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A9F82C8E-865A-2440-AB2D-36CAA05B882C}" type="slidenum">
              <a:rPr lang="en-US" smtClean="0"/>
              <a:t>‹#›</a:t>
            </a:fld>
            <a:endParaRPr lang="en-US"/>
          </a:p>
        </p:txBody>
      </p:sp>
    </p:spTree>
    <p:extLst>
      <p:ext uri="{BB962C8B-B14F-4D97-AF65-F5344CB8AC3E}">
        <p14:creationId xmlns:p14="http://schemas.microsoft.com/office/powerpoint/2010/main" val="1868582120"/>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8" r:id="rId3"/>
    <p:sldLayoutId id="2147483677" r:id="rId4"/>
    <p:sldLayoutId id="2147483679" r:id="rId5"/>
    <p:sldLayoutId id="2147483682" r:id="rId6"/>
    <p:sldLayoutId id="2147483683" r:id="rId7"/>
    <p:sldLayoutId id="2147483697" r:id="rId8"/>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4638"/>
            <a:ext cx="7886700" cy="9937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370013"/>
            <a:ext cx="7886700" cy="326231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4767263"/>
            <a:ext cx="2057400" cy="274637"/>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3028950" y="4767263"/>
            <a:ext cx="3086100" cy="274637"/>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47672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002DDC29-0FEC-674C-BA85-B0716BC4334E}" type="slidenum">
              <a:rPr lang="en-US" smtClean="0"/>
              <a:t>‹#›</a:t>
            </a:fld>
            <a:endParaRPr lang="en-US"/>
          </a:p>
        </p:txBody>
      </p:sp>
    </p:spTree>
    <p:extLst>
      <p:ext uri="{BB962C8B-B14F-4D97-AF65-F5344CB8AC3E}">
        <p14:creationId xmlns:p14="http://schemas.microsoft.com/office/powerpoint/2010/main" val="568857032"/>
      </p:ext>
    </p:extLst>
  </p:cSld>
  <p:clrMap bg1="lt1" tx1="dk1" bg2="lt2" tx2="dk2" accent1="accent1" accent2="accent2" accent3="accent3" accent4="accent4" accent5="accent5" accent6="accent6" hlink="hlink" folHlink="folHlink"/>
  <p:sldLayoutIdLst>
    <p:sldLayoutId id="2147483696" r:id="rId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2200" b="1">
                <a:solidFill>
                  <a:srgbClr val="4D4D4F"/>
                </a:solidFill>
                <a:latin typeface="Calibri"/>
              </a:rPr>
              <a:t>Building Indonesia’s food &amp; feed logistics backbone</a:t>
            </a:r>
          </a:p>
        </p:txBody>
      </p:sp>
      <p:sp>
        <p:nvSpPr>
          <p:cNvPr id="3" name="Subtitle 2"/>
          <p:cNvSpPr>
            <a:spLocks noGrp="1"/>
          </p:cNvSpPr>
          <p:nvPr>
            <p:ph type="subTitle" idx="1"/>
          </p:nvPr>
        </p:nvSpPr>
        <p:spPr>
          <a:xfrm>
            <a:ext cx="0" cy="822960"/>
          </a:xfrm>
        </p:spPr>
        <p:txBody>
          <a:bodyPr/>
          <a:lstStyle/>
          <a:p>
            <a:r>
              <a:rPr sz="1500" b="0">
                <a:solidFill>
                  <a:srgbClr val="747678"/>
                </a:solidFill>
                <a:latin typeface="Calibri"/>
              </a:rPr>
              <a:t>Strategic investment discussion  |  FKS Group × Danantara Indonesia</a:t>
            </a:r>
          </a:p>
          <a:p>
            <a:r>
              <a:rPr sz="1050">
                <a:solidFill>
                  <a:srgbClr val="747678"/>
                </a:solidFill>
                <a:latin typeface="Calibri"/>
              </a:rPr>
              <a:t>October 2026  ·  Strictly private and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5" sz="half"/>
          </p:nvPr>
        </p:nvSpPr>
        <p:spPr/>
        <p:txBody>
          <a:bodyPr/>
          <a:lstStyle/>
          <a:p>
            <a:r>
              <a:rPr sz="1400" b="1">
                <a:solidFill>
                  <a:srgbClr val="747678"/>
                </a:solidFill>
                <a:latin typeface="Calibri"/>
              </a:rPr>
              <a:t>A limited number of port gateways therefore matter disproportionately</a:t>
            </a:r>
          </a:p>
        </p:txBody>
      </p:sp>
      <p:sp>
        <p:nvSpPr>
          <p:cNvPr id="5" name="Text Placeholder 4"/>
          <p:cNvSpPr>
            <a:spLocks noGrp="1"/>
          </p:cNvSpPr>
          <p:nvPr>
            <p:ph type="body" idx="16" sz="half"/>
          </p:nvPr>
        </p:nvSpPr>
        <p:spPr/>
        <p:txBody>
          <a:bodyPr/>
          <a:lstStyle/>
          <a:p>
            <a:r>
              <a:rPr sz="1800" b="1">
                <a:solidFill>
                  <a:srgbClr val="4D4D4F"/>
                </a:solidFill>
                <a:latin typeface="Calibri"/>
              </a:rPr>
              <a:t>~22 Mt of food &amp; feed imports a year, concentrated in a few clusters</a:t>
            </a:r>
          </a:p>
        </p:txBody>
      </p:sp>
      <p:cxnSp>
        <p:nvCxnSpPr>
          <p:cNvPr id="6" name="Title rule"/>
          <p:cNvCxnSpPr/>
          <p:nvPr/>
        </p:nvCxnSpPr>
        <p:spPr>
          <a:xfrm>
            <a:off x="512064" y="886968"/>
            <a:ext cx="8119872" cy="0"/>
          </a:xfrm>
          <a:prstGeom prst="line">
            <a:avLst/>
          </a:prstGeom>
          <a:ln w="9525">
            <a:solidFill>
              <a:srgbClr val="D9DADC"/>
            </a:solidFill>
          </a:ln>
        </p:spPr>
        <p:style>
          <a:lnRef idx="2">
            <a:schemeClr val="accent1"/>
          </a:lnRef>
          <a:fillRef idx="0">
            <a:schemeClr val="accent1"/>
          </a:fillRef>
          <a:effectRef idx="1">
            <a:schemeClr val="accent1"/>
          </a:effectRef>
          <a:fontRef idx="minor">
            <a:schemeClr val="tx1"/>
          </a:fontRef>
        </p:style>
      </p:cxnSp>
      <p:sp>
        <p:nvSpPr>
          <p:cNvPr id="7" name="Page number"/>
          <p:cNvSpPr txBox="1"/>
          <p:nvPr/>
        </p:nvSpPr>
        <p:spPr>
          <a:xfrm>
            <a:off x="8229600" y="4754880"/>
            <a:ext cx="402336" cy="182880"/>
          </a:xfrm>
          <a:prstGeom prst="rect">
            <a:avLst/>
          </a:prstGeom>
          <a:noFill/>
        </p:spPr>
        <p:txBody>
          <a:bodyPr wrap="square" lIns="0" rIns="0" tIns="0" bIns="0" anchor="t">
            <a:noAutofit/>
          </a:bodyPr>
          <a:lstStyle/>
          <a:p>
            <a:pPr algn="r"/>
            <a:r>
              <a:rPr sz="800" b="0" i="0">
                <a:solidFill>
                  <a:srgbClr val="4D4D4F"/>
                </a:solidFill>
                <a:latin typeface="Calibri"/>
              </a:rPr>
              <a:t>2</a:t>
            </a:r>
          </a:p>
        </p:txBody>
      </p:sp>
      <p:sp>
        <p:nvSpPr>
          <p:cNvPr id="8" name="TextBox 7"/>
          <p:cNvSpPr txBox="1"/>
          <p:nvPr/>
        </p:nvSpPr>
        <p:spPr>
          <a:xfrm>
            <a:off x="512064" y="1005840"/>
            <a:ext cx="3291840" cy="201168"/>
          </a:xfrm>
          <a:prstGeom prst="rect">
            <a:avLst/>
          </a:prstGeom>
          <a:noFill/>
        </p:spPr>
        <p:txBody>
          <a:bodyPr wrap="square" lIns="0" rIns="0" tIns="0" bIns="0" anchor="t">
            <a:noAutofit/>
          </a:bodyPr>
          <a:lstStyle/>
          <a:p>
            <a:pPr algn="l"/>
            <a:r>
              <a:rPr sz="900" b="1" i="0" spc="150">
                <a:solidFill>
                  <a:srgbClr val="747678"/>
                </a:solidFill>
                <a:latin typeface="Calibri"/>
              </a:rPr>
              <a:t>WHAT ARRIVES EVERY YEAR</a:t>
            </a:r>
          </a:p>
        </p:txBody>
      </p:sp>
      <p:sp>
        <p:nvSpPr>
          <p:cNvPr id="9" name="TextBox 8"/>
          <p:cNvSpPr txBox="1"/>
          <p:nvPr/>
        </p:nvSpPr>
        <p:spPr>
          <a:xfrm>
            <a:off x="512064" y="1170432"/>
            <a:ext cx="1783080" cy="566928"/>
          </a:xfrm>
          <a:prstGeom prst="rect">
            <a:avLst/>
          </a:prstGeom>
          <a:noFill/>
        </p:spPr>
        <p:txBody>
          <a:bodyPr wrap="square" lIns="0" rIns="0" tIns="0" bIns="0" anchor="ctr">
            <a:noAutofit/>
          </a:bodyPr>
          <a:lstStyle/>
          <a:p>
            <a:pPr algn="l"/>
            <a:r>
              <a:rPr sz="3600" b="1" i="0">
                <a:solidFill>
                  <a:srgbClr val="4D4D4F"/>
                </a:solidFill>
                <a:latin typeface="Calibri"/>
              </a:rPr>
              <a:t>~22 Mt</a:t>
            </a:r>
          </a:p>
        </p:txBody>
      </p:sp>
      <p:sp>
        <p:nvSpPr>
          <p:cNvPr id="10" name="TextBox 9"/>
          <p:cNvSpPr txBox="1"/>
          <p:nvPr/>
        </p:nvSpPr>
        <p:spPr>
          <a:xfrm>
            <a:off x="2304288" y="1243584"/>
            <a:ext cx="1783080" cy="457200"/>
          </a:xfrm>
          <a:prstGeom prst="rect">
            <a:avLst/>
          </a:prstGeom>
          <a:noFill/>
        </p:spPr>
        <p:txBody>
          <a:bodyPr wrap="square" lIns="0" rIns="0" tIns="0" bIns="0" anchor="t">
            <a:noAutofit/>
          </a:bodyPr>
          <a:lstStyle/>
          <a:p>
            <a:pPr algn="l">
              <a:lnSpc>
                <a:spcPct val="105000"/>
              </a:lnSpc>
            </a:pPr>
            <a:r>
              <a:rPr sz="1000" b="0" i="0">
                <a:solidFill>
                  <a:srgbClr val="747678"/>
                </a:solidFill>
                <a:latin typeface="Calibri"/>
              </a:rPr>
              <a:t>of core food &amp; feed raw materials imported (2024)</a:t>
            </a:r>
          </a:p>
        </p:txBody>
      </p:sp>
      <p:pic>
        <p:nvPicPr>
          <p:cNvPr id="11" name="Icon Wheat" descr="_crop_icon_wheat_46x46.png"/>
          <p:cNvPicPr>
            <a:picLocks noChangeAspect="1"/>
          </p:cNvPicPr>
          <p:nvPr/>
        </p:nvPicPr>
        <p:blipFill>
          <a:blip r:embed="rId2"/>
          <a:stretch>
            <a:fillRect/>
          </a:stretch>
        </p:blipFill>
        <p:spPr>
          <a:xfrm>
            <a:off x="512064" y="1938528"/>
            <a:ext cx="420624" cy="420624"/>
          </a:xfrm>
          <a:prstGeom prst="rect">
            <a:avLst/>
          </a:prstGeom>
        </p:spPr>
      </p:pic>
      <p:sp>
        <p:nvSpPr>
          <p:cNvPr id="12" name="TextBox 11"/>
          <p:cNvSpPr txBox="1"/>
          <p:nvPr/>
        </p:nvSpPr>
        <p:spPr>
          <a:xfrm>
            <a:off x="1051560" y="1929384"/>
            <a:ext cx="1600200" cy="219456"/>
          </a:xfrm>
          <a:prstGeom prst="rect">
            <a:avLst/>
          </a:prstGeom>
          <a:noFill/>
        </p:spPr>
        <p:txBody>
          <a:bodyPr wrap="square" lIns="0" rIns="0" tIns="0" bIns="0" anchor="t">
            <a:noAutofit/>
          </a:bodyPr>
          <a:lstStyle/>
          <a:p>
            <a:pPr algn="l"/>
            <a:r>
              <a:rPr sz="1100" b="1" i="0">
                <a:solidFill>
                  <a:srgbClr val="4D4D4F"/>
                </a:solidFill>
                <a:latin typeface="Calibri"/>
              </a:rPr>
              <a:t>Wheat</a:t>
            </a:r>
          </a:p>
        </p:txBody>
      </p:sp>
      <p:sp>
        <p:nvSpPr>
          <p:cNvPr id="13" name="TextBox 12"/>
          <p:cNvSpPr txBox="1"/>
          <p:nvPr/>
        </p:nvSpPr>
        <p:spPr>
          <a:xfrm>
            <a:off x="1051560" y="2148840"/>
            <a:ext cx="1600200" cy="182880"/>
          </a:xfrm>
          <a:prstGeom prst="rect">
            <a:avLst/>
          </a:prstGeom>
          <a:noFill/>
        </p:spPr>
        <p:txBody>
          <a:bodyPr wrap="square" lIns="0" rIns="0" tIns="0" bIns="0" anchor="t">
            <a:noAutofit/>
          </a:bodyPr>
          <a:lstStyle/>
          <a:p>
            <a:pPr algn="l"/>
            <a:r>
              <a:rPr sz="900" b="0" i="0">
                <a:solidFill>
                  <a:srgbClr val="747678"/>
                </a:solidFill>
                <a:latin typeface="Calibri"/>
              </a:rPr>
              <a:t>flour, bread, noodles</a:t>
            </a:r>
          </a:p>
        </p:txBody>
      </p:sp>
      <p:sp>
        <p:nvSpPr>
          <p:cNvPr id="14" name="Bar Wheat"/>
          <p:cNvSpPr/>
          <p:nvPr/>
        </p:nvSpPr>
        <p:spPr>
          <a:xfrm>
            <a:off x="2697480" y="2029968"/>
            <a:ext cx="1097280" cy="237744"/>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67912" y="2011680"/>
            <a:ext cx="822960" cy="274320"/>
          </a:xfrm>
          <a:prstGeom prst="rect">
            <a:avLst/>
          </a:prstGeom>
          <a:noFill/>
        </p:spPr>
        <p:txBody>
          <a:bodyPr wrap="square" lIns="0" rIns="0" tIns="0" bIns="0" anchor="ctr">
            <a:noAutofit/>
          </a:bodyPr>
          <a:lstStyle/>
          <a:p>
            <a:pPr algn="l"/>
            <a:r>
              <a:rPr sz="1200" b="1" i="0">
                <a:solidFill>
                  <a:srgbClr val="4D4D4F"/>
                </a:solidFill>
                <a:latin typeface="Calibri"/>
              </a:rPr>
              <a:t>11.7 Mt</a:t>
            </a:r>
          </a:p>
        </p:txBody>
      </p:sp>
      <p:pic>
        <p:nvPicPr>
          <p:cNvPr id="16" name="Icon Soybean meal" descr="_crop_icon_sbm_46x46.png"/>
          <p:cNvPicPr>
            <a:picLocks noChangeAspect="1"/>
          </p:cNvPicPr>
          <p:nvPr/>
        </p:nvPicPr>
        <p:blipFill>
          <a:blip r:embed="rId3"/>
          <a:stretch>
            <a:fillRect/>
          </a:stretch>
        </p:blipFill>
        <p:spPr>
          <a:xfrm>
            <a:off x="512064" y="2487168"/>
            <a:ext cx="420624" cy="420624"/>
          </a:xfrm>
          <a:prstGeom prst="rect">
            <a:avLst/>
          </a:prstGeom>
        </p:spPr>
      </p:pic>
      <p:sp>
        <p:nvSpPr>
          <p:cNvPr id="17" name="TextBox 16"/>
          <p:cNvSpPr txBox="1"/>
          <p:nvPr/>
        </p:nvSpPr>
        <p:spPr>
          <a:xfrm>
            <a:off x="1051560" y="2478024"/>
            <a:ext cx="1600200" cy="219456"/>
          </a:xfrm>
          <a:prstGeom prst="rect">
            <a:avLst/>
          </a:prstGeom>
          <a:noFill/>
        </p:spPr>
        <p:txBody>
          <a:bodyPr wrap="square" lIns="0" rIns="0" tIns="0" bIns="0" anchor="t">
            <a:noAutofit/>
          </a:bodyPr>
          <a:lstStyle/>
          <a:p>
            <a:pPr algn="l"/>
            <a:r>
              <a:rPr sz="1100" b="1" i="0">
                <a:solidFill>
                  <a:srgbClr val="4D4D4F"/>
                </a:solidFill>
                <a:latin typeface="Calibri"/>
              </a:rPr>
              <a:t>Soybean meal</a:t>
            </a:r>
          </a:p>
        </p:txBody>
      </p:sp>
      <p:sp>
        <p:nvSpPr>
          <p:cNvPr id="18" name="TextBox 17"/>
          <p:cNvSpPr txBox="1"/>
          <p:nvPr/>
        </p:nvSpPr>
        <p:spPr>
          <a:xfrm>
            <a:off x="1051560" y="2697480"/>
            <a:ext cx="1600200" cy="182880"/>
          </a:xfrm>
          <a:prstGeom prst="rect">
            <a:avLst/>
          </a:prstGeom>
          <a:noFill/>
        </p:spPr>
        <p:txBody>
          <a:bodyPr wrap="square" lIns="0" rIns="0" tIns="0" bIns="0" anchor="t">
            <a:noAutofit/>
          </a:bodyPr>
          <a:lstStyle/>
          <a:p>
            <a:pPr algn="l"/>
            <a:r>
              <a:rPr sz="900" b="0" i="0">
                <a:solidFill>
                  <a:srgbClr val="747678"/>
                </a:solidFill>
                <a:latin typeface="Calibri"/>
              </a:rPr>
              <a:t>poultry &amp; livestock feed</a:t>
            </a:r>
          </a:p>
        </p:txBody>
      </p:sp>
      <p:sp>
        <p:nvSpPr>
          <p:cNvPr id="19" name="Bar Soybean meal"/>
          <p:cNvSpPr/>
          <p:nvPr/>
        </p:nvSpPr>
        <p:spPr>
          <a:xfrm>
            <a:off x="2697480" y="2578608"/>
            <a:ext cx="581464" cy="237744"/>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52096" y="2560320"/>
            <a:ext cx="822960" cy="274320"/>
          </a:xfrm>
          <a:prstGeom prst="rect">
            <a:avLst/>
          </a:prstGeom>
          <a:noFill/>
        </p:spPr>
        <p:txBody>
          <a:bodyPr wrap="square" lIns="0" rIns="0" tIns="0" bIns="0" anchor="ctr">
            <a:noAutofit/>
          </a:bodyPr>
          <a:lstStyle/>
          <a:p>
            <a:pPr algn="l"/>
            <a:r>
              <a:rPr sz="1200" b="1" i="0">
                <a:solidFill>
                  <a:srgbClr val="4D4D4F"/>
                </a:solidFill>
                <a:latin typeface="Calibri"/>
              </a:rPr>
              <a:t>6.2 Mt</a:t>
            </a:r>
          </a:p>
        </p:txBody>
      </p:sp>
      <p:pic>
        <p:nvPicPr>
          <p:cNvPr id="21" name="Icon Soybeans" descr="_crop_icon_soy_46x46.png"/>
          <p:cNvPicPr>
            <a:picLocks noChangeAspect="1"/>
          </p:cNvPicPr>
          <p:nvPr/>
        </p:nvPicPr>
        <p:blipFill>
          <a:blip r:embed="rId4"/>
          <a:stretch>
            <a:fillRect/>
          </a:stretch>
        </p:blipFill>
        <p:spPr>
          <a:xfrm>
            <a:off x="512064" y="3035808"/>
            <a:ext cx="420624" cy="420624"/>
          </a:xfrm>
          <a:prstGeom prst="rect">
            <a:avLst/>
          </a:prstGeom>
        </p:spPr>
      </p:pic>
      <p:sp>
        <p:nvSpPr>
          <p:cNvPr id="22" name="TextBox 21"/>
          <p:cNvSpPr txBox="1"/>
          <p:nvPr/>
        </p:nvSpPr>
        <p:spPr>
          <a:xfrm>
            <a:off x="1051560" y="3026664"/>
            <a:ext cx="1600200" cy="219456"/>
          </a:xfrm>
          <a:prstGeom prst="rect">
            <a:avLst/>
          </a:prstGeom>
          <a:noFill/>
        </p:spPr>
        <p:txBody>
          <a:bodyPr wrap="square" lIns="0" rIns="0" tIns="0" bIns="0" anchor="t">
            <a:noAutofit/>
          </a:bodyPr>
          <a:lstStyle/>
          <a:p>
            <a:pPr algn="l"/>
            <a:r>
              <a:rPr sz="1100" b="1" i="0">
                <a:solidFill>
                  <a:srgbClr val="4D4D4F"/>
                </a:solidFill>
                <a:latin typeface="Calibri"/>
              </a:rPr>
              <a:t>Soybeans</a:t>
            </a:r>
          </a:p>
        </p:txBody>
      </p:sp>
      <p:sp>
        <p:nvSpPr>
          <p:cNvPr id="23" name="TextBox 22"/>
          <p:cNvSpPr txBox="1"/>
          <p:nvPr/>
        </p:nvSpPr>
        <p:spPr>
          <a:xfrm>
            <a:off x="1051560" y="3246120"/>
            <a:ext cx="1600200" cy="182880"/>
          </a:xfrm>
          <a:prstGeom prst="rect">
            <a:avLst/>
          </a:prstGeom>
          <a:noFill/>
        </p:spPr>
        <p:txBody>
          <a:bodyPr wrap="square" lIns="0" rIns="0" tIns="0" bIns="0" anchor="t">
            <a:noAutofit/>
          </a:bodyPr>
          <a:lstStyle/>
          <a:p>
            <a:pPr algn="l"/>
            <a:r>
              <a:rPr sz="900" b="0" i="0">
                <a:solidFill>
                  <a:srgbClr val="747678"/>
                </a:solidFill>
                <a:latin typeface="Calibri"/>
              </a:rPr>
              <a:t>tempeh &amp; tofu</a:t>
            </a:r>
          </a:p>
        </p:txBody>
      </p:sp>
      <p:sp>
        <p:nvSpPr>
          <p:cNvPr id="24" name="Bar Soybeans"/>
          <p:cNvSpPr/>
          <p:nvPr/>
        </p:nvSpPr>
        <p:spPr>
          <a:xfrm>
            <a:off x="2697480" y="3127248"/>
            <a:ext cx="243840" cy="237744"/>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14472" y="3108960"/>
            <a:ext cx="822960" cy="274320"/>
          </a:xfrm>
          <a:prstGeom prst="rect">
            <a:avLst/>
          </a:prstGeom>
          <a:noFill/>
        </p:spPr>
        <p:txBody>
          <a:bodyPr wrap="square" lIns="0" rIns="0" tIns="0" bIns="0" anchor="ctr">
            <a:noAutofit/>
          </a:bodyPr>
          <a:lstStyle/>
          <a:p>
            <a:pPr algn="l"/>
            <a:r>
              <a:rPr sz="1200" b="1" i="0">
                <a:solidFill>
                  <a:srgbClr val="4D4D4F"/>
                </a:solidFill>
                <a:latin typeface="Calibri"/>
              </a:rPr>
              <a:t>2.6 Mt</a:t>
            </a:r>
          </a:p>
        </p:txBody>
      </p:sp>
      <p:pic>
        <p:nvPicPr>
          <p:cNvPr id="26" name="Icon Other feed" descr="_crop_icon_feed_46x46.png"/>
          <p:cNvPicPr>
            <a:picLocks noChangeAspect="1"/>
          </p:cNvPicPr>
          <p:nvPr/>
        </p:nvPicPr>
        <p:blipFill>
          <a:blip r:embed="rId5"/>
          <a:stretch>
            <a:fillRect/>
          </a:stretch>
        </p:blipFill>
        <p:spPr>
          <a:xfrm>
            <a:off x="512064" y="3584448"/>
            <a:ext cx="420624" cy="420624"/>
          </a:xfrm>
          <a:prstGeom prst="rect">
            <a:avLst/>
          </a:prstGeom>
        </p:spPr>
      </p:pic>
      <p:sp>
        <p:nvSpPr>
          <p:cNvPr id="27" name="TextBox 26"/>
          <p:cNvSpPr txBox="1"/>
          <p:nvPr/>
        </p:nvSpPr>
        <p:spPr>
          <a:xfrm>
            <a:off x="1051560" y="3575304"/>
            <a:ext cx="1600200" cy="219456"/>
          </a:xfrm>
          <a:prstGeom prst="rect">
            <a:avLst/>
          </a:prstGeom>
          <a:noFill/>
        </p:spPr>
        <p:txBody>
          <a:bodyPr wrap="square" lIns="0" rIns="0" tIns="0" bIns="0" anchor="t">
            <a:noAutofit/>
          </a:bodyPr>
          <a:lstStyle/>
          <a:p>
            <a:pPr algn="l"/>
            <a:r>
              <a:rPr sz="1100" b="1" i="0">
                <a:solidFill>
                  <a:srgbClr val="4D4D4F"/>
                </a:solidFill>
                <a:latin typeface="Calibri"/>
              </a:rPr>
              <a:t>Other feed</a:t>
            </a:r>
          </a:p>
        </p:txBody>
      </p:sp>
      <p:sp>
        <p:nvSpPr>
          <p:cNvPr id="28" name="TextBox 27"/>
          <p:cNvSpPr txBox="1"/>
          <p:nvPr/>
        </p:nvSpPr>
        <p:spPr>
          <a:xfrm>
            <a:off x="1051560" y="3794760"/>
            <a:ext cx="1600200" cy="182880"/>
          </a:xfrm>
          <a:prstGeom prst="rect">
            <a:avLst/>
          </a:prstGeom>
          <a:noFill/>
        </p:spPr>
        <p:txBody>
          <a:bodyPr wrap="square" lIns="0" rIns="0" tIns="0" bIns="0" anchor="t">
            <a:noAutofit/>
          </a:bodyPr>
          <a:lstStyle/>
          <a:p>
            <a:pPr algn="l"/>
            <a:r>
              <a:rPr sz="900" b="0" i="0">
                <a:solidFill>
                  <a:srgbClr val="747678"/>
                </a:solidFill>
                <a:latin typeface="Calibri"/>
              </a:rPr>
              <a:t>DDGS, corn gluten, meat meal</a:t>
            </a:r>
          </a:p>
        </p:txBody>
      </p:sp>
      <p:sp>
        <p:nvSpPr>
          <p:cNvPr id="29" name="Bar Other feed"/>
          <p:cNvSpPr/>
          <p:nvPr/>
        </p:nvSpPr>
        <p:spPr>
          <a:xfrm>
            <a:off x="2697480" y="3675887"/>
            <a:ext cx="168812" cy="237744"/>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939444" y="3657600"/>
            <a:ext cx="822960" cy="274320"/>
          </a:xfrm>
          <a:prstGeom prst="rect">
            <a:avLst/>
          </a:prstGeom>
          <a:noFill/>
        </p:spPr>
        <p:txBody>
          <a:bodyPr wrap="square" lIns="0" rIns="0" tIns="0" bIns="0" anchor="ctr">
            <a:noAutofit/>
          </a:bodyPr>
          <a:lstStyle/>
          <a:p>
            <a:pPr algn="l"/>
            <a:r>
              <a:rPr sz="1200" b="1" i="0">
                <a:solidFill>
                  <a:srgbClr val="4D4D4F"/>
                </a:solidFill>
                <a:latin typeface="Calibri"/>
              </a:rPr>
              <a:t>1.8 Mt</a:t>
            </a:r>
          </a:p>
        </p:txBody>
      </p:sp>
      <p:sp>
        <p:nvSpPr>
          <p:cNvPr id="31" name="Chevron 30"/>
          <p:cNvSpPr/>
          <p:nvPr/>
        </p:nvSpPr>
        <p:spPr>
          <a:xfrm>
            <a:off x="4279392" y="1216152"/>
            <a:ext cx="256032" cy="384048"/>
          </a:xfrm>
          <a:prstGeom prst="chevron">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46320" y="1005840"/>
            <a:ext cx="3749039" cy="201168"/>
          </a:xfrm>
          <a:prstGeom prst="rect">
            <a:avLst/>
          </a:prstGeom>
          <a:noFill/>
        </p:spPr>
        <p:txBody>
          <a:bodyPr wrap="square" lIns="0" rIns="0" tIns="0" bIns="0" anchor="t">
            <a:noAutofit/>
          </a:bodyPr>
          <a:lstStyle/>
          <a:p>
            <a:pPr algn="l"/>
            <a:r>
              <a:rPr sz="900" b="1" i="0" spc="150">
                <a:solidFill>
                  <a:srgbClr val="747678"/>
                </a:solidFill>
                <a:latin typeface="Calibri"/>
              </a:rPr>
              <a:t>WHERE IT IS MILLED</a:t>
            </a:r>
          </a:p>
        </p:txBody>
      </p:sp>
      <p:sp>
        <p:nvSpPr>
          <p:cNvPr id="2" name="Map - Neighbouring countries"/>
          <p:cNvSpPr/>
          <p:nvPr/>
        </p:nvSpPr>
        <p:spPr>
          <a:xfrm>
            <a:off x="5077806" y="1207008"/>
            <a:ext cx="3554130" cy="1451192"/>
          </a:xfrm>
          <a:custGeom>
            <a:avLst/>
            <a:gdLst/>
            <a:ahLst/>
            <a:cxnLst/>
            <a:rect l="l" t="t" r="r" b="b"/>
            <a:pathLst>
              <a:path w="3554130" h="1451192">
                <a:moveTo>
                  <a:pt x="221096" y="4676"/>
                </a:moveTo>
                <a:lnTo>
                  <a:pt x="222627" y="887"/>
                </a:lnTo>
                <a:lnTo>
                  <a:pt x="224479" y="0"/>
                </a:lnTo>
                <a:lnTo>
                  <a:pt x="225768" y="0"/>
                </a:lnTo>
                <a:lnTo>
                  <a:pt x="228990" y="0"/>
                </a:lnTo>
                <a:lnTo>
                  <a:pt x="232534" y="0"/>
                </a:lnTo>
                <a:lnTo>
                  <a:pt x="239300" y="0"/>
                </a:lnTo>
                <a:lnTo>
                  <a:pt x="256939" y="2580"/>
                </a:lnTo>
                <a:lnTo>
                  <a:pt x="262174" y="4192"/>
                </a:lnTo>
                <a:lnTo>
                  <a:pt x="269182" y="1532"/>
                </a:lnTo>
                <a:lnTo>
                  <a:pt x="272243" y="3225"/>
                </a:lnTo>
                <a:lnTo>
                  <a:pt x="275464" y="5966"/>
                </a:lnTo>
                <a:lnTo>
                  <a:pt x="277317" y="13544"/>
                </a:lnTo>
                <a:lnTo>
                  <a:pt x="281908" y="20559"/>
                </a:lnTo>
                <a:lnTo>
                  <a:pt x="291171" y="19510"/>
                </a:lnTo>
                <a:lnTo>
                  <a:pt x="294392" y="20559"/>
                </a:lnTo>
                <a:lnTo>
                  <a:pt x="296406" y="20720"/>
                </a:lnTo>
                <a:lnTo>
                  <a:pt x="298178" y="26928"/>
                </a:lnTo>
                <a:lnTo>
                  <a:pt x="299064" y="37570"/>
                </a:lnTo>
                <a:lnTo>
                  <a:pt x="298178" y="43858"/>
                </a:lnTo>
                <a:lnTo>
                  <a:pt x="291493" y="52727"/>
                </a:lnTo>
                <a:lnTo>
                  <a:pt x="290607" y="58773"/>
                </a:lnTo>
                <a:lnTo>
                  <a:pt x="294070" y="62482"/>
                </a:lnTo>
                <a:lnTo>
                  <a:pt x="298661" y="66513"/>
                </a:lnTo>
                <a:lnTo>
                  <a:pt x="301239" y="69577"/>
                </a:lnTo>
                <a:lnTo>
                  <a:pt x="303977" y="69093"/>
                </a:lnTo>
                <a:lnTo>
                  <a:pt x="307441" y="66997"/>
                </a:lnTo>
                <a:lnTo>
                  <a:pt x="310582" y="61756"/>
                </a:lnTo>
                <a:lnTo>
                  <a:pt x="312757" y="57322"/>
                </a:lnTo>
                <a:lnTo>
                  <a:pt x="324597" y="52243"/>
                </a:lnTo>
                <a:lnTo>
                  <a:pt x="336840" y="47728"/>
                </a:lnTo>
                <a:lnTo>
                  <a:pt x="338531" y="48212"/>
                </a:lnTo>
                <a:lnTo>
                  <a:pt x="340464" y="50227"/>
                </a:lnTo>
                <a:lnTo>
                  <a:pt x="344411" y="56758"/>
                </a:lnTo>
                <a:lnTo>
                  <a:pt x="346666" y="58128"/>
                </a:lnTo>
                <a:lnTo>
                  <a:pt x="350049" y="58773"/>
                </a:lnTo>
                <a:lnTo>
                  <a:pt x="355768" y="58128"/>
                </a:lnTo>
                <a:lnTo>
                  <a:pt x="362453" y="54420"/>
                </a:lnTo>
                <a:lnTo>
                  <a:pt x="365916" y="47486"/>
                </a:lnTo>
                <a:lnTo>
                  <a:pt x="367447" y="42004"/>
                </a:lnTo>
                <a:lnTo>
                  <a:pt x="377032" y="32491"/>
                </a:lnTo>
                <a:lnTo>
                  <a:pt x="378079" y="25396"/>
                </a:lnTo>
                <a:lnTo>
                  <a:pt x="380737" y="20800"/>
                </a:lnTo>
                <a:lnTo>
                  <a:pt x="394671" y="23945"/>
                </a:lnTo>
                <a:lnTo>
                  <a:pt x="399987" y="26444"/>
                </a:lnTo>
                <a:lnTo>
                  <a:pt x="415613" y="51356"/>
                </a:lnTo>
                <a:lnTo>
                  <a:pt x="436232" y="68932"/>
                </a:lnTo>
                <a:lnTo>
                  <a:pt x="445012" y="75462"/>
                </a:lnTo>
                <a:lnTo>
                  <a:pt x="451697" y="78606"/>
                </a:lnTo>
                <a:lnTo>
                  <a:pt x="460960" y="88039"/>
                </a:lnTo>
                <a:lnTo>
                  <a:pt x="469014" y="99810"/>
                </a:lnTo>
                <a:lnTo>
                  <a:pt x="486653" y="133026"/>
                </a:lnTo>
                <a:lnTo>
                  <a:pt x="489714" y="147618"/>
                </a:lnTo>
                <a:lnTo>
                  <a:pt x="490922" y="169870"/>
                </a:lnTo>
                <a:lnTo>
                  <a:pt x="487056" y="203409"/>
                </a:lnTo>
                <a:lnTo>
                  <a:pt x="482304" y="220178"/>
                </a:lnTo>
                <a:lnTo>
                  <a:pt x="483190" y="228079"/>
                </a:lnTo>
                <a:lnTo>
                  <a:pt x="489714" y="240172"/>
                </a:lnTo>
                <a:lnTo>
                  <a:pt x="487700" y="251620"/>
                </a:lnTo>
                <a:lnTo>
                  <a:pt x="488989" y="261134"/>
                </a:lnTo>
                <a:lnTo>
                  <a:pt x="488506" y="287578"/>
                </a:lnTo>
                <a:lnTo>
                  <a:pt x="492211" y="295317"/>
                </a:lnTo>
                <a:lnTo>
                  <a:pt x="496399" y="300316"/>
                </a:lnTo>
                <a:lnTo>
                  <a:pt x="518549" y="316037"/>
                </a:lnTo>
                <a:lnTo>
                  <a:pt x="520160" y="321842"/>
                </a:lnTo>
                <a:lnTo>
                  <a:pt x="531114" y="341756"/>
                </a:lnTo>
                <a:lnTo>
                  <a:pt x="551331" y="385130"/>
                </a:lnTo>
                <a:lnTo>
                  <a:pt x="556889" y="404641"/>
                </a:lnTo>
                <a:lnTo>
                  <a:pt x="556244" y="409881"/>
                </a:lnTo>
                <a:lnTo>
                  <a:pt x="553828" y="412058"/>
                </a:lnTo>
                <a:lnTo>
                  <a:pt x="547868" y="413993"/>
                </a:lnTo>
                <a:lnTo>
                  <a:pt x="542954" y="410203"/>
                </a:lnTo>
                <a:lnTo>
                  <a:pt x="541263" y="407462"/>
                </a:lnTo>
                <a:lnTo>
                  <a:pt x="541827" y="404076"/>
                </a:lnTo>
                <a:lnTo>
                  <a:pt x="539813" y="400690"/>
                </a:lnTo>
                <a:lnTo>
                  <a:pt x="534980" y="396740"/>
                </a:lnTo>
                <a:lnTo>
                  <a:pt x="532161" y="393112"/>
                </a:lnTo>
                <a:lnTo>
                  <a:pt x="532967" y="399078"/>
                </a:lnTo>
                <a:lnTo>
                  <a:pt x="533047" y="406737"/>
                </a:lnTo>
                <a:lnTo>
                  <a:pt x="526845" y="407382"/>
                </a:lnTo>
                <a:lnTo>
                  <a:pt x="518952" y="404963"/>
                </a:lnTo>
                <a:lnTo>
                  <a:pt x="509125" y="407140"/>
                </a:lnTo>
                <a:lnTo>
                  <a:pt x="497446" y="416573"/>
                </a:lnTo>
                <a:lnTo>
                  <a:pt x="491808" y="416895"/>
                </a:lnTo>
                <a:lnTo>
                  <a:pt x="487539" y="408752"/>
                </a:lnTo>
                <a:lnTo>
                  <a:pt x="485365" y="403270"/>
                </a:lnTo>
                <a:lnTo>
                  <a:pt x="481901" y="399400"/>
                </a:lnTo>
                <a:lnTo>
                  <a:pt x="444851" y="379567"/>
                </a:lnTo>
                <a:lnTo>
                  <a:pt x="431158" y="374407"/>
                </a:lnTo>
                <a:lnTo>
                  <a:pt x="416740" y="359412"/>
                </a:lnTo>
                <a:lnTo>
                  <a:pt x="384361" y="342804"/>
                </a:lnTo>
                <a:lnTo>
                  <a:pt x="363742" y="326599"/>
                </a:lnTo>
                <a:lnTo>
                  <a:pt x="354962" y="316521"/>
                </a:lnTo>
                <a:lnTo>
                  <a:pt x="333940" y="307653"/>
                </a:lnTo>
                <a:lnTo>
                  <a:pt x="324838" y="297252"/>
                </a:lnTo>
                <a:lnTo>
                  <a:pt x="320328" y="295156"/>
                </a:lnTo>
                <a:lnTo>
                  <a:pt x="315898" y="291448"/>
                </a:lnTo>
                <a:lnTo>
                  <a:pt x="320570" y="281289"/>
                </a:lnTo>
                <a:lnTo>
                  <a:pt x="318636" y="270728"/>
                </a:lnTo>
                <a:lnTo>
                  <a:pt x="316220" y="261779"/>
                </a:lnTo>
                <a:lnTo>
                  <a:pt x="301319" y="244123"/>
                </a:lnTo>
                <a:lnTo>
                  <a:pt x="294070" y="231788"/>
                </a:lnTo>
                <a:lnTo>
                  <a:pt x="280055" y="219533"/>
                </a:lnTo>
                <a:lnTo>
                  <a:pt x="274498" y="212519"/>
                </a:lnTo>
                <a:lnTo>
                  <a:pt x="269101" y="204296"/>
                </a:lnTo>
                <a:lnTo>
                  <a:pt x="272484" y="201393"/>
                </a:lnTo>
                <a:lnTo>
                  <a:pt x="275625" y="199700"/>
                </a:lnTo>
                <a:lnTo>
                  <a:pt x="272726" y="193734"/>
                </a:lnTo>
                <a:lnTo>
                  <a:pt x="264752" y="183334"/>
                </a:lnTo>
                <a:lnTo>
                  <a:pt x="261047" y="171482"/>
                </a:lnTo>
                <a:lnTo>
                  <a:pt x="261047" y="148989"/>
                </a:lnTo>
                <a:lnTo>
                  <a:pt x="249609" y="117385"/>
                </a:lnTo>
                <a:lnTo>
                  <a:pt x="239944" y="73527"/>
                </a:lnTo>
                <a:lnTo>
                  <a:pt x="241635" y="58209"/>
                </a:lnTo>
                <a:lnTo>
                  <a:pt x="239139" y="41601"/>
                </a:lnTo>
                <a:lnTo>
                  <a:pt x="232695" y="25557"/>
                </a:lnTo>
                <a:lnTo>
                  <a:pt x="224238" y="14189"/>
                </a:lnTo>
                <a:lnTo>
                  <a:pt x="221096" y="4676"/>
                </a:lnTo>
                <a:close/>
                <a:moveTo>
                  <a:pt x="1627010" y="187768"/>
                </a:moveTo>
                <a:lnTo>
                  <a:pt x="1624030" y="187768"/>
                </a:lnTo>
                <a:lnTo>
                  <a:pt x="1617103" y="185994"/>
                </a:lnTo>
                <a:lnTo>
                  <a:pt x="1603168" y="177448"/>
                </a:lnTo>
                <a:lnTo>
                  <a:pt x="1588912" y="174385"/>
                </a:lnTo>
                <a:lnTo>
                  <a:pt x="1568212" y="174143"/>
                </a:lnTo>
                <a:lnTo>
                  <a:pt x="1556452" y="172934"/>
                </a:lnTo>
                <a:lnTo>
                  <a:pt x="1551700" y="174224"/>
                </a:lnTo>
                <a:lnTo>
                  <a:pt x="1547673" y="174304"/>
                </a:lnTo>
                <a:lnTo>
                  <a:pt x="1544773" y="172531"/>
                </a:lnTo>
                <a:lnTo>
                  <a:pt x="1541713" y="171644"/>
                </a:lnTo>
                <a:lnTo>
                  <a:pt x="1533658" y="176723"/>
                </a:lnTo>
                <a:lnTo>
                  <a:pt x="1529873" y="175191"/>
                </a:lnTo>
                <a:lnTo>
                  <a:pt x="1526006" y="173014"/>
                </a:lnTo>
                <a:lnTo>
                  <a:pt x="1519241" y="172289"/>
                </a:lnTo>
                <a:lnTo>
                  <a:pt x="1511025" y="172934"/>
                </a:lnTo>
                <a:lnTo>
                  <a:pt x="1502004" y="178093"/>
                </a:lnTo>
                <a:lnTo>
                  <a:pt x="1491855" y="173417"/>
                </a:lnTo>
                <a:lnTo>
                  <a:pt x="1489036" y="173498"/>
                </a:lnTo>
                <a:lnTo>
                  <a:pt x="1487103" y="174707"/>
                </a:lnTo>
                <a:lnTo>
                  <a:pt x="1482673" y="181076"/>
                </a:lnTo>
                <a:lnTo>
                  <a:pt x="1474377" y="185994"/>
                </a:lnTo>
                <a:lnTo>
                  <a:pt x="1470269" y="194943"/>
                </a:lnTo>
                <a:lnTo>
                  <a:pt x="1467692" y="203489"/>
                </a:lnTo>
                <a:lnTo>
                  <a:pt x="1465437" y="206472"/>
                </a:lnTo>
                <a:lnTo>
                  <a:pt x="1464873" y="223080"/>
                </a:lnTo>
                <a:lnTo>
                  <a:pt x="1463584" y="231062"/>
                </a:lnTo>
                <a:lnTo>
                  <a:pt x="1465678" y="241704"/>
                </a:lnTo>
                <a:lnTo>
                  <a:pt x="1465275" y="246219"/>
                </a:lnTo>
                <a:lnTo>
                  <a:pt x="1461570" y="252991"/>
                </a:lnTo>
                <a:lnTo>
                  <a:pt x="1461087" y="254604"/>
                </a:lnTo>
                <a:lnTo>
                  <a:pt x="1459154" y="265326"/>
                </a:lnTo>
                <a:lnTo>
                  <a:pt x="1459879" y="268229"/>
                </a:lnTo>
                <a:lnTo>
                  <a:pt x="1459396" y="271857"/>
                </a:lnTo>
                <a:lnTo>
                  <a:pt x="1456254" y="279435"/>
                </a:lnTo>
                <a:lnTo>
                  <a:pt x="1450616" y="281451"/>
                </a:lnTo>
                <a:lnTo>
                  <a:pt x="1444656" y="282660"/>
                </a:lnTo>
                <a:lnTo>
                  <a:pt x="1439582" y="280080"/>
                </a:lnTo>
                <a:lnTo>
                  <a:pt x="1434990" y="284272"/>
                </a:lnTo>
                <a:lnTo>
                  <a:pt x="1429191" y="290641"/>
                </a:lnTo>
                <a:lnTo>
                  <a:pt x="1426614" y="294995"/>
                </a:lnTo>
                <a:lnTo>
                  <a:pt x="1426694" y="299026"/>
                </a:lnTo>
                <a:lnTo>
                  <a:pt x="1427258" y="301687"/>
                </a:lnTo>
                <a:lnTo>
                  <a:pt x="1426050" y="304508"/>
                </a:lnTo>
                <a:lnTo>
                  <a:pt x="1425889" y="307411"/>
                </a:lnTo>
                <a:lnTo>
                  <a:pt x="1426211" y="311684"/>
                </a:lnTo>
                <a:lnTo>
                  <a:pt x="1430158" y="313457"/>
                </a:lnTo>
                <a:lnTo>
                  <a:pt x="1434266" y="317085"/>
                </a:lnTo>
                <a:lnTo>
                  <a:pt x="1434104" y="320633"/>
                </a:lnTo>
                <a:lnTo>
                  <a:pt x="1431849" y="323051"/>
                </a:lnTo>
                <a:lnTo>
                  <a:pt x="1426694" y="326841"/>
                </a:lnTo>
                <a:lnTo>
                  <a:pt x="1417190" y="334500"/>
                </a:lnTo>
                <a:lnTo>
                  <a:pt x="1406478" y="341111"/>
                </a:lnTo>
                <a:lnTo>
                  <a:pt x="1402450" y="342642"/>
                </a:lnTo>
                <a:lnTo>
                  <a:pt x="1401000" y="345625"/>
                </a:lnTo>
                <a:lnTo>
                  <a:pt x="1400276" y="349737"/>
                </a:lnTo>
                <a:lnTo>
                  <a:pt x="1402611" y="358606"/>
                </a:lnTo>
                <a:lnTo>
                  <a:pt x="1404867" y="361266"/>
                </a:lnTo>
                <a:lnTo>
                  <a:pt x="1406075" y="364410"/>
                </a:lnTo>
                <a:lnTo>
                  <a:pt x="1404625" y="368119"/>
                </a:lnTo>
                <a:lnTo>
                  <a:pt x="1403578" y="371344"/>
                </a:lnTo>
                <a:lnTo>
                  <a:pt x="1399631" y="373359"/>
                </a:lnTo>
                <a:lnTo>
                  <a:pt x="1395846" y="374811"/>
                </a:lnTo>
                <a:lnTo>
                  <a:pt x="1394396" y="377390"/>
                </a:lnTo>
                <a:lnTo>
                  <a:pt x="1392382" y="388113"/>
                </a:lnTo>
                <a:lnTo>
                  <a:pt x="1390046" y="393676"/>
                </a:lnTo>
                <a:lnTo>
                  <a:pt x="1384811" y="401980"/>
                </a:lnTo>
                <a:lnTo>
                  <a:pt x="1383119" y="405769"/>
                </a:lnTo>
                <a:lnTo>
                  <a:pt x="1380462" y="406979"/>
                </a:lnTo>
                <a:lnTo>
                  <a:pt x="1370313" y="403109"/>
                </a:lnTo>
                <a:lnTo>
                  <a:pt x="1361292" y="405447"/>
                </a:lnTo>
                <a:lnTo>
                  <a:pt x="1349291" y="406979"/>
                </a:lnTo>
                <a:lnTo>
                  <a:pt x="1339142" y="406737"/>
                </a:lnTo>
                <a:lnTo>
                  <a:pt x="1331249" y="408430"/>
                </a:lnTo>
                <a:lnTo>
                  <a:pt x="1325852" y="412783"/>
                </a:lnTo>
                <a:lnTo>
                  <a:pt x="1319811" y="418346"/>
                </a:lnTo>
                <a:lnTo>
                  <a:pt x="1313529" y="422377"/>
                </a:lnTo>
                <a:lnTo>
                  <a:pt x="1308696" y="424393"/>
                </a:lnTo>
                <a:lnTo>
                  <a:pt x="1299916" y="418588"/>
                </a:lnTo>
                <a:lnTo>
                  <a:pt x="1295487" y="419072"/>
                </a:lnTo>
                <a:lnTo>
                  <a:pt x="1287513" y="417056"/>
                </a:lnTo>
                <a:lnTo>
                  <a:pt x="1268746" y="410526"/>
                </a:lnTo>
                <a:lnTo>
                  <a:pt x="1264155" y="408591"/>
                </a:lnTo>
                <a:lnTo>
                  <a:pt x="1259161" y="408430"/>
                </a:lnTo>
                <a:lnTo>
                  <a:pt x="1257630" y="406576"/>
                </a:lnTo>
                <a:lnTo>
                  <a:pt x="1258436" y="403431"/>
                </a:lnTo>
                <a:lnTo>
                  <a:pt x="1257630" y="399239"/>
                </a:lnTo>
                <a:lnTo>
                  <a:pt x="1254006" y="397707"/>
                </a:lnTo>
                <a:lnTo>
                  <a:pt x="1216391" y="398352"/>
                </a:lnTo>
                <a:lnTo>
                  <a:pt x="1205598" y="401899"/>
                </a:lnTo>
                <a:lnTo>
                  <a:pt x="1198269" y="404721"/>
                </a:lnTo>
                <a:lnTo>
                  <a:pt x="1193033" y="408027"/>
                </a:lnTo>
                <a:lnTo>
                  <a:pt x="1191503" y="416170"/>
                </a:lnTo>
                <a:lnTo>
                  <a:pt x="1188442" y="423748"/>
                </a:lnTo>
                <a:lnTo>
                  <a:pt x="1184415" y="431891"/>
                </a:lnTo>
                <a:lnTo>
                  <a:pt x="1171850" y="434309"/>
                </a:lnTo>
                <a:lnTo>
                  <a:pt x="1162668" y="442452"/>
                </a:lnTo>
                <a:lnTo>
                  <a:pt x="1159527" y="443500"/>
                </a:lnTo>
                <a:lnTo>
                  <a:pt x="1153163" y="442291"/>
                </a:lnTo>
                <a:lnTo>
                  <a:pt x="1146398" y="441565"/>
                </a:lnTo>
                <a:lnTo>
                  <a:pt x="1141565" y="443903"/>
                </a:lnTo>
                <a:lnTo>
                  <a:pt x="1136410" y="443742"/>
                </a:lnTo>
                <a:lnTo>
                  <a:pt x="1120623" y="439953"/>
                </a:lnTo>
                <a:lnTo>
                  <a:pt x="1105642" y="439308"/>
                </a:lnTo>
                <a:lnTo>
                  <a:pt x="1097185" y="441323"/>
                </a:lnTo>
                <a:lnTo>
                  <a:pt x="1092513" y="442049"/>
                </a:lnTo>
                <a:lnTo>
                  <a:pt x="1066497" y="453256"/>
                </a:lnTo>
                <a:lnTo>
                  <a:pt x="1057718" y="454545"/>
                </a:lnTo>
                <a:lnTo>
                  <a:pt x="1054093" y="452933"/>
                </a:lnTo>
                <a:lnTo>
                  <a:pt x="1049099" y="448338"/>
                </a:lnTo>
                <a:lnTo>
                  <a:pt x="1042334" y="443742"/>
                </a:lnTo>
                <a:lnTo>
                  <a:pt x="1026225" y="428102"/>
                </a:lnTo>
                <a:lnTo>
                  <a:pt x="1020264" y="424393"/>
                </a:lnTo>
                <a:lnTo>
                  <a:pt x="1016317" y="420604"/>
                </a:lnTo>
                <a:lnTo>
                  <a:pt x="1012532" y="416170"/>
                </a:lnTo>
                <a:lnTo>
                  <a:pt x="1007216" y="411332"/>
                </a:lnTo>
                <a:lnTo>
                  <a:pt x="1002303" y="408027"/>
                </a:lnTo>
                <a:lnTo>
                  <a:pt x="995698" y="401254"/>
                </a:lnTo>
                <a:lnTo>
                  <a:pt x="989093" y="393837"/>
                </a:lnTo>
                <a:lnTo>
                  <a:pt x="987643" y="380777"/>
                </a:lnTo>
                <a:lnTo>
                  <a:pt x="982408" y="378439"/>
                </a:lnTo>
                <a:lnTo>
                  <a:pt x="980636" y="375052"/>
                </a:lnTo>
                <a:lnTo>
                  <a:pt x="979831" y="371183"/>
                </a:lnTo>
                <a:lnTo>
                  <a:pt x="987080" y="360540"/>
                </a:lnTo>
                <a:lnTo>
                  <a:pt x="992315" y="371747"/>
                </a:lnTo>
                <a:lnTo>
                  <a:pt x="994409" y="374246"/>
                </a:lnTo>
                <a:lnTo>
                  <a:pt x="1006088" y="381825"/>
                </a:lnTo>
                <a:lnTo>
                  <a:pt x="1015754" y="385533"/>
                </a:lnTo>
                <a:lnTo>
                  <a:pt x="1026144" y="387065"/>
                </a:lnTo>
                <a:lnTo>
                  <a:pt x="1036776" y="387388"/>
                </a:lnTo>
                <a:lnTo>
                  <a:pt x="1040964" y="386904"/>
                </a:lnTo>
                <a:lnTo>
                  <a:pt x="1045072" y="385372"/>
                </a:lnTo>
                <a:lnTo>
                  <a:pt x="1049180" y="386984"/>
                </a:lnTo>
                <a:lnTo>
                  <a:pt x="1071330" y="399239"/>
                </a:lnTo>
                <a:lnTo>
                  <a:pt x="1079948" y="401416"/>
                </a:lnTo>
                <a:lnTo>
                  <a:pt x="1089050" y="400529"/>
                </a:lnTo>
                <a:lnTo>
                  <a:pt x="1092674" y="401738"/>
                </a:lnTo>
                <a:lnTo>
                  <a:pt x="1105400" y="411090"/>
                </a:lnTo>
                <a:lnTo>
                  <a:pt x="1109186" y="412219"/>
                </a:lnTo>
                <a:lnTo>
                  <a:pt x="1115468" y="411493"/>
                </a:lnTo>
                <a:lnTo>
                  <a:pt x="1107414" y="407220"/>
                </a:lnTo>
                <a:lnTo>
                  <a:pt x="1102178" y="404157"/>
                </a:lnTo>
                <a:lnTo>
                  <a:pt x="1099843" y="398433"/>
                </a:lnTo>
                <a:lnTo>
                  <a:pt x="1101292" y="392305"/>
                </a:lnTo>
                <a:lnTo>
                  <a:pt x="1106367" y="388274"/>
                </a:lnTo>
                <a:lnTo>
                  <a:pt x="1109911" y="383840"/>
                </a:lnTo>
                <a:lnTo>
                  <a:pt x="1111200" y="370699"/>
                </a:lnTo>
                <a:lnTo>
                  <a:pt x="1113455" y="364007"/>
                </a:lnTo>
                <a:lnTo>
                  <a:pt x="1117724" y="357638"/>
                </a:lnTo>
                <a:lnTo>
                  <a:pt x="1119093" y="351511"/>
                </a:lnTo>
                <a:lnTo>
                  <a:pt x="1114341" y="346835"/>
                </a:lnTo>
                <a:lnTo>
                  <a:pt x="1113294" y="338853"/>
                </a:lnTo>
                <a:lnTo>
                  <a:pt x="1114341" y="332162"/>
                </a:lnTo>
                <a:lnTo>
                  <a:pt x="1116999" y="327647"/>
                </a:lnTo>
                <a:lnTo>
                  <a:pt x="1121348" y="330630"/>
                </a:lnTo>
                <a:lnTo>
                  <a:pt x="1125778" y="333452"/>
                </a:lnTo>
                <a:lnTo>
                  <a:pt x="1130208" y="333129"/>
                </a:lnTo>
                <a:lnTo>
                  <a:pt x="1133269" y="332000"/>
                </a:lnTo>
                <a:lnTo>
                  <a:pt x="1133833" y="328614"/>
                </a:lnTo>
                <a:lnTo>
                  <a:pt x="1132947" y="322648"/>
                </a:lnTo>
                <a:lnTo>
                  <a:pt x="1133188" y="311684"/>
                </a:lnTo>
                <a:lnTo>
                  <a:pt x="1138826" y="302896"/>
                </a:lnTo>
                <a:lnTo>
                  <a:pt x="1147686" y="296849"/>
                </a:lnTo>
                <a:lnTo>
                  <a:pt x="1156144" y="293947"/>
                </a:lnTo>
                <a:lnTo>
                  <a:pt x="1187637" y="289029"/>
                </a:lnTo>
                <a:lnTo>
                  <a:pt x="1237414" y="276533"/>
                </a:lnTo>
                <a:lnTo>
                  <a:pt x="1252234" y="271615"/>
                </a:lnTo>
                <a:lnTo>
                  <a:pt x="1257630" y="269115"/>
                </a:lnTo>
                <a:lnTo>
                  <a:pt x="1262221" y="265649"/>
                </a:lnTo>
                <a:lnTo>
                  <a:pt x="1269873" y="254442"/>
                </a:lnTo>
                <a:lnTo>
                  <a:pt x="1284371" y="236947"/>
                </a:lnTo>
                <a:lnTo>
                  <a:pt x="1294520" y="222435"/>
                </a:lnTo>
                <a:lnTo>
                  <a:pt x="1315945" y="201474"/>
                </a:lnTo>
                <a:lnTo>
                  <a:pt x="1333020" y="181963"/>
                </a:lnTo>
                <a:lnTo>
                  <a:pt x="1335356" y="178255"/>
                </a:lnTo>
                <a:lnTo>
                  <a:pt x="1338175" y="167613"/>
                </a:lnTo>
                <a:lnTo>
                  <a:pt x="1338336" y="162614"/>
                </a:lnTo>
                <a:lnTo>
                  <a:pt x="1337853" y="157535"/>
                </a:lnTo>
                <a:lnTo>
                  <a:pt x="1340189" y="155197"/>
                </a:lnTo>
                <a:lnTo>
                  <a:pt x="1343491" y="153746"/>
                </a:lnTo>
                <a:lnTo>
                  <a:pt x="1344297" y="153746"/>
                </a:lnTo>
                <a:lnTo>
                  <a:pt x="1346794" y="156003"/>
                </a:lnTo>
                <a:lnTo>
                  <a:pt x="1352754" y="159067"/>
                </a:lnTo>
                <a:lnTo>
                  <a:pt x="1357184" y="163017"/>
                </a:lnTo>
                <a:lnTo>
                  <a:pt x="1360164" y="168177"/>
                </a:lnTo>
                <a:lnTo>
                  <a:pt x="1362339" y="172934"/>
                </a:lnTo>
                <a:lnTo>
                  <a:pt x="1362500" y="177045"/>
                </a:lnTo>
                <a:lnTo>
                  <a:pt x="1365158" y="180351"/>
                </a:lnTo>
                <a:lnTo>
                  <a:pt x="1372729" y="180915"/>
                </a:lnTo>
                <a:lnTo>
                  <a:pt x="1375146" y="185108"/>
                </a:lnTo>
                <a:lnTo>
                  <a:pt x="1380381" y="192364"/>
                </a:lnTo>
                <a:lnTo>
                  <a:pt x="1385214" y="197604"/>
                </a:lnTo>
                <a:lnTo>
                  <a:pt x="1388113" y="199619"/>
                </a:lnTo>
                <a:lnTo>
                  <a:pt x="1391818" y="198491"/>
                </a:lnTo>
                <a:lnTo>
                  <a:pt x="1397537" y="193734"/>
                </a:lnTo>
                <a:lnTo>
                  <a:pt x="1401645" y="187929"/>
                </a:lnTo>
                <a:lnTo>
                  <a:pt x="1404383" y="180028"/>
                </a:lnTo>
                <a:lnTo>
                  <a:pt x="1402209" y="178900"/>
                </a:lnTo>
                <a:lnTo>
                  <a:pt x="1406075" y="173014"/>
                </a:lnTo>
                <a:lnTo>
                  <a:pt x="1406800" y="169870"/>
                </a:lnTo>
                <a:lnTo>
                  <a:pt x="1405028" y="166968"/>
                </a:lnTo>
                <a:lnTo>
                  <a:pt x="1402772" y="164146"/>
                </a:lnTo>
                <a:lnTo>
                  <a:pt x="1401886" y="156971"/>
                </a:lnTo>
                <a:lnTo>
                  <a:pt x="1400356" y="147780"/>
                </a:lnTo>
                <a:lnTo>
                  <a:pt x="1399309" y="143668"/>
                </a:lnTo>
                <a:lnTo>
                  <a:pt x="1402289" y="140685"/>
                </a:lnTo>
                <a:lnTo>
                  <a:pt x="1408813" y="136896"/>
                </a:lnTo>
                <a:lnTo>
                  <a:pt x="1415257" y="132542"/>
                </a:lnTo>
                <a:lnTo>
                  <a:pt x="1421862" y="128995"/>
                </a:lnTo>
                <a:lnTo>
                  <a:pt x="1422023" y="135364"/>
                </a:lnTo>
                <a:lnTo>
                  <a:pt x="1421862" y="145845"/>
                </a:lnTo>
                <a:lnTo>
                  <a:pt x="1423875" y="154552"/>
                </a:lnTo>
                <a:lnTo>
                  <a:pt x="1428305" y="170112"/>
                </a:lnTo>
                <a:lnTo>
                  <a:pt x="1433460" y="172208"/>
                </a:lnTo>
                <a:lnTo>
                  <a:pt x="1439582" y="173579"/>
                </a:lnTo>
                <a:lnTo>
                  <a:pt x="1443126" y="173095"/>
                </a:lnTo>
                <a:lnTo>
                  <a:pt x="1445381" y="172127"/>
                </a:lnTo>
                <a:lnTo>
                  <a:pt x="1446025" y="170837"/>
                </a:lnTo>
                <a:lnTo>
                  <a:pt x="1442159" y="164791"/>
                </a:lnTo>
                <a:lnTo>
                  <a:pt x="1441192" y="150440"/>
                </a:lnTo>
                <a:lnTo>
                  <a:pt x="1438051" y="141007"/>
                </a:lnTo>
                <a:lnTo>
                  <a:pt x="1433218" y="131655"/>
                </a:lnTo>
                <a:lnTo>
                  <a:pt x="1430963" y="128995"/>
                </a:lnTo>
                <a:lnTo>
                  <a:pt x="1449891" y="126334"/>
                </a:lnTo>
                <a:lnTo>
                  <a:pt x="1454160" y="123432"/>
                </a:lnTo>
                <a:lnTo>
                  <a:pt x="1461570" y="116982"/>
                </a:lnTo>
                <a:lnTo>
                  <a:pt x="1464309" y="113354"/>
                </a:lnTo>
                <a:lnTo>
                  <a:pt x="1466564" y="105292"/>
                </a:lnTo>
                <a:lnTo>
                  <a:pt x="1457301" y="100455"/>
                </a:lnTo>
                <a:lnTo>
                  <a:pt x="1453677" y="94247"/>
                </a:lnTo>
                <a:lnTo>
                  <a:pt x="1453435" y="87636"/>
                </a:lnTo>
                <a:lnTo>
                  <a:pt x="1464470" y="75220"/>
                </a:lnTo>
                <a:lnTo>
                  <a:pt x="1468336" y="72318"/>
                </a:lnTo>
                <a:lnTo>
                  <a:pt x="1470028" y="76671"/>
                </a:lnTo>
                <a:lnTo>
                  <a:pt x="1474860" y="77800"/>
                </a:lnTo>
                <a:lnTo>
                  <a:pt x="1479371" y="77961"/>
                </a:lnTo>
                <a:lnTo>
                  <a:pt x="1483881" y="77719"/>
                </a:lnTo>
                <a:lnTo>
                  <a:pt x="1490325" y="71431"/>
                </a:lnTo>
                <a:lnTo>
                  <a:pt x="1493627" y="62482"/>
                </a:lnTo>
                <a:lnTo>
                  <a:pt x="1505065" y="49824"/>
                </a:lnTo>
                <a:lnTo>
                  <a:pt x="1509092" y="40069"/>
                </a:lnTo>
                <a:lnTo>
                  <a:pt x="1511347" y="29830"/>
                </a:lnTo>
                <a:lnTo>
                  <a:pt x="1540102" y="0"/>
                </a:lnTo>
                <a:lnTo>
                  <a:pt x="1543565" y="0"/>
                </a:lnTo>
                <a:lnTo>
                  <a:pt x="1560641" y="0"/>
                </a:lnTo>
                <a:lnTo>
                  <a:pt x="1562735" y="0"/>
                </a:lnTo>
                <a:lnTo>
                  <a:pt x="1567326" y="0"/>
                </a:lnTo>
                <a:lnTo>
                  <a:pt x="1568695" y="0"/>
                </a:lnTo>
                <a:lnTo>
                  <a:pt x="1568051" y="0"/>
                </a:lnTo>
                <a:lnTo>
                  <a:pt x="1565312" y="0"/>
                </a:lnTo>
                <a:lnTo>
                  <a:pt x="1563701" y="0"/>
                </a:lnTo>
                <a:lnTo>
                  <a:pt x="1565635" y="0"/>
                </a:lnTo>
                <a:lnTo>
                  <a:pt x="1573770" y="0"/>
                </a:lnTo>
                <a:lnTo>
                  <a:pt x="1582307" y="0"/>
                </a:lnTo>
                <a:lnTo>
                  <a:pt x="1587059" y="0"/>
                </a:lnTo>
                <a:lnTo>
                  <a:pt x="1591167" y="0"/>
                </a:lnTo>
                <a:lnTo>
                  <a:pt x="1599302" y="0"/>
                </a:lnTo>
                <a:lnTo>
                  <a:pt x="1601074" y="0"/>
                </a:lnTo>
                <a:lnTo>
                  <a:pt x="1600511" y="0"/>
                </a:lnTo>
                <a:lnTo>
                  <a:pt x="1601316" y="0"/>
                </a:lnTo>
                <a:lnTo>
                  <a:pt x="1604457" y="0"/>
                </a:lnTo>
                <a:lnTo>
                  <a:pt x="1611384" y="0"/>
                </a:lnTo>
                <a:lnTo>
                  <a:pt x="1620969" y="0"/>
                </a:lnTo>
                <a:lnTo>
                  <a:pt x="1629909" y="0"/>
                </a:lnTo>
                <a:lnTo>
                  <a:pt x="1632809" y="2096"/>
                </a:lnTo>
                <a:lnTo>
                  <a:pt x="1634742" y="5885"/>
                </a:lnTo>
                <a:lnTo>
                  <a:pt x="1636675" y="12093"/>
                </a:lnTo>
                <a:lnTo>
                  <a:pt x="1636836" y="18382"/>
                </a:lnTo>
                <a:lnTo>
                  <a:pt x="1630393" y="24428"/>
                </a:lnTo>
                <a:lnTo>
                  <a:pt x="1633131" y="34345"/>
                </a:lnTo>
                <a:lnTo>
                  <a:pt x="1632729" y="40150"/>
                </a:lnTo>
                <a:lnTo>
                  <a:pt x="1630473" y="45068"/>
                </a:lnTo>
                <a:lnTo>
                  <a:pt x="1621130" y="49582"/>
                </a:lnTo>
                <a:lnTo>
                  <a:pt x="1646663" y="45148"/>
                </a:lnTo>
                <a:lnTo>
                  <a:pt x="1652945" y="42568"/>
                </a:lnTo>
                <a:lnTo>
                  <a:pt x="1661644" y="36038"/>
                </a:lnTo>
                <a:lnTo>
                  <a:pt x="1666316" y="41681"/>
                </a:lnTo>
                <a:lnTo>
                  <a:pt x="1670665" y="51437"/>
                </a:lnTo>
                <a:lnTo>
                  <a:pt x="1667121" y="53855"/>
                </a:lnTo>
                <a:lnTo>
                  <a:pt x="1656087" y="57483"/>
                </a:lnTo>
                <a:lnTo>
                  <a:pt x="1655523" y="58935"/>
                </a:lnTo>
                <a:lnTo>
                  <a:pt x="1659228" y="64014"/>
                </a:lnTo>
                <a:lnTo>
                  <a:pt x="1663819" y="63530"/>
                </a:lnTo>
                <a:lnTo>
                  <a:pt x="1673001" y="60144"/>
                </a:lnTo>
                <a:lnTo>
                  <a:pt x="1681378" y="54742"/>
                </a:lnTo>
                <a:lnTo>
                  <a:pt x="1685486" y="54823"/>
                </a:lnTo>
                <a:lnTo>
                  <a:pt x="1689754" y="55951"/>
                </a:lnTo>
                <a:lnTo>
                  <a:pt x="1698051" y="59418"/>
                </a:lnTo>
                <a:lnTo>
                  <a:pt x="1702722" y="62159"/>
                </a:lnTo>
                <a:lnTo>
                  <a:pt x="1706669" y="65707"/>
                </a:lnTo>
                <a:lnTo>
                  <a:pt x="1709246" y="73205"/>
                </a:lnTo>
                <a:lnTo>
                  <a:pt x="1718831" y="75865"/>
                </a:lnTo>
                <a:lnTo>
                  <a:pt x="1738404" y="86346"/>
                </a:lnTo>
                <a:lnTo>
                  <a:pt x="1742109" y="87233"/>
                </a:lnTo>
                <a:lnTo>
                  <a:pt x="1745894" y="87475"/>
                </a:lnTo>
                <a:lnTo>
                  <a:pt x="1756204" y="86185"/>
                </a:lnTo>
                <a:lnTo>
                  <a:pt x="1759829" y="87636"/>
                </a:lnTo>
                <a:lnTo>
                  <a:pt x="1762487" y="91425"/>
                </a:lnTo>
                <a:lnTo>
                  <a:pt x="1763292" y="96101"/>
                </a:lnTo>
                <a:lnTo>
                  <a:pt x="1763050" y="101100"/>
                </a:lnTo>
                <a:lnTo>
                  <a:pt x="1762003" y="104889"/>
                </a:lnTo>
                <a:lnTo>
                  <a:pt x="1759587" y="108033"/>
                </a:lnTo>
                <a:lnTo>
                  <a:pt x="1752499" y="112870"/>
                </a:lnTo>
                <a:lnTo>
                  <a:pt x="1734779" y="119078"/>
                </a:lnTo>
                <a:lnTo>
                  <a:pt x="1715448" y="123835"/>
                </a:lnTo>
                <a:lnTo>
                  <a:pt x="1705702" y="123513"/>
                </a:lnTo>
                <a:lnTo>
                  <a:pt x="1692090" y="119401"/>
                </a:lnTo>
                <a:lnTo>
                  <a:pt x="1687096" y="119965"/>
                </a:lnTo>
                <a:lnTo>
                  <a:pt x="1682344" y="121819"/>
                </a:lnTo>
                <a:lnTo>
                  <a:pt x="1676223" y="134719"/>
                </a:lnTo>
                <a:lnTo>
                  <a:pt x="1687419" y="147618"/>
                </a:lnTo>
                <a:lnTo>
                  <a:pt x="1706588" y="161082"/>
                </a:lnTo>
                <a:lnTo>
                  <a:pt x="1709246" y="164388"/>
                </a:lnTo>
                <a:lnTo>
                  <a:pt x="1708521" y="168499"/>
                </a:lnTo>
                <a:lnTo>
                  <a:pt x="1705461" y="170999"/>
                </a:lnTo>
                <a:lnTo>
                  <a:pt x="1701433" y="172369"/>
                </a:lnTo>
                <a:lnTo>
                  <a:pt x="1690640" y="174465"/>
                </a:lnTo>
                <a:lnTo>
                  <a:pt x="1679767" y="176078"/>
                </a:lnTo>
                <a:lnTo>
                  <a:pt x="1670746" y="178335"/>
                </a:lnTo>
                <a:lnTo>
                  <a:pt x="1661966" y="181399"/>
                </a:lnTo>
                <a:lnTo>
                  <a:pt x="1652945" y="180351"/>
                </a:lnTo>
                <a:lnTo>
                  <a:pt x="1640461" y="174304"/>
                </a:lnTo>
                <a:lnTo>
                  <a:pt x="1636836" y="173901"/>
                </a:lnTo>
                <a:lnTo>
                  <a:pt x="1633131" y="177045"/>
                </a:lnTo>
                <a:lnTo>
                  <a:pt x="1629426" y="185430"/>
                </a:lnTo>
                <a:lnTo>
                  <a:pt x="1627010" y="187768"/>
                </a:lnTo>
                <a:close/>
                <a:moveTo>
                  <a:pt x="234789" y="97149"/>
                </a:moveTo>
                <a:lnTo>
                  <a:pt x="232776" y="99407"/>
                </a:lnTo>
                <a:lnTo>
                  <a:pt x="226896" y="98117"/>
                </a:lnTo>
                <a:lnTo>
                  <a:pt x="227943" y="84895"/>
                </a:lnTo>
                <a:lnTo>
                  <a:pt x="231326" y="83202"/>
                </a:lnTo>
                <a:lnTo>
                  <a:pt x="236481" y="85620"/>
                </a:lnTo>
                <a:lnTo>
                  <a:pt x="238816" y="87878"/>
                </a:lnTo>
                <a:lnTo>
                  <a:pt x="234789" y="97149"/>
                </a:lnTo>
                <a:close/>
                <a:moveTo>
                  <a:pt x="199269" y="2741"/>
                </a:moveTo>
                <a:lnTo>
                  <a:pt x="204987" y="11368"/>
                </a:lnTo>
                <a:lnTo>
                  <a:pt x="202088" y="15238"/>
                </a:lnTo>
                <a:lnTo>
                  <a:pt x="200719" y="16366"/>
                </a:lnTo>
                <a:lnTo>
                  <a:pt x="197255" y="15076"/>
                </a:lnTo>
                <a:lnTo>
                  <a:pt x="194033" y="18382"/>
                </a:lnTo>
                <a:lnTo>
                  <a:pt x="190892" y="19107"/>
                </a:lnTo>
                <a:lnTo>
                  <a:pt x="187751" y="13061"/>
                </a:lnTo>
                <a:lnTo>
                  <a:pt x="183885" y="10723"/>
                </a:lnTo>
                <a:lnTo>
                  <a:pt x="182999" y="6611"/>
                </a:lnTo>
                <a:lnTo>
                  <a:pt x="188234" y="5885"/>
                </a:lnTo>
                <a:lnTo>
                  <a:pt x="191295" y="7256"/>
                </a:lnTo>
                <a:lnTo>
                  <a:pt x="197175" y="4434"/>
                </a:lnTo>
                <a:lnTo>
                  <a:pt x="199269" y="2741"/>
                </a:lnTo>
                <a:close/>
                <a:moveTo>
                  <a:pt x="1128839" y="329340"/>
                </a:moveTo>
                <a:lnTo>
                  <a:pt x="1126423" y="330388"/>
                </a:lnTo>
                <a:lnTo>
                  <a:pt x="1122637" y="327486"/>
                </a:lnTo>
                <a:lnTo>
                  <a:pt x="1121670" y="303057"/>
                </a:lnTo>
                <a:lnTo>
                  <a:pt x="1124328" y="300880"/>
                </a:lnTo>
                <a:lnTo>
                  <a:pt x="1126100" y="301203"/>
                </a:lnTo>
                <a:lnTo>
                  <a:pt x="1127953" y="305637"/>
                </a:lnTo>
                <a:lnTo>
                  <a:pt x="1127792" y="316360"/>
                </a:lnTo>
                <a:lnTo>
                  <a:pt x="1128114" y="325793"/>
                </a:lnTo>
                <a:lnTo>
                  <a:pt x="1128839" y="329340"/>
                </a:lnTo>
                <a:close/>
                <a:moveTo>
                  <a:pt x="531275" y="416734"/>
                </a:moveTo>
                <a:lnTo>
                  <a:pt x="519194" y="422055"/>
                </a:lnTo>
                <a:lnTo>
                  <a:pt x="505501" y="417137"/>
                </a:lnTo>
                <a:lnTo>
                  <a:pt x="509931" y="409317"/>
                </a:lnTo>
                <a:lnTo>
                  <a:pt x="519033" y="407382"/>
                </a:lnTo>
                <a:lnTo>
                  <a:pt x="526362" y="409881"/>
                </a:lnTo>
                <a:lnTo>
                  <a:pt x="530550" y="411816"/>
                </a:lnTo>
                <a:lnTo>
                  <a:pt x="533370" y="413993"/>
                </a:lnTo>
                <a:lnTo>
                  <a:pt x="531275" y="416734"/>
                </a:lnTo>
                <a:close/>
                <a:moveTo>
                  <a:pt x="1430963" y="128995"/>
                </a:moveTo>
                <a:lnTo>
                  <a:pt x="1433218" y="131655"/>
                </a:lnTo>
                <a:lnTo>
                  <a:pt x="1438051" y="141007"/>
                </a:lnTo>
                <a:lnTo>
                  <a:pt x="1441192" y="150440"/>
                </a:lnTo>
                <a:lnTo>
                  <a:pt x="1442159" y="164791"/>
                </a:lnTo>
                <a:lnTo>
                  <a:pt x="1446025" y="170837"/>
                </a:lnTo>
                <a:lnTo>
                  <a:pt x="1445381" y="172127"/>
                </a:lnTo>
                <a:lnTo>
                  <a:pt x="1443126" y="173095"/>
                </a:lnTo>
                <a:lnTo>
                  <a:pt x="1439582" y="173579"/>
                </a:lnTo>
                <a:lnTo>
                  <a:pt x="1433460" y="172208"/>
                </a:lnTo>
                <a:lnTo>
                  <a:pt x="1428305" y="170112"/>
                </a:lnTo>
                <a:lnTo>
                  <a:pt x="1423875" y="154552"/>
                </a:lnTo>
                <a:lnTo>
                  <a:pt x="1421862" y="145845"/>
                </a:lnTo>
                <a:lnTo>
                  <a:pt x="1422023" y="135364"/>
                </a:lnTo>
                <a:lnTo>
                  <a:pt x="1421862" y="128995"/>
                </a:lnTo>
                <a:lnTo>
                  <a:pt x="1430963" y="128995"/>
                </a:lnTo>
                <a:close/>
                <a:moveTo>
                  <a:pt x="1421862" y="128995"/>
                </a:moveTo>
                <a:lnTo>
                  <a:pt x="1415257" y="132542"/>
                </a:lnTo>
                <a:lnTo>
                  <a:pt x="1408813" y="136896"/>
                </a:lnTo>
                <a:lnTo>
                  <a:pt x="1402289" y="140685"/>
                </a:lnTo>
                <a:lnTo>
                  <a:pt x="1399309" y="143668"/>
                </a:lnTo>
                <a:lnTo>
                  <a:pt x="1400356" y="147780"/>
                </a:lnTo>
                <a:lnTo>
                  <a:pt x="1401886" y="156971"/>
                </a:lnTo>
                <a:lnTo>
                  <a:pt x="1402772" y="164146"/>
                </a:lnTo>
                <a:lnTo>
                  <a:pt x="1405028" y="166968"/>
                </a:lnTo>
                <a:lnTo>
                  <a:pt x="1406800" y="169870"/>
                </a:lnTo>
                <a:lnTo>
                  <a:pt x="1406075" y="173014"/>
                </a:lnTo>
                <a:lnTo>
                  <a:pt x="1402209" y="178900"/>
                </a:lnTo>
                <a:lnTo>
                  <a:pt x="1404383" y="180028"/>
                </a:lnTo>
                <a:lnTo>
                  <a:pt x="1401645" y="187929"/>
                </a:lnTo>
                <a:lnTo>
                  <a:pt x="1397537" y="193734"/>
                </a:lnTo>
                <a:lnTo>
                  <a:pt x="1391818" y="198491"/>
                </a:lnTo>
                <a:lnTo>
                  <a:pt x="1388113" y="199619"/>
                </a:lnTo>
                <a:lnTo>
                  <a:pt x="1385214" y="197604"/>
                </a:lnTo>
                <a:lnTo>
                  <a:pt x="1380381" y="192364"/>
                </a:lnTo>
                <a:lnTo>
                  <a:pt x="1375146" y="185108"/>
                </a:lnTo>
                <a:lnTo>
                  <a:pt x="1372729" y="180915"/>
                </a:lnTo>
                <a:lnTo>
                  <a:pt x="1365158" y="180351"/>
                </a:lnTo>
                <a:lnTo>
                  <a:pt x="1362500" y="177045"/>
                </a:lnTo>
                <a:lnTo>
                  <a:pt x="1362339" y="172934"/>
                </a:lnTo>
                <a:lnTo>
                  <a:pt x="1360164" y="168177"/>
                </a:lnTo>
                <a:lnTo>
                  <a:pt x="1357184" y="163017"/>
                </a:lnTo>
                <a:lnTo>
                  <a:pt x="1352754" y="159067"/>
                </a:lnTo>
                <a:lnTo>
                  <a:pt x="1346794" y="156003"/>
                </a:lnTo>
                <a:lnTo>
                  <a:pt x="1344297" y="153746"/>
                </a:lnTo>
                <a:lnTo>
                  <a:pt x="1353479" y="153907"/>
                </a:lnTo>
                <a:lnTo>
                  <a:pt x="1363225" y="152617"/>
                </a:lnTo>
                <a:lnTo>
                  <a:pt x="1373293" y="148344"/>
                </a:lnTo>
                <a:lnTo>
                  <a:pt x="1383039" y="143104"/>
                </a:lnTo>
                <a:lnTo>
                  <a:pt x="1391174" y="137218"/>
                </a:lnTo>
                <a:lnTo>
                  <a:pt x="1398826" y="130527"/>
                </a:lnTo>
                <a:lnTo>
                  <a:pt x="1406880" y="125286"/>
                </a:lnTo>
                <a:lnTo>
                  <a:pt x="1419284" y="119159"/>
                </a:lnTo>
                <a:lnTo>
                  <a:pt x="1423553" y="119643"/>
                </a:lnTo>
                <a:lnTo>
                  <a:pt x="1423473" y="123996"/>
                </a:lnTo>
                <a:lnTo>
                  <a:pt x="1421862" y="128995"/>
                </a:lnTo>
                <a:close/>
                <a:moveTo>
                  <a:pt x="2230614" y="1290916"/>
                </a:moveTo>
                <a:lnTo>
                  <a:pt x="2227876" y="1280435"/>
                </a:lnTo>
                <a:lnTo>
                  <a:pt x="2224896" y="1275920"/>
                </a:lnTo>
                <a:lnTo>
                  <a:pt x="2222560" y="1273340"/>
                </a:lnTo>
                <a:lnTo>
                  <a:pt x="2221835" y="1270196"/>
                </a:lnTo>
                <a:lnTo>
                  <a:pt x="2221915" y="1266890"/>
                </a:lnTo>
                <a:lnTo>
                  <a:pt x="2223365" y="1265358"/>
                </a:lnTo>
                <a:lnTo>
                  <a:pt x="2233192" y="1264955"/>
                </a:lnTo>
                <a:lnTo>
                  <a:pt x="2237138" y="1259554"/>
                </a:lnTo>
                <a:lnTo>
                  <a:pt x="2237138" y="1253104"/>
                </a:lnTo>
                <a:lnTo>
                  <a:pt x="2235125" y="1250847"/>
                </a:lnTo>
                <a:lnTo>
                  <a:pt x="2233192" y="1249960"/>
                </a:lnTo>
                <a:lnTo>
                  <a:pt x="2222962" y="1254797"/>
                </a:lnTo>
                <a:lnTo>
                  <a:pt x="2220063" y="1253910"/>
                </a:lnTo>
                <a:lnTo>
                  <a:pt x="2218291" y="1252217"/>
                </a:lnTo>
                <a:lnTo>
                  <a:pt x="2218855" y="1244961"/>
                </a:lnTo>
                <a:lnTo>
                  <a:pt x="2227312" y="1238270"/>
                </a:lnTo>
                <a:lnTo>
                  <a:pt x="2234480" y="1226096"/>
                </a:lnTo>
                <a:lnTo>
                  <a:pt x="2239474" y="1221258"/>
                </a:lnTo>
                <a:lnTo>
                  <a:pt x="2251153" y="1216663"/>
                </a:lnTo>
                <a:lnTo>
                  <a:pt x="2255905" y="1215373"/>
                </a:lnTo>
                <a:lnTo>
                  <a:pt x="2289895" y="1208681"/>
                </a:lnTo>
                <a:lnTo>
                  <a:pt x="2298030" y="1208278"/>
                </a:lnTo>
                <a:lnTo>
                  <a:pt x="2319616" y="1208439"/>
                </a:lnTo>
                <a:lnTo>
                  <a:pt x="2348452" y="1206988"/>
                </a:lnTo>
                <a:lnTo>
                  <a:pt x="2355620" y="1206021"/>
                </a:lnTo>
                <a:lnTo>
                  <a:pt x="2364883" y="1203118"/>
                </a:lnTo>
                <a:lnTo>
                  <a:pt x="2373823" y="1199410"/>
                </a:lnTo>
                <a:lnTo>
                  <a:pt x="2378575" y="1196588"/>
                </a:lnTo>
                <a:lnTo>
                  <a:pt x="2383489" y="1194492"/>
                </a:lnTo>
                <a:lnTo>
                  <a:pt x="2390899" y="1197072"/>
                </a:lnTo>
                <a:lnTo>
                  <a:pt x="2403544" y="1199087"/>
                </a:lnTo>
                <a:lnTo>
                  <a:pt x="2406927" y="1200861"/>
                </a:lnTo>
                <a:lnTo>
                  <a:pt x="2410069" y="1203280"/>
                </a:lnTo>
                <a:lnTo>
                  <a:pt x="2395490" y="1216099"/>
                </a:lnTo>
                <a:lnTo>
                  <a:pt x="2379381" y="1226660"/>
                </a:lnTo>
                <a:lnTo>
                  <a:pt x="2369474" y="1229885"/>
                </a:lnTo>
                <a:lnTo>
                  <a:pt x="2359245" y="1232062"/>
                </a:lnTo>
                <a:lnTo>
                  <a:pt x="2351512" y="1236173"/>
                </a:lnTo>
                <a:lnTo>
                  <a:pt x="2344908" y="1242623"/>
                </a:lnTo>
                <a:lnTo>
                  <a:pt x="2336531" y="1246251"/>
                </a:lnTo>
                <a:lnTo>
                  <a:pt x="2327027" y="1247460"/>
                </a:lnTo>
                <a:lnTo>
                  <a:pt x="2318892" y="1249395"/>
                </a:lnTo>
                <a:lnTo>
                  <a:pt x="2311562" y="1253185"/>
                </a:lnTo>
                <a:lnTo>
                  <a:pt x="2301333" y="1259634"/>
                </a:lnTo>
                <a:lnTo>
                  <a:pt x="2297225" y="1260279"/>
                </a:lnTo>
                <a:lnTo>
                  <a:pt x="2292795" y="1260118"/>
                </a:lnTo>
                <a:lnTo>
                  <a:pt x="2284338" y="1262617"/>
                </a:lnTo>
                <a:lnTo>
                  <a:pt x="2258000" y="1271889"/>
                </a:lnTo>
                <a:lnTo>
                  <a:pt x="2242052" y="1282208"/>
                </a:lnTo>
                <a:lnTo>
                  <a:pt x="2230614" y="1290916"/>
                </a:lnTo>
                <a:close/>
                <a:moveTo>
                  <a:pt x="2147492" y="1277210"/>
                </a:moveTo>
                <a:lnTo>
                  <a:pt x="2160540" y="1270276"/>
                </a:lnTo>
                <a:lnTo>
                  <a:pt x="2180354" y="1264955"/>
                </a:lnTo>
                <a:lnTo>
                  <a:pt x="2179871" y="1268906"/>
                </a:lnTo>
                <a:lnTo>
                  <a:pt x="2177857" y="1274952"/>
                </a:lnTo>
                <a:lnTo>
                  <a:pt x="2174877" y="1277855"/>
                </a:lnTo>
                <a:lnTo>
                  <a:pt x="2170286" y="1283015"/>
                </a:lnTo>
                <a:lnTo>
                  <a:pt x="2167306" y="1284143"/>
                </a:lnTo>
                <a:lnTo>
                  <a:pt x="2155466" y="1283015"/>
                </a:lnTo>
                <a:lnTo>
                  <a:pt x="2153935" y="1283740"/>
                </a:lnTo>
                <a:lnTo>
                  <a:pt x="2151841" y="1283176"/>
                </a:lnTo>
                <a:lnTo>
                  <a:pt x="2148780" y="1279870"/>
                </a:lnTo>
                <a:lnTo>
                  <a:pt x="2147492" y="1277210"/>
                </a:lnTo>
                <a:close/>
                <a:moveTo>
                  <a:pt x="3511924" y="1259231"/>
                </a:moveTo>
                <a:lnTo>
                  <a:pt x="3511924" y="1258183"/>
                </a:lnTo>
                <a:lnTo>
                  <a:pt x="3511924" y="1241736"/>
                </a:lnTo>
                <a:lnTo>
                  <a:pt x="3511924" y="1225370"/>
                </a:lnTo>
                <a:lnTo>
                  <a:pt x="3511924" y="1209004"/>
                </a:lnTo>
                <a:lnTo>
                  <a:pt x="3511924" y="1192557"/>
                </a:lnTo>
                <a:lnTo>
                  <a:pt x="3511924" y="1176191"/>
                </a:lnTo>
                <a:lnTo>
                  <a:pt x="3511924" y="1159825"/>
                </a:lnTo>
                <a:lnTo>
                  <a:pt x="3511844" y="1143458"/>
                </a:lnTo>
                <a:lnTo>
                  <a:pt x="3511844" y="1127012"/>
                </a:lnTo>
                <a:lnTo>
                  <a:pt x="3511844" y="1110645"/>
                </a:lnTo>
                <a:lnTo>
                  <a:pt x="3511844" y="1094279"/>
                </a:lnTo>
                <a:lnTo>
                  <a:pt x="3511844" y="1080735"/>
                </a:lnTo>
                <a:lnTo>
                  <a:pt x="3507414" y="1075494"/>
                </a:lnTo>
                <a:lnTo>
                  <a:pt x="3502742" y="1067432"/>
                </a:lnTo>
                <a:lnTo>
                  <a:pt x="3503789" y="1057112"/>
                </a:lnTo>
                <a:lnTo>
                  <a:pt x="3509347" y="1044213"/>
                </a:lnTo>
                <a:lnTo>
                  <a:pt x="3511844" y="1035667"/>
                </a:lnTo>
                <a:lnTo>
                  <a:pt x="3511844" y="1028653"/>
                </a:lnTo>
                <a:lnTo>
                  <a:pt x="3511844" y="1012287"/>
                </a:lnTo>
                <a:lnTo>
                  <a:pt x="3511844" y="995921"/>
                </a:lnTo>
                <a:lnTo>
                  <a:pt x="3511844" y="979554"/>
                </a:lnTo>
                <a:lnTo>
                  <a:pt x="3511844" y="963107"/>
                </a:lnTo>
                <a:lnTo>
                  <a:pt x="3511844" y="946741"/>
                </a:lnTo>
                <a:lnTo>
                  <a:pt x="3511844" y="930375"/>
                </a:lnTo>
                <a:lnTo>
                  <a:pt x="3511763" y="913928"/>
                </a:lnTo>
                <a:lnTo>
                  <a:pt x="3511763" y="897562"/>
                </a:lnTo>
                <a:lnTo>
                  <a:pt x="3511763" y="881196"/>
                </a:lnTo>
                <a:lnTo>
                  <a:pt x="3511763" y="864749"/>
                </a:lnTo>
                <a:lnTo>
                  <a:pt x="3511763" y="848383"/>
                </a:lnTo>
                <a:lnTo>
                  <a:pt x="3511763" y="832017"/>
                </a:lnTo>
                <a:lnTo>
                  <a:pt x="3511763" y="815650"/>
                </a:lnTo>
                <a:lnTo>
                  <a:pt x="3511763" y="799203"/>
                </a:lnTo>
                <a:lnTo>
                  <a:pt x="3511763" y="782837"/>
                </a:lnTo>
                <a:lnTo>
                  <a:pt x="3511763" y="766471"/>
                </a:lnTo>
                <a:lnTo>
                  <a:pt x="3511763" y="750024"/>
                </a:lnTo>
                <a:lnTo>
                  <a:pt x="3511683" y="740188"/>
                </a:lnTo>
                <a:lnTo>
                  <a:pt x="3511683" y="734787"/>
                </a:lnTo>
                <a:lnTo>
                  <a:pt x="3511683" y="734464"/>
                </a:lnTo>
                <a:lnTo>
                  <a:pt x="3514099" y="734464"/>
                </a:lnTo>
                <a:lnTo>
                  <a:pt x="3522315" y="734545"/>
                </a:lnTo>
                <a:lnTo>
                  <a:pt x="3528839" y="735915"/>
                </a:lnTo>
                <a:lnTo>
                  <a:pt x="3554130" y="753410"/>
                </a:lnTo>
                <a:lnTo>
                  <a:pt x="3554130" y="760424"/>
                </a:lnTo>
                <a:lnTo>
                  <a:pt x="3554130" y="762117"/>
                </a:lnTo>
                <a:lnTo>
                  <a:pt x="3554130" y="763004"/>
                </a:lnTo>
                <a:lnTo>
                  <a:pt x="3554130" y="772598"/>
                </a:lnTo>
                <a:lnTo>
                  <a:pt x="3554130" y="782434"/>
                </a:lnTo>
                <a:lnTo>
                  <a:pt x="3554130" y="791786"/>
                </a:lnTo>
                <a:lnTo>
                  <a:pt x="3554130" y="793721"/>
                </a:lnTo>
                <a:lnTo>
                  <a:pt x="3554130" y="794527"/>
                </a:lnTo>
                <a:lnTo>
                  <a:pt x="3554130" y="797752"/>
                </a:lnTo>
                <a:lnTo>
                  <a:pt x="3554130" y="800655"/>
                </a:lnTo>
                <a:lnTo>
                  <a:pt x="3554130" y="812103"/>
                </a:lnTo>
                <a:lnTo>
                  <a:pt x="3554130" y="815650"/>
                </a:lnTo>
                <a:lnTo>
                  <a:pt x="3554130" y="822100"/>
                </a:lnTo>
                <a:lnTo>
                  <a:pt x="3554130" y="829114"/>
                </a:lnTo>
                <a:lnTo>
                  <a:pt x="3554130" y="830807"/>
                </a:lnTo>
                <a:lnTo>
                  <a:pt x="3554130" y="831613"/>
                </a:lnTo>
                <a:lnTo>
                  <a:pt x="3554130" y="831855"/>
                </a:lnTo>
                <a:lnTo>
                  <a:pt x="3554130" y="830646"/>
                </a:lnTo>
                <a:lnTo>
                  <a:pt x="3554130" y="831210"/>
                </a:lnTo>
                <a:lnTo>
                  <a:pt x="3554130" y="832420"/>
                </a:lnTo>
                <a:lnTo>
                  <a:pt x="3554130" y="834838"/>
                </a:lnTo>
                <a:lnTo>
                  <a:pt x="3554130" y="839514"/>
                </a:lnTo>
                <a:lnTo>
                  <a:pt x="3554130" y="845964"/>
                </a:lnTo>
                <a:lnTo>
                  <a:pt x="3554130" y="848866"/>
                </a:lnTo>
                <a:lnTo>
                  <a:pt x="3554130" y="854671"/>
                </a:lnTo>
                <a:lnTo>
                  <a:pt x="3554130" y="861685"/>
                </a:lnTo>
                <a:lnTo>
                  <a:pt x="3554130" y="868699"/>
                </a:lnTo>
                <a:lnTo>
                  <a:pt x="3554130" y="874665"/>
                </a:lnTo>
                <a:lnTo>
                  <a:pt x="3554130" y="877165"/>
                </a:lnTo>
                <a:lnTo>
                  <a:pt x="3554130" y="877568"/>
                </a:lnTo>
                <a:lnTo>
                  <a:pt x="3554130" y="912880"/>
                </a:lnTo>
                <a:lnTo>
                  <a:pt x="3554130" y="918362"/>
                </a:lnTo>
                <a:lnTo>
                  <a:pt x="3554130" y="941501"/>
                </a:lnTo>
                <a:lnTo>
                  <a:pt x="3554130" y="959560"/>
                </a:lnTo>
                <a:lnTo>
                  <a:pt x="3554130" y="965123"/>
                </a:lnTo>
                <a:lnTo>
                  <a:pt x="3554130" y="967219"/>
                </a:lnTo>
                <a:lnTo>
                  <a:pt x="3554130" y="971089"/>
                </a:lnTo>
                <a:lnTo>
                  <a:pt x="3554130" y="976894"/>
                </a:lnTo>
                <a:lnTo>
                  <a:pt x="3554130" y="1001242"/>
                </a:lnTo>
                <a:lnTo>
                  <a:pt x="3554130" y="1003338"/>
                </a:lnTo>
                <a:lnTo>
                  <a:pt x="3554130" y="1004144"/>
                </a:lnTo>
                <a:lnTo>
                  <a:pt x="3554130" y="1003821"/>
                </a:lnTo>
                <a:lnTo>
                  <a:pt x="3554130" y="1005031"/>
                </a:lnTo>
                <a:lnTo>
                  <a:pt x="3554130" y="1009465"/>
                </a:lnTo>
                <a:lnTo>
                  <a:pt x="3554130" y="1012367"/>
                </a:lnTo>
                <a:lnTo>
                  <a:pt x="3554130" y="1020268"/>
                </a:lnTo>
                <a:lnTo>
                  <a:pt x="3554130" y="1028814"/>
                </a:lnTo>
                <a:lnTo>
                  <a:pt x="3554130" y="1031313"/>
                </a:lnTo>
                <a:lnTo>
                  <a:pt x="3554130" y="1033168"/>
                </a:lnTo>
                <a:lnTo>
                  <a:pt x="3554130" y="1037844"/>
                </a:lnTo>
                <a:lnTo>
                  <a:pt x="3554130" y="1052195"/>
                </a:lnTo>
                <a:lnTo>
                  <a:pt x="3554130" y="1061144"/>
                </a:lnTo>
                <a:lnTo>
                  <a:pt x="3554130" y="1064530"/>
                </a:lnTo>
                <a:lnTo>
                  <a:pt x="3554130" y="1066142"/>
                </a:lnTo>
                <a:lnTo>
                  <a:pt x="3554130" y="1067593"/>
                </a:lnTo>
                <a:lnTo>
                  <a:pt x="3554130" y="1065981"/>
                </a:lnTo>
                <a:lnTo>
                  <a:pt x="3554130" y="1075010"/>
                </a:lnTo>
                <a:lnTo>
                  <a:pt x="3554130" y="1078961"/>
                </a:lnTo>
                <a:lnTo>
                  <a:pt x="3554130" y="1082670"/>
                </a:lnTo>
                <a:lnTo>
                  <a:pt x="3554130" y="1101858"/>
                </a:lnTo>
                <a:lnTo>
                  <a:pt x="3554130" y="1118869"/>
                </a:lnTo>
                <a:lnTo>
                  <a:pt x="3554130" y="1125802"/>
                </a:lnTo>
                <a:lnTo>
                  <a:pt x="3554130" y="1131446"/>
                </a:lnTo>
                <a:lnTo>
                  <a:pt x="3554130" y="1138057"/>
                </a:lnTo>
                <a:lnTo>
                  <a:pt x="3554130" y="1145716"/>
                </a:lnTo>
                <a:lnTo>
                  <a:pt x="3554130" y="1159018"/>
                </a:lnTo>
                <a:lnTo>
                  <a:pt x="3554130" y="1164017"/>
                </a:lnTo>
                <a:lnTo>
                  <a:pt x="3554130" y="1167000"/>
                </a:lnTo>
                <a:lnTo>
                  <a:pt x="3554130" y="1177400"/>
                </a:lnTo>
                <a:lnTo>
                  <a:pt x="3554130" y="1181915"/>
                </a:lnTo>
                <a:lnTo>
                  <a:pt x="3554130" y="1196346"/>
                </a:lnTo>
                <a:lnTo>
                  <a:pt x="3554130" y="1206101"/>
                </a:lnTo>
                <a:lnTo>
                  <a:pt x="3554130" y="1210133"/>
                </a:lnTo>
                <a:lnTo>
                  <a:pt x="3554130" y="1213680"/>
                </a:lnTo>
                <a:lnTo>
                  <a:pt x="3554130" y="1222548"/>
                </a:lnTo>
                <a:lnTo>
                  <a:pt x="3554130" y="1225048"/>
                </a:lnTo>
                <a:lnTo>
                  <a:pt x="3554130" y="1244719"/>
                </a:lnTo>
                <a:lnTo>
                  <a:pt x="3554130" y="1253830"/>
                </a:lnTo>
                <a:lnTo>
                  <a:pt x="3554130" y="1257054"/>
                </a:lnTo>
                <a:lnTo>
                  <a:pt x="3554130" y="1256813"/>
                </a:lnTo>
                <a:lnTo>
                  <a:pt x="3554130" y="1251008"/>
                </a:lnTo>
                <a:lnTo>
                  <a:pt x="3554130" y="1250847"/>
                </a:lnTo>
                <a:lnTo>
                  <a:pt x="3554130" y="1252136"/>
                </a:lnTo>
                <a:lnTo>
                  <a:pt x="3554130" y="1255361"/>
                </a:lnTo>
                <a:lnTo>
                  <a:pt x="3554130" y="1264230"/>
                </a:lnTo>
                <a:lnTo>
                  <a:pt x="3554130" y="1273501"/>
                </a:lnTo>
                <a:lnTo>
                  <a:pt x="3554130" y="1282450"/>
                </a:lnTo>
                <a:lnTo>
                  <a:pt x="3554130" y="1289787"/>
                </a:lnTo>
                <a:lnTo>
                  <a:pt x="3554130" y="1295511"/>
                </a:lnTo>
                <a:lnTo>
                  <a:pt x="3554130" y="1297043"/>
                </a:lnTo>
                <a:lnTo>
                  <a:pt x="3554130" y="1298897"/>
                </a:lnTo>
                <a:lnTo>
                  <a:pt x="3554130" y="1300429"/>
                </a:lnTo>
                <a:lnTo>
                  <a:pt x="3554130" y="1302928"/>
                </a:lnTo>
                <a:lnTo>
                  <a:pt x="3554130" y="1305105"/>
                </a:lnTo>
                <a:lnTo>
                  <a:pt x="3554130" y="1309055"/>
                </a:lnTo>
                <a:lnTo>
                  <a:pt x="3554130" y="1310990"/>
                </a:lnTo>
                <a:lnTo>
                  <a:pt x="3554130" y="1311797"/>
                </a:lnTo>
                <a:lnTo>
                  <a:pt x="3554130" y="1314618"/>
                </a:lnTo>
                <a:lnTo>
                  <a:pt x="3554130" y="1319698"/>
                </a:lnTo>
                <a:lnTo>
                  <a:pt x="3554130" y="1324938"/>
                </a:lnTo>
                <a:lnTo>
                  <a:pt x="3554130" y="1331307"/>
                </a:lnTo>
                <a:lnTo>
                  <a:pt x="3554130" y="1333645"/>
                </a:lnTo>
                <a:lnTo>
                  <a:pt x="3554130" y="1335177"/>
                </a:lnTo>
                <a:lnTo>
                  <a:pt x="3554130" y="1337354"/>
                </a:lnTo>
                <a:lnTo>
                  <a:pt x="3554130" y="1340417"/>
                </a:lnTo>
                <a:lnTo>
                  <a:pt x="3554130" y="1343400"/>
                </a:lnTo>
                <a:lnTo>
                  <a:pt x="3554130" y="1345577"/>
                </a:lnTo>
                <a:lnTo>
                  <a:pt x="3554130" y="1346948"/>
                </a:lnTo>
                <a:lnTo>
                  <a:pt x="3554130" y="1350979"/>
                </a:lnTo>
                <a:lnTo>
                  <a:pt x="3554130" y="1349286"/>
                </a:lnTo>
                <a:lnTo>
                  <a:pt x="3554130" y="1355897"/>
                </a:lnTo>
                <a:lnTo>
                  <a:pt x="3554130" y="1357509"/>
                </a:lnTo>
                <a:lnTo>
                  <a:pt x="3554130" y="1355010"/>
                </a:lnTo>
                <a:lnTo>
                  <a:pt x="3554130" y="1357590"/>
                </a:lnTo>
                <a:lnTo>
                  <a:pt x="3554130" y="1364604"/>
                </a:lnTo>
                <a:lnTo>
                  <a:pt x="3554130" y="1369280"/>
                </a:lnTo>
                <a:lnTo>
                  <a:pt x="3554130" y="1372021"/>
                </a:lnTo>
                <a:lnTo>
                  <a:pt x="3554130" y="1375246"/>
                </a:lnTo>
                <a:lnTo>
                  <a:pt x="3554130" y="1381615"/>
                </a:lnTo>
                <a:lnTo>
                  <a:pt x="3554130" y="1382582"/>
                </a:lnTo>
                <a:lnTo>
                  <a:pt x="3554130" y="1383066"/>
                </a:lnTo>
                <a:lnTo>
                  <a:pt x="3554130" y="1380325"/>
                </a:lnTo>
                <a:lnTo>
                  <a:pt x="3554130" y="1376778"/>
                </a:lnTo>
                <a:lnTo>
                  <a:pt x="3554130" y="1372021"/>
                </a:lnTo>
                <a:lnTo>
                  <a:pt x="3554130" y="1369199"/>
                </a:lnTo>
                <a:lnTo>
                  <a:pt x="3554130" y="1362427"/>
                </a:lnTo>
                <a:lnTo>
                  <a:pt x="3554130" y="1358718"/>
                </a:lnTo>
                <a:lnTo>
                  <a:pt x="3554130" y="1357509"/>
                </a:lnTo>
                <a:lnTo>
                  <a:pt x="3554130" y="1353639"/>
                </a:lnTo>
                <a:lnTo>
                  <a:pt x="3554130" y="1350818"/>
                </a:lnTo>
                <a:lnTo>
                  <a:pt x="3554130" y="1349124"/>
                </a:lnTo>
                <a:lnTo>
                  <a:pt x="3554130" y="1343723"/>
                </a:lnTo>
                <a:lnTo>
                  <a:pt x="3554130" y="1342917"/>
                </a:lnTo>
                <a:lnTo>
                  <a:pt x="3554130" y="1344610"/>
                </a:lnTo>
                <a:lnTo>
                  <a:pt x="3554130" y="1345658"/>
                </a:lnTo>
                <a:lnTo>
                  <a:pt x="3554130" y="1345174"/>
                </a:lnTo>
                <a:lnTo>
                  <a:pt x="3554130" y="1340579"/>
                </a:lnTo>
                <a:lnTo>
                  <a:pt x="3554130" y="1338885"/>
                </a:lnTo>
                <a:lnTo>
                  <a:pt x="3554130" y="1340337"/>
                </a:lnTo>
                <a:lnTo>
                  <a:pt x="3554130" y="1340579"/>
                </a:lnTo>
                <a:lnTo>
                  <a:pt x="3554130" y="1337273"/>
                </a:lnTo>
                <a:lnTo>
                  <a:pt x="3554130" y="1335902"/>
                </a:lnTo>
                <a:lnTo>
                  <a:pt x="3554130" y="1331307"/>
                </a:lnTo>
                <a:lnTo>
                  <a:pt x="3554130" y="1327034"/>
                </a:lnTo>
                <a:lnTo>
                  <a:pt x="3554130" y="1323164"/>
                </a:lnTo>
                <a:lnTo>
                  <a:pt x="3554130" y="1313328"/>
                </a:lnTo>
                <a:lnTo>
                  <a:pt x="3554130" y="1304057"/>
                </a:lnTo>
                <a:lnTo>
                  <a:pt x="3554130" y="1296398"/>
                </a:lnTo>
                <a:lnTo>
                  <a:pt x="3554130" y="1283982"/>
                </a:lnTo>
                <a:lnTo>
                  <a:pt x="3554130" y="1280918"/>
                </a:lnTo>
                <a:lnTo>
                  <a:pt x="3554130" y="1269551"/>
                </a:lnTo>
                <a:lnTo>
                  <a:pt x="3554130" y="1262053"/>
                </a:lnTo>
                <a:lnTo>
                  <a:pt x="3554130" y="1254475"/>
                </a:lnTo>
                <a:lnTo>
                  <a:pt x="3554130" y="1257054"/>
                </a:lnTo>
                <a:lnTo>
                  <a:pt x="3554130" y="1256732"/>
                </a:lnTo>
                <a:lnTo>
                  <a:pt x="3554130" y="1251653"/>
                </a:lnTo>
                <a:lnTo>
                  <a:pt x="3554130" y="1245687"/>
                </a:lnTo>
                <a:lnTo>
                  <a:pt x="3554130" y="1229482"/>
                </a:lnTo>
                <a:lnTo>
                  <a:pt x="3554130" y="1220936"/>
                </a:lnTo>
                <a:lnTo>
                  <a:pt x="3554130" y="1205779"/>
                </a:lnTo>
                <a:lnTo>
                  <a:pt x="3554130" y="1196749"/>
                </a:lnTo>
                <a:lnTo>
                  <a:pt x="3554130" y="1188848"/>
                </a:lnTo>
                <a:lnTo>
                  <a:pt x="3554130" y="1185946"/>
                </a:lnTo>
                <a:lnTo>
                  <a:pt x="3554130" y="1182560"/>
                </a:lnTo>
                <a:lnTo>
                  <a:pt x="3554130" y="1178206"/>
                </a:lnTo>
                <a:lnTo>
                  <a:pt x="3554130" y="1175143"/>
                </a:lnTo>
                <a:lnTo>
                  <a:pt x="3554130" y="1168451"/>
                </a:lnTo>
                <a:lnTo>
                  <a:pt x="3554130" y="1166274"/>
                </a:lnTo>
                <a:lnTo>
                  <a:pt x="3554130" y="1165146"/>
                </a:lnTo>
                <a:lnTo>
                  <a:pt x="3554130" y="1164501"/>
                </a:lnTo>
                <a:lnTo>
                  <a:pt x="3554130" y="1163372"/>
                </a:lnTo>
                <a:lnTo>
                  <a:pt x="3554130" y="1157890"/>
                </a:lnTo>
                <a:lnTo>
                  <a:pt x="3554130" y="1156197"/>
                </a:lnTo>
                <a:lnTo>
                  <a:pt x="3554130" y="1155149"/>
                </a:lnTo>
                <a:lnTo>
                  <a:pt x="3554130" y="1153052"/>
                </a:lnTo>
                <a:lnTo>
                  <a:pt x="3554130" y="1151037"/>
                </a:lnTo>
                <a:lnTo>
                  <a:pt x="3554130" y="1147570"/>
                </a:lnTo>
                <a:lnTo>
                  <a:pt x="3554130" y="1139347"/>
                </a:lnTo>
                <a:lnTo>
                  <a:pt x="3554130" y="1140153"/>
                </a:lnTo>
                <a:lnTo>
                  <a:pt x="3554130" y="1138782"/>
                </a:lnTo>
                <a:lnTo>
                  <a:pt x="3554130" y="1135880"/>
                </a:lnTo>
                <a:lnTo>
                  <a:pt x="3554130" y="1134106"/>
                </a:lnTo>
                <a:lnTo>
                  <a:pt x="3554130" y="1136606"/>
                </a:lnTo>
                <a:lnTo>
                  <a:pt x="3554130" y="1143136"/>
                </a:lnTo>
                <a:lnTo>
                  <a:pt x="3554130" y="1143539"/>
                </a:lnTo>
                <a:lnTo>
                  <a:pt x="3554130" y="1142168"/>
                </a:lnTo>
                <a:lnTo>
                  <a:pt x="3554130" y="1142975"/>
                </a:lnTo>
                <a:lnTo>
                  <a:pt x="3554130" y="1145958"/>
                </a:lnTo>
                <a:lnTo>
                  <a:pt x="3554130" y="1150069"/>
                </a:lnTo>
                <a:lnTo>
                  <a:pt x="3554130" y="1149424"/>
                </a:lnTo>
                <a:lnTo>
                  <a:pt x="3554130" y="1145313"/>
                </a:lnTo>
                <a:lnTo>
                  <a:pt x="3554130" y="1142733"/>
                </a:lnTo>
                <a:lnTo>
                  <a:pt x="3554130" y="1138057"/>
                </a:lnTo>
                <a:lnTo>
                  <a:pt x="3554130" y="1132736"/>
                </a:lnTo>
                <a:lnTo>
                  <a:pt x="3554130" y="1128543"/>
                </a:lnTo>
                <a:lnTo>
                  <a:pt x="3554130" y="1125480"/>
                </a:lnTo>
                <a:lnTo>
                  <a:pt x="3554130" y="1132736"/>
                </a:lnTo>
                <a:lnTo>
                  <a:pt x="3554130" y="1164501"/>
                </a:lnTo>
                <a:lnTo>
                  <a:pt x="3554130" y="1165146"/>
                </a:lnTo>
                <a:lnTo>
                  <a:pt x="3554130" y="1164339"/>
                </a:lnTo>
                <a:lnTo>
                  <a:pt x="3554130" y="1170467"/>
                </a:lnTo>
                <a:lnTo>
                  <a:pt x="3554130" y="1171353"/>
                </a:lnTo>
                <a:lnTo>
                  <a:pt x="3554130" y="1171273"/>
                </a:lnTo>
                <a:lnTo>
                  <a:pt x="3554130" y="1168693"/>
                </a:lnTo>
                <a:lnTo>
                  <a:pt x="3554130" y="1167806"/>
                </a:lnTo>
                <a:lnTo>
                  <a:pt x="3554130" y="1169096"/>
                </a:lnTo>
                <a:lnTo>
                  <a:pt x="3554130" y="1171353"/>
                </a:lnTo>
                <a:lnTo>
                  <a:pt x="3554130" y="1178126"/>
                </a:lnTo>
                <a:lnTo>
                  <a:pt x="3554130" y="1185140"/>
                </a:lnTo>
                <a:lnTo>
                  <a:pt x="3554130" y="1188365"/>
                </a:lnTo>
                <a:lnTo>
                  <a:pt x="3554130" y="1190300"/>
                </a:lnTo>
                <a:lnTo>
                  <a:pt x="3554130" y="1194089"/>
                </a:lnTo>
                <a:lnTo>
                  <a:pt x="3554130" y="1194331"/>
                </a:lnTo>
                <a:lnTo>
                  <a:pt x="3554130" y="1192154"/>
                </a:lnTo>
                <a:lnTo>
                  <a:pt x="3554130" y="1190945"/>
                </a:lnTo>
                <a:lnTo>
                  <a:pt x="3554130" y="1192154"/>
                </a:lnTo>
                <a:lnTo>
                  <a:pt x="3554130" y="1194976"/>
                </a:lnTo>
                <a:lnTo>
                  <a:pt x="3554130" y="1194492"/>
                </a:lnTo>
                <a:lnTo>
                  <a:pt x="3554130" y="1189574"/>
                </a:lnTo>
                <a:lnTo>
                  <a:pt x="3554130" y="1185785"/>
                </a:lnTo>
                <a:lnTo>
                  <a:pt x="3554130" y="1182479"/>
                </a:lnTo>
                <a:lnTo>
                  <a:pt x="3554130" y="1183044"/>
                </a:lnTo>
                <a:lnTo>
                  <a:pt x="3554130" y="1184817"/>
                </a:lnTo>
                <a:lnTo>
                  <a:pt x="3554130" y="1184979"/>
                </a:lnTo>
                <a:lnTo>
                  <a:pt x="3554130" y="1189171"/>
                </a:lnTo>
                <a:lnTo>
                  <a:pt x="3554130" y="1194250"/>
                </a:lnTo>
                <a:lnTo>
                  <a:pt x="3554130" y="1198765"/>
                </a:lnTo>
                <a:lnTo>
                  <a:pt x="3554130" y="1196104"/>
                </a:lnTo>
                <a:lnTo>
                  <a:pt x="3554130" y="1196830"/>
                </a:lnTo>
                <a:lnTo>
                  <a:pt x="3554130" y="1204812"/>
                </a:lnTo>
                <a:lnTo>
                  <a:pt x="3554130" y="1205698"/>
                </a:lnTo>
                <a:lnTo>
                  <a:pt x="3554130" y="1207311"/>
                </a:lnTo>
                <a:lnTo>
                  <a:pt x="3554130" y="1215131"/>
                </a:lnTo>
                <a:lnTo>
                  <a:pt x="3554130" y="1222306"/>
                </a:lnTo>
                <a:lnTo>
                  <a:pt x="3554130" y="1230449"/>
                </a:lnTo>
                <a:lnTo>
                  <a:pt x="3554130" y="1233674"/>
                </a:lnTo>
                <a:lnTo>
                  <a:pt x="3554130" y="1242220"/>
                </a:lnTo>
                <a:lnTo>
                  <a:pt x="3554130" y="1246493"/>
                </a:lnTo>
                <a:lnTo>
                  <a:pt x="3554130" y="1252540"/>
                </a:lnTo>
                <a:lnTo>
                  <a:pt x="3554130" y="1257054"/>
                </a:lnTo>
                <a:lnTo>
                  <a:pt x="3554130" y="1266003"/>
                </a:lnTo>
                <a:lnTo>
                  <a:pt x="3554130" y="1276081"/>
                </a:lnTo>
                <a:lnTo>
                  <a:pt x="3554130" y="1274066"/>
                </a:lnTo>
                <a:lnTo>
                  <a:pt x="3554130" y="1268745"/>
                </a:lnTo>
                <a:lnTo>
                  <a:pt x="3554130" y="1267293"/>
                </a:lnTo>
                <a:lnTo>
                  <a:pt x="3554130" y="1264391"/>
                </a:lnTo>
                <a:lnTo>
                  <a:pt x="3554130" y="1263343"/>
                </a:lnTo>
                <a:lnTo>
                  <a:pt x="3554130" y="1265600"/>
                </a:lnTo>
                <a:lnTo>
                  <a:pt x="3554130" y="1266810"/>
                </a:lnTo>
                <a:lnTo>
                  <a:pt x="3554130" y="1266648"/>
                </a:lnTo>
                <a:lnTo>
                  <a:pt x="3554130" y="1264955"/>
                </a:lnTo>
                <a:lnTo>
                  <a:pt x="3546559" y="1261811"/>
                </a:lnTo>
                <a:lnTo>
                  <a:pt x="3537538" y="1263182"/>
                </a:lnTo>
                <a:lnTo>
                  <a:pt x="3531336" y="1266890"/>
                </a:lnTo>
                <a:lnTo>
                  <a:pt x="3524570" y="1267455"/>
                </a:lnTo>
                <a:lnTo>
                  <a:pt x="3511924" y="1259231"/>
                </a:lnTo>
                <a:close/>
                <a:moveTo>
                  <a:pt x="2306165" y="0"/>
                </a:moveTo>
                <a:lnTo>
                  <a:pt x="2312770" y="0"/>
                </a:lnTo>
                <a:lnTo>
                  <a:pt x="2321227" y="0"/>
                </a:lnTo>
                <a:lnTo>
                  <a:pt x="2321147" y="0"/>
                </a:lnTo>
                <a:lnTo>
                  <a:pt x="2322516" y="0"/>
                </a:lnTo>
                <a:lnTo>
                  <a:pt x="2330248" y="0"/>
                </a:lnTo>
                <a:lnTo>
                  <a:pt x="2331457" y="0"/>
                </a:lnTo>
                <a:lnTo>
                  <a:pt x="2326866" y="0"/>
                </a:lnTo>
                <a:lnTo>
                  <a:pt x="2323402" y="0"/>
                </a:lnTo>
                <a:lnTo>
                  <a:pt x="2317120" y="0"/>
                </a:lnTo>
                <a:lnTo>
                  <a:pt x="2316958" y="0"/>
                </a:lnTo>
                <a:lnTo>
                  <a:pt x="2319616" y="0"/>
                </a:lnTo>
                <a:lnTo>
                  <a:pt x="2328396" y="0"/>
                </a:lnTo>
                <a:lnTo>
                  <a:pt x="2335081" y="0"/>
                </a:lnTo>
                <a:lnTo>
                  <a:pt x="2336289" y="0"/>
                </a:lnTo>
                <a:lnTo>
                  <a:pt x="2342652" y="0"/>
                </a:lnTo>
                <a:lnTo>
                  <a:pt x="2342491" y="0"/>
                </a:lnTo>
                <a:lnTo>
                  <a:pt x="2339914" y="0"/>
                </a:lnTo>
                <a:lnTo>
                  <a:pt x="2340719" y="0"/>
                </a:lnTo>
                <a:lnTo>
                  <a:pt x="2345471" y="0"/>
                </a:lnTo>
                <a:lnTo>
                  <a:pt x="2349499" y="0"/>
                </a:lnTo>
                <a:lnTo>
                  <a:pt x="2351593" y="0"/>
                </a:lnTo>
                <a:lnTo>
                  <a:pt x="2353445" y="0"/>
                </a:lnTo>
                <a:lnTo>
                  <a:pt x="2353123" y="0"/>
                </a:lnTo>
                <a:lnTo>
                  <a:pt x="2352559" y="0"/>
                </a:lnTo>
                <a:lnTo>
                  <a:pt x="2349740" y="0"/>
                </a:lnTo>
                <a:lnTo>
                  <a:pt x="2341041" y="0"/>
                </a:lnTo>
                <a:lnTo>
                  <a:pt x="2329362" y="0"/>
                </a:lnTo>
                <a:lnTo>
                  <a:pt x="2323160" y="0"/>
                </a:lnTo>
                <a:lnTo>
                  <a:pt x="2321147" y="0"/>
                </a:lnTo>
                <a:lnTo>
                  <a:pt x="2325013" y="0"/>
                </a:lnTo>
                <a:lnTo>
                  <a:pt x="2323483" y="1371"/>
                </a:lnTo>
                <a:lnTo>
                  <a:pt x="2320905" y="15318"/>
                </a:lnTo>
                <a:lnTo>
                  <a:pt x="2317120" y="8223"/>
                </a:lnTo>
                <a:lnTo>
                  <a:pt x="2314542" y="806"/>
                </a:lnTo>
                <a:lnTo>
                  <a:pt x="2312126" y="0"/>
                </a:lnTo>
                <a:lnTo>
                  <a:pt x="2309146" y="0"/>
                </a:lnTo>
                <a:lnTo>
                  <a:pt x="2304474" y="0"/>
                </a:lnTo>
                <a:lnTo>
                  <a:pt x="2302621" y="0"/>
                </a:lnTo>
                <a:lnTo>
                  <a:pt x="2297708" y="0"/>
                </a:lnTo>
                <a:lnTo>
                  <a:pt x="2291506" y="0"/>
                </a:lnTo>
                <a:lnTo>
                  <a:pt x="2287479" y="0"/>
                </a:lnTo>
                <a:lnTo>
                  <a:pt x="2280633" y="0"/>
                </a:lnTo>
                <a:lnTo>
                  <a:pt x="2279102" y="0"/>
                </a:lnTo>
                <a:lnTo>
                  <a:pt x="2278297" y="0"/>
                </a:lnTo>
                <a:lnTo>
                  <a:pt x="2276767" y="0"/>
                </a:lnTo>
                <a:lnTo>
                  <a:pt x="2268793" y="0"/>
                </a:lnTo>
                <a:lnTo>
                  <a:pt x="2262591" y="0"/>
                </a:lnTo>
                <a:lnTo>
                  <a:pt x="2257436" y="0"/>
                </a:lnTo>
                <a:lnTo>
                  <a:pt x="2255825" y="0"/>
                </a:lnTo>
                <a:lnTo>
                  <a:pt x="2260013" y="0"/>
                </a:lnTo>
                <a:lnTo>
                  <a:pt x="2264363" y="0"/>
                </a:lnTo>
                <a:lnTo>
                  <a:pt x="2270645" y="0"/>
                </a:lnTo>
                <a:lnTo>
                  <a:pt x="2272498" y="2741"/>
                </a:lnTo>
                <a:lnTo>
                  <a:pt x="2279183" y="22171"/>
                </a:lnTo>
                <a:lnTo>
                  <a:pt x="2278941" y="42004"/>
                </a:lnTo>
                <a:lnTo>
                  <a:pt x="2274109" y="50792"/>
                </a:lnTo>
                <a:lnTo>
                  <a:pt x="2261866" y="67400"/>
                </a:lnTo>
                <a:lnTo>
                  <a:pt x="2253006" y="72640"/>
                </a:lnTo>
                <a:lnTo>
                  <a:pt x="2248334" y="69980"/>
                </a:lnTo>
                <a:lnTo>
                  <a:pt x="2244548" y="59902"/>
                </a:lnTo>
                <a:lnTo>
                  <a:pt x="2243904" y="55790"/>
                </a:lnTo>
                <a:lnTo>
                  <a:pt x="2246482" y="46277"/>
                </a:lnTo>
                <a:lnTo>
                  <a:pt x="2246723" y="37650"/>
                </a:lnTo>
                <a:lnTo>
                  <a:pt x="2243824" y="34667"/>
                </a:lnTo>
                <a:lnTo>
                  <a:pt x="2240521" y="35312"/>
                </a:lnTo>
                <a:lnTo>
                  <a:pt x="2239152" y="36522"/>
                </a:lnTo>
                <a:lnTo>
                  <a:pt x="2231259" y="47889"/>
                </a:lnTo>
                <a:lnTo>
                  <a:pt x="2227956" y="50711"/>
                </a:lnTo>
                <a:lnTo>
                  <a:pt x="2223124" y="51114"/>
                </a:lnTo>
                <a:lnTo>
                  <a:pt x="2219257" y="50389"/>
                </a:lnTo>
                <a:lnTo>
                  <a:pt x="2195819" y="40472"/>
                </a:lnTo>
                <a:lnTo>
                  <a:pt x="2176730" y="30636"/>
                </a:lnTo>
                <a:lnTo>
                  <a:pt x="2161748" y="21526"/>
                </a:lnTo>
                <a:lnTo>
                  <a:pt x="2150875" y="7740"/>
                </a:lnTo>
                <a:lnTo>
                  <a:pt x="2148619" y="0"/>
                </a:lnTo>
                <a:lnTo>
                  <a:pt x="2148458" y="0"/>
                </a:lnTo>
                <a:lnTo>
                  <a:pt x="2143626" y="0"/>
                </a:lnTo>
                <a:lnTo>
                  <a:pt x="2143062" y="0"/>
                </a:lnTo>
                <a:lnTo>
                  <a:pt x="2143384" y="0"/>
                </a:lnTo>
                <a:lnTo>
                  <a:pt x="2148217" y="0"/>
                </a:lnTo>
                <a:lnTo>
                  <a:pt x="2154096" y="0"/>
                </a:lnTo>
                <a:lnTo>
                  <a:pt x="2157318" y="0"/>
                </a:lnTo>
                <a:lnTo>
                  <a:pt x="2159976" y="0"/>
                </a:lnTo>
                <a:lnTo>
                  <a:pt x="2161748" y="0"/>
                </a:lnTo>
                <a:lnTo>
                  <a:pt x="2161265" y="0"/>
                </a:lnTo>
                <a:lnTo>
                  <a:pt x="2159251" y="0"/>
                </a:lnTo>
                <a:lnTo>
                  <a:pt x="2150069" y="0"/>
                </a:lnTo>
                <a:lnTo>
                  <a:pt x="2142015" y="0"/>
                </a:lnTo>
                <a:lnTo>
                  <a:pt x="2125664" y="0"/>
                </a:lnTo>
                <a:lnTo>
                  <a:pt x="2121798" y="0"/>
                </a:lnTo>
                <a:lnTo>
                  <a:pt x="2117690" y="0"/>
                </a:lnTo>
                <a:lnTo>
                  <a:pt x="2113099" y="0"/>
                </a:lnTo>
                <a:lnTo>
                  <a:pt x="2108589" y="0"/>
                </a:lnTo>
                <a:lnTo>
                  <a:pt x="2103756" y="0"/>
                </a:lnTo>
                <a:lnTo>
                  <a:pt x="2102467" y="0"/>
                </a:lnTo>
                <a:lnTo>
                  <a:pt x="2102870" y="0"/>
                </a:lnTo>
                <a:lnTo>
                  <a:pt x="2102387" y="0"/>
                </a:lnTo>
                <a:lnTo>
                  <a:pt x="2095540" y="0"/>
                </a:lnTo>
                <a:lnTo>
                  <a:pt x="2086761" y="0"/>
                </a:lnTo>
                <a:lnTo>
                  <a:pt x="2078384" y="0"/>
                </a:lnTo>
                <a:lnTo>
                  <a:pt x="2076209" y="0"/>
                </a:lnTo>
                <a:lnTo>
                  <a:pt x="2075243" y="0"/>
                </a:lnTo>
                <a:lnTo>
                  <a:pt x="2073793" y="0"/>
                </a:lnTo>
                <a:lnTo>
                  <a:pt x="2071860" y="0"/>
                </a:lnTo>
                <a:lnTo>
                  <a:pt x="2067994" y="0"/>
                </a:lnTo>
                <a:lnTo>
                  <a:pt x="2063242" y="0"/>
                </a:lnTo>
                <a:lnTo>
                  <a:pt x="2057362" y="0"/>
                </a:lnTo>
                <a:lnTo>
                  <a:pt x="2051402" y="0"/>
                </a:lnTo>
                <a:lnTo>
                  <a:pt x="2049468" y="0"/>
                </a:lnTo>
                <a:lnTo>
                  <a:pt x="2047294" y="0"/>
                </a:lnTo>
                <a:lnTo>
                  <a:pt x="2041011" y="0"/>
                </a:lnTo>
                <a:lnTo>
                  <a:pt x="2033118" y="0"/>
                </a:lnTo>
                <a:lnTo>
                  <a:pt x="2023614" y="0"/>
                </a:lnTo>
                <a:lnTo>
                  <a:pt x="2021680" y="0"/>
                </a:lnTo>
                <a:lnTo>
                  <a:pt x="2019667" y="0"/>
                </a:lnTo>
                <a:lnTo>
                  <a:pt x="2009276" y="0"/>
                </a:lnTo>
                <a:lnTo>
                  <a:pt x="2003719" y="0"/>
                </a:lnTo>
                <a:lnTo>
                  <a:pt x="1997678" y="0"/>
                </a:lnTo>
                <a:lnTo>
                  <a:pt x="1994939" y="0"/>
                </a:lnTo>
                <a:lnTo>
                  <a:pt x="1991395" y="0"/>
                </a:lnTo>
                <a:lnTo>
                  <a:pt x="1985757" y="0"/>
                </a:lnTo>
                <a:lnTo>
                  <a:pt x="1980602" y="0"/>
                </a:lnTo>
                <a:lnTo>
                  <a:pt x="1975770" y="0"/>
                </a:lnTo>
                <a:lnTo>
                  <a:pt x="1977461" y="0"/>
                </a:lnTo>
                <a:lnTo>
                  <a:pt x="1982777" y="0"/>
                </a:lnTo>
                <a:lnTo>
                  <a:pt x="1987288" y="0"/>
                </a:lnTo>
                <a:lnTo>
                  <a:pt x="1992765" y="0"/>
                </a:lnTo>
                <a:lnTo>
                  <a:pt x="1993167" y="0"/>
                </a:lnTo>
                <a:lnTo>
                  <a:pt x="1994134" y="0"/>
                </a:lnTo>
                <a:lnTo>
                  <a:pt x="2003075" y="0"/>
                </a:lnTo>
                <a:lnTo>
                  <a:pt x="2010646" y="0"/>
                </a:lnTo>
                <a:lnTo>
                  <a:pt x="2014673" y="0"/>
                </a:lnTo>
                <a:lnTo>
                  <a:pt x="2030943" y="0"/>
                </a:lnTo>
                <a:lnTo>
                  <a:pt x="2037709" y="0"/>
                </a:lnTo>
                <a:lnTo>
                  <a:pt x="2048260" y="0"/>
                </a:lnTo>
                <a:lnTo>
                  <a:pt x="2056879" y="0"/>
                </a:lnTo>
                <a:lnTo>
                  <a:pt x="2063725" y="0"/>
                </a:lnTo>
                <a:lnTo>
                  <a:pt x="2064289" y="0"/>
                </a:lnTo>
                <a:lnTo>
                  <a:pt x="2063967" y="0"/>
                </a:lnTo>
                <a:lnTo>
                  <a:pt x="2065497" y="0"/>
                </a:lnTo>
                <a:lnTo>
                  <a:pt x="2068155" y="0"/>
                </a:lnTo>
                <a:lnTo>
                  <a:pt x="2071779" y="0"/>
                </a:lnTo>
                <a:lnTo>
                  <a:pt x="2075887" y="0"/>
                </a:lnTo>
                <a:lnTo>
                  <a:pt x="2087647" y="0"/>
                </a:lnTo>
                <a:lnTo>
                  <a:pt x="2091513" y="0"/>
                </a:lnTo>
                <a:lnTo>
                  <a:pt x="2094654" y="0"/>
                </a:lnTo>
                <a:lnTo>
                  <a:pt x="2099084" y="0"/>
                </a:lnTo>
                <a:lnTo>
                  <a:pt x="2104239" y="0"/>
                </a:lnTo>
                <a:lnTo>
                  <a:pt x="2109474" y="0"/>
                </a:lnTo>
                <a:lnTo>
                  <a:pt x="2118818" y="0"/>
                </a:lnTo>
                <a:lnTo>
                  <a:pt x="2127114" y="0"/>
                </a:lnTo>
                <a:lnTo>
                  <a:pt x="2132430" y="0"/>
                </a:lnTo>
                <a:lnTo>
                  <a:pt x="2133396" y="0"/>
                </a:lnTo>
                <a:lnTo>
                  <a:pt x="2134685" y="0"/>
                </a:lnTo>
                <a:lnTo>
                  <a:pt x="2132752" y="0"/>
                </a:lnTo>
                <a:lnTo>
                  <a:pt x="2124698" y="0"/>
                </a:lnTo>
                <a:lnTo>
                  <a:pt x="2128403" y="0"/>
                </a:lnTo>
                <a:lnTo>
                  <a:pt x="2139035" y="0"/>
                </a:lnTo>
                <a:lnTo>
                  <a:pt x="2144350" y="0"/>
                </a:lnTo>
                <a:lnTo>
                  <a:pt x="2157399" y="0"/>
                </a:lnTo>
                <a:lnTo>
                  <a:pt x="2160540" y="0"/>
                </a:lnTo>
                <a:lnTo>
                  <a:pt x="2162795" y="0"/>
                </a:lnTo>
                <a:lnTo>
                  <a:pt x="2167386" y="0"/>
                </a:lnTo>
                <a:lnTo>
                  <a:pt x="2170769" y="0"/>
                </a:lnTo>
                <a:lnTo>
                  <a:pt x="2173427" y="0"/>
                </a:lnTo>
                <a:lnTo>
                  <a:pt x="2177213" y="0"/>
                </a:lnTo>
                <a:lnTo>
                  <a:pt x="2180918" y="0"/>
                </a:lnTo>
                <a:lnTo>
                  <a:pt x="2194691" y="0"/>
                </a:lnTo>
                <a:lnTo>
                  <a:pt x="2203471" y="0"/>
                </a:lnTo>
                <a:lnTo>
                  <a:pt x="2205967" y="0"/>
                </a:lnTo>
                <a:lnTo>
                  <a:pt x="2207981" y="0"/>
                </a:lnTo>
                <a:lnTo>
                  <a:pt x="2209511" y="0"/>
                </a:lnTo>
                <a:lnTo>
                  <a:pt x="2214586" y="0"/>
                </a:lnTo>
                <a:lnTo>
                  <a:pt x="2220627" y="0"/>
                </a:lnTo>
                <a:lnTo>
                  <a:pt x="2228842" y="0"/>
                </a:lnTo>
                <a:lnTo>
                  <a:pt x="2236494" y="0"/>
                </a:lnTo>
                <a:lnTo>
                  <a:pt x="2239313" y="0"/>
                </a:lnTo>
                <a:lnTo>
                  <a:pt x="2242052" y="0"/>
                </a:lnTo>
                <a:lnTo>
                  <a:pt x="2245112" y="0"/>
                </a:lnTo>
                <a:lnTo>
                  <a:pt x="2255422" y="0"/>
                </a:lnTo>
                <a:lnTo>
                  <a:pt x="2265329" y="0"/>
                </a:lnTo>
                <a:lnTo>
                  <a:pt x="2268068" y="0"/>
                </a:lnTo>
                <a:lnTo>
                  <a:pt x="2266215" y="0"/>
                </a:lnTo>
                <a:lnTo>
                  <a:pt x="2258483" y="0"/>
                </a:lnTo>
                <a:lnTo>
                  <a:pt x="2263074" y="0"/>
                </a:lnTo>
                <a:lnTo>
                  <a:pt x="2267101" y="0"/>
                </a:lnTo>
                <a:lnTo>
                  <a:pt x="2276847" y="0"/>
                </a:lnTo>
                <a:lnTo>
                  <a:pt x="2295775" y="0"/>
                </a:lnTo>
                <a:lnTo>
                  <a:pt x="2302058" y="0"/>
                </a:lnTo>
                <a:lnTo>
                  <a:pt x="2306165" y="0"/>
                </a:lnTo>
                <a:close/>
                <a:moveTo>
                  <a:pt x="1915764" y="34184"/>
                </a:moveTo>
                <a:lnTo>
                  <a:pt x="1920194" y="39988"/>
                </a:lnTo>
                <a:lnTo>
                  <a:pt x="1925751" y="38537"/>
                </a:lnTo>
                <a:lnTo>
                  <a:pt x="1934531" y="40150"/>
                </a:lnTo>
                <a:lnTo>
                  <a:pt x="1936383" y="43133"/>
                </a:lnTo>
                <a:lnTo>
                  <a:pt x="1936061" y="45148"/>
                </a:lnTo>
                <a:lnTo>
                  <a:pt x="1926637" y="50792"/>
                </a:lnTo>
                <a:lnTo>
                  <a:pt x="1920516" y="44906"/>
                </a:lnTo>
                <a:lnTo>
                  <a:pt x="1909642" y="48937"/>
                </a:lnTo>
                <a:lnTo>
                  <a:pt x="1904487" y="46519"/>
                </a:lnTo>
                <a:lnTo>
                  <a:pt x="1897399" y="48696"/>
                </a:lnTo>
                <a:lnTo>
                  <a:pt x="1892969" y="44100"/>
                </a:lnTo>
                <a:lnTo>
                  <a:pt x="1894741" y="39747"/>
                </a:lnTo>
                <a:lnTo>
                  <a:pt x="1906018" y="32571"/>
                </a:lnTo>
                <a:lnTo>
                  <a:pt x="1915764" y="34184"/>
                </a:lnTo>
                <a:close/>
                <a:moveTo>
                  <a:pt x="1842548" y="100213"/>
                </a:moveTo>
                <a:lnTo>
                  <a:pt x="1840374" y="105131"/>
                </a:lnTo>
                <a:lnTo>
                  <a:pt x="1837877" y="107388"/>
                </a:lnTo>
                <a:lnTo>
                  <a:pt x="1834494" y="106098"/>
                </a:lnTo>
                <a:lnTo>
                  <a:pt x="1831916" y="103599"/>
                </a:lnTo>
                <a:lnTo>
                  <a:pt x="1830547" y="107308"/>
                </a:lnTo>
                <a:lnTo>
                  <a:pt x="1823459" y="108759"/>
                </a:lnTo>
                <a:lnTo>
                  <a:pt x="1819029" y="114483"/>
                </a:lnTo>
                <a:lnTo>
                  <a:pt x="1812586" y="116095"/>
                </a:lnTo>
                <a:lnTo>
                  <a:pt x="1807994" y="115289"/>
                </a:lnTo>
                <a:lnTo>
                  <a:pt x="1808478" y="110210"/>
                </a:lnTo>
                <a:lnTo>
                  <a:pt x="1821043" y="102551"/>
                </a:lnTo>
                <a:lnTo>
                  <a:pt x="1828856" y="99648"/>
                </a:lnTo>
                <a:lnTo>
                  <a:pt x="1835702" y="94166"/>
                </a:lnTo>
                <a:lnTo>
                  <a:pt x="1839165" y="93521"/>
                </a:lnTo>
                <a:lnTo>
                  <a:pt x="1840857" y="98036"/>
                </a:lnTo>
                <a:lnTo>
                  <a:pt x="1842548" y="100213"/>
                </a:lnTo>
                <a:close/>
                <a:moveTo>
                  <a:pt x="1990993" y="5805"/>
                </a:moveTo>
                <a:lnTo>
                  <a:pt x="1982777" y="6853"/>
                </a:lnTo>
                <a:lnTo>
                  <a:pt x="1980200" y="6772"/>
                </a:lnTo>
                <a:lnTo>
                  <a:pt x="1973837" y="0"/>
                </a:lnTo>
                <a:lnTo>
                  <a:pt x="1973192" y="0"/>
                </a:lnTo>
                <a:lnTo>
                  <a:pt x="1968118" y="0"/>
                </a:lnTo>
                <a:lnTo>
                  <a:pt x="1969971" y="0"/>
                </a:lnTo>
                <a:lnTo>
                  <a:pt x="1976656" y="0"/>
                </a:lnTo>
                <a:lnTo>
                  <a:pt x="1988174" y="0"/>
                </a:lnTo>
                <a:lnTo>
                  <a:pt x="2006699" y="0"/>
                </a:lnTo>
                <a:lnTo>
                  <a:pt x="2009599" y="0"/>
                </a:lnTo>
                <a:lnTo>
                  <a:pt x="2003799" y="0"/>
                </a:lnTo>
                <a:lnTo>
                  <a:pt x="1999692" y="1371"/>
                </a:lnTo>
                <a:lnTo>
                  <a:pt x="1990993" y="5805"/>
                </a:lnTo>
                <a:close/>
                <a:moveTo>
                  <a:pt x="3554130" y="1451192"/>
                </a:moveTo>
                <a:lnTo>
                  <a:pt x="3553486" y="1451192"/>
                </a:lnTo>
                <a:lnTo>
                  <a:pt x="3548009" y="1451192"/>
                </a:lnTo>
                <a:lnTo>
                  <a:pt x="3531094" y="1451192"/>
                </a:lnTo>
                <a:lnTo>
                  <a:pt x="3514743" y="1451192"/>
                </a:lnTo>
                <a:lnTo>
                  <a:pt x="3483814" y="1451192"/>
                </a:lnTo>
                <a:lnTo>
                  <a:pt x="3464725" y="1451192"/>
                </a:lnTo>
                <a:lnTo>
                  <a:pt x="3450388" y="1451192"/>
                </a:lnTo>
                <a:lnTo>
                  <a:pt x="3423244" y="1451192"/>
                </a:lnTo>
                <a:lnTo>
                  <a:pt x="3415915" y="1451192"/>
                </a:lnTo>
                <a:lnTo>
                  <a:pt x="3412532" y="1451192"/>
                </a:lnTo>
                <a:lnTo>
                  <a:pt x="3412210" y="1451192"/>
                </a:lnTo>
                <a:lnTo>
                  <a:pt x="3415915" y="1451192"/>
                </a:lnTo>
                <a:lnTo>
                  <a:pt x="3420989" y="1451192"/>
                </a:lnTo>
                <a:lnTo>
                  <a:pt x="3421795" y="1451192"/>
                </a:lnTo>
                <a:lnTo>
                  <a:pt x="3411485" y="1451192"/>
                </a:lnTo>
                <a:lnTo>
                  <a:pt x="3396987" y="1451192"/>
                </a:lnTo>
                <a:lnTo>
                  <a:pt x="3390301" y="1451192"/>
                </a:lnTo>
                <a:lnTo>
                  <a:pt x="3372501" y="1451192"/>
                </a:lnTo>
                <a:lnTo>
                  <a:pt x="3355828" y="1451192"/>
                </a:lnTo>
                <a:lnTo>
                  <a:pt x="3351559" y="1451192"/>
                </a:lnTo>
                <a:lnTo>
                  <a:pt x="3350271" y="1451192"/>
                </a:lnTo>
                <a:lnTo>
                  <a:pt x="3358164" y="1451192"/>
                </a:lnTo>
                <a:lnTo>
                  <a:pt x="3361869" y="1451192"/>
                </a:lnTo>
                <a:lnTo>
                  <a:pt x="3367104" y="1451192"/>
                </a:lnTo>
                <a:lnTo>
                  <a:pt x="3371373" y="1451192"/>
                </a:lnTo>
                <a:lnTo>
                  <a:pt x="3376045" y="1451192"/>
                </a:lnTo>
                <a:lnTo>
                  <a:pt x="3376287" y="1451192"/>
                </a:lnTo>
                <a:lnTo>
                  <a:pt x="3378945" y="1451192"/>
                </a:lnTo>
                <a:lnTo>
                  <a:pt x="3377173" y="1451192"/>
                </a:lnTo>
                <a:lnTo>
                  <a:pt x="3375562" y="1451192"/>
                </a:lnTo>
                <a:lnTo>
                  <a:pt x="3368313" y="1451192"/>
                </a:lnTo>
                <a:lnTo>
                  <a:pt x="3360339" y="1451192"/>
                </a:lnTo>
                <a:lnTo>
                  <a:pt x="3354217" y="1451192"/>
                </a:lnTo>
                <a:lnTo>
                  <a:pt x="3345921" y="1451192"/>
                </a:lnTo>
                <a:lnTo>
                  <a:pt x="3342699" y="1451192"/>
                </a:lnTo>
                <a:lnTo>
                  <a:pt x="3334323" y="1451192"/>
                </a:lnTo>
                <a:lnTo>
                  <a:pt x="3331020" y="1451192"/>
                </a:lnTo>
                <a:lnTo>
                  <a:pt x="3314267" y="1451192"/>
                </a:lnTo>
                <a:lnTo>
                  <a:pt x="3303554" y="1451192"/>
                </a:lnTo>
                <a:lnTo>
                  <a:pt x="3287043" y="1451192"/>
                </a:lnTo>
                <a:lnTo>
                  <a:pt x="3292520" y="1451192"/>
                </a:lnTo>
                <a:lnTo>
                  <a:pt x="3299044" y="1451192"/>
                </a:lnTo>
                <a:lnTo>
                  <a:pt x="3304440" y="1451192"/>
                </a:lnTo>
                <a:lnTo>
                  <a:pt x="3313381" y="1451192"/>
                </a:lnTo>
                <a:lnTo>
                  <a:pt x="3311689" y="1451192"/>
                </a:lnTo>
                <a:lnTo>
                  <a:pt x="3307340" y="1451192"/>
                </a:lnTo>
                <a:lnTo>
                  <a:pt x="3293486" y="1451192"/>
                </a:lnTo>
                <a:lnTo>
                  <a:pt x="3287204" y="1451192"/>
                </a:lnTo>
                <a:lnTo>
                  <a:pt x="3279391" y="1451192"/>
                </a:lnTo>
                <a:lnTo>
                  <a:pt x="3275525" y="1451192"/>
                </a:lnTo>
                <a:lnTo>
                  <a:pt x="3273189" y="1451192"/>
                </a:lnTo>
                <a:lnTo>
                  <a:pt x="3265698" y="1451192"/>
                </a:lnTo>
                <a:lnTo>
                  <a:pt x="3262074" y="1451192"/>
                </a:lnTo>
                <a:lnTo>
                  <a:pt x="3247415" y="1451192"/>
                </a:lnTo>
                <a:lnTo>
                  <a:pt x="3237266" y="1451192"/>
                </a:lnTo>
                <a:lnTo>
                  <a:pt x="3228728" y="1451192"/>
                </a:lnTo>
                <a:lnTo>
                  <a:pt x="3213586" y="1451192"/>
                </a:lnTo>
                <a:lnTo>
                  <a:pt x="3203276" y="1451192"/>
                </a:lnTo>
                <a:lnTo>
                  <a:pt x="3194094" y="1451192"/>
                </a:lnTo>
                <a:lnTo>
                  <a:pt x="3189019" y="1451192"/>
                </a:lnTo>
                <a:lnTo>
                  <a:pt x="3182334" y="1451192"/>
                </a:lnTo>
                <a:lnTo>
                  <a:pt x="3192805" y="1451192"/>
                </a:lnTo>
                <a:lnTo>
                  <a:pt x="3201987" y="1451192"/>
                </a:lnTo>
                <a:lnTo>
                  <a:pt x="3211975" y="1451192"/>
                </a:lnTo>
                <a:lnTo>
                  <a:pt x="3216485" y="1451192"/>
                </a:lnTo>
                <a:lnTo>
                  <a:pt x="3223171" y="1451192"/>
                </a:lnTo>
                <a:lnTo>
                  <a:pt x="3228245" y="1451192"/>
                </a:lnTo>
                <a:lnTo>
                  <a:pt x="3231386" y="1451192"/>
                </a:lnTo>
                <a:lnTo>
                  <a:pt x="3229453" y="1451192"/>
                </a:lnTo>
                <a:lnTo>
                  <a:pt x="3228648" y="1451192"/>
                </a:lnTo>
                <a:lnTo>
                  <a:pt x="3230661" y="1451192"/>
                </a:lnTo>
                <a:lnTo>
                  <a:pt x="3231467" y="1451192"/>
                </a:lnTo>
                <a:lnTo>
                  <a:pt x="3244032" y="1451192"/>
                </a:lnTo>
                <a:lnTo>
                  <a:pt x="3254583" y="1451192"/>
                </a:lnTo>
                <a:lnTo>
                  <a:pt x="3266745" y="1451192"/>
                </a:lnTo>
                <a:lnTo>
                  <a:pt x="3265296" y="1451192"/>
                </a:lnTo>
                <a:lnTo>
                  <a:pt x="3261429" y="1451192"/>
                </a:lnTo>
                <a:lnTo>
                  <a:pt x="3260302" y="1451192"/>
                </a:lnTo>
                <a:lnTo>
                  <a:pt x="3266101" y="1451192"/>
                </a:lnTo>
                <a:lnTo>
                  <a:pt x="3271659" y="1451192"/>
                </a:lnTo>
                <a:lnTo>
                  <a:pt x="3265215" y="1451192"/>
                </a:lnTo>
                <a:lnTo>
                  <a:pt x="3261188" y="1451192"/>
                </a:lnTo>
                <a:lnTo>
                  <a:pt x="3254744" y="1451192"/>
                </a:lnTo>
                <a:lnTo>
                  <a:pt x="3254664" y="1451192"/>
                </a:lnTo>
                <a:lnTo>
                  <a:pt x="3255389" y="1451192"/>
                </a:lnTo>
                <a:lnTo>
                  <a:pt x="3246448" y="1451192"/>
                </a:lnTo>
                <a:lnTo>
                  <a:pt x="3234850" y="1451192"/>
                </a:lnTo>
                <a:lnTo>
                  <a:pt x="3227278" y="1451192"/>
                </a:lnTo>
                <a:lnTo>
                  <a:pt x="3220190" y="1451192"/>
                </a:lnTo>
                <a:lnTo>
                  <a:pt x="3210767" y="1451192"/>
                </a:lnTo>
                <a:lnTo>
                  <a:pt x="3202148" y="1451192"/>
                </a:lnTo>
                <a:lnTo>
                  <a:pt x="3194416" y="1451192"/>
                </a:lnTo>
                <a:lnTo>
                  <a:pt x="3186603" y="1451192"/>
                </a:lnTo>
                <a:lnTo>
                  <a:pt x="3174199" y="1451192"/>
                </a:lnTo>
                <a:lnTo>
                  <a:pt x="3162359" y="1451192"/>
                </a:lnTo>
                <a:lnTo>
                  <a:pt x="3153499" y="1451192"/>
                </a:lnTo>
                <a:lnTo>
                  <a:pt x="3145847" y="1451192"/>
                </a:lnTo>
                <a:lnTo>
                  <a:pt x="3120878" y="1451192"/>
                </a:lnTo>
                <a:lnTo>
                  <a:pt x="3109521" y="1451192"/>
                </a:lnTo>
                <a:lnTo>
                  <a:pt x="3107186" y="1451192"/>
                </a:lnTo>
                <a:lnTo>
                  <a:pt x="3102353" y="1451192"/>
                </a:lnTo>
                <a:lnTo>
                  <a:pt x="3103320" y="1451192"/>
                </a:lnTo>
                <a:lnTo>
                  <a:pt x="3107186" y="1451192"/>
                </a:lnTo>
                <a:lnTo>
                  <a:pt x="3111052" y="1451192"/>
                </a:lnTo>
                <a:lnTo>
                  <a:pt x="3108716" y="1451192"/>
                </a:lnTo>
                <a:lnTo>
                  <a:pt x="3104608" y="1451192"/>
                </a:lnTo>
                <a:lnTo>
                  <a:pt x="3094379" y="1451192"/>
                </a:lnTo>
                <a:lnTo>
                  <a:pt x="3088016" y="1451192"/>
                </a:lnTo>
                <a:lnTo>
                  <a:pt x="3082781" y="1451192"/>
                </a:lnTo>
                <a:lnTo>
                  <a:pt x="3069330" y="1451192"/>
                </a:lnTo>
                <a:lnTo>
                  <a:pt x="3063772" y="1451192"/>
                </a:lnTo>
                <a:lnTo>
                  <a:pt x="3056684" y="1451192"/>
                </a:lnTo>
                <a:lnTo>
                  <a:pt x="3049193" y="1451192"/>
                </a:lnTo>
                <a:lnTo>
                  <a:pt x="3045971" y="1451192"/>
                </a:lnTo>
                <a:lnTo>
                  <a:pt x="3040494" y="1451192"/>
                </a:lnTo>
                <a:lnTo>
                  <a:pt x="3041058" y="1451192"/>
                </a:lnTo>
                <a:lnTo>
                  <a:pt x="3044763" y="1451192"/>
                </a:lnTo>
                <a:lnTo>
                  <a:pt x="3048066" y="1451192"/>
                </a:lnTo>
                <a:lnTo>
                  <a:pt x="3054107" y="1451192"/>
                </a:lnTo>
                <a:lnTo>
                  <a:pt x="3061114" y="1451192"/>
                </a:lnTo>
                <a:lnTo>
                  <a:pt x="3064980" y="1451192"/>
                </a:lnTo>
                <a:lnTo>
                  <a:pt x="3066833" y="1451192"/>
                </a:lnTo>
                <a:lnTo>
                  <a:pt x="3060228" y="1451192"/>
                </a:lnTo>
                <a:lnTo>
                  <a:pt x="3055717" y="1451192"/>
                </a:lnTo>
                <a:lnTo>
                  <a:pt x="3053623" y="1451192"/>
                </a:lnTo>
                <a:lnTo>
                  <a:pt x="3048227" y="1451192"/>
                </a:lnTo>
                <a:lnTo>
                  <a:pt x="3045488" y="1451192"/>
                </a:lnTo>
                <a:lnTo>
                  <a:pt x="3033970" y="1451192"/>
                </a:lnTo>
                <a:lnTo>
                  <a:pt x="3021647" y="1451192"/>
                </a:lnTo>
                <a:lnTo>
                  <a:pt x="3018264" y="1451192"/>
                </a:lnTo>
                <a:lnTo>
                  <a:pt x="3013753" y="1451192"/>
                </a:lnTo>
                <a:lnTo>
                  <a:pt x="3007954" y="1451192"/>
                </a:lnTo>
                <a:lnTo>
                  <a:pt x="2999014" y="1451192"/>
                </a:lnTo>
                <a:lnTo>
                  <a:pt x="2974286" y="1451192"/>
                </a:lnTo>
                <a:lnTo>
                  <a:pt x="2964057" y="1451192"/>
                </a:lnTo>
                <a:lnTo>
                  <a:pt x="2958097" y="1451192"/>
                </a:lnTo>
                <a:lnTo>
                  <a:pt x="2962768" y="1451192"/>
                </a:lnTo>
                <a:lnTo>
                  <a:pt x="2968326" y="1451192"/>
                </a:lnTo>
                <a:lnTo>
                  <a:pt x="2970098" y="1451192"/>
                </a:lnTo>
                <a:lnTo>
                  <a:pt x="2968890" y="1451192"/>
                </a:lnTo>
                <a:lnTo>
                  <a:pt x="2944404" y="1451192"/>
                </a:lnTo>
                <a:lnTo>
                  <a:pt x="2932886" y="1451192"/>
                </a:lnTo>
                <a:lnTo>
                  <a:pt x="2923060" y="1451192"/>
                </a:lnTo>
                <a:lnTo>
                  <a:pt x="2913878" y="1451192"/>
                </a:lnTo>
                <a:lnTo>
                  <a:pt x="2901796" y="1451192"/>
                </a:lnTo>
                <a:lnTo>
                  <a:pt x="2886573" y="1451192"/>
                </a:lnTo>
                <a:lnTo>
                  <a:pt x="2849925" y="1451192"/>
                </a:lnTo>
                <a:lnTo>
                  <a:pt x="2841226" y="1451192"/>
                </a:lnTo>
                <a:lnTo>
                  <a:pt x="2815049" y="1451192"/>
                </a:lnTo>
                <a:lnTo>
                  <a:pt x="2806269" y="1451192"/>
                </a:lnTo>
                <a:lnTo>
                  <a:pt x="2766480" y="1451192"/>
                </a:lnTo>
                <a:lnTo>
                  <a:pt x="2740061" y="1451192"/>
                </a:lnTo>
                <a:lnTo>
                  <a:pt x="2731363" y="1451192"/>
                </a:lnTo>
                <a:lnTo>
                  <a:pt x="2720006" y="1451192"/>
                </a:lnTo>
                <a:lnTo>
                  <a:pt x="2710743" y="1451192"/>
                </a:lnTo>
                <a:lnTo>
                  <a:pt x="2704219" y="1451192"/>
                </a:lnTo>
                <a:lnTo>
                  <a:pt x="2690929" y="1451192"/>
                </a:lnTo>
                <a:lnTo>
                  <a:pt x="2638333" y="1451192"/>
                </a:lnTo>
                <a:lnTo>
                  <a:pt x="2593147" y="1451192"/>
                </a:lnTo>
                <a:lnTo>
                  <a:pt x="2562460" y="1451192"/>
                </a:lnTo>
                <a:lnTo>
                  <a:pt x="2542968" y="1451192"/>
                </a:lnTo>
                <a:lnTo>
                  <a:pt x="2510750" y="1451192"/>
                </a:lnTo>
                <a:lnTo>
                  <a:pt x="2472249" y="1451192"/>
                </a:lnTo>
                <a:lnTo>
                  <a:pt x="2440837" y="1451192"/>
                </a:lnTo>
                <a:lnTo>
                  <a:pt x="2412002" y="1451192"/>
                </a:lnTo>
                <a:lnTo>
                  <a:pt x="2392993" y="1451192"/>
                </a:lnTo>
                <a:lnTo>
                  <a:pt x="2368427" y="1451192"/>
                </a:lnTo>
                <a:lnTo>
                  <a:pt x="2316717" y="1451192"/>
                </a:lnTo>
                <a:lnTo>
                  <a:pt x="2298997" y="1451192"/>
                </a:lnTo>
                <a:lnTo>
                  <a:pt x="2270806" y="1451192"/>
                </a:lnTo>
                <a:lnTo>
                  <a:pt x="2262510" y="1451192"/>
                </a:lnTo>
                <a:lnTo>
                  <a:pt x="2246643" y="1451192"/>
                </a:lnTo>
                <a:lnTo>
                  <a:pt x="2205726" y="1451192"/>
                </a:lnTo>
                <a:lnTo>
                  <a:pt x="2186878" y="1451192"/>
                </a:lnTo>
                <a:lnTo>
                  <a:pt x="2174635" y="1451192"/>
                </a:lnTo>
                <a:lnTo>
                  <a:pt x="2164245" y="1451192"/>
                </a:lnTo>
                <a:lnTo>
                  <a:pt x="2154741" y="1451192"/>
                </a:lnTo>
                <a:lnTo>
                  <a:pt x="2141934" y="1451192"/>
                </a:lnTo>
                <a:lnTo>
                  <a:pt x="2133960" y="1451192"/>
                </a:lnTo>
                <a:lnTo>
                  <a:pt x="2116401" y="1451192"/>
                </a:lnTo>
                <a:lnTo>
                  <a:pt x="2104883" y="1451192"/>
                </a:lnTo>
                <a:lnTo>
                  <a:pt x="2093446" y="1451192"/>
                </a:lnTo>
                <a:lnTo>
                  <a:pt x="2080800" y="1451192"/>
                </a:lnTo>
                <a:lnTo>
                  <a:pt x="2069524" y="1451192"/>
                </a:lnTo>
                <a:lnTo>
                  <a:pt x="2060503" y="1451192"/>
                </a:lnTo>
                <a:lnTo>
                  <a:pt x="2046166" y="1451192"/>
                </a:lnTo>
                <a:lnTo>
                  <a:pt x="1995664" y="1451192"/>
                </a:lnTo>
                <a:lnTo>
                  <a:pt x="1988415" y="1451192"/>
                </a:lnTo>
                <a:lnTo>
                  <a:pt x="1979153" y="1451192"/>
                </a:lnTo>
                <a:lnTo>
                  <a:pt x="1961755" y="1451192"/>
                </a:lnTo>
                <a:lnTo>
                  <a:pt x="1935578" y="1451192"/>
                </a:lnTo>
                <a:lnTo>
                  <a:pt x="1888056" y="1451192"/>
                </a:lnTo>
                <a:lnTo>
                  <a:pt x="1865181" y="1451192"/>
                </a:lnTo>
                <a:lnTo>
                  <a:pt x="1856080" y="1451192"/>
                </a:lnTo>
                <a:lnTo>
                  <a:pt x="1839246" y="1451192"/>
                </a:lnTo>
                <a:lnTo>
                  <a:pt x="1810652" y="1451192"/>
                </a:lnTo>
                <a:lnTo>
                  <a:pt x="1800584" y="1451192"/>
                </a:lnTo>
                <a:lnTo>
                  <a:pt x="1793013" y="1451192"/>
                </a:lnTo>
                <a:lnTo>
                  <a:pt x="1778193" y="1451192"/>
                </a:lnTo>
                <a:lnTo>
                  <a:pt x="1761842" y="1451192"/>
                </a:lnTo>
                <a:lnTo>
                  <a:pt x="1748391" y="1451192"/>
                </a:lnTo>
                <a:lnTo>
                  <a:pt x="1733410" y="1451192"/>
                </a:lnTo>
                <a:lnTo>
                  <a:pt x="1703205" y="1451192"/>
                </a:lnTo>
                <a:lnTo>
                  <a:pt x="1672276" y="1451192"/>
                </a:lnTo>
                <a:lnTo>
                  <a:pt x="1661805" y="1451192"/>
                </a:lnTo>
                <a:lnTo>
                  <a:pt x="1650287" y="1451192"/>
                </a:lnTo>
                <a:lnTo>
                  <a:pt x="1635145" y="1451192"/>
                </a:lnTo>
                <a:lnTo>
                  <a:pt x="1627654" y="1451192"/>
                </a:lnTo>
                <a:lnTo>
                  <a:pt x="1592375" y="1451192"/>
                </a:lnTo>
                <a:lnTo>
                  <a:pt x="1569903" y="1451192"/>
                </a:lnTo>
                <a:lnTo>
                  <a:pt x="1541874" y="1451192"/>
                </a:lnTo>
                <a:lnTo>
                  <a:pt x="1517710" y="1451192"/>
                </a:lnTo>
                <a:lnTo>
                  <a:pt x="1499185" y="1451192"/>
                </a:lnTo>
                <a:lnTo>
                  <a:pt x="1478163" y="1451192"/>
                </a:lnTo>
                <a:lnTo>
                  <a:pt x="1465195" y="1451192"/>
                </a:lnTo>
                <a:lnTo>
                  <a:pt x="1442078" y="1451192"/>
                </a:lnTo>
                <a:lnTo>
                  <a:pt x="1435393" y="1451192"/>
                </a:lnTo>
                <a:lnTo>
                  <a:pt x="1429997" y="1451192"/>
                </a:lnTo>
                <a:lnTo>
                  <a:pt x="1420412" y="1451192"/>
                </a:lnTo>
                <a:lnTo>
                  <a:pt x="1420170" y="1451192"/>
                </a:lnTo>
                <a:lnTo>
                  <a:pt x="1417512" y="1451192"/>
                </a:lnTo>
                <a:lnTo>
                  <a:pt x="1417754" y="1451192"/>
                </a:lnTo>
                <a:lnTo>
                  <a:pt x="1419204" y="1451192"/>
                </a:lnTo>
                <a:lnTo>
                  <a:pt x="1427661" y="1451192"/>
                </a:lnTo>
                <a:lnTo>
                  <a:pt x="1434346" y="1451192"/>
                </a:lnTo>
                <a:lnTo>
                  <a:pt x="1448603" y="1451192"/>
                </a:lnTo>
                <a:lnTo>
                  <a:pt x="1461168" y="1451192"/>
                </a:lnTo>
                <a:lnTo>
                  <a:pt x="1468336" y="1451192"/>
                </a:lnTo>
                <a:lnTo>
                  <a:pt x="1474699" y="1451192"/>
                </a:lnTo>
                <a:lnTo>
                  <a:pt x="1473733" y="1451192"/>
                </a:lnTo>
                <a:lnTo>
                  <a:pt x="1469544" y="1451192"/>
                </a:lnTo>
                <a:lnTo>
                  <a:pt x="1472363" y="1451192"/>
                </a:lnTo>
                <a:lnTo>
                  <a:pt x="1476713" y="1451192"/>
                </a:lnTo>
                <a:lnTo>
                  <a:pt x="1478082" y="1451192"/>
                </a:lnTo>
                <a:lnTo>
                  <a:pt x="1479129" y="1451192"/>
                </a:lnTo>
                <a:lnTo>
                  <a:pt x="1475907" y="1451192"/>
                </a:lnTo>
                <a:lnTo>
                  <a:pt x="1456335" y="1451192"/>
                </a:lnTo>
                <a:lnTo>
                  <a:pt x="1443367" y="1451192"/>
                </a:lnTo>
                <a:lnTo>
                  <a:pt x="1433943" y="1451192"/>
                </a:lnTo>
                <a:lnTo>
                  <a:pt x="1425969" y="1451192"/>
                </a:lnTo>
                <a:lnTo>
                  <a:pt x="1419284" y="1451192"/>
                </a:lnTo>
                <a:lnTo>
                  <a:pt x="1417190" y="1451192"/>
                </a:lnTo>
                <a:lnTo>
                  <a:pt x="1415015" y="1451192"/>
                </a:lnTo>
                <a:lnTo>
                  <a:pt x="1417351" y="1451192"/>
                </a:lnTo>
                <a:lnTo>
                  <a:pt x="1416385" y="1451192"/>
                </a:lnTo>
                <a:lnTo>
                  <a:pt x="1408169" y="1451192"/>
                </a:lnTo>
                <a:lnTo>
                  <a:pt x="1389724" y="1451192"/>
                </a:lnTo>
                <a:lnTo>
                  <a:pt x="1386744" y="1451192"/>
                </a:lnTo>
                <a:lnTo>
                  <a:pt x="1386825" y="1451192"/>
                </a:lnTo>
                <a:lnTo>
                  <a:pt x="1382395" y="1451192"/>
                </a:lnTo>
                <a:lnTo>
                  <a:pt x="1367655" y="1451192"/>
                </a:lnTo>
                <a:lnTo>
                  <a:pt x="1352432" y="1451192"/>
                </a:lnTo>
                <a:lnTo>
                  <a:pt x="1349854" y="1451192"/>
                </a:lnTo>
                <a:lnTo>
                  <a:pt x="1347035" y="1451192"/>
                </a:lnTo>
                <a:lnTo>
                  <a:pt x="1341397" y="1451192"/>
                </a:lnTo>
                <a:lnTo>
                  <a:pt x="1315703" y="1451192"/>
                </a:lnTo>
                <a:lnTo>
                  <a:pt x="1285418" y="1451192"/>
                </a:lnTo>
                <a:lnTo>
                  <a:pt x="1277203" y="1451192"/>
                </a:lnTo>
                <a:lnTo>
                  <a:pt x="1273498" y="1451192"/>
                </a:lnTo>
                <a:lnTo>
                  <a:pt x="1275592" y="1451192"/>
                </a:lnTo>
                <a:lnTo>
                  <a:pt x="1278975" y="1451192"/>
                </a:lnTo>
                <a:lnTo>
                  <a:pt x="1282760" y="1451192"/>
                </a:lnTo>
                <a:lnTo>
                  <a:pt x="1284613" y="1451192"/>
                </a:lnTo>
                <a:lnTo>
                  <a:pt x="1286385" y="1451192"/>
                </a:lnTo>
                <a:lnTo>
                  <a:pt x="1286224" y="1451192"/>
                </a:lnTo>
                <a:lnTo>
                  <a:pt x="1287271" y="1451192"/>
                </a:lnTo>
                <a:lnTo>
                  <a:pt x="1289929" y="1451192"/>
                </a:lnTo>
                <a:lnTo>
                  <a:pt x="1292990" y="1451192"/>
                </a:lnTo>
                <a:lnTo>
                  <a:pt x="1302655" y="1451192"/>
                </a:lnTo>
                <a:lnTo>
                  <a:pt x="1305474" y="1451192"/>
                </a:lnTo>
                <a:lnTo>
                  <a:pt x="1317717" y="1451192"/>
                </a:lnTo>
                <a:lnTo>
                  <a:pt x="1321422" y="1451192"/>
                </a:lnTo>
                <a:lnTo>
                  <a:pt x="1325933" y="1451192"/>
                </a:lnTo>
                <a:lnTo>
                  <a:pt x="1327302" y="1451192"/>
                </a:lnTo>
                <a:lnTo>
                  <a:pt x="1321100" y="1451192"/>
                </a:lnTo>
                <a:lnTo>
                  <a:pt x="1315462" y="1451192"/>
                </a:lnTo>
                <a:lnTo>
                  <a:pt x="1306038" y="1451192"/>
                </a:lnTo>
                <a:lnTo>
                  <a:pt x="1299916" y="1451192"/>
                </a:lnTo>
                <a:lnTo>
                  <a:pt x="1290412" y="1451192"/>
                </a:lnTo>
                <a:lnTo>
                  <a:pt x="1290573" y="1451192"/>
                </a:lnTo>
                <a:lnTo>
                  <a:pt x="1294923" y="1451192"/>
                </a:lnTo>
                <a:lnTo>
                  <a:pt x="1302011" y="1451192"/>
                </a:lnTo>
                <a:lnTo>
                  <a:pt x="1308615" y="1451192"/>
                </a:lnTo>
                <a:lnTo>
                  <a:pt x="1316025" y="1451192"/>
                </a:lnTo>
                <a:lnTo>
                  <a:pt x="1314817" y="1451192"/>
                </a:lnTo>
                <a:lnTo>
                  <a:pt x="1313690" y="1451192"/>
                </a:lnTo>
                <a:lnTo>
                  <a:pt x="1314334" y="1451192"/>
                </a:lnTo>
                <a:lnTo>
                  <a:pt x="1316911" y="1451192"/>
                </a:lnTo>
                <a:lnTo>
                  <a:pt x="1320294" y="1451192"/>
                </a:lnTo>
                <a:lnTo>
                  <a:pt x="1323999" y="1451192"/>
                </a:lnTo>
                <a:lnTo>
                  <a:pt x="1327382" y="1451192"/>
                </a:lnTo>
                <a:lnTo>
                  <a:pt x="1329477" y="1451192"/>
                </a:lnTo>
                <a:lnTo>
                  <a:pt x="1334470" y="1451192"/>
                </a:lnTo>
                <a:lnTo>
                  <a:pt x="1338498" y="1451192"/>
                </a:lnTo>
                <a:lnTo>
                  <a:pt x="1346391" y="1451192"/>
                </a:lnTo>
                <a:lnTo>
                  <a:pt x="1353318" y="1451192"/>
                </a:lnTo>
                <a:lnTo>
                  <a:pt x="1356540" y="1451192"/>
                </a:lnTo>
                <a:lnTo>
                  <a:pt x="1355493" y="1451192"/>
                </a:lnTo>
                <a:lnTo>
                  <a:pt x="1357587" y="1451192"/>
                </a:lnTo>
                <a:lnTo>
                  <a:pt x="1356379" y="1451192"/>
                </a:lnTo>
                <a:lnTo>
                  <a:pt x="1338578" y="1451192"/>
                </a:lnTo>
                <a:lnTo>
                  <a:pt x="1322389" y="1451192"/>
                </a:lnTo>
                <a:lnTo>
                  <a:pt x="1312643" y="1451192"/>
                </a:lnTo>
                <a:lnTo>
                  <a:pt x="1304427" y="1451192"/>
                </a:lnTo>
                <a:lnTo>
                  <a:pt x="1299192" y="1451192"/>
                </a:lnTo>
                <a:lnTo>
                  <a:pt x="1292265" y="1451192"/>
                </a:lnTo>
                <a:lnTo>
                  <a:pt x="1291862" y="1451192"/>
                </a:lnTo>
                <a:lnTo>
                  <a:pt x="1292506" y="1451192"/>
                </a:lnTo>
                <a:lnTo>
                  <a:pt x="1298064" y="1451192"/>
                </a:lnTo>
                <a:lnTo>
                  <a:pt x="1303138" y="1451192"/>
                </a:lnTo>
                <a:lnTo>
                  <a:pt x="1319569" y="1451192"/>
                </a:lnTo>
                <a:lnTo>
                  <a:pt x="1320375" y="1451192"/>
                </a:lnTo>
                <a:lnTo>
                  <a:pt x="1320214" y="1451192"/>
                </a:lnTo>
                <a:lnTo>
                  <a:pt x="1322630" y="1451192"/>
                </a:lnTo>
                <a:lnTo>
                  <a:pt x="1320455" y="1451192"/>
                </a:lnTo>
                <a:lnTo>
                  <a:pt x="1313609" y="1451192"/>
                </a:lnTo>
                <a:lnTo>
                  <a:pt x="1322630" y="1451192"/>
                </a:lnTo>
                <a:lnTo>
                  <a:pt x="1335759" y="1451192"/>
                </a:lnTo>
                <a:lnTo>
                  <a:pt x="1340994" y="1451192"/>
                </a:lnTo>
                <a:lnTo>
                  <a:pt x="1349129" y="1451192"/>
                </a:lnTo>
                <a:lnTo>
                  <a:pt x="1350660" y="1451192"/>
                </a:lnTo>
                <a:lnTo>
                  <a:pt x="1346633" y="1451192"/>
                </a:lnTo>
                <a:lnTo>
                  <a:pt x="1352351" y="1451192"/>
                </a:lnTo>
                <a:lnTo>
                  <a:pt x="1350579" y="1451192"/>
                </a:lnTo>
                <a:lnTo>
                  <a:pt x="1355654" y="1451192"/>
                </a:lnTo>
                <a:lnTo>
                  <a:pt x="1363628" y="1451192"/>
                </a:lnTo>
                <a:lnTo>
                  <a:pt x="1369588" y="1451192"/>
                </a:lnTo>
                <a:lnTo>
                  <a:pt x="1372729" y="1451192"/>
                </a:lnTo>
                <a:lnTo>
                  <a:pt x="1387711" y="1451192"/>
                </a:lnTo>
                <a:lnTo>
                  <a:pt x="1396248" y="1451192"/>
                </a:lnTo>
                <a:lnTo>
                  <a:pt x="1408330" y="1451192"/>
                </a:lnTo>
                <a:lnTo>
                  <a:pt x="1432735" y="1451192"/>
                </a:lnTo>
                <a:lnTo>
                  <a:pt x="1456415" y="1451192"/>
                </a:lnTo>
                <a:lnTo>
                  <a:pt x="1467692" y="1451192"/>
                </a:lnTo>
                <a:lnTo>
                  <a:pt x="1481787" y="1451192"/>
                </a:lnTo>
                <a:lnTo>
                  <a:pt x="1491694" y="1451192"/>
                </a:lnTo>
                <a:lnTo>
                  <a:pt x="1501118" y="1451192"/>
                </a:lnTo>
                <a:lnTo>
                  <a:pt x="1549042" y="1451192"/>
                </a:lnTo>
                <a:lnTo>
                  <a:pt x="1557177" y="1451192"/>
                </a:lnTo>
                <a:lnTo>
                  <a:pt x="1567568" y="1451192"/>
                </a:lnTo>
                <a:lnTo>
                  <a:pt x="1580374" y="1451192"/>
                </a:lnTo>
                <a:lnTo>
                  <a:pt x="1591973" y="1451192"/>
                </a:lnTo>
                <a:lnTo>
                  <a:pt x="1604377" y="1451192"/>
                </a:lnTo>
                <a:lnTo>
                  <a:pt x="1613478" y="1451192"/>
                </a:lnTo>
                <a:lnTo>
                  <a:pt x="1635870" y="1451192"/>
                </a:lnTo>
                <a:lnTo>
                  <a:pt x="1647790" y="1451192"/>
                </a:lnTo>
                <a:lnTo>
                  <a:pt x="1668329" y="1451192"/>
                </a:lnTo>
                <a:lnTo>
                  <a:pt x="1677350" y="1451192"/>
                </a:lnTo>
                <a:lnTo>
                  <a:pt x="1698212" y="1451192"/>
                </a:lnTo>
                <a:lnTo>
                  <a:pt x="1721811" y="1451192"/>
                </a:lnTo>
                <a:lnTo>
                  <a:pt x="1750244" y="1451192"/>
                </a:lnTo>
                <a:lnTo>
                  <a:pt x="1770783" y="1451192"/>
                </a:lnTo>
                <a:lnTo>
                  <a:pt x="1789066" y="1451192"/>
                </a:lnTo>
                <a:lnTo>
                  <a:pt x="1803726" y="1451192"/>
                </a:lnTo>
                <a:lnTo>
                  <a:pt x="1838199" y="1451192"/>
                </a:lnTo>
                <a:lnTo>
                  <a:pt x="1857369" y="1451192"/>
                </a:lnTo>
                <a:lnTo>
                  <a:pt x="1893131" y="1451192"/>
                </a:lnTo>
                <a:lnTo>
                  <a:pt x="1902796" y="1451192"/>
                </a:lnTo>
                <a:lnTo>
                  <a:pt x="1917455" y="1451192"/>
                </a:lnTo>
                <a:lnTo>
                  <a:pt x="1930181" y="1451192"/>
                </a:lnTo>
                <a:lnTo>
                  <a:pt x="1942746" y="1451192"/>
                </a:lnTo>
                <a:lnTo>
                  <a:pt x="1950398" y="1451192"/>
                </a:lnTo>
                <a:lnTo>
                  <a:pt x="1953781" y="1451192"/>
                </a:lnTo>
                <a:lnTo>
                  <a:pt x="1961111" y="1451192"/>
                </a:lnTo>
                <a:lnTo>
                  <a:pt x="1966185" y="1451192"/>
                </a:lnTo>
                <a:lnTo>
                  <a:pt x="1970132" y="1451192"/>
                </a:lnTo>
                <a:lnTo>
                  <a:pt x="1983985" y="1451192"/>
                </a:lnTo>
                <a:lnTo>
                  <a:pt x="2004605" y="1451192"/>
                </a:lnTo>
                <a:lnTo>
                  <a:pt x="2011290" y="1451192"/>
                </a:lnTo>
                <a:lnTo>
                  <a:pt x="2012579" y="1451192"/>
                </a:lnTo>
                <a:lnTo>
                  <a:pt x="2008149" y="1451192"/>
                </a:lnTo>
                <a:lnTo>
                  <a:pt x="2002591" y="1451192"/>
                </a:lnTo>
                <a:lnTo>
                  <a:pt x="1998886" y="1451192"/>
                </a:lnTo>
                <a:lnTo>
                  <a:pt x="1995342" y="1451192"/>
                </a:lnTo>
                <a:lnTo>
                  <a:pt x="1995020" y="1451192"/>
                </a:lnTo>
                <a:lnTo>
                  <a:pt x="1996389" y="1451192"/>
                </a:lnTo>
                <a:lnTo>
                  <a:pt x="2004524" y="1451192"/>
                </a:lnTo>
                <a:lnTo>
                  <a:pt x="2010324" y="1451192"/>
                </a:lnTo>
                <a:lnTo>
                  <a:pt x="2018298" y="1451192"/>
                </a:lnTo>
                <a:lnTo>
                  <a:pt x="2025627" y="1451192"/>
                </a:lnTo>
                <a:lnTo>
                  <a:pt x="2031668" y="1451192"/>
                </a:lnTo>
                <a:lnTo>
                  <a:pt x="2041495" y="1451192"/>
                </a:lnTo>
                <a:lnTo>
                  <a:pt x="2045683" y="1451192"/>
                </a:lnTo>
                <a:lnTo>
                  <a:pt x="2051804" y="1451192"/>
                </a:lnTo>
                <a:lnTo>
                  <a:pt x="2057362" y="1451192"/>
                </a:lnTo>
                <a:lnTo>
                  <a:pt x="2061711" y="1451192"/>
                </a:lnTo>
                <a:lnTo>
                  <a:pt x="2070007" y="1451192"/>
                </a:lnTo>
                <a:lnTo>
                  <a:pt x="2075484" y="1451192"/>
                </a:lnTo>
                <a:lnTo>
                  <a:pt x="2085472" y="1451192"/>
                </a:lnTo>
                <a:lnTo>
                  <a:pt x="2094896" y="1451192"/>
                </a:lnTo>
                <a:lnTo>
                  <a:pt x="2102628" y="1451192"/>
                </a:lnTo>
                <a:lnTo>
                  <a:pt x="2106333" y="1451192"/>
                </a:lnTo>
                <a:lnTo>
                  <a:pt x="2109394" y="1451192"/>
                </a:lnTo>
                <a:lnTo>
                  <a:pt x="2110038" y="1451192"/>
                </a:lnTo>
                <a:lnTo>
                  <a:pt x="2109313" y="1451192"/>
                </a:lnTo>
                <a:lnTo>
                  <a:pt x="2113018" y="1451192"/>
                </a:lnTo>
                <a:lnTo>
                  <a:pt x="2111246" y="1451192"/>
                </a:lnTo>
                <a:lnTo>
                  <a:pt x="2111891" y="1451192"/>
                </a:lnTo>
                <a:lnTo>
                  <a:pt x="2113824" y="1451192"/>
                </a:lnTo>
                <a:lnTo>
                  <a:pt x="2117529" y="1451192"/>
                </a:lnTo>
                <a:lnTo>
                  <a:pt x="2124778" y="1451192"/>
                </a:lnTo>
                <a:lnTo>
                  <a:pt x="2128403" y="1451192"/>
                </a:lnTo>
                <a:lnTo>
                  <a:pt x="2130980" y="1451192"/>
                </a:lnTo>
                <a:lnTo>
                  <a:pt x="2130819" y="1451192"/>
                </a:lnTo>
                <a:lnTo>
                  <a:pt x="2134443" y="1451192"/>
                </a:lnTo>
                <a:lnTo>
                  <a:pt x="2132994" y="1451192"/>
                </a:lnTo>
                <a:lnTo>
                  <a:pt x="2126711" y="1451192"/>
                </a:lnTo>
                <a:lnTo>
                  <a:pt x="2124053" y="1451192"/>
                </a:lnTo>
                <a:lnTo>
                  <a:pt x="2118818" y="1451192"/>
                </a:lnTo>
                <a:lnTo>
                  <a:pt x="2112938" y="1451192"/>
                </a:lnTo>
                <a:lnTo>
                  <a:pt x="2105769" y="1451192"/>
                </a:lnTo>
                <a:lnTo>
                  <a:pt x="2103514" y="1451192"/>
                </a:lnTo>
                <a:lnTo>
                  <a:pt x="2106333" y="1451192"/>
                </a:lnTo>
                <a:lnTo>
                  <a:pt x="2110844" y="1451192"/>
                </a:lnTo>
                <a:lnTo>
                  <a:pt x="2114468" y="1451192"/>
                </a:lnTo>
                <a:lnTo>
                  <a:pt x="2116079" y="1451192"/>
                </a:lnTo>
                <a:lnTo>
                  <a:pt x="2112938" y="1451192"/>
                </a:lnTo>
                <a:lnTo>
                  <a:pt x="2116160" y="1451192"/>
                </a:lnTo>
                <a:lnTo>
                  <a:pt x="2122764" y="1451192"/>
                </a:lnTo>
                <a:lnTo>
                  <a:pt x="2133235" y="1451192"/>
                </a:lnTo>
                <a:lnTo>
                  <a:pt x="2137746" y="1451192"/>
                </a:lnTo>
                <a:lnTo>
                  <a:pt x="2141451" y="1451192"/>
                </a:lnTo>
                <a:lnTo>
                  <a:pt x="2148136" y="1451192"/>
                </a:lnTo>
                <a:lnTo>
                  <a:pt x="2155063" y="1451192"/>
                </a:lnTo>
                <a:lnTo>
                  <a:pt x="2159574" y="1451192"/>
                </a:lnTo>
                <a:lnTo>
                  <a:pt x="2168756" y="1451192"/>
                </a:lnTo>
                <a:lnTo>
                  <a:pt x="2181079" y="1451192"/>
                </a:lnTo>
                <a:lnTo>
                  <a:pt x="2187281" y="1451192"/>
                </a:lnTo>
                <a:lnTo>
                  <a:pt x="2200329" y="1451192"/>
                </a:lnTo>
                <a:lnTo>
                  <a:pt x="2206773" y="1451192"/>
                </a:lnTo>
                <a:lnTo>
                  <a:pt x="2205565" y="1451192"/>
                </a:lnTo>
                <a:lnTo>
                  <a:pt x="2198477" y="1451192"/>
                </a:lnTo>
                <a:lnTo>
                  <a:pt x="2190503" y="1451192"/>
                </a:lnTo>
                <a:lnTo>
                  <a:pt x="2181160" y="1451192"/>
                </a:lnTo>
                <a:lnTo>
                  <a:pt x="2177213" y="1451192"/>
                </a:lnTo>
                <a:lnTo>
                  <a:pt x="2175844" y="1451192"/>
                </a:lnTo>
                <a:lnTo>
                  <a:pt x="2178099" y="1451192"/>
                </a:lnTo>
                <a:lnTo>
                  <a:pt x="2179629" y="1451192"/>
                </a:lnTo>
                <a:lnTo>
                  <a:pt x="2185670" y="1451192"/>
                </a:lnTo>
                <a:lnTo>
                  <a:pt x="2191067" y="1451192"/>
                </a:lnTo>
                <a:lnTo>
                  <a:pt x="2191711" y="1451192"/>
                </a:lnTo>
                <a:lnTo>
                  <a:pt x="2193644" y="1451192"/>
                </a:lnTo>
                <a:lnTo>
                  <a:pt x="2196866" y="1451192"/>
                </a:lnTo>
                <a:lnTo>
                  <a:pt x="2196785" y="1451192"/>
                </a:lnTo>
                <a:lnTo>
                  <a:pt x="2193483" y="1451192"/>
                </a:lnTo>
                <a:lnTo>
                  <a:pt x="2185187" y="1451192"/>
                </a:lnTo>
                <a:lnTo>
                  <a:pt x="2181240" y="1451192"/>
                </a:lnTo>
                <a:lnTo>
                  <a:pt x="2175360" y="1451192"/>
                </a:lnTo>
                <a:lnTo>
                  <a:pt x="2176569" y="1451192"/>
                </a:lnTo>
                <a:lnTo>
                  <a:pt x="2180032" y="1451192"/>
                </a:lnTo>
                <a:lnTo>
                  <a:pt x="2185348" y="1451192"/>
                </a:lnTo>
                <a:lnTo>
                  <a:pt x="2189858" y="1451192"/>
                </a:lnTo>
                <a:lnTo>
                  <a:pt x="2196463" y="1451192"/>
                </a:lnTo>
                <a:lnTo>
                  <a:pt x="2200249" y="1451192"/>
                </a:lnTo>
                <a:lnTo>
                  <a:pt x="2199363" y="1451192"/>
                </a:lnTo>
                <a:lnTo>
                  <a:pt x="2200410" y="1451192"/>
                </a:lnTo>
                <a:lnTo>
                  <a:pt x="2205001" y="1451192"/>
                </a:lnTo>
                <a:lnTo>
                  <a:pt x="2222882" y="1451192"/>
                </a:lnTo>
                <a:lnTo>
                  <a:pt x="2226426" y="1451192"/>
                </a:lnTo>
                <a:lnTo>
                  <a:pt x="2230211" y="1451192"/>
                </a:lnTo>
                <a:lnTo>
                  <a:pt x="2231420" y="1451192"/>
                </a:lnTo>
                <a:lnTo>
                  <a:pt x="2231017" y="1451192"/>
                </a:lnTo>
                <a:lnTo>
                  <a:pt x="2227070" y="1451192"/>
                </a:lnTo>
                <a:lnTo>
                  <a:pt x="2217808" y="1451192"/>
                </a:lnTo>
                <a:lnTo>
                  <a:pt x="2215713" y="1451192"/>
                </a:lnTo>
                <a:lnTo>
                  <a:pt x="2216519" y="1451192"/>
                </a:lnTo>
                <a:lnTo>
                  <a:pt x="2212169" y="1451192"/>
                </a:lnTo>
                <a:lnTo>
                  <a:pt x="2218210" y="1451192"/>
                </a:lnTo>
                <a:lnTo>
                  <a:pt x="2223446" y="1451192"/>
                </a:lnTo>
                <a:lnTo>
                  <a:pt x="2226990" y="1451192"/>
                </a:lnTo>
                <a:lnTo>
                  <a:pt x="2227070" y="1451192"/>
                </a:lnTo>
                <a:lnTo>
                  <a:pt x="2228198" y="1451192"/>
                </a:lnTo>
                <a:lnTo>
                  <a:pt x="2231017" y="1451192"/>
                </a:lnTo>
                <a:lnTo>
                  <a:pt x="2240360" y="1451192"/>
                </a:lnTo>
                <a:lnTo>
                  <a:pt x="2249462" y="1451192"/>
                </a:lnTo>
                <a:lnTo>
                  <a:pt x="2253811" y="1451192"/>
                </a:lnTo>
                <a:lnTo>
                  <a:pt x="2255422" y="1451192"/>
                </a:lnTo>
                <a:lnTo>
                  <a:pt x="2256066" y="1451192"/>
                </a:lnTo>
                <a:lnTo>
                  <a:pt x="2244710" y="1451192"/>
                </a:lnTo>
                <a:lnTo>
                  <a:pt x="2244387" y="1451192"/>
                </a:lnTo>
                <a:lnTo>
                  <a:pt x="2239635" y="1451192"/>
                </a:lnTo>
                <a:lnTo>
                  <a:pt x="2239555" y="1451192"/>
                </a:lnTo>
                <a:lnTo>
                  <a:pt x="2246643" y="1451192"/>
                </a:lnTo>
                <a:lnTo>
                  <a:pt x="2248092" y="1451192"/>
                </a:lnTo>
                <a:lnTo>
                  <a:pt x="2252120" y="1451192"/>
                </a:lnTo>
                <a:lnTo>
                  <a:pt x="2260255" y="1451192"/>
                </a:lnTo>
                <a:lnTo>
                  <a:pt x="2265732" y="1451192"/>
                </a:lnTo>
                <a:lnTo>
                  <a:pt x="2271853" y="1451192"/>
                </a:lnTo>
                <a:lnTo>
                  <a:pt x="2273303" y="1451192"/>
                </a:lnTo>
                <a:lnTo>
                  <a:pt x="2273223" y="1451192"/>
                </a:lnTo>
                <a:lnTo>
                  <a:pt x="2275719" y="1451192"/>
                </a:lnTo>
                <a:lnTo>
                  <a:pt x="2281921" y="1451192"/>
                </a:lnTo>
                <a:lnTo>
                  <a:pt x="2279988" y="1451192"/>
                </a:lnTo>
                <a:lnTo>
                  <a:pt x="2278458" y="1451192"/>
                </a:lnTo>
                <a:lnTo>
                  <a:pt x="2280794" y="1451192"/>
                </a:lnTo>
                <a:lnTo>
                  <a:pt x="2282163" y="1451192"/>
                </a:lnTo>
                <a:lnTo>
                  <a:pt x="2284579" y="1451192"/>
                </a:lnTo>
                <a:lnTo>
                  <a:pt x="2291184" y="1451192"/>
                </a:lnTo>
                <a:lnTo>
                  <a:pt x="2292795" y="1451192"/>
                </a:lnTo>
                <a:lnTo>
                  <a:pt x="2293600" y="1451192"/>
                </a:lnTo>
                <a:lnTo>
                  <a:pt x="2296903" y="1451192"/>
                </a:lnTo>
                <a:lnTo>
                  <a:pt x="2301333" y="1451192"/>
                </a:lnTo>
                <a:lnTo>
                  <a:pt x="2307374" y="1451192"/>
                </a:lnTo>
                <a:lnTo>
                  <a:pt x="2307051" y="1451192"/>
                </a:lnTo>
                <a:lnTo>
                  <a:pt x="2309307" y="1451192"/>
                </a:lnTo>
                <a:lnTo>
                  <a:pt x="2310032" y="1451192"/>
                </a:lnTo>
                <a:lnTo>
                  <a:pt x="2313817" y="1451192"/>
                </a:lnTo>
                <a:lnTo>
                  <a:pt x="2314623" y="1451192"/>
                </a:lnTo>
                <a:lnTo>
                  <a:pt x="2311562" y="1451192"/>
                </a:lnTo>
                <a:lnTo>
                  <a:pt x="2310032" y="1451192"/>
                </a:lnTo>
                <a:lnTo>
                  <a:pt x="2315267" y="1451192"/>
                </a:lnTo>
                <a:lnTo>
                  <a:pt x="2320502" y="1451192"/>
                </a:lnTo>
                <a:lnTo>
                  <a:pt x="2324046" y="1451192"/>
                </a:lnTo>
                <a:lnTo>
                  <a:pt x="2326463" y="1451192"/>
                </a:lnTo>
                <a:lnTo>
                  <a:pt x="2329765" y="1451192"/>
                </a:lnTo>
                <a:lnTo>
                  <a:pt x="2331698" y="1451192"/>
                </a:lnTo>
                <a:lnTo>
                  <a:pt x="2338142" y="1451192"/>
                </a:lnTo>
                <a:lnTo>
                  <a:pt x="2344505" y="1451192"/>
                </a:lnTo>
                <a:lnTo>
                  <a:pt x="2351593" y="1451192"/>
                </a:lnTo>
                <a:lnTo>
                  <a:pt x="2360372" y="1451192"/>
                </a:lnTo>
                <a:lnTo>
                  <a:pt x="2368588" y="1451192"/>
                </a:lnTo>
                <a:lnTo>
                  <a:pt x="2367219" y="1451192"/>
                </a:lnTo>
                <a:lnTo>
                  <a:pt x="2368185" y="1451192"/>
                </a:lnTo>
                <a:lnTo>
                  <a:pt x="2378414" y="1451192"/>
                </a:lnTo>
                <a:lnTo>
                  <a:pt x="2386710" y="1451192"/>
                </a:lnTo>
                <a:lnTo>
                  <a:pt x="2394201" y="1451192"/>
                </a:lnTo>
                <a:lnTo>
                  <a:pt x="2409827" y="1451192"/>
                </a:lnTo>
                <a:lnTo>
                  <a:pt x="2423117" y="1451192"/>
                </a:lnTo>
                <a:lnTo>
                  <a:pt x="2428997" y="1451192"/>
                </a:lnTo>
                <a:lnTo>
                  <a:pt x="2440434" y="1451192"/>
                </a:lnTo>
                <a:lnTo>
                  <a:pt x="2447683" y="1451192"/>
                </a:lnTo>
                <a:lnTo>
                  <a:pt x="2457751" y="1451192"/>
                </a:lnTo>
                <a:lnTo>
                  <a:pt x="2481270" y="1451192"/>
                </a:lnTo>
                <a:lnTo>
                  <a:pt x="2482801" y="1451192"/>
                </a:lnTo>
                <a:lnTo>
                  <a:pt x="2479659" y="1451192"/>
                </a:lnTo>
                <a:lnTo>
                  <a:pt x="2476760" y="1451192"/>
                </a:lnTo>
                <a:lnTo>
                  <a:pt x="2473216" y="1451192"/>
                </a:lnTo>
                <a:lnTo>
                  <a:pt x="2472330" y="1451192"/>
                </a:lnTo>
                <a:lnTo>
                  <a:pt x="2475793" y="1451192"/>
                </a:lnTo>
                <a:lnTo>
                  <a:pt x="2479257" y="1451192"/>
                </a:lnTo>
                <a:lnTo>
                  <a:pt x="2483042" y="1451192"/>
                </a:lnTo>
                <a:lnTo>
                  <a:pt x="2487311" y="1451192"/>
                </a:lnTo>
                <a:lnTo>
                  <a:pt x="2487633" y="1451192"/>
                </a:lnTo>
                <a:lnTo>
                  <a:pt x="2485056" y="1451192"/>
                </a:lnTo>
                <a:lnTo>
                  <a:pt x="2480707" y="1451192"/>
                </a:lnTo>
                <a:lnTo>
                  <a:pt x="2480868" y="1451192"/>
                </a:lnTo>
                <a:lnTo>
                  <a:pt x="2484331" y="1451192"/>
                </a:lnTo>
                <a:lnTo>
                  <a:pt x="2489728" y="1451192"/>
                </a:lnTo>
                <a:lnTo>
                  <a:pt x="2495607" y="1451192"/>
                </a:lnTo>
                <a:lnTo>
                  <a:pt x="2499232" y="1451192"/>
                </a:lnTo>
                <a:lnTo>
                  <a:pt x="2499796" y="1451192"/>
                </a:lnTo>
                <a:lnTo>
                  <a:pt x="2505192" y="1451192"/>
                </a:lnTo>
                <a:lnTo>
                  <a:pt x="2513166" y="1451192"/>
                </a:lnTo>
                <a:lnTo>
                  <a:pt x="2517999" y="1451192"/>
                </a:lnTo>
                <a:lnTo>
                  <a:pt x="2551989" y="1451192"/>
                </a:lnTo>
                <a:lnTo>
                  <a:pt x="2560607" y="1451192"/>
                </a:lnTo>
                <a:lnTo>
                  <a:pt x="2561413" y="1451192"/>
                </a:lnTo>
                <a:lnTo>
                  <a:pt x="2564715" y="1451192"/>
                </a:lnTo>
                <a:lnTo>
                  <a:pt x="2566487" y="1451192"/>
                </a:lnTo>
                <a:lnTo>
                  <a:pt x="2566165" y="1451192"/>
                </a:lnTo>
                <a:lnTo>
                  <a:pt x="2568903" y="1451192"/>
                </a:lnTo>
                <a:lnTo>
                  <a:pt x="2578005" y="1451192"/>
                </a:lnTo>
                <a:lnTo>
                  <a:pt x="2584287" y="1451192"/>
                </a:lnTo>
                <a:lnTo>
                  <a:pt x="2592986" y="1451192"/>
                </a:lnTo>
                <a:lnTo>
                  <a:pt x="2594678" y="1451192"/>
                </a:lnTo>
                <a:lnTo>
                  <a:pt x="2598463" y="1451192"/>
                </a:lnTo>
                <a:lnTo>
                  <a:pt x="2599671" y="1451192"/>
                </a:lnTo>
                <a:lnTo>
                  <a:pt x="2597900" y="1451192"/>
                </a:lnTo>
                <a:lnTo>
                  <a:pt x="2596691" y="1451192"/>
                </a:lnTo>
                <a:lnTo>
                  <a:pt x="2598624" y="1451192"/>
                </a:lnTo>
                <a:lnTo>
                  <a:pt x="2608773" y="1451192"/>
                </a:lnTo>
                <a:lnTo>
                  <a:pt x="2615700" y="1451192"/>
                </a:lnTo>
                <a:lnTo>
                  <a:pt x="2612398" y="1451192"/>
                </a:lnTo>
                <a:lnTo>
                  <a:pt x="2608048" y="1451192"/>
                </a:lnTo>
                <a:lnTo>
                  <a:pt x="2600719" y="1451192"/>
                </a:lnTo>
                <a:lnTo>
                  <a:pt x="2596047" y="1451192"/>
                </a:lnTo>
                <a:lnTo>
                  <a:pt x="2603618" y="1451192"/>
                </a:lnTo>
                <a:lnTo>
                  <a:pt x="2603538" y="1451192"/>
                </a:lnTo>
                <a:lnTo>
                  <a:pt x="2596289" y="1451192"/>
                </a:lnTo>
                <a:lnTo>
                  <a:pt x="2586301" y="1451192"/>
                </a:lnTo>
                <a:lnTo>
                  <a:pt x="2577844" y="1451192"/>
                </a:lnTo>
                <a:lnTo>
                  <a:pt x="2584287" y="1451192"/>
                </a:lnTo>
                <a:lnTo>
                  <a:pt x="2597255" y="1451192"/>
                </a:lnTo>
                <a:lnTo>
                  <a:pt x="2604504" y="1451192"/>
                </a:lnTo>
                <a:lnTo>
                  <a:pt x="2605149" y="1451192"/>
                </a:lnTo>
                <a:lnTo>
                  <a:pt x="2608693" y="1451192"/>
                </a:lnTo>
                <a:lnTo>
                  <a:pt x="2610867" y="1451192"/>
                </a:lnTo>
                <a:lnTo>
                  <a:pt x="2611512" y="1451192"/>
                </a:lnTo>
                <a:lnTo>
                  <a:pt x="2614895" y="1451192"/>
                </a:lnTo>
                <a:lnTo>
                  <a:pt x="2622868" y="1451192"/>
                </a:lnTo>
                <a:lnTo>
                  <a:pt x="2633742" y="1451192"/>
                </a:lnTo>
                <a:lnTo>
                  <a:pt x="2638816" y="1451192"/>
                </a:lnTo>
                <a:lnTo>
                  <a:pt x="2643891" y="1451192"/>
                </a:lnTo>
                <a:lnTo>
                  <a:pt x="2648804" y="1451192"/>
                </a:lnTo>
                <a:lnTo>
                  <a:pt x="2638736" y="1451192"/>
                </a:lnTo>
                <a:lnTo>
                  <a:pt x="2639541" y="1451192"/>
                </a:lnTo>
                <a:lnTo>
                  <a:pt x="2641394" y="1451192"/>
                </a:lnTo>
                <a:lnTo>
                  <a:pt x="2653476" y="1451192"/>
                </a:lnTo>
                <a:lnTo>
                  <a:pt x="2660080" y="1451192"/>
                </a:lnTo>
                <a:lnTo>
                  <a:pt x="2664430" y="1451192"/>
                </a:lnTo>
                <a:lnTo>
                  <a:pt x="2673934" y="1451192"/>
                </a:lnTo>
                <a:lnTo>
                  <a:pt x="2677559" y="1451192"/>
                </a:lnTo>
                <a:lnTo>
                  <a:pt x="2676995" y="1451192"/>
                </a:lnTo>
                <a:lnTo>
                  <a:pt x="2678042" y="1451192"/>
                </a:lnTo>
                <a:lnTo>
                  <a:pt x="2681989" y="1451192"/>
                </a:lnTo>
                <a:lnTo>
                  <a:pt x="2687143" y="1451192"/>
                </a:lnTo>
                <a:lnTo>
                  <a:pt x="2690446" y="1451192"/>
                </a:lnTo>
                <a:lnTo>
                  <a:pt x="2697695" y="1451192"/>
                </a:lnTo>
                <a:lnTo>
                  <a:pt x="2700192" y="1451192"/>
                </a:lnTo>
                <a:lnTo>
                  <a:pt x="2698984" y="1451192"/>
                </a:lnTo>
                <a:lnTo>
                  <a:pt x="2698259" y="1451192"/>
                </a:lnTo>
                <a:lnTo>
                  <a:pt x="2704944" y="1451192"/>
                </a:lnTo>
                <a:lnTo>
                  <a:pt x="2710260" y="1451192"/>
                </a:lnTo>
                <a:lnTo>
                  <a:pt x="2710824" y="1451192"/>
                </a:lnTo>
                <a:lnTo>
                  <a:pt x="2710018" y="1451192"/>
                </a:lnTo>
                <a:lnTo>
                  <a:pt x="2712112" y="1451192"/>
                </a:lnTo>
                <a:lnTo>
                  <a:pt x="2726127" y="1451192"/>
                </a:lnTo>
                <a:lnTo>
                  <a:pt x="2729752" y="1451192"/>
                </a:lnTo>
                <a:lnTo>
                  <a:pt x="2731926" y="1451192"/>
                </a:lnTo>
                <a:lnTo>
                  <a:pt x="2733698" y="1451192"/>
                </a:lnTo>
                <a:lnTo>
                  <a:pt x="2735954" y="1451192"/>
                </a:lnTo>
                <a:lnTo>
                  <a:pt x="2743686" y="1451192"/>
                </a:lnTo>
                <a:lnTo>
                  <a:pt x="2766883" y="1451192"/>
                </a:lnTo>
                <a:lnTo>
                  <a:pt x="2779931" y="1451192"/>
                </a:lnTo>
                <a:lnTo>
                  <a:pt x="2785489" y="1451192"/>
                </a:lnTo>
                <a:lnTo>
                  <a:pt x="2794107" y="1451192"/>
                </a:lnTo>
                <a:lnTo>
                  <a:pt x="2803611" y="1451192"/>
                </a:lnTo>
                <a:lnTo>
                  <a:pt x="2809330" y="1451192"/>
                </a:lnTo>
                <a:lnTo>
                  <a:pt x="2818915" y="1451192"/>
                </a:lnTo>
                <a:lnTo>
                  <a:pt x="2822056" y="1451192"/>
                </a:lnTo>
                <a:lnTo>
                  <a:pt x="2824553" y="1451192"/>
                </a:lnTo>
                <a:lnTo>
                  <a:pt x="2830111" y="1451192"/>
                </a:lnTo>
                <a:lnTo>
                  <a:pt x="2835991" y="1451192"/>
                </a:lnTo>
                <a:lnTo>
                  <a:pt x="2843401" y="1451192"/>
                </a:lnTo>
                <a:lnTo>
                  <a:pt x="2846381" y="1451192"/>
                </a:lnTo>
                <a:lnTo>
                  <a:pt x="2839696" y="1451192"/>
                </a:lnTo>
                <a:lnTo>
                  <a:pt x="2840098" y="1451192"/>
                </a:lnTo>
                <a:lnTo>
                  <a:pt x="2839696" y="1451192"/>
                </a:lnTo>
                <a:lnTo>
                  <a:pt x="2840904" y="1451192"/>
                </a:lnTo>
                <a:lnTo>
                  <a:pt x="2843240" y="1451192"/>
                </a:lnTo>
                <a:lnTo>
                  <a:pt x="2827211" y="1450547"/>
                </a:lnTo>
                <a:lnTo>
                  <a:pt x="2811344" y="1448612"/>
                </a:lnTo>
                <a:lnTo>
                  <a:pt x="2799745" y="1451192"/>
                </a:lnTo>
                <a:lnTo>
                  <a:pt x="2794832" y="1449176"/>
                </a:lnTo>
                <a:lnTo>
                  <a:pt x="2784522" y="1439018"/>
                </a:lnTo>
                <a:lnTo>
                  <a:pt x="2774615" y="1435228"/>
                </a:lnTo>
                <a:lnTo>
                  <a:pt x="2773810" y="1432729"/>
                </a:lnTo>
                <a:lnTo>
                  <a:pt x="2785892" y="1425473"/>
                </a:lnTo>
                <a:lnTo>
                  <a:pt x="2790483" y="1426683"/>
                </a:lnTo>
                <a:lnTo>
                  <a:pt x="2797490" y="1433535"/>
                </a:lnTo>
                <a:lnTo>
                  <a:pt x="2801437" y="1435954"/>
                </a:lnTo>
                <a:lnTo>
                  <a:pt x="2804900" y="1435470"/>
                </a:lnTo>
                <a:lnTo>
                  <a:pt x="2807075" y="1430149"/>
                </a:lnTo>
                <a:lnTo>
                  <a:pt x="2810136" y="1427328"/>
                </a:lnTo>
                <a:lnTo>
                  <a:pt x="2815854" y="1428940"/>
                </a:lnTo>
                <a:lnTo>
                  <a:pt x="2833816" y="1440469"/>
                </a:lnTo>
                <a:lnTo>
                  <a:pt x="2843965" y="1451192"/>
                </a:lnTo>
                <a:lnTo>
                  <a:pt x="2849119" y="1448692"/>
                </a:lnTo>
                <a:lnTo>
                  <a:pt x="2857979" y="1442404"/>
                </a:lnTo>
                <a:lnTo>
                  <a:pt x="2866356" y="1443694"/>
                </a:lnTo>
                <a:lnTo>
                  <a:pt x="2871511" y="1447402"/>
                </a:lnTo>
                <a:lnTo>
                  <a:pt x="2878679" y="1451192"/>
                </a:lnTo>
                <a:lnTo>
                  <a:pt x="2884398" y="1451192"/>
                </a:lnTo>
                <a:lnTo>
                  <a:pt x="2898171" y="1451192"/>
                </a:lnTo>
                <a:lnTo>
                  <a:pt x="2905179" y="1451192"/>
                </a:lnTo>
                <a:lnTo>
                  <a:pt x="2912428" y="1451192"/>
                </a:lnTo>
                <a:lnTo>
                  <a:pt x="2922174" y="1451192"/>
                </a:lnTo>
                <a:lnTo>
                  <a:pt x="2942310" y="1451192"/>
                </a:lnTo>
                <a:lnTo>
                  <a:pt x="2961238" y="1451192"/>
                </a:lnTo>
                <a:lnTo>
                  <a:pt x="2969132" y="1451192"/>
                </a:lnTo>
                <a:lnTo>
                  <a:pt x="2978314" y="1451192"/>
                </a:lnTo>
                <a:lnTo>
                  <a:pt x="2983630" y="1451192"/>
                </a:lnTo>
                <a:lnTo>
                  <a:pt x="2993376" y="1451192"/>
                </a:lnTo>
                <a:lnTo>
                  <a:pt x="3008840" y="1451192"/>
                </a:lnTo>
                <a:lnTo>
                  <a:pt x="3015767" y="1451192"/>
                </a:lnTo>
                <a:lnTo>
                  <a:pt x="3018908" y="1451192"/>
                </a:lnTo>
                <a:lnTo>
                  <a:pt x="3033004" y="1451192"/>
                </a:lnTo>
                <a:lnTo>
                  <a:pt x="3048146" y="1451192"/>
                </a:lnTo>
                <a:lnTo>
                  <a:pt x="3058939" y="1451192"/>
                </a:lnTo>
                <a:lnTo>
                  <a:pt x="3074807" y="1451192"/>
                </a:lnTo>
                <a:lnTo>
                  <a:pt x="3085841" y="1451192"/>
                </a:lnTo>
                <a:lnTo>
                  <a:pt x="3094057" y="1451192"/>
                </a:lnTo>
                <a:lnTo>
                  <a:pt x="3101870" y="1451192"/>
                </a:lnTo>
                <a:lnTo>
                  <a:pt x="3104850" y="1451192"/>
                </a:lnTo>
                <a:lnTo>
                  <a:pt x="3098567" y="1451192"/>
                </a:lnTo>
                <a:lnTo>
                  <a:pt x="3097762" y="1451192"/>
                </a:lnTo>
                <a:lnTo>
                  <a:pt x="3102756" y="1451192"/>
                </a:lnTo>
                <a:lnTo>
                  <a:pt x="3102192" y="1451192"/>
                </a:lnTo>
                <a:lnTo>
                  <a:pt x="3095346" y="1451192"/>
                </a:lnTo>
                <a:lnTo>
                  <a:pt x="3087211" y="1451192"/>
                </a:lnTo>
                <a:lnTo>
                  <a:pt x="3087291" y="1451192"/>
                </a:lnTo>
                <a:lnTo>
                  <a:pt x="3090513" y="1451192"/>
                </a:lnTo>
                <a:lnTo>
                  <a:pt x="3094298" y="1451192"/>
                </a:lnTo>
                <a:lnTo>
                  <a:pt x="3099614" y="1451192"/>
                </a:lnTo>
                <a:lnTo>
                  <a:pt x="3106139" y="1451192"/>
                </a:lnTo>
                <a:lnTo>
                  <a:pt x="3111777" y="1451192"/>
                </a:lnTo>
                <a:lnTo>
                  <a:pt x="3113629" y="1451192"/>
                </a:lnTo>
                <a:lnTo>
                  <a:pt x="3117737" y="1451192"/>
                </a:lnTo>
                <a:lnTo>
                  <a:pt x="3126678" y="1451192"/>
                </a:lnTo>
                <a:lnTo>
                  <a:pt x="3132155" y="1451192"/>
                </a:lnTo>
                <a:lnTo>
                  <a:pt x="3137632" y="1451192"/>
                </a:lnTo>
                <a:lnTo>
                  <a:pt x="3134652" y="1451192"/>
                </a:lnTo>
                <a:lnTo>
                  <a:pt x="3131269" y="1451192"/>
                </a:lnTo>
                <a:lnTo>
                  <a:pt x="3132880" y="1451192"/>
                </a:lnTo>
                <a:lnTo>
                  <a:pt x="3146814" y="1451192"/>
                </a:lnTo>
                <a:lnTo>
                  <a:pt x="3154627" y="1451192"/>
                </a:lnTo>
                <a:lnTo>
                  <a:pt x="3160265" y="1451192"/>
                </a:lnTo>
                <a:lnTo>
                  <a:pt x="3169044" y="1451192"/>
                </a:lnTo>
                <a:lnTo>
                  <a:pt x="3178468" y="1451192"/>
                </a:lnTo>
                <a:lnTo>
                  <a:pt x="3183381" y="1451192"/>
                </a:lnTo>
                <a:lnTo>
                  <a:pt x="3187409" y="1451192"/>
                </a:lnTo>
                <a:lnTo>
                  <a:pt x="3154385" y="1451192"/>
                </a:lnTo>
                <a:lnTo>
                  <a:pt x="3152855" y="1451192"/>
                </a:lnTo>
                <a:lnTo>
                  <a:pt x="3157285" y="1451192"/>
                </a:lnTo>
                <a:lnTo>
                  <a:pt x="3158976" y="1451192"/>
                </a:lnTo>
                <a:lnTo>
                  <a:pt x="3148264" y="1451192"/>
                </a:lnTo>
                <a:lnTo>
                  <a:pt x="3144317" y="1451192"/>
                </a:lnTo>
                <a:lnTo>
                  <a:pt x="3140531" y="1451192"/>
                </a:lnTo>
                <a:lnTo>
                  <a:pt x="3134813" y="1451192"/>
                </a:lnTo>
                <a:lnTo>
                  <a:pt x="3129819" y="1451192"/>
                </a:lnTo>
                <a:lnTo>
                  <a:pt x="3124503" y="1451192"/>
                </a:lnTo>
                <a:lnTo>
                  <a:pt x="3105253" y="1451192"/>
                </a:lnTo>
                <a:lnTo>
                  <a:pt x="3105414" y="1451192"/>
                </a:lnTo>
                <a:lnTo>
                  <a:pt x="3110327" y="1451192"/>
                </a:lnTo>
                <a:lnTo>
                  <a:pt x="3107427" y="1451192"/>
                </a:lnTo>
                <a:lnTo>
                  <a:pt x="3101709" y="1451192"/>
                </a:lnTo>
                <a:lnTo>
                  <a:pt x="3095507" y="1451192"/>
                </a:lnTo>
                <a:lnTo>
                  <a:pt x="3090593" y="1451192"/>
                </a:lnTo>
                <a:lnTo>
                  <a:pt x="3074001" y="1451192"/>
                </a:lnTo>
                <a:lnTo>
                  <a:pt x="3068685" y="1451192"/>
                </a:lnTo>
                <a:lnTo>
                  <a:pt x="3063208" y="1451192"/>
                </a:lnTo>
                <a:lnTo>
                  <a:pt x="3065061" y="1451192"/>
                </a:lnTo>
                <a:lnTo>
                  <a:pt x="3067074" y="1451192"/>
                </a:lnTo>
                <a:lnTo>
                  <a:pt x="3073357" y="1451192"/>
                </a:lnTo>
                <a:lnTo>
                  <a:pt x="3097681" y="1451192"/>
                </a:lnTo>
                <a:lnTo>
                  <a:pt x="3108716" y="1451192"/>
                </a:lnTo>
                <a:lnTo>
                  <a:pt x="3127644" y="1451192"/>
                </a:lnTo>
                <a:lnTo>
                  <a:pt x="3131994" y="1451192"/>
                </a:lnTo>
                <a:lnTo>
                  <a:pt x="3134571" y="1451192"/>
                </a:lnTo>
                <a:lnTo>
                  <a:pt x="3148344" y="1451192"/>
                </a:lnTo>
                <a:lnTo>
                  <a:pt x="3158171" y="1451192"/>
                </a:lnTo>
                <a:lnTo>
                  <a:pt x="3160990" y="1451192"/>
                </a:lnTo>
                <a:lnTo>
                  <a:pt x="3163003" y="1451192"/>
                </a:lnTo>
                <a:lnTo>
                  <a:pt x="3165500" y="1451192"/>
                </a:lnTo>
                <a:lnTo>
                  <a:pt x="3167917" y="1451192"/>
                </a:lnTo>
                <a:lnTo>
                  <a:pt x="3167514" y="1451192"/>
                </a:lnTo>
                <a:lnTo>
                  <a:pt x="3166467" y="1451192"/>
                </a:lnTo>
                <a:lnTo>
                  <a:pt x="3167353" y="1451192"/>
                </a:lnTo>
                <a:lnTo>
                  <a:pt x="3174360" y="1451192"/>
                </a:lnTo>
                <a:lnTo>
                  <a:pt x="3185475" y="1451192"/>
                </a:lnTo>
                <a:lnTo>
                  <a:pt x="3191838" y="1451192"/>
                </a:lnTo>
                <a:lnTo>
                  <a:pt x="3198926" y="1451192"/>
                </a:lnTo>
                <a:lnTo>
                  <a:pt x="3205290" y="1451192"/>
                </a:lnTo>
                <a:lnTo>
                  <a:pt x="3215760" y="1451192"/>
                </a:lnTo>
                <a:lnTo>
                  <a:pt x="3234044" y="1451192"/>
                </a:lnTo>
                <a:lnTo>
                  <a:pt x="3248381" y="1451192"/>
                </a:lnTo>
                <a:lnTo>
                  <a:pt x="3265215" y="1451192"/>
                </a:lnTo>
                <a:lnTo>
                  <a:pt x="3278022" y="1451192"/>
                </a:lnTo>
                <a:lnTo>
                  <a:pt x="3291956" y="1451192"/>
                </a:lnTo>
                <a:lnTo>
                  <a:pt x="3312978" y="1451192"/>
                </a:lnTo>
                <a:lnTo>
                  <a:pt x="3322644" y="1451192"/>
                </a:lnTo>
                <a:lnTo>
                  <a:pt x="3338269" y="1451192"/>
                </a:lnTo>
                <a:lnTo>
                  <a:pt x="3353573" y="1451192"/>
                </a:lnTo>
                <a:lnTo>
                  <a:pt x="3361627" y="1451192"/>
                </a:lnTo>
                <a:lnTo>
                  <a:pt x="3364446" y="1451192"/>
                </a:lnTo>
                <a:lnTo>
                  <a:pt x="3365171" y="1451192"/>
                </a:lnTo>
                <a:lnTo>
                  <a:pt x="3372743" y="1451192"/>
                </a:lnTo>
                <a:lnTo>
                  <a:pt x="3388288" y="1451192"/>
                </a:lnTo>
                <a:lnTo>
                  <a:pt x="3408344" y="1451192"/>
                </a:lnTo>
                <a:lnTo>
                  <a:pt x="3424855" y="1451192"/>
                </a:lnTo>
                <a:lnTo>
                  <a:pt x="3428963" y="1451192"/>
                </a:lnTo>
                <a:lnTo>
                  <a:pt x="3436212" y="1451192"/>
                </a:lnTo>
                <a:lnTo>
                  <a:pt x="3450227" y="1451192"/>
                </a:lnTo>
                <a:lnTo>
                  <a:pt x="3474471" y="1451192"/>
                </a:lnTo>
                <a:lnTo>
                  <a:pt x="3485506" y="1451192"/>
                </a:lnTo>
                <a:lnTo>
                  <a:pt x="3500165" y="1451192"/>
                </a:lnTo>
                <a:lnTo>
                  <a:pt x="3507092" y="1451192"/>
                </a:lnTo>
                <a:lnTo>
                  <a:pt x="3511119" y="1451192"/>
                </a:lnTo>
                <a:lnTo>
                  <a:pt x="3531497" y="1451192"/>
                </a:lnTo>
                <a:lnTo>
                  <a:pt x="3537296" y="1451192"/>
                </a:lnTo>
                <a:lnTo>
                  <a:pt x="3542532" y="1451192"/>
                </a:lnTo>
                <a:lnTo>
                  <a:pt x="3547042" y="1451192"/>
                </a:lnTo>
                <a:lnTo>
                  <a:pt x="3545512" y="1451192"/>
                </a:lnTo>
                <a:lnTo>
                  <a:pt x="3550264" y="1451192"/>
                </a:lnTo>
                <a:lnTo>
                  <a:pt x="3554130" y="1451192"/>
                </a:lnTo>
                <a:lnTo>
                  <a:pt x="3552600" y="1451192"/>
                </a:lnTo>
                <a:lnTo>
                  <a:pt x="3551955" y="1451192"/>
                </a:lnTo>
                <a:lnTo>
                  <a:pt x="3554130" y="1451192"/>
                </a:lnTo>
                <a:lnTo>
                  <a:pt x="3554130" y="1432890"/>
                </a:lnTo>
                <a:lnTo>
                  <a:pt x="3554130" y="1406608"/>
                </a:lnTo>
                <a:lnTo>
                  <a:pt x="3554130" y="1401529"/>
                </a:lnTo>
                <a:lnTo>
                  <a:pt x="3554130" y="1394918"/>
                </a:lnTo>
                <a:lnTo>
                  <a:pt x="3554130" y="1387259"/>
                </a:lnTo>
                <a:lnTo>
                  <a:pt x="3554130" y="1390564"/>
                </a:lnTo>
                <a:lnTo>
                  <a:pt x="3554130" y="1396288"/>
                </a:lnTo>
                <a:lnTo>
                  <a:pt x="3554130" y="1400722"/>
                </a:lnTo>
                <a:lnTo>
                  <a:pt x="3554130" y="1411687"/>
                </a:lnTo>
                <a:lnTo>
                  <a:pt x="3554130" y="1420152"/>
                </a:lnTo>
                <a:lnTo>
                  <a:pt x="3554130" y="1428134"/>
                </a:lnTo>
                <a:lnTo>
                  <a:pt x="3554130" y="1435632"/>
                </a:lnTo>
                <a:lnTo>
                  <a:pt x="3554130" y="1445709"/>
                </a:lnTo>
                <a:lnTo>
                  <a:pt x="3554130" y="1451192"/>
                </a:lnTo>
                <a:close/>
                <a:moveTo>
                  <a:pt x="2664832" y="1451192"/>
                </a:moveTo>
                <a:lnTo>
                  <a:pt x="2671518" y="1451192"/>
                </a:lnTo>
                <a:lnTo>
                  <a:pt x="2674578" y="1451192"/>
                </a:lnTo>
                <a:lnTo>
                  <a:pt x="2676431" y="1451192"/>
                </a:lnTo>
                <a:lnTo>
                  <a:pt x="2676673" y="1451192"/>
                </a:lnTo>
                <a:lnTo>
                  <a:pt x="2668376" y="1451192"/>
                </a:lnTo>
                <a:lnTo>
                  <a:pt x="2653395" y="1451192"/>
                </a:lnTo>
                <a:lnTo>
                  <a:pt x="2638414" y="1451192"/>
                </a:lnTo>
                <a:lnTo>
                  <a:pt x="2634064" y="1451192"/>
                </a:lnTo>
                <a:lnTo>
                  <a:pt x="2631326" y="1451192"/>
                </a:lnTo>
                <a:lnTo>
                  <a:pt x="2633661" y="1451192"/>
                </a:lnTo>
                <a:lnTo>
                  <a:pt x="2639058" y="1451192"/>
                </a:lnTo>
                <a:lnTo>
                  <a:pt x="2643810" y="1451192"/>
                </a:lnTo>
                <a:lnTo>
                  <a:pt x="2642924" y="1451192"/>
                </a:lnTo>
                <a:lnTo>
                  <a:pt x="2640186" y="1449418"/>
                </a:lnTo>
                <a:lnTo>
                  <a:pt x="2648079" y="1439985"/>
                </a:lnTo>
                <a:lnTo>
                  <a:pt x="2651623" y="1438050"/>
                </a:lnTo>
                <a:lnTo>
                  <a:pt x="2655167" y="1438050"/>
                </a:lnTo>
                <a:lnTo>
                  <a:pt x="2658228" y="1444742"/>
                </a:lnTo>
                <a:lnTo>
                  <a:pt x="2658953" y="1451192"/>
                </a:lnTo>
                <a:lnTo>
                  <a:pt x="2662738" y="1451192"/>
                </a:lnTo>
                <a:lnTo>
                  <a:pt x="2664832" y="1451192"/>
                </a:lnTo>
                <a:close/>
                <a:moveTo>
                  <a:pt x="2677720" y="1441194"/>
                </a:moveTo>
                <a:lnTo>
                  <a:pt x="2688432" y="1441839"/>
                </a:lnTo>
                <a:lnTo>
                  <a:pt x="2701400" y="1435793"/>
                </a:lnTo>
                <a:lnTo>
                  <a:pt x="2707360" y="1438292"/>
                </a:lnTo>
                <a:lnTo>
                  <a:pt x="2710260" y="1437808"/>
                </a:lnTo>
                <a:lnTo>
                  <a:pt x="2719764" y="1432084"/>
                </a:lnTo>
                <a:lnTo>
                  <a:pt x="2725886" y="1430472"/>
                </a:lnTo>
                <a:lnTo>
                  <a:pt x="2729993" y="1426199"/>
                </a:lnTo>
                <a:lnTo>
                  <a:pt x="2734262" y="1430794"/>
                </a:lnTo>
                <a:lnTo>
                  <a:pt x="2743605" y="1436115"/>
                </a:lnTo>
                <a:lnTo>
                  <a:pt x="2746505" y="1441759"/>
                </a:lnTo>
                <a:lnTo>
                  <a:pt x="2750452" y="1444339"/>
                </a:lnTo>
                <a:lnTo>
                  <a:pt x="2751821" y="1446112"/>
                </a:lnTo>
                <a:lnTo>
                  <a:pt x="2746102" y="1451192"/>
                </a:lnTo>
                <a:lnTo>
                  <a:pt x="2745377" y="1451192"/>
                </a:lnTo>
                <a:lnTo>
                  <a:pt x="2739256" y="1451192"/>
                </a:lnTo>
                <a:lnTo>
                  <a:pt x="2731926" y="1451192"/>
                </a:lnTo>
                <a:lnTo>
                  <a:pt x="2704461" y="1451192"/>
                </a:lnTo>
                <a:lnTo>
                  <a:pt x="2679814" y="1451192"/>
                </a:lnTo>
                <a:lnTo>
                  <a:pt x="2669101" y="1451192"/>
                </a:lnTo>
                <a:lnTo>
                  <a:pt x="2661933" y="1446838"/>
                </a:lnTo>
                <a:lnTo>
                  <a:pt x="2660483" y="1435470"/>
                </a:lnTo>
                <a:lnTo>
                  <a:pt x="2657583" y="1428214"/>
                </a:lnTo>
                <a:lnTo>
                  <a:pt x="2658872" y="1426360"/>
                </a:lnTo>
                <a:lnTo>
                  <a:pt x="2660322" y="1425393"/>
                </a:lnTo>
                <a:lnTo>
                  <a:pt x="2662255" y="1425634"/>
                </a:lnTo>
                <a:lnTo>
                  <a:pt x="2669665" y="1433374"/>
                </a:lnTo>
                <a:lnTo>
                  <a:pt x="2672967" y="1435551"/>
                </a:lnTo>
                <a:lnTo>
                  <a:pt x="2677720" y="1441194"/>
                </a:lnTo>
                <a:close/>
                <a:moveTo>
                  <a:pt x="3159379" y="1441436"/>
                </a:moveTo>
                <a:lnTo>
                  <a:pt x="3153580" y="1446274"/>
                </a:lnTo>
                <a:lnTo>
                  <a:pt x="3153177" y="1442646"/>
                </a:lnTo>
                <a:lnTo>
                  <a:pt x="3156238" y="1439743"/>
                </a:lnTo>
                <a:lnTo>
                  <a:pt x="3163406" y="1427973"/>
                </a:lnTo>
                <a:lnTo>
                  <a:pt x="3166547" y="1425231"/>
                </a:lnTo>
                <a:lnTo>
                  <a:pt x="3168400" y="1423619"/>
                </a:lnTo>
                <a:lnTo>
                  <a:pt x="3169689" y="1419346"/>
                </a:lnTo>
                <a:lnTo>
                  <a:pt x="3170091" y="1412896"/>
                </a:lnTo>
                <a:lnTo>
                  <a:pt x="3173957" y="1411848"/>
                </a:lnTo>
                <a:lnTo>
                  <a:pt x="3170816" y="1426602"/>
                </a:lnTo>
                <a:lnTo>
                  <a:pt x="3159379" y="1441436"/>
                </a:lnTo>
                <a:close/>
                <a:moveTo>
                  <a:pt x="2836715" y="1435309"/>
                </a:moveTo>
                <a:lnTo>
                  <a:pt x="2835185" y="1436518"/>
                </a:lnTo>
                <a:lnTo>
                  <a:pt x="2828742" y="1424103"/>
                </a:lnTo>
                <a:lnTo>
                  <a:pt x="2830514" y="1420233"/>
                </a:lnTo>
                <a:lnTo>
                  <a:pt x="2827936" y="1413864"/>
                </a:lnTo>
                <a:lnTo>
                  <a:pt x="2832286" y="1413138"/>
                </a:lnTo>
                <a:lnTo>
                  <a:pt x="2835588" y="1408381"/>
                </a:lnTo>
                <a:lnTo>
                  <a:pt x="2836715" y="1410719"/>
                </a:lnTo>
                <a:lnTo>
                  <a:pt x="2837038" y="1419427"/>
                </a:lnTo>
                <a:lnTo>
                  <a:pt x="2839615" y="1424506"/>
                </a:lnTo>
                <a:lnTo>
                  <a:pt x="2836715" y="1435309"/>
                </a:lnTo>
                <a:close/>
                <a:moveTo>
                  <a:pt x="221338" y="0"/>
                </a:moveTo>
                <a:lnTo>
                  <a:pt x="220774" y="0"/>
                </a:lnTo>
                <a:lnTo>
                  <a:pt x="222788" y="0"/>
                </a:lnTo>
                <a:lnTo>
                  <a:pt x="225526" y="0"/>
                </a:lnTo>
                <a:lnTo>
                  <a:pt x="229070" y="0"/>
                </a:lnTo>
                <a:lnTo>
                  <a:pt x="232937" y="0"/>
                </a:lnTo>
                <a:lnTo>
                  <a:pt x="237125" y="0"/>
                </a:lnTo>
                <a:lnTo>
                  <a:pt x="241555" y="0"/>
                </a:lnTo>
                <a:lnTo>
                  <a:pt x="246307" y="0"/>
                </a:lnTo>
                <a:lnTo>
                  <a:pt x="251140" y="0"/>
                </a:lnTo>
                <a:lnTo>
                  <a:pt x="253395" y="0"/>
                </a:lnTo>
                <a:lnTo>
                  <a:pt x="255006" y="0"/>
                </a:lnTo>
                <a:lnTo>
                  <a:pt x="255248" y="0"/>
                </a:lnTo>
                <a:lnTo>
                  <a:pt x="252992" y="0"/>
                </a:lnTo>
                <a:lnTo>
                  <a:pt x="249046" y="0"/>
                </a:lnTo>
                <a:lnTo>
                  <a:pt x="243569" y="0"/>
                </a:lnTo>
                <a:lnTo>
                  <a:pt x="245341" y="0"/>
                </a:lnTo>
                <a:lnTo>
                  <a:pt x="252912" y="0"/>
                </a:lnTo>
                <a:lnTo>
                  <a:pt x="261852" y="0"/>
                </a:lnTo>
                <a:lnTo>
                  <a:pt x="271437" y="0"/>
                </a:lnTo>
                <a:lnTo>
                  <a:pt x="276511" y="0"/>
                </a:lnTo>
                <a:lnTo>
                  <a:pt x="280619" y="0"/>
                </a:lnTo>
                <a:lnTo>
                  <a:pt x="284485" y="0"/>
                </a:lnTo>
                <a:lnTo>
                  <a:pt x="289399" y="0"/>
                </a:lnTo>
                <a:lnTo>
                  <a:pt x="304541" y="0"/>
                </a:lnTo>
                <a:lnTo>
                  <a:pt x="309132" y="0"/>
                </a:lnTo>
                <a:lnTo>
                  <a:pt x="309857" y="0"/>
                </a:lnTo>
                <a:lnTo>
                  <a:pt x="308005" y="0"/>
                </a:lnTo>
                <a:lnTo>
                  <a:pt x="310340" y="0"/>
                </a:lnTo>
                <a:lnTo>
                  <a:pt x="314609" y="0"/>
                </a:lnTo>
                <a:lnTo>
                  <a:pt x="315093" y="0"/>
                </a:lnTo>
                <a:lnTo>
                  <a:pt x="309857" y="0"/>
                </a:lnTo>
                <a:lnTo>
                  <a:pt x="305427" y="0"/>
                </a:lnTo>
                <a:lnTo>
                  <a:pt x="300594" y="0"/>
                </a:lnTo>
                <a:lnTo>
                  <a:pt x="296889" y="0"/>
                </a:lnTo>
                <a:lnTo>
                  <a:pt x="295842" y="0"/>
                </a:lnTo>
                <a:lnTo>
                  <a:pt x="296164" y="0"/>
                </a:lnTo>
                <a:lnTo>
                  <a:pt x="299547" y="0"/>
                </a:lnTo>
                <a:lnTo>
                  <a:pt x="303172" y="0"/>
                </a:lnTo>
                <a:lnTo>
                  <a:pt x="304058" y="0"/>
                </a:lnTo>
                <a:lnTo>
                  <a:pt x="303655" y="0"/>
                </a:lnTo>
                <a:lnTo>
                  <a:pt x="301158" y="0"/>
                </a:lnTo>
                <a:lnTo>
                  <a:pt x="291976" y="0"/>
                </a:lnTo>
                <a:lnTo>
                  <a:pt x="284646" y="0"/>
                </a:lnTo>
                <a:lnTo>
                  <a:pt x="288513" y="0"/>
                </a:lnTo>
                <a:lnTo>
                  <a:pt x="295762" y="0"/>
                </a:lnTo>
                <a:lnTo>
                  <a:pt x="300514" y="0"/>
                </a:lnTo>
                <a:lnTo>
                  <a:pt x="305508" y="0"/>
                </a:lnTo>
                <a:lnTo>
                  <a:pt x="316220" y="0"/>
                </a:lnTo>
                <a:lnTo>
                  <a:pt x="325402" y="0"/>
                </a:lnTo>
                <a:lnTo>
                  <a:pt x="336759" y="0"/>
                </a:lnTo>
                <a:lnTo>
                  <a:pt x="337484" y="0"/>
                </a:lnTo>
                <a:lnTo>
                  <a:pt x="347472" y="0"/>
                </a:lnTo>
                <a:lnTo>
                  <a:pt x="351982" y="0"/>
                </a:lnTo>
                <a:lnTo>
                  <a:pt x="354479" y="0"/>
                </a:lnTo>
                <a:lnTo>
                  <a:pt x="358023" y="0"/>
                </a:lnTo>
                <a:lnTo>
                  <a:pt x="362534" y="0"/>
                </a:lnTo>
                <a:lnTo>
                  <a:pt x="368333" y="0"/>
                </a:lnTo>
                <a:lnTo>
                  <a:pt x="375421" y="0"/>
                </a:lnTo>
                <a:lnTo>
                  <a:pt x="380737" y="0"/>
                </a:lnTo>
                <a:lnTo>
                  <a:pt x="384522" y="0"/>
                </a:lnTo>
                <a:lnTo>
                  <a:pt x="391288" y="0"/>
                </a:lnTo>
                <a:lnTo>
                  <a:pt x="400954" y="0"/>
                </a:lnTo>
                <a:lnTo>
                  <a:pt x="409572" y="0"/>
                </a:lnTo>
                <a:lnTo>
                  <a:pt x="417143" y="0"/>
                </a:lnTo>
                <a:lnTo>
                  <a:pt x="420768" y="0"/>
                </a:lnTo>
                <a:lnTo>
                  <a:pt x="420606" y="0"/>
                </a:lnTo>
                <a:lnTo>
                  <a:pt x="422298" y="0"/>
                </a:lnTo>
                <a:lnTo>
                  <a:pt x="425842" y="0"/>
                </a:lnTo>
                <a:lnTo>
                  <a:pt x="427372" y="0"/>
                </a:lnTo>
                <a:lnTo>
                  <a:pt x="426970" y="0"/>
                </a:lnTo>
                <a:lnTo>
                  <a:pt x="430433" y="0"/>
                </a:lnTo>
                <a:lnTo>
                  <a:pt x="437601" y="0"/>
                </a:lnTo>
                <a:lnTo>
                  <a:pt x="445012" y="0"/>
                </a:lnTo>
                <a:lnTo>
                  <a:pt x="452422" y="0"/>
                </a:lnTo>
                <a:lnTo>
                  <a:pt x="457254" y="0"/>
                </a:lnTo>
                <a:lnTo>
                  <a:pt x="460476" y="0"/>
                </a:lnTo>
                <a:lnTo>
                  <a:pt x="465148" y="0"/>
                </a:lnTo>
                <a:lnTo>
                  <a:pt x="469256" y="0"/>
                </a:lnTo>
                <a:lnTo>
                  <a:pt x="474330" y="0"/>
                </a:lnTo>
                <a:lnTo>
                  <a:pt x="475699" y="0"/>
                </a:lnTo>
                <a:lnTo>
                  <a:pt x="473202" y="0"/>
                </a:lnTo>
                <a:lnTo>
                  <a:pt x="473444" y="0"/>
                </a:lnTo>
                <a:lnTo>
                  <a:pt x="476344" y="0"/>
                </a:lnTo>
                <a:lnTo>
                  <a:pt x="482707" y="0"/>
                </a:lnTo>
                <a:lnTo>
                  <a:pt x="492453" y="0"/>
                </a:lnTo>
                <a:lnTo>
                  <a:pt x="503890" y="0"/>
                </a:lnTo>
                <a:lnTo>
                  <a:pt x="516938" y="0"/>
                </a:lnTo>
                <a:lnTo>
                  <a:pt x="525557" y="0"/>
                </a:lnTo>
                <a:lnTo>
                  <a:pt x="529664" y="0"/>
                </a:lnTo>
                <a:lnTo>
                  <a:pt x="537638" y="0"/>
                </a:lnTo>
                <a:lnTo>
                  <a:pt x="549479" y="0"/>
                </a:lnTo>
                <a:lnTo>
                  <a:pt x="559708" y="0"/>
                </a:lnTo>
                <a:lnTo>
                  <a:pt x="568165" y="0"/>
                </a:lnTo>
                <a:lnTo>
                  <a:pt x="577105" y="0"/>
                </a:lnTo>
                <a:lnTo>
                  <a:pt x="586529" y="0"/>
                </a:lnTo>
                <a:lnTo>
                  <a:pt x="593295" y="0"/>
                </a:lnTo>
                <a:lnTo>
                  <a:pt x="599416" y="0"/>
                </a:lnTo>
                <a:lnTo>
                  <a:pt x="594825" y="0"/>
                </a:lnTo>
                <a:lnTo>
                  <a:pt x="593617" y="0"/>
                </a:lnTo>
                <a:lnTo>
                  <a:pt x="594181" y="0"/>
                </a:lnTo>
                <a:lnTo>
                  <a:pt x="599658" y="0"/>
                </a:lnTo>
                <a:lnTo>
                  <a:pt x="610209" y="0"/>
                </a:lnTo>
                <a:lnTo>
                  <a:pt x="616331" y="0"/>
                </a:lnTo>
                <a:lnTo>
                  <a:pt x="618022" y="0"/>
                </a:lnTo>
                <a:lnTo>
                  <a:pt x="626238" y="0"/>
                </a:lnTo>
                <a:lnTo>
                  <a:pt x="640897" y="0"/>
                </a:lnTo>
                <a:lnTo>
                  <a:pt x="646938" y="0"/>
                </a:lnTo>
                <a:lnTo>
                  <a:pt x="644522" y="0"/>
                </a:lnTo>
                <a:lnTo>
                  <a:pt x="644280" y="0"/>
                </a:lnTo>
                <a:lnTo>
                  <a:pt x="646374" y="0"/>
                </a:lnTo>
                <a:lnTo>
                  <a:pt x="651449" y="0"/>
                </a:lnTo>
                <a:lnTo>
                  <a:pt x="659503" y="0"/>
                </a:lnTo>
                <a:lnTo>
                  <a:pt x="664336" y="0"/>
                </a:lnTo>
                <a:lnTo>
                  <a:pt x="665866" y="0"/>
                </a:lnTo>
                <a:lnTo>
                  <a:pt x="665705" y="0"/>
                </a:lnTo>
                <a:lnTo>
                  <a:pt x="663852" y="0"/>
                </a:lnTo>
                <a:lnTo>
                  <a:pt x="660470" y="0"/>
                </a:lnTo>
                <a:lnTo>
                  <a:pt x="655556" y="0"/>
                </a:lnTo>
                <a:lnTo>
                  <a:pt x="654993" y="0"/>
                </a:lnTo>
                <a:lnTo>
                  <a:pt x="653704" y="0"/>
                </a:lnTo>
                <a:lnTo>
                  <a:pt x="657167" y="0"/>
                </a:lnTo>
                <a:lnTo>
                  <a:pt x="658295" y="0"/>
                </a:lnTo>
                <a:lnTo>
                  <a:pt x="656362" y="0"/>
                </a:lnTo>
                <a:lnTo>
                  <a:pt x="654509" y="0"/>
                </a:lnTo>
                <a:lnTo>
                  <a:pt x="654268" y="0"/>
                </a:lnTo>
                <a:lnTo>
                  <a:pt x="652576" y="0"/>
                </a:lnTo>
                <a:lnTo>
                  <a:pt x="648307" y="0"/>
                </a:lnTo>
                <a:lnTo>
                  <a:pt x="641783" y="0"/>
                </a:lnTo>
                <a:lnTo>
                  <a:pt x="633890" y="0"/>
                </a:lnTo>
                <a:lnTo>
                  <a:pt x="628976" y="0"/>
                </a:lnTo>
                <a:lnTo>
                  <a:pt x="627849" y="0"/>
                </a:lnTo>
                <a:lnTo>
                  <a:pt x="624385" y="0"/>
                </a:lnTo>
                <a:lnTo>
                  <a:pt x="620197" y="0"/>
                </a:lnTo>
                <a:lnTo>
                  <a:pt x="616975" y="0"/>
                </a:lnTo>
                <a:lnTo>
                  <a:pt x="614478" y="0"/>
                </a:lnTo>
                <a:lnTo>
                  <a:pt x="612787" y="0"/>
                </a:lnTo>
                <a:lnTo>
                  <a:pt x="611820" y="0"/>
                </a:lnTo>
                <a:lnTo>
                  <a:pt x="604491" y="0"/>
                </a:lnTo>
                <a:lnTo>
                  <a:pt x="596436" y="0"/>
                </a:lnTo>
                <a:lnTo>
                  <a:pt x="580086" y="0"/>
                </a:lnTo>
                <a:lnTo>
                  <a:pt x="566876" y="0"/>
                </a:lnTo>
                <a:lnTo>
                  <a:pt x="552056" y="0"/>
                </a:lnTo>
                <a:lnTo>
                  <a:pt x="538041" y="0"/>
                </a:lnTo>
                <a:lnTo>
                  <a:pt x="532242" y="0"/>
                </a:lnTo>
                <a:lnTo>
                  <a:pt x="525557" y="0"/>
                </a:lnTo>
                <a:lnTo>
                  <a:pt x="519033" y="0"/>
                </a:lnTo>
                <a:lnTo>
                  <a:pt x="512911" y="0"/>
                </a:lnTo>
                <a:lnTo>
                  <a:pt x="501474" y="0"/>
                </a:lnTo>
                <a:lnTo>
                  <a:pt x="497124" y="0"/>
                </a:lnTo>
                <a:lnTo>
                  <a:pt x="487942" y="0"/>
                </a:lnTo>
                <a:lnTo>
                  <a:pt x="478357" y="0"/>
                </a:lnTo>
                <a:lnTo>
                  <a:pt x="469175" y="0"/>
                </a:lnTo>
                <a:lnTo>
                  <a:pt x="455644" y="0"/>
                </a:lnTo>
                <a:lnTo>
                  <a:pt x="445817" y="0"/>
                </a:lnTo>
                <a:lnTo>
                  <a:pt x="442917" y="0"/>
                </a:lnTo>
                <a:lnTo>
                  <a:pt x="438085" y="0"/>
                </a:lnTo>
                <a:lnTo>
                  <a:pt x="431319" y="0"/>
                </a:lnTo>
                <a:lnTo>
                  <a:pt x="422540" y="0"/>
                </a:lnTo>
                <a:lnTo>
                  <a:pt x="416499" y="0"/>
                </a:lnTo>
                <a:lnTo>
                  <a:pt x="418190" y="0"/>
                </a:lnTo>
                <a:lnTo>
                  <a:pt x="416660" y="0"/>
                </a:lnTo>
                <a:lnTo>
                  <a:pt x="407155" y="0"/>
                </a:lnTo>
                <a:lnTo>
                  <a:pt x="399665" y="0"/>
                </a:lnTo>
                <a:lnTo>
                  <a:pt x="398376" y="0"/>
                </a:lnTo>
                <a:lnTo>
                  <a:pt x="399262" y="0"/>
                </a:lnTo>
                <a:lnTo>
                  <a:pt x="401840" y="0"/>
                </a:lnTo>
                <a:lnTo>
                  <a:pt x="406672" y="0"/>
                </a:lnTo>
                <a:lnTo>
                  <a:pt x="409813" y="0"/>
                </a:lnTo>
                <a:lnTo>
                  <a:pt x="412149" y="0"/>
                </a:lnTo>
                <a:lnTo>
                  <a:pt x="412874" y="0"/>
                </a:lnTo>
                <a:lnTo>
                  <a:pt x="423345" y="0"/>
                </a:lnTo>
                <a:lnTo>
                  <a:pt x="429225" y="0"/>
                </a:lnTo>
                <a:lnTo>
                  <a:pt x="433494" y="0"/>
                </a:lnTo>
                <a:lnTo>
                  <a:pt x="431963" y="0"/>
                </a:lnTo>
                <a:lnTo>
                  <a:pt x="429466" y="0"/>
                </a:lnTo>
                <a:lnTo>
                  <a:pt x="431963" y="0"/>
                </a:lnTo>
                <a:lnTo>
                  <a:pt x="446542" y="0"/>
                </a:lnTo>
                <a:lnTo>
                  <a:pt x="447831" y="0"/>
                </a:lnTo>
                <a:lnTo>
                  <a:pt x="446059" y="0"/>
                </a:lnTo>
                <a:lnTo>
                  <a:pt x="443803" y="0"/>
                </a:lnTo>
                <a:lnTo>
                  <a:pt x="436393" y="0"/>
                </a:lnTo>
                <a:lnTo>
                  <a:pt x="434058" y="0"/>
                </a:lnTo>
                <a:lnTo>
                  <a:pt x="425359" y="0"/>
                </a:lnTo>
                <a:lnTo>
                  <a:pt x="420445" y="0"/>
                </a:lnTo>
                <a:lnTo>
                  <a:pt x="418915" y="0"/>
                </a:lnTo>
                <a:lnTo>
                  <a:pt x="416096" y="0"/>
                </a:lnTo>
                <a:lnTo>
                  <a:pt x="407558" y="0"/>
                </a:lnTo>
                <a:lnTo>
                  <a:pt x="400229" y="0"/>
                </a:lnTo>
                <a:lnTo>
                  <a:pt x="393463" y="0"/>
                </a:lnTo>
                <a:lnTo>
                  <a:pt x="392577" y="0"/>
                </a:lnTo>
                <a:lnTo>
                  <a:pt x="391127" y="0"/>
                </a:lnTo>
                <a:lnTo>
                  <a:pt x="383395" y="0"/>
                </a:lnTo>
                <a:lnTo>
                  <a:pt x="375340" y="0"/>
                </a:lnTo>
                <a:lnTo>
                  <a:pt x="368172" y="0"/>
                </a:lnTo>
                <a:lnTo>
                  <a:pt x="363661" y="0"/>
                </a:lnTo>
                <a:lnTo>
                  <a:pt x="359392" y="0"/>
                </a:lnTo>
                <a:lnTo>
                  <a:pt x="350371" y="0"/>
                </a:lnTo>
                <a:lnTo>
                  <a:pt x="327899" y="0"/>
                </a:lnTo>
                <a:lnTo>
                  <a:pt x="299306" y="0"/>
                </a:lnTo>
                <a:lnTo>
                  <a:pt x="288352" y="0"/>
                </a:lnTo>
                <a:lnTo>
                  <a:pt x="283841" y="0"/>
                </a:lnTo>
                <a:lnTo>
                  <a:pt x="281022" y="0"/>
                </a:lnTo>
                <a:lnTo>
                  <a:pt x="283680" y="0"/>
                </a:lnTo>
                <a:lnTo>
                  <a:pt x="284324" y="0"/>
                </a:lnTo>
                <a:lnTo>
                  <a:pt x="287707" y="0"/>
                </a:lnTo>
                <a:lnTo>
                  <a:pt x="286096" y="0"/>
                </a:lnTo>
                <a:lnTo>
                  <a:pt x="287788" y="0"/>
                </a:lnTo>
                <a:lnTo>
                  <a:pt x="289076" y="0"/>
                </a:lnTo>
                <a:lnTo>
                  <a:pt x="284566" y="0"/>
                </a:lnTo>
                <a:lnTo>
                  <a:pt x="264349" y="0"/>
                </a:lnTo>
                <a:lnTo>
                  <a:pt x="260080" y="0"/>
                </a:lnTo>
                <a:lnTo>
                  <a:pt x="254684" y="0"/>
                </a:lnTo>
                <a:lnTo>
                  <a:pt x="230520" y="0"/>
                </a:lnTo>
                <a:lnTo>
                  <a:pt x="221338" y="0"/>
                </a:lnTo>
                <a:lnTo>
                  <a:pt x="212881" y="0"/>
                </a:lnTo>
                <a:lnTo>
                  <a:pt x="210787" y="0"/>
                </a:lnTo>
                <a:lnTo>
                  <a:pt x="215619" y="0"/>
                </a:lnTo>
                <a:lnTo>
                  <a:pt x="218761" y="0"/>
                </a:lnTo>
                <a:lnTo>
                  <a:pt x="210062" y="0"/>
                </a:lnTo>
                <a:lnTo>
                  <a:pt x="208612" y="0"/>
                </a:lnTo>
                <a:lnTo>
                  <a:pt x="211995" y="0"/>
                </a:lnTo>
                <a:lnTo>
                  <a:pt x="210626" y="0"/>
                </a:lnTo>
                <a:lnTo>
                  <a:pt x="205873" y="0"/>
                </a:lnTo>
                <a:lnTo>
                  <a:pt x="198383" y="0"/>
                </a:lnTo>
                <a:lnTo>
                  <a:pt x="195322" y="0"/>
                </a:lnTo>
                <a:lnTo>
                  <a:pt x="189362" y="0"/>
                </a:lnTo>
                <a:lnTo>
                  <a:pt x="181468" y="0"/>
                </a:lnTo>
                <a:lnTo>
                  <a:pt x="176152" y="0"/>
                </a:lnTo>
                <a:lnTo>
                  <a:pt x="172367" y="0"/>
                </a:lnTo>
                <a:lnTo>
                  <a:pt x="170192" y="0"/>
                </a:lnTo>
                <a:lnTo>
                  <a:pt x="153922" y="0"/>
                </a:lnTo>
                <a:lnTo>
                  <a:pt x="150056" y="0"/>
                </a:lnTo>
                <a:lnTo>
                  <a:pt x="144257" y="0"/>
                </a:lnTo>
                <a:lnTo>
                  <a:pt x="146270" y="0"/>
                </a:lnTo>
                <a:lnTo>
                  <a:pt x="146673" y="0"/>
                </a:lnTo>
                <a:lnTo>
                  <a:pt x="144579" y="0"/>
                </a:lnTo>
                <a:lnTo>
                  <a:pt x="143934" y="0"/>
                </a:lnTo>
                <a:lnTo>
                  <a:pt x="146351" y="0"/>
                </a:lnTo>
                <a:lnTo>
                  <a:pt x="154164" y="0"/>
                </a:lnTo>
                <a:lnTo>
                  <a:pt x="152311" y="0"/>
                </a:lnTo>
                <a:lnTo>
                  <a:pt x="151425" y="0"/>
                </a:lnTo>
                <a:lnTo>
                  <a:pt x="157949" y="0"/>
                </a:lnTo>
                <a:lnTo>
                  <a:pt x="162701" y="0"/>
                </a:lnTo>
                <a:lnTo>
                  <a:pt x="189281" y="0"/>
                </a:lnTo>
                <a:lnTo>
                  <a:pt x="198302" y="0"/>
                </a:lnTo>
                <a:lnTo>
                  <a:pt x="201685" y="0"/>
                </a:lnTo>
                <a:lnTo>
                  <a:pt x="203860" y="0"/>
                </a:lnTo>
                <a:lnTo>
                  <a:pt x="208370" y="0"/>
                </a:lnTo>
                <a:lnTo>
                  <a:pt x="210706" y="0"/>
                </a:lnTo>
                <a:lnTo>
                  <a:pt x="216022" y="0"/>
                </a:lnTo>
                <a:lnTo>
                  <a:pt x="221902" y="0"/>
                </a:lnTo>
                <a:lnTo>
                  <a:pt x="223916" y="0"/>
                </a:lnTo>
                <a:lnTo>
                  <a:pt x="224318" y="0"/>
                </a:lnTo>
                <a:lnTo>
                  <a:pt x="224640" y="0"/>
                </a:lnTo>
                <a:lnTo>
                  <a:pt x="229956" y="0"/>
                </a:lnTo>
                <a:lnTo>
                  <a:pt x="233984" y="0"/>
                </a:lnTo>
                <a:lnTo>
                  <a:pt x="248079" y="0"/>
                </a:lnTo>
                <a:lnTo>
                  <a:pt x="252106" y="0"/>
                </a:lnTo>
                <a:lnTo>
                  <a:pt x="255409" y="0"/>
                </a:lnTo>
                <a:lnTo>
                  <a:pt x="246871" y="0"/>
                </a:lnTo>
                <a:lnTo>
                  <a:pt x="244616" y="0"/>
                </a:lnTo>
                <a:lnTo>
                  <a:pt x="242119" y="0"/>
                </a:lnTo>
                <a:lnTo>
                  <a:pt x="239139" y="0"/>
                </a:lnTo>
                <a:lnTo>
                  <a:pt x="234386" y="0"/>
                </a:lnTo>
                <a:lnTo>
                  <a:pt x="234064" y="0"/>
                </a:lnTo>
                <a:lnTo>
                  <a:pt x="237608" y="0"/>
                </a:lnTo>
                <a:lnTo>
                  <a:pt x="237044" y="0"/>
                </a:lnTo>
                <a:lnTo>
                  <a:pt x="232212" y="0"/>
                </a:lnTo>
                <a:lnTo>
                  <a:pt x="224238" y="0"/>
                </a:lnTo>
                <a:lnTo>
                  <a:pt x="224479" y="0"/>
                </a:lnTo>
                <a:lnTo>
                  <a:pt x="228023" y="0"/>
                </a:lnTo>
                <a:lnTo>
                  <a:pt x="241394" y="0"/>
                </a:lnTo>
                <a:lnTo>
                  <a:pt x="245663" y="0"/>
                </a:lnTo>
                <a:lnTo>
                  <a:pt x="250979" y="0"/>
                </a:lnTo>
                <a:lnTo>
                  <a:pt x="258711" y="0"/>
                </a:lnTo>
                <a:lnTo>
                  <a:pt x="268054" y="0"/>
                </a:lnTo>
                <a:lnTo>
                  <a:pt x="275384" y="0"/>
                </a:lnTo>
                <a:lnTo>
                  <a:pt x="293506" y="0"/>
                </a:lnTo>
                <a:lnTo>
                  <a:pt x="304461" y="0"/>
                </a:lnTo>
                <a:lnTo>
                  <a:pt x="316381" y="0"/>
                </a:lnTo>
                <a:lnTo>
                  <a:pt x="324355" y="0"/>
                </a:lnTo>
                <a:lnTo>
                  <a:pt x="332168" y="0"/>
                </a:lnTo>
                <a:lnTo>
                  <a:pt x="341511" y="0"/>
                </a:lnTo>
                <a:lnTo>
                  <a:pt x="356412" y="2016"/>
                </a:lnTo>
                <a:lnTo>
                  <a:pt x="380737" y="20800"/>
                </a:lnTo>
                <a:lnTo>
                  <a:pt x="378079" y="25396"/>
                </a:lnTo>
                <a:lnTo>
                  <a:pt x="377032" y="32491"/>
                </a:lnTo>
                <a:lnTo>
                  <a:pt x="367447" y="42004"/>
                </a:lnTo>
                <a:lnTo>
                  <a:pt x="365916" y="47486"/>
                </a:lnTo>
                <a:lnTo>
                  <a:pt x="362453" y="54420"/>
                </a:lnTo>
                <a:lnTo>
                  <a:pt x="355768" y="58128"/>
                </a:lnTo>
                <a:lnTo>
                  <a:pt x="350049" y="58773"/>
                </a:lnTo>
                <a:lnTo>
                  <a:pt x="346666" y="58128"/>
                </a:lnTo>
                <a:lnTo>
                  <a:pt x="344411" y="56758"/>
                </a:lnTo>
                <a:lnTo>
                  <a:pt x="340464" y="50227"/>
                </a:lnTo>
                <a:lnTo>
                  <a:pt x="338531" y="48212"/>
                </a:lnTo>
                <a:lnTo>
                  <a:pt x="336840" y="47728"/>
                </a:lnTo>
                <a:lnTo>
                  <a:pt x="324597" y="52243"/>
                </a:lnTo>
                <a:lnTo>
                  <a:pt x="312757" y="57322"/>
                </a:lnTo>
                <a:lnTo>
                  <a:pt x="310582" y="61756"/>
                </a:lnTo>
                <a:lnTo>
                  <a:pt x="307441" y="66997"/>
                </a:lnTo>
                <a:lnTo>
                  <a:pt x="303977" y="69093"/>
                </a:lnTo>
                <a:lnTo>
                  <a:pt x="301239" y="69577"/>
                </a:lnTo>
                <a:lnTo>
                  <a:pt x="298661" y="66513"/>
                </a:lnTo>
                <a:lnTo>
                  <a:pt x="294070" y="62482"/>
                </a:lnTo>
                <a:lnTo>
                  <a:pt x="290607" y="58773"/>
                </a:lnTo>
                <a:lnTo>
                  <a:pt x="291493" y="52727"/>
                </a:lnTo>
                <a:lnTo>
                  <a:pt x="298178" y="43858"/>
                </a:lnTo>
                <a:lnTo>
                  <a:pt x="299064" y="37570"/>
                </a:lnTo>
                <a:lnTo>
                  <a:pt x="298178" y="26928"/>
                </a:lnTo>
                <a:lnTo>
                  <a:pt x="296406" y="20720"/>
                </a:lnTo>
                <a:lnTo>
                  <a:pt x="294392" y="20559"/>
                </a:lnTo>
                <a:lnTo>
                  <a:pt x="291171" y="19510"/>
                </a:lnTo>
                <a:lnTo>
                  <a:pt x="281908" y="20559"/>
                </a:lnTo>
                <a:lnTo>
                  <a:pt x="277317" y="13544"/>
                </a:lnTo>
                <a:lnTo>
                  <a:pt x="275464" y="5966"/>
                </a:lnTo>
                <a:lnTo>
                  <a:pt x="272243" y="3225"/>
                </a:lnTo>
                <a:lnTo>
                  <a:pt x="269182" y="1532"/>
                </a:lnTo>
                <a:lnTo>
                  <a:pt x="262174" y="4192"/>
                </a:lnTo>
                <a:lnTo>
                  <a:pt x="256939" y="2580"/>
                </a:lnTo>
                <a:lnTo>
                  <a:pt x="239300" y="0"/>
                </a:lnTo>
                <a:lnTo>
                  <a:pt x="232534" y="0"/>
                </a:lnTo>
                <a:lnTo>
                  <a:pt x="228990" y="0"/>
                </a:lnTo>
                <a:lnTo>
                  <a:pt x="225768" y="0"/>
                </a:lnTo>
                <a:lnTo>
                  <a:pt x="224479" y="0"/>
                </a:lnTo>
                <a:lnTo>
                  <a:pt x="222627" y="887"/>
                </a:lnTo>
                <a:lnTo>
                  <a:pt x="221096" y="4676"/>
                </a:lnTo>
                <a:lnTo>
                  <a:pt x="200960" y="0"/>
                </a:lnTo>
                <a:lnTo>
                  <a:pt x="187026" y="0"/>
                </a:lnTo>
                <a:lnTo>
                  <a:pt x="188959" y="0"/>
                </a:lnTo>
                <a:lnTo>
                  <a:pt x="184771" y="0"/>
                </a:lnTo>
                <a:lnTo>
                  <a:pt x="179455" y="0"/>
                </a:lnTo>
                <a:lnTo>
                  <a:pt x="175508" y="0"/>
                </a:lnTo>
                <a:lnTo>
                  <a:pt x="179052" y="0"/>
                </a:lnTo>
                <a:lnTo>
                  <a:pt x="173575" y="0"/>
                </a:lnTo>
                <a:lnTo>
                  <a:pt x="166004" y="0"/>
                </a:lnTo>
                <a:lnTo>
                  <a:pt x="159882" y="0"/>
                </a:lnTo>
                <a:lnTo>
                  <a:pt x="155130" y="0"/>
                </a:lnTo>
                <a:lnTo>
                  <a:pt x="152230" y="0"/>
                </a:lnTo>
                <a:lnTo>
                  <a:pt x="145706" y="0"/>
                </a:lnTo>
                <a:lnTo>
                  <a:pt x="137249" y="0"/>
                </a:lnTo>
                <a:lnTo>
                  <a:pt x="134430" y="0"/>
                </a:lnTo>
                <a:lnTo>
                  <a:pt x="135074" y="0"/>
                </a:lnTo>
                <a:lnTo>
                  <a:pt x="128872" y="0"/>
                </a:lnTo>
                <a:lnTo>
                  <a:pt x="120657" y="0"/>
                </a:lnTo>
                <a:lnTo>
                  <a:pt x="113972" y="0"/>
                </a:lnTo>
                <a:lnTo>
                  <a:pt x="107125" y="0"/>
                </a:lnTo>
                <a:lnTo>
                  <a:pt x="101648" y="0"/>
                </a:lnTo>
                <a:lnTo>
                  <a:pt x="97057" y="0"/>
                </a:lnTo>
                <a:lnTo>
                  <a:pt x="90694" y="0"/>
                </a:lnTo>
                <a:lnTo>
                  <a:pt x="88600" y="0"/>
                </a:lnTo>
                <a:lnTo>
                  <a:pt x="84331" y="0"/>
                </a:lnTo>
                <a:lnTo>
                  <a:pt x="79498" y="0"/>
                </a:lnTo>
                <a:lnTo>
                  <a:pt x="74988" y="0"/>
                </a:lnTo>
                <a:lnTo>
                  <a:pt x="69591" y="0"/>
                </a:lnTo>
                <a:lnTo>
                  <a:pt x="68705" y="0"/>
                </a:lnTo>
                <a:lnTo>
                  <a:pt x="69913" y="0"/>
                </a:lnTo>
                <a:lnTo>
                  <a:pt x="76679" y="0"/>
                </a:lnTo>
                <a:lnTo>
                  <a:pt x="80304" y="0"/>
                </a:lnTo>
                <a:lnTo>
                  <a:pt x="86103" y="0"/>
                </a:lnTo>
                <a:lnTo>
                  <a:pt x="90130" y="0"/>
                </a:lnTo>
                <a:lnTo>
                  <a:pt x="95688" y="0"/>
                </a:lnTo>
                <a:lnTo>
                  <a:pt x="107045" y="0"/>
                </a:lnTo>
                <a:lnTo>
                  <a:pt x="108253" y="0"/>
                </a:lnTo>
                <a:lnTo>
                  <a:pt x="110589" y="0"/>
                </a:lnTo>
                <a:lnTo>
                  <a:pt x="112280" y="0"/>
                </a:lnTo>
                <a:lnTo>
                  <a:pt x="112844" y="0"/>
                </a:lnTo>
                <a:lnTo>
                  <a:pt x="111394" y="0"/>
                </a:lnTo>
                <a:lnTo>
                  <a:pt x="113811" y="0"/>
                </a:lnTo>
                <a:lnTo>
                  <a:pt x="121865" y="0"/>
                </a:lnTo>
                <a:lnTo>
                  <a:pt x="132980" y="0"/>
                </a:lnTo>
                <a:lnTo>
                  <a:pt x="146270" y="0"/>
                </a:lnTo>
                <a:lnTo>
                  <a:pt x="159882" y="0"/>
                </a:lnTo>
                <a:lnTo>
                  <a:pt x="166648" y="0"/>
                </a:lnTo>
                <a:lnTo>
                  <a:pt x="169467" y="0"/>
                </a:lnTo>
                <a:lnTo>
                  <a:pt x="172447" y="0"/>
                </a:lnTo>
                <a:lnTo>
                  <a:pt x="177119" y="0"/>
                </a:lnTo>
                <a:lnTo>
                  <a:pt x="180260" y="0"/>
                </a:lnTo>
                <a:lnTo>
                  <a:pt x="180502" y="0"/>
                </a:lnTo>
                <a:lnTo>
                  <a:pt x="173092" y="0"/>
                </a:lnTo>
                <a:lnTo>
                  <a:pt x="168259" y="0"/>
                </a:lnTo>
                <a:lnTo>
                  <a:pt x="165762" y="0"/>
                </a:lnTo>
                <a:lnTo>
                  <a:pt x="164473" y="0"/>
                </a:lnTo>
                <a:lnTo>
                  <a:pt x="162701" y="0"/>
                </a:lnTo>
                <a:lnTo>
                  <a:pt x="163587" y="0"/>
                </a:lnTo>
                <a:lnTo>
                  <a:pt x="160929" y="0"/>
                </a:lnTo>
                <a:lnTo>
                  <a:pt x="154888" y="0"/>
                </a:lnTo>
                <a:lnTo>
                  <a:pt x="148687" y="0"/>
                </a:lnTo>
                <a:lnTo>
                  <a:pt x="144981" y="0"/>
                </a:lnTo>
                <a:lnTo>
                  <a:pt x="140954" y="0"/>
                </a:lnTo>
                <a:lnTo>
                  <a:pt x="139585" y="0"/>
                </a:lnTo>
                <a:lnTo>
                  <a:pt x="142001" y="0"/>
                </a:lnTo>
                <a:lnTo>
                  <a:pt x="145143" y="0"/>
                </a:lnTo>
                <a:lnTo>
                  <a:pt x="144820" y="0"/>
                </a:lnTo>
                <a:lnTo>
                  <a:pt x="143532" y="0"/>
                </a:lnTo>
                <a:lnTo>
                  <a:pt x="142001" y="0"/>
                </a:lnTo>
                <a:lnTo>
                  <a:pt x="137893" y="0"/>
                </a:lnTo>
                <a:lnTo>
                  <a:pt x="132175" y="0"/>
                </a:lnTo>
                <a:lnTo>
                  <a:pt x="125651" y="0"/>
                </a:lnTo>
                <a:lnTo>
                  <a:pt x="108495" y="0"/>
                </a:lnTo>
                <a:lnTo>
                  <a:pt x="96332" y="0"/>
                </a:lnTo>
                <a:lnTo>
                  <a:pt x="90291" y="0"/>
                </a:lnTo>
                <a:lnTo>
                  <a:pt x="82640" y="0"/>
                </a:lnTo>
                <a:lnTo>
                  <a:pt x="77163" y="0"/>
                </a:lnTo>
                <a:lnTo>
                  <a:pt x="70236" y="0"/>
                </a:lnTo>
                <a:lnTo>
                  <a:pt x="66692" y="0"/>
                </a:lnTo>
                <a:lnTo>
                  <a:pt x="64759" y="0"/>
                </a:lnTo>
                <a:lnTo>
                  <a:pt x="65806" y="0"/>
                </a:lnTo>
                <a:lnTo>
                  <a:pt x="69108" y="0"/>
                </a:lnTo>
                <a:lnTo>
                  <a:pt x="73457" y="0"/>
                </a:lnTo>
                <a:lnTo>
                  <a:pt x="76921" y="0"/>
                </a:lnTo>
                <a:lnTo>
                  <a:pt x="86828" y="0"/>
                </a:lnTo>
                <a:lnTo>
                  <a:pt x="93674" y="0"/>
                </a:lnTo>
                <a:lnTo>
                  <a:pt x="95285" y="0"/>
                </a:lnTo>
                <a:lnTo>
                  <a:pt x="95930" y="0"/>
                </a:lnTo>
                <a:lnTo>
                  <a:pt x="95044" y="0"/>
                </a:lnTo>
                <a:lnTo>
                  <a:pt x="95366" y="0"/>
                </a:lnTo>
                <a:lnTo>
                  <a:pt x="96654" y="0"/>
                </a:lnTo>
                <a:lnTo>
                  <a:pt x="98104" y="0"/>
                </a:lnTo>
                <a:lnTo>
                  <a:pt x="116307" y="0"/>
                </a:lnTo>
                <a:lnTo>
                  <a:pt x="120174" y="0"/>
                </a:lnTo>
                <a:lnTo>
                  <a:pt x="121946" y="0"/>
                </a:lnTo>
                <a:lnTo>
                  <a:pt x="120415" y="0"/>
                </a:lnTo>
                <a:lnTo>
                  <a:pt x="117677" y="0"/>
                </a:lnTo>
                <a:lnTo>
                  <a:pt x="105917" y="0"/>
                </a:lnTo>
                <a:lnTo>
                  <a:pt x="103662" y="0"/>
                </a:lnTo>
                <a:lnTo>
                  <a:pt x="98265" y="0"/>
                </a:lnTo>
                <a:lnTo>
                  <a:pt x="95930" y="0"/>
                </a:lnTo>
                <a:lnTo>
                  <a:pt x="92547" y="0"/>
                </a:lnTo>
                <a:lnTo>
                  <a:pt x="88922" y="0"/>
                </a:lnTo>
                <a:lnTo>
                  <a:pt x="88358" y="0"/>
                </a:lnTo>
                <a:lnTo>
                  <a:pt x="85781" y="0"/>
                </a:lnTo>
                <a:lnTo>
                  <a:pt x="71122" y="0"/>
                </a:lnTo>
                <a:lnTo>
                  <a:pt x="64517" y="0"/>
                </a:lnTo>
                <a:lnTo>
                  <a:pt x="55496" y="0"/>
                </a:lnTo>
                <a:lnTo>
                  <a:pt x="44703" y="0"/>
                </a:lnTo>
                <a:lnTo>
                  <a:pt x="33749" y="0"/>
                </a:lnTo>
                <a:lnTo>
                  <a:pt x="28594" y="0"/>
                </a:lnTo>
                <a:lnTo>
                  <a:pt x="26741" y="0"/>
                </a:lnTo>
                <a:lnTo>
                  <a:pt x="26178" y="0"/>
                </a:lnTo>
                <a:lnTo>
                  <a:pt x="29480" y="0"/>
                </a:lnTo>
                <a:lnTo>
                  <a:pt x="27869" y="0"/>
                </a:lnTo>
                <a:lnTo>
                  <a:pt x="22392" y="0"/>
                </a:lnTo>
                <a:lnTo>
                  <a:pt x="19976" y="0"/>
                </a:lnTo>
                <a:lnTo>
                  <a:pt x="20781" y="0"/>
                </a:lnTo>
                <a:lnTo>
                  <a:pt x="18123" y="0"/>
                </a:lnTo>
                <a:lnTo>
                  <a:pt x="12082" y="0"/>
                </a:lnTo>
                <a:lnTo>
                  <a:pt x="6202" y="0"/>
                </a:lnTo>
                <a:lnTo>
                  <a:pt x="564" y="0"/>
                </a:lnTo>
                <a:lnTo>
                  <a:pt x="0" y="0"/>
                </a:lnTo>
                <a:lnTo>
                  <a:pt x="1853" y="0"/>
                </a:lnTo>
                <a:lnTo>
                  <a:pt x="8941" y="0"/>
                </a:lnTo>
                <a:lnTo>
                  <a:pt x="11357" y="0"/>
                </a:lnTo>
                <a:lnTo>
                  <a:pt x="16351" y="0"/>
                </a:lnTo>
                <a:lnTo>
                  <a:pt x="24003" y="0"/>
                </a:lnTo>
                <a:lnTo>
                  <a:pt x="28513" y="0"/>
                </a:lnTo>
                <a:lnTo>
                  <a:pt x="29963" y="0"/>
                </a:lnTo>
                <a:lnTo>
                  <a:pt x="30607" y="0"/>
                </a:lnTo>
                <a:lnTo>
                  <a:pt x="26741" y="0"/>
                </a:lnTo>
                <a:lnTo>
                  <a:pt x="27386" y="0"/>
                </a:lnTo>
                <a:lnTo>
                  <a:pt x="34635" y="0"/>
                </a:lnTo>
                <a:lnTo>
                  <a:pt x="33829" y="0"/>
                </a:lnTo>
                <a:lnTo>
                  <a:pt x="35682" y="0"/>
                </a:lnTo>
                <a:lnTo>
                  <a:pt x="43656" y="0"/>
                </a:lnTo>
                <a:lnTo>
                  <a:pt x="49697" y="0"/>
                </a:lnTo>
                <a:lnTo>
                  <a:pt x="51630" y="0"/>
                </a:lnTo>
                <a:lnTo>
                  <a:pt x="54368" y="0"/>
                </a:lnTo>
                <a:lnTo>
                  <a:pt x="59362" y="0"/>
                </a:lnTo>
                <a:lnTo>
                  <a:pt x="69672" y="0"/>
                </a:lnTo>
                <a:lnTo>
                  <a:pt x="74102" y="0"/>
                </a:lnTo>
                <a:lnTo>
                  <a:pt x="80304" y="0"/>
                </a:lnTo>
                <a:lnTo>
                  <a:pt x="87070" y="0"/>
                </a:lnTo>
                <a:lnTo>
                  <a:pt x="90211" y="0"/>
                </a:lnTo>
                <a:lnTo>
                  <a:pt x="111716" y="0"/>
                </a:lnTo>
                <a:lnTo>
                  <a:pt x="116468" y="0"/>
                </a:lnTo>
                <a:lnTo>
                  <a:pt x="120979" y="0"/>
                </a:lnTo>
                <a:lnTo>
                  <a:pt x="124281" y="0"/>
                </a:lnTo>
                <a:lnTo>
                  <a:pt x="127584" y="0"/>
                </a:lnTo>
                <a:lnTo>
                  <a:pt x="129920" y="0"/>
                </a:lnTo>
                <a:lnTo>
                  <a:pt x="132658" y="0"/>
                </a:lnTo>
                <a:lnTo>
                  <a:pt x="134188" y="0"/>
                </a:lnTo>
                <a:lnTo>
                  <a:pt x="136927" y="0"/>
                </a:lnTo>
                <a:lnTo>
                  <a:pt x="141518" y="0"/>
                </a:lnTo>
                <a:lnTo>
                  <a:pt x="146834" y="0"/>
                </a:lnTo>
                <a:lnTo>
                  <a:pt x="153841" y="0"/>
                </a:lnTo>
                <a:lnTo>
                  <a:pt x="158191" y="0"/>
                </a:lnTo>
                <a:lnTo>
                  <a:pt x="163104" y="0"/>
                </a:lnTo>
                <a:lnTo>
                  <a:pt x="167373" y="0"/>
                </a:lnTo>
                <a:lnTo>
                  <a:pt x="170111" y="0"/>
                </a:lnTo>
                <a:lnTo>
                  <a:pt x="171400" y="0"/>
                </a:lnTo>
                <a:lnTo>
                  <a:pt x="170192" y="0"/>
                </a:lnTo>
                <a:lnTo>
                  <a:pt x="167051" y="0"/>
                </a:lnTo>
                <a:lnTo>
                  <a:pt x="167937" y="0"/>
                </a:lnTo>
                <a:lnTo>
                  <a:pt x="173817" y="0"/>
                </a:lnTo>
                <a:lnTo>
                  <a:pt x="182435" y="0"/>
                </a:lnTo>
                <a:lnTo>
                  <a:pt x="188959" y="0"/>
                </a:lnTo>
                <a:lnTo>
                  <a:pt x="193228" y="0"/>
                </a:lnTo>
                <a:lnTo>
                  <a:pt x="197416" y="0"/>
                </a:lnTo>
                <a:lnTo>
                  <a:pt x="202652" y="0"/>
                </a:lnTo>
                <a:lnTo>
                  <a:pt x="207807" y="0"/>
                </a:lnTo>
                <a:lnTo>
                  <a:pt x="211834" y="0"/>
                </a:lnTo>
                <a:lnTo>
                  <a:pt x="221338" y="0"/>
                </a:lnTo>
                <a:close/>
              </a:path>
            </a:pathLst>
          </a:custGeom>
          <a:solidFill>
            <a:srgbClr val="E8E9EA"/>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ap - Indonesia"/>
          <p:cNvSpPr/>
          <p:nvPr/>
        </p:nvSpPr>
        <p:spPr>
          <a:xfrm>
            <a:off x="4903265" y="1277230"/>
            <a:ext cx="3686465" cy="1333403"/>
          </a:xfrm>
          <a:custGeom>
            <a:avLst/>
            <a:gdLst/>
            <a:ahLst/>
            <a:cxnLst/>
            <a:rect l="l" t="t" r="r" b="b"/>
            <a:pathLst>
              <a:path w="3686465" h="1333403">
                <a:moveTo>
                  <a:pt x="183240" y="335709"/>
                </a:moveTo>
                <a:lnTo>
                  <a:pt x="200638" y="358363"/>
                </a:lnTo>
                <a:lnTo>
                  <a:pt x="207726" y="361427"/>
                </a:lnTo>
                <a:lnTo>
                  <a:pt x="217150" y="371746"/>
                </a:lnTo>
                <a:lnTo>
                  <a:pt x="219486" y="375294"/>
                </a:lnTo>
                <a:lnTo>
                  <a:pt x="217069" y="382550"/>
                </a:lnTo>
                <a:lnTo>
                  <a:pt x="214975" y="403189"/>
                </a:lnTo>
                <a:lnTo>
                  <a:pt x="210464" y="408349"/>
                </a:lnTo>
                <a:lnTo>
                  <a:pt x="199510" y="405769"/>
                </a:lnTo>
                <a:lnTo>
                  <a:pt x="199430" y="402141"/>
                </a:lnTo>
                <a:lnTo>
                  <a:pt x="193067" y="386581"/>
                </a:lnTo>
                <a:lnTo>
                  <a:pt x="181549" y="377954"/>
                </a:lnTo>
                <a:lnTo>
                  <a:pt x="177038" y="377471"/>
                </a:lnTo>
                <a:lnTo>
                  <a:pt x="174139" y="368602"/>
                </a:lnTo>
                <a:lnTo>
                  <a:pt x="168339" y="358121"/>
                </a:lnTo>
                <a:lnTo>
                  <a:pt x="150781" y="338933"/>
                </a:lnTo>
                <a:lnTo>
                  <a:pt x="164071" y="339014"/>
                </a:lnTo>
                <a:lnTo>
                  <a:pt x="170514" y="334338"/>
                </a:lnTo>
                <a:lnTo>
                  <a:pt x="172044" y="330629"/>
                </a:lnTo>
                <a:lnTo>
                  <a:pt x="173092" y="329662"/>
                </a:lnTo>
                <a:lnTo>
                  <a:pt x="183240" y="335709"/>
                </a:lnTo>
                <a:close/>
                <a:moveTo>
                  <a:pt x="318717" y="597165"/>
                </a:moveTo>
                <a:lnTo>
                  <a:pt x="311307" y="597568"/>
                </a:lnTo>
                <a:lnTo>
                  <a:pt x="295359" y="587974"/>
                </a:lnTo>
                <a:lnTo>
                  <a:pt x="291654" y="583620"/>
                </a:lnTo>
                <a:lnTo>
                  <a:pt x="290687" y="577816"/>
                </a:lnTo>
                <a:lnTo>
                  <a:pt x="275464" y="555483"/>
                </a:lnTo>
                <a:lnTo>
                  <a:pt x="273451" y="550404"/>
                </a:lnTo>
                <a:lnTo>
                  <a:pt x="279411" y="532103"/>
                </a:lnTo>
                <a:lnTo>
                  <a:pt x="294956" y="527669"/>
                </a:lnTo>
                <a:lnTo>
                  <a:pt x="300111" y="530733"/>
                </a:lnTo>
                <a:lnTo>
                  <a:pt x="301883" y="538956"/>
                </a:lnTo>
                <a:lnTo>
                  <a:pt x="310743" y="553871"/>
                </a:lnTo>
                <a:lnTo>
                  <a:pt x="313643" y="561853"/>
                </a:lnTo>
                <a:lnTo>
                  <a:pt x="315898" y="565400"/>
                </a:lnTo>
                <a:lnTo>
                  <a:pt x="316784" y="568141"/>
                </a:lnTo>
                <a:lnTo>
                  <a:pt x="316059" y="570076"/>
                </a:lnTo>
                <a:lnTo>
                  <a:pt x="322422" y="579509"/>
                </a:lnTo>
                <a:lnTo>
                  <a:pt x="327013" y="585072"/>
                </a:lnTo>
                <a:lnTo>
                  <a:pt x="327335" y="593940"/>
                </a:lnTo>
                <a:lnTo>
                  <a:pt x="318717" y="597165"/>
                </a:lnTo>
                <a:close/>
                <a:moveTo>
                  <a:pt x="1726402" y="1148295"/>
                </a:moveTo>
                <a:lnTo>
                  <a:pt x="1716173" y="1164984"/>
                </a:lnTo>
                <a:lnTo>
                  <a:pt x="1719798" y="1167644"/>
                </a:lnTo>
                <a:lnTo>
                  <a:pt x="1722053" y="1170224"/>
                </a:lnTo>
                <a:lnTo>
                  <a:pt x="1705138" y="1173691"/>
                </a:lnTo>
                <a:lnTo>
                  <a:pt x="1698131" y="1171837"/>
                </a:lnTo>
                <a:lnTo>
                  <a:pt x="1694023" y="1172320"/>
                </a:lnTo>
                <a:lnTo>
                  <a:pt x="1676948" y="1169176"/>
                </a:lnTo>
                <a:lnTo>
                  <a:pt x="1664705" y="1165387"/>
                </a:lnTo>
                <a:lnTo>
                  <a:pt x="1663255" y="1162323"/>
                </a:lnTo>
                <a:lnTo>
                  <a:pt x="1664222" y="1158695"/>
                </a:lnTo>
                <a:lnTo>
                  <a:pt x="1667846" y="1159905"/>
                </a:lnTo>
                <a:lnTo>
                  <a:pt x="1677350" y="1160469"/>
                </a:lnTo>
                <a:lnTo>
                  <a:pt x="1680894" y="1158857"/>
                </a:lnTo>
                <a:lnTo>
                  <a:pt x="1681055" y="1148053"/>
                </a:lnTo>
                <a:lnTo>
                  <a:pt x="1679686" y="1134025"/>
                </a:lnTo>
                <a:lnTo>
                  <a:pt x="1692493" y="1122577"/>
                </a:lnTo>
                <a:lnTo>
                  <a:pt x="1699259" y="1117981"/>
                </a:lnTo>
                <a:lnTo>
                  <a:pt x="1707152" y="1115240"/>
                </a:lnTo>
                <a:lnTo>
                  <a:pt x="1726886" y="1121609"/>
                </a:lnTo>
                <a:lnTo>
                  <a:pt x="1730188" y="1123302"/>
                </a:lnTo>
                <a:lnTo>
                  <a:pt x="1732685" y="1125882"/>
                </a:lnTo>
                <a:lnTo>
                  <a:pt x="1733893" y="1129994"/>
                </a:lnTo>
                <a:lnTo>
                  <a:pt x="1726402" y="1148295"/>
                </a:lnTo>
                <a:close/>
                <a:moveTo>
                  <a:pt x="1630312" y="1111290"/>
                </a:moveTo>
                <a:lnTo>
                  <a:pt x="1638447" y="1115563"/>
                </a:lnTo>
                <a:lnTo>
                  <a:pt x="1649885" y="1128140"/>
                </a:lnTo>
                <a:lnTo>
                  <a:pt x="1650932" y="1131607"/>
                </a:lnTo>
                <a:lnTo>
                  <a:pt x="1647468" y="1134912"/>
                </a:lnTo>
                <a:lnTo>
                  <a:pt x="1639333" y="1140233"/>
                </a:lnTo>
                <a:lnTo>
                  <a:pt x="1621130" y="1148456"/>
                </a:lnTo>
                <a:lnTo>
                  <a:pt x="1617989" y="1152326"/>
                </a:lnTo>
                <a:lnTo>
                  <a:pt x="1614123" y="1159905"/>
                </a:lnTo>
                <a:lnTo>
                  <a:pt x="1613237" y="1163130"/>
                </a:lnTo>
                <a:lnTo>
                  <a:pt x="1611948" y="1164903"/>
                </a:lnTo>
                <a:lnTo>
                  <a:pt x="1609854" y="1166113"/>
                </a:lnTo>
                <a:lnTo>
                  <a:pt x="1605907" y="1167241"/>
                </a:lnTo>
                <a:lnTo>
                  <a:pt x="1601638" y="1165629"/>
                </a:lnTo>
                <a:lnTo>
                  <a:pt x="1605504" y="1160792"/>
                </a:lnTo>
                <a:lnTo>
                  <a:pt x="1605665" y="1154987"/>
                </a:lnTo>
                <a:lnTo>
                  <a:pt x="1602766" y="1149505"/>
                </a:lnTo>
                <a:lnTo>
                  <a:pt x="1598658" y="1144990"/>
                </a:lnTo>
                <a:lnTo>
                  <a:pt x="1590362" y="1138782"/>
                </a:lnTo>
                <a:lnTo>
                  <a:pt x="1581502" y="1133380"/>
                </a:lnTo>
                <a:lnTo>
                  <a:pt x="1572561" y="1130558"/>
                </a:lnTo>
                <a:lnTo>
                  <a:pt x="1563057" y="1129268"/>
                </a:lnTo>
                <a:lnTo>
                  <a:pt x="1559674" y="1126608"/>
                </a:lnTo>
                <a:lnTo>
                  <a:pt x="1554117" y="1119836"/>
                </a:lnTo>
                <a:lnTo>
                  <a:pt x="1552264" y="1116127"/>
                </a:lnTo>
                <a:lnTo>
                  <a:pt x="1551378" y="1112177"/>
                </a:lnTo>
                <a:lnTo>
                  <a:pt x="1551942" y="1108387"/>
                </a:lnTo>
                <a:lnTo>
                  <a:pt x="1554278" y="1108226"/>
                </a:lnTo>
                <a:lnTo>
                  <a:pt x="1563621" y="1109113"/>
                </a:lnTo>
                <a:lnTo>
                  <a:pt x="1580777" y="1113547"/>
                </a:lnTo>
                <a:lnTo>
                  <a:pt x="1589234" y="1113870"/>
                </a:lnTo>
                <a:lnTo>
                  <a:pt x="1594067" y="1112822"/>
                </a:lnTo>
                <a:lnTo>
                  <a:pt x="1606632" y="1104114"/>
                </a:lnTo>
                <a:lnTo>
                  <a:pt x="1609612" y="1104195"/>
                </a:lnTo>
                <a:lnTo>
                  <a:pt x="1621613" y="1108065"/>
                </a:lnTo>
                <a:lnTo>
                  <a:pt x="1630312" y="1111290"/>
                </a:lnTo>
                <a:close/>
                <a:moveTo>
                  <a:pt x="873028" y="588377"/>
                </a:moveTo>
                <a:lnTo>
                  <a:pt x="875766" y="593940"/>
                </a:lnTo>
                <a:lnTo>
                  <a:pt x="879552" y="598939"/>
                </a:lnTo>
                <a:lnTo>
                  <a:pt x="882371" y="604340"/>
                </a:lnTo>
                <a:lnTo>
                  <a:pt x="886157" y="630300"/>
                </a:lnTo>
                <a:lnTo>
                  <a:pt x="898802" y="652552"/>
                </a:lnTo>
                <a:lnTo>
                  <a:pt x="935209" y="661259"/>
                </a:lnTo>
                <a:lnTo>
                  <a:pt x="929248" y="664887"/>
                </a:lnTo>
                <a:lnTo>
                  <a:pt x="926268" y="668112"/>
                </a:lnTo>
                <a:lnTo>
                  <a:pt x="924013" y="671821"/>
                </a:lnTo>
                <a:lnTo>
                  <a:pt x="918616" y="687300"/>
                </a:lnTo>
                <a:lnTo>
                  <a:pt x="919180" y="690525"/>
                </a:lnTo>
                <a:lnTo>
                  <a:pt x="922321" y="695765"/>
                </a:lnTo>
                <a:lnTo>
                  <a:pt x="923046" y="701489"/>
                </a:lnTo>
                <a:lnTo>
                  <a:pt x="918536" y="701409"/>
                </a:lnTo>
                <a:lnTo>
                  <a:pt x="913381" y="700199"/>
                </a:lnTo>
                <a:lnTo>
                  <a:pt x="909273" y="698023"/>
                </a:lnTo>
                <a:lnTo>
                  <a:pt x="905487" y="695201"/>
                </a:lnTo>
                <a:lnTo>
                  <a:pt x="901299" y="693024"/>
                </a:lnTo>
                <a:lnTo>
                  <a:pt x="896869" y="691573"/>
                </a:lnTo>
                <a:lnTo>
                  <a:pt x="889459" y="687139"/>
                </a:lnTo>
                <a:lnTo>
                  <a:pt x="879471" y="683995"/>
                </a:lnTo>
                <a:lnTo>
                  <a:pt x="869242" y="681576"/>
                </a:lnTo>
                <a:lnTo>
                  <a:pt x="864248" y="675046"/>
                </a:lnTo>
                <a:lnTo>
                  <a:pt x="861913" y="666903"/>
                </a:lnTo>
                <a:lnTo>
                  <a:pt x="864409" y="654809"/>
                </a:lnTo>
                <a:lnTo>
                  <a:pt x="861913" y="651504"/>
                </a:lnTo>
                <a:lnTo>
                  <a:pt x="858208" y="648521"/>
                </a:lnTo>
                <a:lnTo>
                  <a:pt x="853778" y="639814"/>
                </a:lnTo>
                <a:lnTo>
                  <a:pt x="852086" y="629655"/>
                </a:lnTo>
                <a:lnTo>
                  <a:pt x="845562" y="625786"/>
                </a:lnTo>
                <a:lnTo>
                  <a:pt x="837024" y="623367"/>
                </a:lnTo>
                <a:lnTo>
                  <a:pt x="833319" y="621432"/>
                </a:lnTo>
                <a:lnTo>
                  <a:pt x="816405" y="625141"/>
                </a:lnTo>
                <a:lnTo>
                  <a:pt x="812377" y="624254"/>
                </a:lnTo>
                <a:lnTo>
                  <a:pt x="808753" y="621432"/>
                </a:lnTo>
                <a:lnTo>
                  <a:pt x="799490" y="618530"/>
                </a:lnTo>
                <a:lnTo>
                  <a:pt x="799893" y="612886"/>
                </a:lnTo>
                <a:lnTo>
                  <a:pt x="804162" y="608371"/>
                </a:lnTo>
                <a:lnTo>
                  <a:pt x="814230" y="603856"/>
                </a:lnTo>
                <a:lnTo>
                  <a:pt x="818982" y="599987"/>
                </a:lnTo>
                <a:lnTo>
                  <a:pt x="819949" y="594988"/>
                </a:lnTo>
                <a:lnTo>
                  <a:pt x="818096" y="591280"/>
                </a:lnTo>
                <a:lnTo>
                  <a:pt x="818821" y="587410"/>
                </a:lnTo>
                <a:lnTo>
                  <a:pt x="822043" y="583701"/>
                </a:lnTo>
                <a:lnTo>
                  <a:pt x="825828" y="580799"/>
                </a:lnTo>
                <a:lnTo>
                  <a:pt x="835897" y="576929"/>
                </a:lnTo>
                <a:lnTo>
                  <a:pt x="840327" y="583620"/>
                </a:lnTo>
                <a:lnTo>
                  <a:pt x="842582" y="589264"/>
                </a:lnTo>
                <a:lnTo>
                  <a:pt x="845240" y="593376"/>
                </a:lnTo>
                <a:lnTo>
                  <a:pt x="849509" y="587571"/>
                </a:lnTo>
                <a:lnTo>
                  <a:pt x="846770" y="577493"/>
                </a:lnTo>
                <a:lnTo>
                  <a:pt x="854502" y="575236"/>
                </a:lnTo>
                <a:lnTo>
                  <a:pt x="862074" y="575155"/>
                </a:lnTo>
                <a:lnTo>
                  <a:pt x="867792" y="577896"/>
                </a:lnTo>
                <a:lnTo>
                  <a:pt x="871497" y="582250"/>
                </a:lnTo>
                <a:lnTo>
                  <a:pt x="873028" y="588377"/>
                </a:lnTo>
                <a:close/>
                <a:moveTo>
                  <a:pt x="2253086" y="820729"/>
                </a:moveTo>
                <a:lnTo>
                  <a:pt x="2254939" y="838063"/>
                </a:lnTo>
                <a:lnTo>
                  <a:pt x="2254375" y="842658"/>
                </a:lnTo>
                <a:lnTo>
                  <a:pt x="2249784" y="835967"/>
                </a:lnTo>
                <a:lnTo>
                  <a:pt x="2248173" y="834596"/>
                </a:lnTo>
                <a:lnTo>
                  <a:pt x="2246965" y="835967"/>
                </a:lnTo>
                <a:lnTo>
                  <a:pt x="2245354" y="836692"/>
                </a:lnTo>
                <a:lnTo>
                  <a:pt x="2243018" y="836612"/>
                </a:lnTo>
                <a:lnTo>
                  <a:pt x="2240038" y="843384"/>
                </a:lnTo>
                <a:lnTo>
                  <a:pt x="2239796" y="849672"/>
                </a:lnTo>
                <a:lnTo>
                  <a:pt x="2237541" y="853945"/>
                </a:lnTo>
                <a:lnTo>
                  <a:pt x="2236333" y="868054"/>
                </a:lnTo>
                <a:lnTo>
                  <a:pt x="2237058" y="871924"/>
                </a:lnTo>
                <a:lnTo>
                  <a:pt x="2240602" y="869989"/>
                </a:lnTo>
                <a:lnTo>
                  <a:pt x="2242696" y="869505"/>
                </a:lnTo>
                <a:lnTo>
                  <a:pt x="2250670" y="874987"/>
                </a:lnTo>
                <a:lnTo>
                  <a:pt x="2254858" y="878938"/>
                </a:lnTo>
                <a:lnTo>
                  <a:pt x="2253650" y="883775"/>
                </a:lnTo>
                <a:lnTo>
                  <a:pt x="2248334" y="888613"/>
                </a:lnTo>
                <a:lnTo>
                  <a:pt x="2242052" y="890709"/>
                </a:lnTo>
                <a:lnTo>
                  <a:pt x="2237460" y="888693"/>
                </a:lnTo>
                <a:lnTo>
                  <a:pt x="2236091" y="889661"/>
                </a:lnTo>
                <a:lnTo>
                  <a:pt x="2233353" y="892160"/>
                </a:lnTo>
                <a:lnTo>
                  <a:pt x="2231259" y="895385"/>
                </a:lnTo>
                <a:lnTo>
                  <a:pt x="2231822" y="898771"/>
                </a:lnTo>
                <a:lnTo>
                  <a:pt x="2226506" y="908365"/>
                </a:lnTo>
                <a:lnTo>
                  <a:pt x="2223446" y="911025"/>
                </a:lnTo>
                <a:lnTo>
                  <a:pt x="2217083" y="908123"/>
                </a:lnTo>
                <a:lnTo>
                  <a:pt x="2213136" y="910622"/>
                </a:lnTo>
                <a:lnTo>
                  <a:pt x="2209995" y="910380"/>
                </a:lnTo>
                <a:lnTo>
                  <a:pt x="2205162" y="900867"/>
                </a:lnTo>
                <a:lnTo>
                  <a:pt x="2205242" y="896352"/>
                </a:lnTo>
                <a:lnTo>
                  <a:pt x="2209753" y="891273"/>
                </a:lnTo>
                <a:lnTo>
                  <a:pt x="2209834" y="887645"/>
                </a:lnTo>
                <a:lnTo>
                  <a:pt x="2212008" y="883614"/>
                </a:lnTo>
                <a:lnTo>
                  <a:pt x="2216921" y="878051"/>
                </a:lnTo>
                <a:lnTo>
                  <a:pt x="2219821" y="873859"/>
                </a:lnTo>
                <a:lnTo>
                  <a:pt x="2219902" y="871198"/>
                </a:lnTo>
                <a:lnTo>
                  <a:pt x="2221996" y="861121"/>
                </a:lnTo>
                <a:lnTo>
                  <a:pt x="2222801" y="856928"/>
                </a:lnTo>
                <a:lnTo>
                  <a:pt x="2224171" y="852413"/>
                </a:lnTo>
                <a:lnTo>
                  <a:pt x="2226426" y="843303"/>
                </a:lnTo>
                <a:lnTo>
                  <a:pt x="2226748" y="826131"/>
                </a:lnTo>
                <a:lnTo>
                  <a:pt x="2234319" y="812022"/>
                </a:lnTo>
                <a:lnTo>
                  <a:pt x="2241649" y="808152"/>
                </a:lnTo>
                <a:lnTo>
                  <a:pt x="2244629" y="807507"/>
                </a:lnTo>
                <a:lnTo>
                  <a:pt x="2244146" y="811296"/>
                </a:lnTo>
                <a:lnTo>
                  <a:pt x="2253086" y="820729"/>
                </a:lnTo>
                <a:close/>
                <a:moveTo>
                  <a:pt x="2209995" y="878615"/>
                </a:moveTo>
                <a:lnTo>
                  <a:pt x="2207900" y="884017"/>
                </a:lnTo>
                <a:lnTo>
                  <a:pt x="2203470" y="888209"/>
                </a:lnTo>
                <a:lnTo>
                  <a:pt x="2199926" y="888451"/>
                </a:lnTo>
                <a:lnTo>
                  <a:pt x="2196221" y="887645"/>
                </a:lnTo>
                <a:lnTo>
                  <a:pt x="2189617" y="883936"/>
                </a:lnTo>
                <a:lnTo>
                  <a:pt x="2187925" y="887806"/>
                </a:lnTo>
                <a:lnTo>
                  <a:pt x="2182770" y="887645"/>
                </a:lnTo>
                <a:lnTo>
                  <a:pt x="2180837" y="882727"/>
                </a:lnTo>
                <a:lnTo>
                  <a:pt x="2184542" y="868054"/>
                </a:lnTo>
                <a:lnTo>
                  <a:pt x="2189939" y="862572"/>
                </a:lnTo>
                <a:lnTo>
                  <a:pt x="2189456" y="856848"/>
                </a:lnTo>
                <a:lnTo>
                  <a:pt x="2184945" y="844593"/>
                </a:lnTo>
                <a:lnTo>
                  <a:pt x="2187764" y="838143"/>
                </a:lnTo>
                <a:lnTo>
                  <a:pt x="2200249" y="833306"/>
                </a:lnTo>
                <a:lnTo>
                  <a:pt x="2211203" y="827421"/>
                </a:lnTo>
                <a:lnTo>
                  <a:pt x="2214586" y="826211"/>
                </a:lnTo>
                <a:lnTo>
                  <a:pt x="2217646" y="830726"/>
                </a:lnTo>
                <a:lnTo>
                  <a:pt x="2219257" y="851607"/>
                </a:lnTo>
                <a:lnTo>
                  <a:pt x="2207498" y="868135"/>
                </a:lnTo>
                <a:lnTo>
                  <a:pt x="2209995" y="878615"/>
                </a:lnTo>
                <a:close/>
                <a:moveTo>
                  <a:pt x="1055865" y="156325"/>
                </a:moveTo>
                <a:lnTo>
                  <a:pt x="1044911" y="159308"/>
                </a:lnTo>
                <a:lnTo>
                  <a:pt x="1038467" y="155116"/>
                </a:lnTo>
                <a:lnTo>
                  <a:pt x="1045394" y="150037"/>
                </a:lnTo>
                <a:lnTo>
                  <a:pt x="1047811" y="149714"/>
                </a:lnTo>
                <a:lnTo>
                  <a:pt x="1049421" y="148666"/>
                </a:lnTo>
                <a:lnTo>
                  <a:pt x="1049985" y="146651"/>
                </a:lnTo>
                <a:lnTo>
                  <a:pt x="1037501" y="143264"/>
                </a:lnTo>
                <a:lnTo>
                  <a:pt x="1034037" y="140281"/>
                </a:lnTo>
                <a:lnTo>
                  <a:pt x="1030574" y="132703"/>
                </a:lnTo>
                <a:lnTo>
                  <a:pt x="1030735" y="127866"/>
                </a:lnTo>
                <a:lnTo>
                  <a:pt x="1046683" y="115208"/>
                </a:lnTo>
                <a:lnTo>
                  <a:pt x="1050388" y="113837"/>
                </a:lnTo>
                <a:lnTo>
                  <a:pt x="1051032" y="119078"/>
                </a:lnTo>
                <a:lnTo>
                  <a:pt x="1062067" y="132461"/>
                </a:lnTo>
                <a:lnTo>
                  <a:pt x="1062550" y="141329"/>
                </a:lnTo>
                <a:lnTo>
                  <a:pt x="1062148" y="144554"/>
                </a:lnTo>
                <a:lnTo>
                  <a:pt x="1055865" y="156325"/>
                </a:lnTo>
                <a:close/>
                <a:moveTo>
                  <a:pt x="1047086" y="695523"/>
                </a:moveTo>
                <a:lnTo>
                  <a:pt x="1045877" y="703989"/>
                </a:lnTo>
                <a:lnTo>
                  <a:pt x="1043864" y="707214"/>
                </a:lnTo>
                <a:lnTo>
                  <a:pt x="1037179" y="711406"/>
                </a:lnTo>
                <a:lnTo>
                  <a:pt x="1034843" y="713986"/>
                </a:lnTo>
                <a:lnTo>
                  <a:pt x="1028560" y="713583"/>
                </a:lnTo>
                <a:lnTo>
                  <a:pt x="1027755" y="709149"/>
                </a:lnTo>
                <a:lnTo>
                  <a:pt x="1025661" y="706085"/>
                </a:lnTo>
                <a:lnTo>
                  <a:pt x="1018975" y="702618"/>
                </a:lnTo>
                <a:lnTo>
                  <a:pt x="1017284" y="703505"/>
                </a:lnTo>
                <a:lnTo>
                  <a:pt x="1016076" y="708665"/>
                </a:lnTo>
                <a:lnTo>
                  <a:pt x="1003027" y="712293"/>
                </a:lnTo>
                <a:lnTo>
                  <a:pt x="999322" y="712535"/>
                </a:lnTo>
                <a:lnTo>
                  <a:pt x="1001175" y="705762"/>
                </a:lnTo>
                <a:lnTo>
                  <a:pt x="997792" y="700361"/>
                </a:lnTo>
                <a:lnTo>
                  <a:pt x="997550" y="693830"/>
                </a:lnTo>
                <a:lnTo>
                  <a:pt x="996906" y="690928"/>
                </a:lnTo>
                <a:lnTo>
                  <a:pt x="995215" y="689235"/>
                </a:lnTo>
                <a:lnTo>
                  <a:pt x="998598" y="684639"/>
                </a:lnTo>
                <a:lnTo>
                  <a:pt x="998034" y="679560"/>
                </a:lnTo>
                <a:lnTo>
                  <a:pt x="1001578" y="674078"/>
                </a:lnTo>
                <a:lnTo>
                  <a:pt x="1003511" y="660695"/>
                </a:lnTo>
                <a:lnTo>
                  <a:pt x="1017364" y="657792"/>
                </a:lnTo>
                <a:lnTo>
                  <a:pt x="1020345" y="660211"/>
                </a:lnTo>
                <a:lnTo>
                  <a:pt x="1036373" y="663194"/>
                </a:lnTo>
                <a:lnTo>
                  <a:pt x="1047730" y="671256"/>
                </a:lnTo>
                <a:lnTo>
                  <a:pt x="1053851" y="681979"/>
                </a:lnTo>
                <a:lnTo>
                  <a:pt x="1047086" y="695523"/>
                </a:lnTo>
                <a:close/>
                <a:moveTo>
                  <a:pt x="3235977" y="506304"/>
                </a:moveTo>
                <a:lnTo>
                  <a:pt x="3253133" y="509448"/>
                </a:lnTo>
                <a:lnTo>
                  <a:pt x="3259335" y="509287"/>
                </a:lnTo>
                <a:lnTo>
                  <a:pt x="3265457" y="512915"/>
                </a:lnTo>
                <a:lnTo>
                  <a:pt x="3272867" y="511222"/>
                </a:lnTo>
                <a:lnTo>
                  <a:pt x="3277136" y="512351"/>
                </a:lnTo>
                <a:lnTo>
                  <a:pt x="3291231" y="524605"/>
                </a:lnTo>
                <a:lnTo>
                  <a:pt x="3298158" y="532667"/>
                </a:lnTo>
                <a:lnTo>
                  <a:pt x="3308468" y="539682"/>
                </a:lnTo>
                <a:lnTo>
                  <a:pt x="3315878" y="542020"/>
                </a:lnTo>
                <a:lnTo>
                  <a:pt x="3310240" y="548389"/>
                </a:lnTo>
                <a:lnTo>
                  <a:pt x="3298963" y="551775"/>
                </a:lnTo>
                <a:lnTo>
                  <a:pt x="3294533" y="551936"/>
                </a:lnTo>
                <a:lnTo>
                  <a:pt x="3285915" y="548147"/>
                </a:lnTo>
                <a:lnTo>
                  <a:pt x="3278827" y="548792"/>
                </a:lnTo>
                <a:lnTo>
                  <a:pt x="3272706" y="544035"/>
                </a:lnTo>
                <a:lnTo>
                  <a:pt x="3271659" y="536699"/>
                </a:lnTo>
                <a:lnTo>
                  <a:pt x="3265295" y="520171"/>
                </a:lnTo>
                <a:lnTo>
                  <a:pt x="3257160" y="524928"/>
                </a:lnTo>
                <a:lnTo>
                  <a:pt x="3247334" y="517269"/>
                </a:lnTo>
                <a:lnTo>
                  <a:pt x="3244676" y="517107"/>
                </a:lnTo>
                <a:lnTo>
                  <a:pt x="3244032" y="518397"/>
                </a:lnTo>
                <a:lnTo>
                  <a:pt x="3239924" y="515818"/>
                </a:lnTo>
                <a:lnTo>
                  <a:pt x="3236380" y="510658"/>
                </a:lnTo>
                <a:lnTo>
                  <a:pt x="3235977" y="506304"/>
                </a:lnTo>
                <a:close/>
                <a:moveTo>
                  <a:pt x="3243307" y="582169"/>
                </a:moveTo>
                <a:lnTo>
                  <a:pt x="3275122" y="586200"/>
                </a:lnTo>
                <a:lnTo>
                  <a:pt x="3283740" y="585717"/>
                </a:lnTo>
                <a:lnTo>
                  <a:pt x="3301943" y="587248"/>
                </a:lnTo>
                <a:lnTo>
                  <a:pt x="3317086" y="592650"/>
                </a:lnTo>
                <a:lnTo>
                  <a:pt x="3343585" y="593618"/>
                </a:lnTo>
                <a:lnTo>
                  <a:pt x="3351479" y="595230"/>
                </a:lnTo>
                <a:lnTo>
                  <a:pt x="3357600" y="598939"/>
                </a:lnTo>
                <a:lnTo>
                  <a:pt x="3342780" y="602002"/>
                </a:lnTo>
                <a:lnTo>
                  <a:pt x="3335772" y="604824"/>
                </a:lnTo>
                <a:lnTo>
                  <a:pt x="3322805" y="606195"/>
                </a:lnTo>
                <a:lnTo>
                  <a:pt x="3311931" y="604743"/>
                </a:lnTo>
                <a:lnTo>
                  <a:pt x="3304038" y="606517"/>
                </a:lnTo>
                <a:lnTo>
                  <a:pt x="3301219" y="603695"/>
                </a:lnTo>
                <a:lnTo>
                  <a:pt x="3289620" y="600873"/>
                </a:lnTo>
                <a:lnTo>
                  <a:pt x="3274880" y="595069"/>
                </a:lnTo>
                <a:lnTo>
                  <a:pt x="3244434" y="588296"/>
                </a:lnTo>
                <a:lnTo>
                  <a:pt x="3242985" y="584104"/>
                </a:lnTo>
                <a:lnTo>
                  <a:pt x="3243307" y="582169"/>
                </a:lnTo>
                <a:close/>
                <a:moveTo>
                  <a:pt x="2867886" y="454142"/>
                </a:moveTo>
                <a:lnTo>
                  <a:pt x="2881901" y="457609"/>
                </a:lnTo>
                <a:lnTo>
                  <a:pt x="2885042" y="457044"/>
                </a:lnTo>
                <a:lnTo>
                  <a:pt x="2905259" y="465913"/>
                </a:lnTo>
                <a:lnTo>
                  <a:pt x="2908481" y="470266"/>
                </a:lnTo>
                <a:lnTo>
                  <a:pt x="2907353" y="473249"/>
                </a:lnTo>
                <a:lnTo>
                  <a:pt x="2910334" y="477200"/>
                </a:lnTo>
                <a:lnTo>
                  <a:pt x="2903729" y="483327"/>
                </a:lnTo>
                <a:lnTo>
                  <a:pt x="2900507" y="483972"/>
                </a:lnTo>
                <a:lnTo>
                  <a:pt x="2897285" y="481715"/>
                </a:lnTo>
                <a:lnTo>
                  <a:pt x="2890842" y="480425"/>
                </a:lnTo>
                <a:lnTo>
                  <a:pt x="2883351" y="482924"/>
                </a:lnTo>
                <a:lnTo>
                  <a:pt x="2878599" y="481070"/>
                </a:lnTo>
                <a:lnTo>
                  <a:pt x="2874652" y="475426"/>
                </a:lnTo>
                <a:lnTo>
                  <a:pt x="2867484" y="472040"/>
                </a:lnTo>
                <a:lnTo>
                  <a:pt x="2857416" y="460350"/>
                </a:lnTo>
                <a:lnTo>
                  <a:pt x="2852502" y="460753"/>
                </a:lnTo>
                <a:lnTo>
                  <a:pt x="2853791" y="465348"/>
                </a:lnTo>
                <a:lnTo>
                  <a:pt x="2858060" y="468412"/>
                </a:lnTo>
                <a:lnTo>
                  <a:pt x="2863698" y="477280"/>
                </a:lnTo>
                <a:lnTo>
                  <a:pt x="2867000" y="478167"/>
                </a:lnTo>
                <a:lnTo>
                  <a:pt x="2870303" y="477845"/>
                </a:lnTo>
                <a:lnTo>
                  <a:pt x="2874813" y="481553"/>
                </a:lnTo>
                <a:lnTo>
                  <a:pt x="2874572" y="487358"/>
                </a:lnTo>
                <a:lnTo>
                  <a:pt x="2862812" y="489615"/>
                </a:lnTo>
                <a:lnTo>
                  <a:pt x="2858785" y="485423"/>
                </a:lnTo>
                <a:lnTo>
                  <a:pt x="2857899" y="477764"/>
                </a:lnTo>
                <a:lnTo>
                  <a:pt x="2851294" y="480344"/>
                </a:lnTo>
                <a:lnTo>
                  <a:pt x="2848717" y="483004"/>
                </a:lnTo>
                <a:lnTo>
                  <a:pt x="2846784" y="483327"/>
                </a:lnTo>
                <a:lnTo>
                  <a:pt x="2842354" y="475345"/>
                </a:lnTo>
                <a:lnTo>
                  <a:pt x="2829869" y="474942"/>
                </a:lnTo>
                <a:lnTo>
                  <a:pt x="2821492" y="470750"/>
                </a:lnTo>
                <a:lnTo>
                  <a:pt x="2825600" y="466316"/>
                </a:lnTo>
                <a:lnTo>
                  <a:pt x="2826164" y="461962"/>
                </a:lnTo>
                <a:lnTo>
                  <a:pt x="2831641" y="459705"/>
                </a:lnTo>
                <a:lnTo>
                  <a:pt x="2837118" y="461720"/>
                </a:lnTo>
                <a:lnTo>
                  <a:pt x="2842676" y="458657"/>
                </a:lnTo>
                <a:lnTo>
                  <a:pt x="2846542" y="459463"/>
                </a:lnTo>
                <a:lnTo>
                  <a:pt x="2849442" y="457447"/>
                </a:lnTo>
                <a:lnTo>
                  <a:pt x="2860557" y="456238"/>
                </a:lnTo>
                <a:lnTo>
                  <a:pt x="2867886" y="454142"/>
                </a:lnTo>
                <a:close/>
                <a:moveTo>
                  <a:pt x="2677881" y="288384"/>
                </a:moveTo>
                <a:lnTo>
                  <a:pt x="2665155" y="289754"/>
                </a:lnTo>
                <a:lnTo>
                  <a:pt x="2662255" y="285884"/>
                </a:lnTo>
                <a:lnTo>
                  <a:pt x="2658872" y="268631"/>
                </a:lnTo>
                <a:lnTo>
                  <a:pt x="2667893" y="254764"/>
                </a:lnTo>
                <a:lnTo>
                  <a:pt x="2679330" y="246541"/>
                </a:lnTo>
                <a:lnTo>
                  <a:pt x="2687143" y="244525"/>
                </a:lnTo>
                <a:lnTo>
                  <a:pt x="2689801" y="244364"/>
                </a:lnTo>
                <a:lnTo>
                  <a:pt x="2696728" y="254361"/>
                </a:lnTo>
                <a:lnTo>
                  <a:pt x="2691493" y="274517"/>
                </a:lnTo>
                <a:lnTo>
                  <a:pt x="2685452" y="284756"/>
                </a:lnTo>
                <a:lnTo>
                  <a:pt x="2677881" y="288384"/>
                </a:lnTo>
                <a:close/>
                <a:moveTo>
                  <a:pt x="2653637" y="587732"/>
                </a:moveTo>
                <a:lnTo>
                  <a:pt x="2648723" y="590957"/>
                </a:lnTo>
                <a:lnTo>
                  <a:pt x="2646226" y="591844"/>
                </a:lnTo>
                <a:lnTo>
                  <a:pt x="2634386" y="589667"/>
                </a:lnTo>
                <a:lnTo>
                  <a:pt x="2620452" y="590151"/>
                </a:lnTo>
                <a:lnTo>
                  <a:pt x="2606034" y="593214"/>
                </a:lnTo>
                <a:lnTo>
                  <a:pt x="2597658" y="590635"/>
                </a:lnTo>
                <a:lnTo>
                  <a:pt x="2592342" y="586442"/>
                </a:lnTo>
                <a:lnTo>
                  <a:pt x="2592583" y="582008"/>
                </a:lnTo>
                <a:lnTo>
                  <a:pt x="2597577" y="571043"/>
                </a:lnTo>
                <a:lnTo>
                  <a:pt x="2608451" y="562739"/>
                </a:lnTo>
                <a:lnTo>
                  <a:pt x="2612881" y="561208"/>
                </a:lnTo>
                <a:lnTo>
                  <a:pt x="2620613" y="563465"/>
                </a:lnTo>
                <a:lnTo>
                  <a:pt x="2633661" y="569834"/>
                </a:lnTo>
                <a:lnTo>
                  <a:pt x="2643971" y="577332"/>
                </a:lnTo>
                <a:lnTo>
                  <a:pt x="2653314" y="583137"/>
                </a:lnTo>
                <a:lnTo>
                  <a:pt x="2653637" y="587732"/>
                </a:lnTo>
                <a:close/>
                <a:moveTo>
                  <a:pt x="2484653" y="651423"/>
                </a:moveTo>
                <a:lnTo>
                  <a:pt x="2483284" y="652875"/>
                </a:lnTo>
                <a:lnTo>
                  <a:pt x="2478451" y="648521"/>
                </a:lnTo>
                <a:lnTo>
                  <a:pt x="2475229" y="636266"/>
                </a:lnTo>
                <a:lnTo>
                  <a:pt x="2472410" y="632961"/>
                </a:lnTo>
                <a:lnTo>
                  <a:pt x="2469189" y="621271"/>
                </a:lnTo>
                <a:lnTo>
                  <a:pt x="2469994" y="617965"/>
                </a:lnTo>
                <a:lnTo>
                  <a:pt x="2474021" y="613047"/>
                </a:lnTo>
                <a:lnTo>
                  <a:pt x="2477243" y="613128"/>
                </a:lnTo>
                <a:lnTo>
                  <a:pt x="2479659" y="616030"/>
                </a:lnTo>
                <a:lnTo>
                  <a:pt x="2478290" y="628607"/>
                </a:lnTo>
                <a:lnTo>
                  <a:pt x="2485539" y="644570"/>
                </a:lnTo>
                <a:lnTo>
                  <a:pt x="2484653" y="651423"/>
                </a:lnTo>
                <a:close/>
                <a:moveTo>
                  <a:pt x="2482156" y="598132"/>
                </a:moveTo>
                <a:lnTo>
                  <a:pt x="2506964" y="600793"/>
                </a:lnTo>
                <a:lnTo>
                  <a:pt x="2503420" y="603695"/>
                </a:lnTo>
                <a:lnTo>
                  <a:pt x="2476679" y="608371"/>
                </a:lnTo>
                <a:lnTo>
                  <a:pt x="2467255" y="607484"/>
                </a:lnTo>
                <a:lnTo>
                  <a:pt x="2438259" y="610226"/>
                </a:lnTo>
                <a:lnTo>
                  <a:pt x="2434554" y="610064"/>
                </a:lnTo>
                <a:lnTo>
                  <a:pt x="2433990" y="605550"/>
                </a:lnTo>
                <a:lnTo>
                  <a:pt x="2430849" y="602405"/>
                </a:lnTo>
                <a:lnTo>
                  <a:pt x="2435521" y="599664"/>
                </a:lnTo>
                <a:lnTo>
                  <a:pt x="2441642" y="599019"/>
                </a:lnTo>
                <a:lnTo>
                  <a:pt x="2457671" y="600067"/>
                </a:lnTo>
                <a:lnTo>
                  <a:pt x="2482156" y="598132"/>
                </a:lnTo>
                <a:close/>
                <a:moveTo>
                  <a:pt x="2397262" y="591280"/>
                </a:moveTo>
                <a:lnTo>
                  <a:pt x="2404752" y="594182"/>
                </a:lnTo>
                <a:lnTo>
                  <a:pt x="2407410" y="594182"/>
                </a:lnTo>
                <a:lnTo>
                  <a:pt x="2409907" y="590796"/>
                </a:lnTo>
                <a:lnTo>
                  <a:pt x="2411438" y="590312"/>
                </a:lnTo>
                <a:lnTo>
                  <a:pt x="2414821" y="591924"/>
                </a:lnTo>
                <a:lnTo>
                  <a:pt x="2415626" y="597326"/>
                </a:lnTo>
                <a:lnTo>
                  <a:pt x="2420459" y="596601"/>
                </a:lnTo>
                <a:lnTo>
                  <a:pt x="2424244" y="598455"/>
                </a:lnTo>
                <a:lnTo>
                  <a:pt x="2425453" y="599745"/>
                </a:lnTo>
                <a:lnTo>
                  <a:pt x="2424969" y="605146"/>
                </a:lnTo>
                <a:lnTo>
                  <a:pt x="2410552" y="606114"/>
                </a:lnTo>
                <a:lnTo>
                  <a:pt x="2400242" y="610467"/>
                </a:lnTo>
                <a:lnTo>
                  <a:pt x="2386308" y="606517"/>
                </a:lnTo>
                <a:lnTo>
                  <a:pt x="2370601" y="613289"/>
                </a:lnTo>
                <a:lnTo>
                  <a:pt x="2361097" y="615627"/>
                </a:lnTo>
                <a:lnTo>
                  <a:pt x="2352801" y="615466"/>
                </a:lnTo>
                <a:lnTo>
                  <a:pt x="2345713" y="603695"/>
                </a:lnTo>
                <a:lnTo>
                  <a:pt x="2349821" y="589909"/>
                </a:lnTo>
                <a:lnTo>
                  <a:pt x="2352801" y="587571"/>
                </a:lnTo>
                <a:lnTo>
                  <a:pt x="2358036" y="586362"/>
                </a:lnTo>
                <a:lnTo>
                  <a:pt x="2372615" y="585717"/>
                </a:lnTo>
                <a:lnTo>
                  <a:pt x="2397262" y="591280"/>
                </a:lnTo>
                <a:close/>
                <a:moveTo>
                  <a:pt x="2909206" y="1098793"/>
                </a:moveTo>
                <a:lnTo>
                  <a:pt x="2907837" y="1099680"/>
                </a:lnTo>
                <a:lnTo>
                  <a:pt x="2897849" y="1098632"/>
                </a:lnTo>
                <a:lnTo>
                  <a:pt x="2892130" y="1098552"/>
                </a:lnTo>
                <a:lnTo>
                  <a:pt x="2892855" y="1092505"/>
                </a:lnTo>
                <a:lnTo>
                  <a:pt x="2889956" y="1087910"/>
                </a:lnTo>
                <a:lnTo>
                  <a:pt x="2893983" y="1081218"/>
                </a:lnTo>
                <a:lnTo>
                  <a:pt x="2894063" y="1073398"/>
                </a:lnTo>
                <a:lnTo>
                  <a:pt x="2898252" y="1072350"/>
                </a:lnTo>
                <a:lnTo>
                  <a:pt x="2898816" y="1067915"/>
                </a:lnTo>
                <a:lnTo>
                  <a:pt x="2903890" y="1056145"/>
                </a:lnTo>
                <a:lnTo>
                  <a:pt x="2906870" y="1053484"/>
                </a:lnTo>
                <a:lnTo>
                  <a:pt x="2911058" y="1052436"/>
                </a:lnTo>
                <a:lnTo>
                  <a:pt x="2916052" y="1045583"/>
                </a:lnTo>
                <a:lnTo>
                  <a:pt x="2918871" y="1043568"/>
                </a:lnTo>
                <a:lnTo>
                  <a:pt x="2921852" y="1038408"/>
                </a:lnTo>
                <a:lnTo>
                  <a:pt x="2926040" y="1035989"/>
                </a:lnTo>
                <a:lnTo>
                  <a:pt x="2925718" y="1031474"/>
                </a:lnTo>
                <a:lnTo>
                  <a:pt x="2928134" y="1029136"/>
                </a:lnTo>
                <a:lnTo>
                  <a:pt x="2934739" y="1027282"/>
                </a:lnTo>
                <a:lnTo>
                  <a:pt x="2939410" y="1029459"/>
                </a:lnTo>
                <a:lnTo>
                  <a:pt x="2942229" y="1034054"/>
                </a:lnTo>
                <a:lnTo>
                  <a:pt x="2934819" y="1039698"/>
                </a:lnTo>
                <a:lnTo>
                  <a:pt x="2938605" y="1053565"/>
                </a:lnTo>
                <a:lnTo>
                  <a:pt x="2933208" y="1068641"/>
                </a:lnTo>
                <a:lnTo>
                  <a:pt x="2929664" y="1073156"/>
                </a:lnTo>
                <a:lnTo>
                  <a:pt x="2923060" y="1077106"/>
                </a:lnTo>
                <a:lnTo>
                  <a:pt x="2921127" y="1080815"/>
                </a:lnTo>
                <a:lnTo>
                  <a:pt x="2913314" y="1088232"/>
                </a:lnTo>
                <a:lnTo>
                  <a:pt x="2910978" y="1094601"/>
                </a:lnTo>
                <a:lnTo>
                  <a:pt x="2910575" y="1097262"/>
                </a:lnTo>
                <a:lnTo>
                  <a:pt x="2909206" y="1098793"/>
                </a:lnTo>
                <a:close/>
                <a:moveTo>
                  <a:pt x="2544740" y="1072027"/>
                </a:moveTo>
                <a:lnTo>
                  <a:pt x="2545787" y="1075977"/>
                </a:lnTo>
                <a:lnTo>
                  <a:pt x="2545706" y="1077671"/>
                </a:lnTo>
                <a:lnTo>
                  <a:pt x="2536041" y="1078961"/>
                </a:lnTo>
                <a:lnTo>
                  <a:pt x="2526698" y="1083314"/>
                </a:lnTo>
                <a:lnTo>
                  <a:pt x="2521945" y="1088313"/>
                </a:lnTo>
                <a:lnTo>
                  <a:pt x="2518240" y="1094762"/>
                </a:lnTo>
                <a:lnTo>
                  <a:pt x="2505434" y="1092182"/>
                </a:lnTo>
                <a:lnTo>
                  <a:pt x="2493996" y="1091699"/>
                </a:lnTo>
                <a:lnTo>
                  <a:pt x="2488922" y="1089441"/>
                </a:lnTo>
                <a:lnTo>
                  <a:pt x="2483445" y="1089603"/>
                </a:lnTo>
                <a:lnTo>
                  <a:pt x="2476357" y="1091618"/>
                </a:lnTo>
                <a:lnTo>
                  <a:pt x="2466208" y="1097100"/>
                </a:lnTo>
                <a:lnTo>
                  <a:pt x="2463953" y="1097584"/>
                </a:lnTo>
                <a:lnTo>
                  <a:pt x="2464759" y="1089199"/>
                </a:lnTo>
                <a:lnTo>
                  <a:pt x="2467578" y="1084040"/>
                </a:lnTo>
                <a:lnTo>
                  <a:pt x="2478210" y="1071624"/>
                </a:lnTo>
                <a:lnTo>
                  <a:pt x="2487069" y="1074365"/>
                </a:lnTo>
                <a:lnTo>
                  <a:pt x="2497460" y="1075171"/>
                </a:lnTo>
                <a:lnTo>
                  <a:pt x="2509139" y="1072753"/>
                </a:lnTo>
                <a:lnTo>
                  <a:pt x="2517516" y="1067190"/>
                </a:lnTo>
                <a:lnTo>
                  <a:pt x="2529356" y="1064287"/>
                </a:lnTo>
                <a:lnTo>
                  <a:pt x="2538699" y="1071543"/>
                </a:lnTo>
                <a:lnTo>
                  <a:pt x="2544740" y="1072027"/>
                </a:lnTo>
                <a:close/>
                <a:moveTo>
                  <a:pt x="2365527" y="1110161"/>
                </a:moveTo>
                <a:lnTo>
                  <a:pt x="2367460" y="1115079"/>
                </a:lnTo>
                <a:lnTo>
                  <a:pt x="2373662" y="1112338"/>
                </a:lnTo>
                <a:lnTo>
                  <a:pt x="2379703" y="1111693"/>
                </a:lnTo>
                <a:lnTo>
                  <a:pt x="2393557" y="1112177"/>
                </a:lnTo>
                <a:lnTo>
                  <a:pt x="2403705" y="1113305"/>
                </a:lnTo>
                <a:lnTo>
                  <a:pt x="2409746" y="1115321"/>
                </a:lnTo>
                <a:lnTo>
                  <a:pt x="2410310" y="1125076"/>
                </a:lnTo>
                <a:lnTo>
                  <a:pt x="2407491" y="1127253"/>
                </a:lnTo>
                <a:lnTo>
                  <a:pt x="2354895" y="1134670"/>
                </a:lnTo>
                <a:lnTo>
                  <a:pt x="2349821" y="1132251"/>
                </a:lnTo>
                <a:lnTo>
                  <a:pt x="2347807" y="1129913"/>
                </a:lnTo>
                <a:lnTo>
                  <a:pt x="2353445" y="1122657"/>
                </a:lnTo>
                <a:lnTo>
                  <a:pt x="2350868" y="1119191"/>
                </a:lnTo>
                <a:lnTo>
                  <a:pt x="2353848" y="1113547"/>
                </a:lnTo>
                <a:lnTo>
                  <a:pt x="2360131" y="1109677"/>
                </a:lnTo>
                <a:lnTo>
                  <a:pt x="2365527" y="1110161"/>
                </a:lnTo>
                <a:close/>
                <a:moveTo>
                  <a:pt x="2883109" y="559918"/>
                </a:moveTo>
                <a:lnTo>
                  <a:pt x="2880290" y="562094"/>
                </a:lnTo>
                <a:lnTo>
                  <a:pt x="2870464" y="559998"/>
                </a:lnTo>
                <a:lnTo>
                  <a:pt x="2865389" y="555000"/>
                </a:lnTo>
                <a:lnTo>
                  <a:pt x="2861926" y="548389"/>
                </a:lnTo>
                <a:lnTo>
                  <a:pt x="2859751" y="542826"/>
                </a:lnTo>
                <a:lnTo>
                  <a:pt x="2859107" y="538472"/>
                </a:lnTo>
                <a:lnTo>
                  <a:pt x="2856207" y="533151"/>
                </a:lnTo>
                <a:lnTo>
                  <a:pt x="2856610" y="531216"/>
                </a:lnTo>
                <a:lnTo>
                  <a:pt x="2874652" y="525573"/>
                </a:lnTo>
                <a:lnTo>
                  <a:pt x="2878035" y="527588"/>
                </a:lnTo>
                <a:lnTo>
                  <a:pt x="2885606" y="527830"/>
                </a:lnTo>
                <a:lnTo>
                  <a:pt x="2888909" y="531861"/>
                </a:lnTo>
                <a:lnTo>
                  <a:pt x="2886653" y="549598"/>
                </a:lnTo>
                <a:lnTo>
                  <a:pt x="2883109" y="559918"/>
                </a:lnTo>
                <a:close/>
                <a:moveTo>
                  <a:pt x="103581" y="32248"/>
                </a:moveTo>
                <a:lnTo>
                  <a:pt x="113408" y="32974"/>
                </a:lnTo>
                <a:lnTo>
                  <a:pt x="131772" y="28620"/>
                </a:lnTo>
                <a:lnTo>
                  <a:pt x="141840" y="29023"/>
                </a:lnTo>
                <a:lnTo>
                  <a:pt x="151344" y="32168"/>
                </a:lnTo>
                <a:lnTo>
                  <a:pt x="159721" y="34022"/>
                </a:lnTo>
                <a:lnTo>
                  <a:pt x="180743" y="31684"/>
                </a:lnTo>
                <a:lnTo>
                  <a:pt x="184690" y="32329"/>
                </a:lnTo>
                <a:lnTo>
                  <a:pt x="188476" y="34103"/>
                </a:lnTo>
                <a:lnTo>
                  <a:pt x="191778" y="37005"/>
                </a:lnTo>
                <a:lnTo>
                  <a:pt x="201363" y="47486"/>
                </a:lnTo>
                <a:lnTo>
                  <a:pt x="217552" y="60385"/>
                </a:lnTo>
                <a:lnTo>
                  <a:pt x="222305" y="68689"/>
                </a:lnTo>
                <a:lnTo>
                  <a:pt x="224963" y="77961"/>
                </a:lnTo>
                <a:lnTo>
                  <a:pt x="226654" y="80138"/>
                </a:lnTo>
                <a:lnTo>
                  <a:pt x="244938" y="97874"/>
                </a:lnTo>
                <a:lnTo>
                  <a:pt x="246951" y="105372"/>
                </a:lnTo>
                <a:lnTo>
                  <a:pt x="244374" y="115611"/>
                </a:lnTo>
                <a:lnTo>
                  <a:pt x="249690" y="123835"/>
                </a:lnTo>
                <a:lnTo>
                  <a:pt x="267490" y="131494"/>
                </a:lnTo>
                <a:lnTo>
                  <a:pt x="278042" y="137137"/>
                </a:lnTo>
                <a:lnTo>
                  <a:pt x="280297" y="140523"/>
                </a:lnTo>
                <a:lnTo>
                  <a:pt x="281827" y="144635"/>
                </a:lnTo>
                <a:lnTo>
                  <a:pt x="287627" y="150762"/>
                </a:lnTo>
                <a:lnTo>
                  <a:pt x="294956" y="154713"/>
                </a:lnTo>
                <a:lnTo>
                  <a:pt x="317670" y="165113"/>
                </a:lnTo>
                <a:lnTo>
                  <a:pt x="347472" y="186881"/>
                </a:lnTo>
                <a:lnTo>
                  <a:pt x="364467" y="197200"/>
                </a:lnTo>
                <a:lnTo>
                  <a:pt x="378562" y="212922"/>
                </a:lnTo>
                <a:lnTo>
                  <a:pt x="383556" y="220419"/>
                </a:lnTo>
                <a:lnTo>
                  <a:pt x="387744" y="228562"/>
                </a:lnTo>
                <a:lnTo>
                  <a:pt x="396282" y="240333"/>
                </a:lnTo>
                <a:lnTo>
                  <a:pt x="410780" y="254926"/>
                </a:lnTo>
                <a:lnTo>
                  <a:pt x="414485" y="259440"/>
                </a:lnTo>
                <a:lnTo>
                  <a:pt x="418351" y="265809"/>
                </a:lnTo>
                <a:lnTo>
                  <a:pt x="422862" y="271856"/>
                </a:lnTo>
                <a:lnTo>
                  <a:pt x="428258" y="277338"/>
                </a:lnTo>
                <a:lnTo>
                  <a:pt x="434702" y="281531"/>
                </a:lnTo>
                <a:lnTo>
                  <a:pt x="441226" y="282901"/>
                </a:lnTo>
                <a:lnTo>
                  <a:pt x="451858" y="293463"/>
                </a:lnTo>
                <a:lnTo>
                  <a:pt x="457577" y="296768"/>
                </a:lnTo>
                <a:lnTo>
                  <a:pt x="456691" y="288464"/>
                </a:lnTo>
                <a:lnTo>
                  <a:pt x="451858" y="281289"/>
                </a:lnTo>
                <a:lnTo>
                  <a:pt x="451938" y="276935"/>
                </a:lnTo>
                <a:lnTo>
                  <a:pt x="452744" y="272985"/>
                </a:lnTo>
                <a:lnTo>
                  <a:pt x="456691" y="269760"/>
                </a:lnTo>
                <a:lnTo>
                  <a:pt x="461443" y="268792"/>
                </a:lnTo>
                <a:lnTo>
                  <a:pt x="470303" y="271856"/>
                </a:lnTo>
                <a:lnTo>
                  <a:pt x="484720" y="284352"/>
                </a:lnTo>
                <a:lnTo>
                  <a:pt x="490842" y="291608"/>
                </a:lnTo>
                <a:lnTo>
                  <a:pt x="495433" y="301686"/>
                </a:lnTo>
                <a:lnTo>
                  <a:pt x="499218" y="312167"/>
                </a:lnTo>
                <a:lnTo>
                  <a:pt x="505018" y="317327"/>
                </a:lnTo>
                <a:lnTo>
                  <a:pt x="512911" y="319100"/>
                </a:lnTo>
                <a:lnTo>
                  <a:pt x="521690" y="319907"/>
                </a:lnTo>
                <a:lnTo>
                  <a:pt x="529825" y="323132"/>
                </a:lnTo>
                <a:lnTo>
                  <a:pt x="548754" y="337563"/>
                </a:lnTo>
                <a:lnTo>
                  <a:pt x="555036" y="344335"/>
                </a:lnTo>
                <a:lnTo>
                  <a:pt x="559788" y="352317"/>
                </a:lnTo>
                <a:lnTo>
                  <a:pt x="563091" y="361749"/>
                </a:lnTo>
                <a:lnTo>
                  <a:pt x="565104" y="371666"/>
                </a:lnTo>
                <a:lnTo>
                  <a:pt x="566393" y="374004"/>
                </a:lnTo>
                <a:lnTo>
                  <a:pt x="578555" y="385936"/>
                </a:lnTo>
                <a:lnTo>
                  <a:pt x="584918" y="391015"/>
                </a:lnTo>
                <a:lnTo>
                  <a:pt x="592731" y="393434"/>
                </a:lnTo>
                <a:lnTo>
                  <a:pt x="615525" y="396175"/>
                </a:lnTo>
                <a:lnTo>
                  <a:pt x="623580" y="400287"/>
                </a:lnTo>
                <a:lnTo>
                  <a:pt x="630265" y="407139"/>
                </a:lnTo>
                <a:lnTo>
                  <a:pt x="633084" y="414154"/>
                </a:lnTo>
                <a:lnTo>
                  <a:pt x="628332" y="420361"/>
                </a:lnTo>
                <a:lnTo>
                  <a:pt x="610451" y="429794"/>
                </a:lnTo>
                <a:lnTo>
                  <a:pt x="591442" y="436405"/>
                </a:lnTo>
                <a:lnTo>
                  <a:pt x="609968" y="434148"/>
                </a:lnTo>
                <a:lnTo>
                  <a:pt x="619311" y="431326"/>
                </a:lnTo>
                <a:lnTo>
                  <a:pt x="627929" y="427053"/>
                </a:lnTo>
                <a:lnTo>
                  <a:pt x="636467" y="421571"/>
                </a:lnTo>
                <a:lnTo>
                  <a:pt x="649999" y="413912"/>
                </a:lnTo>
                <a:lnTo>
                  <a:pt x="654992" y="412380"/>
                </a:lnTo>
                <a:lnTo>
                  <a:pt x="660872" y="412944"/>
                </a:lnTo>
                <a:lnTo>
                  <a:pt x="666269" y="415121"/>
                </a:lnTo>
                <a:lnTo>
                  <a:pt x="674323" y="422619"/>
                </a:lnTo>
                <a:lnTo>
                  <a:pt x="681894" y="430520"/>
                </a:lnTo>
                <a:lnTo>
                  <a:pt x="687533" y="439791"/>
                </a:lnTo>
                <a:lnTo>
                  <a:pt x="691077" y="450030"/>
                </a:lnTo>
                <a:lnTo>
                  <a:pt x="684552" y="455432"/>
                </a:lnTo>
                <a:lnTo>
                  <a:pt x="675129" y="459382"/>
                </a:lnTo>
                <a:lnTo>
                  <a:pt x="662241" y="469299"/>
                </a:lnTo>
                <a:lnTo>
                  <a:pt x="660872" y="473169"/>
                </a:lnTo>
                <a:lnTo>
                  <a:pt x="663450" y="475749"/>
                </a:lnTo>
                <a:lnTo>
                  <a:pt x="660308" y="483004"/>
                </a:lnTo>
                <a:lnTo>
                  <a:pt x="667557" y="487519"/>
                </a:lnTo>
                <a:lnTo>
                  <a:pt x="668685" y="491389"/>
                </a:lnTo>
                <a:lnTo>
                  <a:pt x="662403" y="496871"/>
                </a:lnTo>
                <a:lnTo>
                  <a:pt x="663047" y="500258"/>
                </a:lnTo>
                <a:lnTo>
                  <a:pt x="670618" y="514689"/>
                </a:lnTo>
                <a:lnTo>
                  <a:pt x="674243" y="517994"/>
                </a:lnTo>
                <a:lnTo>
                  <a:pt x="685761" y="525331"/>
                </a:lnTo>
                <a:lnTo>
                  <a:pt x="703400" y="532748"/>
                </a:lnTo>
                <a:lnTo>
                  <a:pt x="713146" y="536134"/>
                </a:lnTo>
                <a:lnTo>
                  <a:pt x="724261" y="538795"/>
                </a:lnTo>
                <a:lnTo>
                  <a:pt x="729013" y="538714"/>
                </a:lnTo>
                <a:lnTo>
                  <a:pt x="737309" y="537505"/>
                </a:lnTo>
                <a:lnTo>
                  <a:pt x="738920" y="540407"/>
                </a:lnTo>
                <a:lnTo>
                  <a:pt x="742545" y="554677"/>
                </a:lnTo>
                <a:lnTo>
                  <a:pt x="744236" y="563626"/>
                </a:lnTo>
                <a:lnTo>
                  <a:pt x="746733" y="582814"/>
                </a:lnTo>
                <a:lnTo>
                  <a:pt x="750036" y="590796"/>
                </a:lnTo>
                <a:lnTo>
                  <a:pt x="749794" y="600470"/>
                </a:lnTo>
                <a:lnTo>
                  <a:pt x="754063" y="608774"/>
                </a:lnTo>
                <a:lnTo>
                  <a:pt x="762681" y="614015"/>
                </a:lnTo>
                <a:lnTo>
                  <a:pt x="771944" y="618368"/>
                </a:lnTo>
                <a:lnTo>
                  <a:pt x="776293" y="622561"/>
                </a:lnTo>
                <a:lnTo>
                  <a:pt x="776293" y="628930"/>
                </a:lnTo>
                <a:lnTo>
                  <a:pt x="774763" y="633928"/>
                </a:lnTo>
                <a:lnTo>
                  <a:pt x="771622" y="637879"/>
                </a:lnTo>
                <a:lnTo>
                  <a:pt x="762037" y="646183"/>
                </a:lnTo>
                <a:lnTo>
                  <a:pt x="760345" y="649730"/>
                </a:lnTo>
                <a:lnTo>
                  <a:pt x="759057" y="658841"/>
                </a:lnTo>
                <a:lnTo>
                  <a:pt x="760668" y="663033"/>
                </a:lnTo>
                <a:lnTo>
                  <a:pt x="764453" y="663275"/>
                </a:lnTo>
                <a:lnTo>
                  <a:pt x="767514" y="661098"/>
                </a:lnTo>
                <a:lnTo>
                  <a:pt x="778951" y="648843"/>
                </a:lnTo>
                <a:lnTo>
                  <a:pt x="782092" y="646667"/>
                </a:lnTo>
                <a:lnTo>
                  <a:pt x="786442" y="644974"/>
                </a:lnTo>
                <a:lnTo>
                  <a:pt x="790872" y="643926"/>
                </a:lnTo>
                <a:lnTo>
                  <a:pt x="811894" y="643764"/>
                </a:lnTo>
                <a:lnTo>
                  <a:pt x="820754" y="645699"/>
                </a:lnTo>
                <a:lnTo>
                  <a:pt x="828648" y="649730"/>
                </a:lnTo>
                <a:lnTo>
                  <a:pt x="835655" y="654729"/>
                </a:lnTo>
                <a:lnTo>
                  <a:pt x="861188" y="686655"/>
                </a:lnTo>
                <a:lnTo>
                  <a:pt x="872867" y="704231"/>
                </a:lnTo>
                <a:lnTo>
                  <a:pt x="873833" y="708665"/>
                </a:lnTo>
                <a:lnTo>
                  <a:pt x="873994" y="713180"/>
                </a:lnTo>
                <a:lnTo>
                  <a:pt x="872061" y="716727"/>
                </a:lnTo>
                <a:lnTo>
                  <a:pt x="861349" y="728740"/>
                </a:lnTo>
                <a:lnTo>
                  <a:pt x="860060" y="732045"/>
                </a:lnTo>
                <a:lnTo>
                  <a:pt x="856758" y="745186"/>
                </a:lnTo>
                <a:lnTo>
                  <a:pt x="857402" y="754619"/>
                </a:lnTo>
                <a:lnTo>
                  <a:pt x="860946" y="758570"/>
                </a:lnTo>
                <a:lnTo>
                  <a:pt x="863685" y="762843"/>
                </a:lnTo>
                <a:lnTo>
                  <a:pt x="863524" y="766712"/>
                </a:lnTo>
                <a:lnTo>
                  <a:pt x="856516" y="786142"/>
                </a:lnTo>
                <a:lnTo>
                  <a:pt x="855711" y="789448"/>
                </a:lnTo>
                <a:lnTo>
                  <a:pt x="860221" y="820971"/>
                </a:lnTo>
                <a:lnTo>
                  <a:pt x="860543" y="829517"/>
                </a:lnTo>
                <a:lnTo>
                  <a:pt x="859577" y="840320"/>
                </a:lnTo>
                <a:lnTo>
                  <a:pt x="860221" y="857734"/>
                </a:lnTo>
                <a:lnTo>
                  <a:pt x="854502" y="911509"/>
                </a:lnTo>
                <a:lnTo>
                  <a:pt x="853455" y="914653"/>
                </a:lnTo>
                <a:lnTo>
                  <a:pt x="849025" y="922877"/>
                </a:lnTo>
                <a:lnTo>
                  <a:pt x="843307" y="922877"/>
                </a:lnTo>
                <a:lnTo>
                  <a:pt x="838635" y="921426"/>
                </a:lnTo>
                <a:lnTo>
                  <a:pt x="835333" y="918281"/>
                </a:lnTo>
                <a:lnTo>
                  <a:pt x="833561" y="914331"/>
                </a:lnTo>
                <a:lnTo>
                  <a:pt x="830903" y="911187"/>
                </a:lnTo>
                <a:lnTo>
                  <a:pt x="816888" y="901270"/>
                </a:lnTo>
                <a:lnTo>
                  <a:pt x="813263" y="902883"/>
                </a:lnTo>
                <a:lnTo>
                  <a:pt x="799087" y="915218"/>
                </a:lnTo>
                <a:lnTo>
                  <a:pt x="795302" y="917072"/>
                </a:lnTo>
                <a:lnTo>
                  <a:pt x="790630" y="915540"/>
                </a:lnTo>
                <a:lnTo>
                  <a:pt x="783140" y="911832"/>
                </a:lnTo>
                <a:lnTo>
                  <a:pt x="759782" y="898851"/>
                </a:lnTo>
                <a:lnTo>
                  <a:pt x="758332" y="903044"/>
                </a:lnTo>
                <a:lnTo>
                  <a:pt x="758010" y="908687"/>
                </a:lnTo>
                <a:lnTo>
                  <a:pt x="762681" y="922716"/>
                </a:lnTo>
                <a:lnTo>
                  <a:pt x="763325" y="928923"/>
                </a:lnTo>
                <a:lnTo>
                  <a:pt x="759057" y="930133"/>
                </a:lnTo>
                <a:lnTo>
                  <a:pt x="756721" y="929891"/>
                </a:lnTo>
                <a:lnTo>
                  <a:pt x="746975" y="921667"/>
                </a:lnTo>
                <a:lnTo>
                  <a:pt x="738034" y="912638"/>
                </a:lnTo>
                <a:lnTo>
                  <a:pt x="727805" y="900383"/>
                </a:lnTo>
                <a:lnTo>
                  <a:pt x="720314" y="894579"/>
                </a:lnTo>
                <a:lnTo>
                  <a:pt x="713629" y="888048"/>
                </a:lnTo>
                <a:lnTo>
                  <a:pt x="694621" y="863378"/>
                </a:lnTo>
                <a:lnTo>
                  <a:pt x="689707" y="859589"/>
                </a:lnTo>
                <a:lnTo>
                  <a:pt x="660389" y="842094"/>
                </a:lnTo>
                <a:lnTo>
                  <a:pt x="654429" y="837982"/>
                </a:lnTo>
                <a:lnTo>
                  <a:pt x="646938" y="830807"/>
                </a:lnTo>
                <a:lnTo>
                  <a:pt x="638883" y="824357"/>
                </a:lnTo>
                <a:lnTo>
                  <a:pt x="621164" y="814279"/>
                </a:lnTo>
                <a:lnTo>
                  <a:pt x="590476" y="788561"/>
                </a:lnTo>
                <a:lnTo>
                  <a:pt x="577105" y="773807"/>
                </a:lnTo>
                <a:lnTo>
                  <a:pt x="562285" y="750104"/>
                </a:lnTo>
                <a:lnTo>
                  <a:pt x="557452" y="743977"/>
                </a:lnTo>
                <a:lnTo>
                  <a:pt x="532483" y="726160"/>
                </a:lnTo>
                <a:lnTo>
                  <a:pt x="518871" y="715356"/>
                </a:lnTo>
                <a:lnTo>
                  <a:pt x="513233" y="709149"/>
                </a:lnTo>
                <a:lnTo>
                  <a:pt x="499943" y="687542"/>
                </a:lnTo>
                <a:lnTo>
                  <a:pt x="496077" y="680205"/>
                </a:lnTo>
                <a:lnTo>
                  <a:pt x="491244" y="673836"/>
                </a:lnTo>
                <a:lnTo>
                  <a:pt x="483190" y="668596"/>
                </a:lnTo>
                <a:lnTo>
                  <a:pt x="476182" y="662469"/>
                </a:lnTo>
                <a:lnTo>
                  <a:pt x="462087" y="642877"/>
                </a:lnTo>
                <a:lnTo>
                  <a:pt x="457738" y="635138"/>
                </a:lnTo>
                <a:lnTo>
                  <a:pt x="454355" y="626672"/>
                </a:lnTo>
                <a:lnTo>
                  <a:pt x="454919" y="609742"/>
                </a:lnTo>
                <a:lnTo>
                  <a:pt x="425278" y="558547"/>
                </a:lnTo>
                <a:lnTo>
                  <a:pt x="417787" y="542584"/>
                </a:lnTo>
                <a:lnTo>
                  <a:pt x="410860" y="520494"/>
                </a:lnTo>
                <a:lnTo>
                  <a:pt x="409330" y="518236"/>
                </a:lnTo>
                <a:lnTo>
                  <a:pt x="393141" y="498403"/>
                </a:lnTo>
                <a:lnTo>
                  <a:pt x="387422" y="492034"/>
                </a:lnTo>
                <a:lnTo>
                  <a:pt x="380495" y="486068"/>
                </a:lnTo>
                <a:lnTo>
                  <a:pt x="374776" y="479135"/>
                </a:lnTo>
                <a:lnTo>
                  <a:pt x="363581" y="456480"/>
                </a:lnTo>
                <a:lnTo>
                  <a:pt x="359473" y="450191"/>
                </a:lnTo>
                <a:lnTo>
                  <a:pt x="353674" y="445596"/>
                </a:lnTo>
                <a:lnTo>
                  <a:pt x="332490" y="436969"/>
                </a:lnTo>
                <a:lnTo>
                  <a:pt x="324516" y="432213"/>
                </a:lnTo>
                <a:lnTo>
                  <a:pt x="318314" y="425441"/>
                </a:lnTo>
                <a:lnTo>
                  <a:pt x="314529" y="416814"/>
                </a:lnTo>
                <a:lnTo>
                  <a:pt x="310340" y="398513"/>
                </a:lnTo>
                <a:lnTo>
                  <a:pt x="300353" y="370618"/>
                </a:lnTo>
                <a:lnTo>
                  <a:pt x="289076" y="333290"/>
                </a:lnTo>
                <a:lnTo>
                  <a:pt x="281586" y="316601"/>
                </a:lnTo>
                <a:lnTo>
                  <a:pt x="272887" y="303460"/>
                </a:lnTo>
                <a:lnTo>
                  <a:pt x="270390" y="300477"/>
                </a:lnTo>
                <a:lnTo>
                  <a:pt x="231970" y="276855"/>
                </a:lnTo>
                <a:lnTo>
                  <a:pt x="225365" y="273388"/>
                </a:lnTo>
                <a:lnTo>
                  <a:pt x="218438" y="271292"/>
                </a:lnTo>
                <a:lnTo>
                  <a:pt x="208451" y="269760"/>
                </a:lnTo>
                <a:lnTo>
                  <a:pt x="200880" y="263633"/>
                </a:lnTo>
                <a:lnTo>
                  <a:pt x="197738" y="252749"/>
                </a:lnTo>
                <a:lnTo>
                  <a:pt x="196047" y="238076"/>
                </a:lnTo>
                <a:lnTo>
                  <a:pt x="194114" y="229288"/>
                </a:lnTo>
                <a:lnTo>
                  <a:pt x="192020" y="224289"/>
                </a:lnTo>
                <a:lnTo>
                  <a:pt x="175911" y="213970"/>
                </a:lnTo>
                <a:lnTo>
                  <a:pt x="169628" y="205746"/>
                </a:lnTo>
                <a:lnTo>
                  <a:pt x="164393" y="196717"/>
                </a:lnTo>
                <a:lnTo>
                  <a:pt x="159560" y="189703"/>
                </a:lnTo>
                <a:lnTo>
                  <a:pt x="141921" y="165597"/>
                </a:lnTo>
                <a:lnTo>
                  <a:pt x="135880" y="159228"/>
                </a:lnTo>
                <a:lnTo>
                  <a:pt x="128389" y="154793"/>
                </a:lnTo>
                <a:lnTo>
                  <a:pt x="106159" y="150117"/>
                </a:lnTo>
                <a:lnTo>
                  <a:pt x="99715" y="146167"/>
                </a:lnTo>
                <a:lnTo>
                  <a:pt x="88922" y="132461"/>
                </a:lnTo>
                <a:lnTo>
                  <a:pt x="82398" y="125447"/>
                </a:lnTo>
                <a:lnTo>
                  <a:pt x="62906" y="110129"/>
                </a:lnTo>
                <a:lnTo>
                  <a:pt x="29963" y="77961"/>
                </a:lnTo>
                <a:lnTo>
                  <a:pt x="23197" y="69979"/>
                </a:lnTo>
                <a:lnTo>
                  <a:pt x="18123" y="61595"/>
                </a:lnTo>
                <a:lnTo>
                  <a:pt x="14015" y="52646"/>
                </a:lnTo>
                <a:lnTo>
                  <a:pt x="0" y="27814"/>
                </a:lnTo>
                <a:lnTo>
                  <a:pt x="1128" y="22816"/>
                </a:lnTo>
                <a:lnTo>
                  <a:pt x="3222" y="17575"/>
                </a:lnTo>
                <a:lnTo>
                  <a:pt x="2900" y="13302"/>
                </a:lnTo>
                <a:lnTo>
                  <a:pt x="1370" y="9029"/>
                </a:lnTo>
                <a:lnTo>
                  <a:pt x="1692" y="5159"/>
                </a:lnTo>
                <a:lnTo>
                  <a:pt x="5880" y="2902"/>
                </a:lnTo>
                <a:lnTo>
                  <a:pt x="15223" y="0"/>
                </a:lnTo>
                <a:lnTo>
                  <a:pt x="24969" y="322"/>
                </a:lnTo>
                <a:lnTo>
                  <a:pt x="33990" y="1612"/>
                </a:lnTo>
                <a:lnTo>
                  <a:pt x="42689" y="4031"/>
                </a:lnTo>
                <a:lnTo>
                  <a:pt x="51066" y="9190"/>
                </a:lnTo>
                <a:lnTo>
                  <a:pt x="66047" y="22412"/>
                </a:lnTo>
                <a:lnTo>
                  <a:pt x="74585" y="27008"/>
                </a:lnTo>
                <a:lnTo>
                  <a:pt x="84089" y="29185"/>
                </a:lnTo>
                <a:lnTo>
                  <a:pt x="103581" y="32248"/>
                </a:lnTo>
                <a:close/>
                <a:moveTo>
                  <a:pt x="2221110" y="1148134"/>
                </a:moveTo>
                <a:lnTo>
                  <a:pt x="2209753" y="1150956"/>
                </a:lnTo>
                <a:lnTo>
                  <a:pt x="2202665" y="1153697"/>
                </a:lnTo>
                <a:lnTo>
                  <a:pt x="2195899" y="1157244"/>
                </a:lnTo>
                <a:lnTo>
                  <a:pt x="2191630" y="1158050"/>
                </a:lnTo>
                <a:lnTo>
                  <a:pt x="2183898" y="1158292"/>
                </a:lnTo>
                <a:lnTo>
                  <a:pt x="2173024" y="1157647"/>
                </a:lnTo>
                <a:lnTo>
                  <a:pt x="2165614" y="1158857"/>
                </a:lnTo>
                <a:lnTo>
                  <a:pt x="2145075" y="1168128"/>
                </a:lnTo>
                <a:lnTo>
                  <a:pt x="2136940" y="1168934"/>
                </a:lnTo>
                <a:lnTo>
                  <a:pt x="2129933" y="1171272"/>
                </a:lnTo>
                <a:lnTo>
                  <a:pt x="2127517" y="1167644"/>
                </a:lnTo>
                <a:lnTo>
                  <a:pt x="2124617" y="1164984"/>
                </a:lnTo>
                <a:lnTo>
                  <a:pt x="2117771" y="1164258"/>
                </a:lnTo>
                <a:lnTo>
                  <a:pt x="2110924" y="1164500"/>
                </a:lnTo>
                <a:lnTo>
                  <a:pt x="2103917" y="1172724"/>
                </a:lnTo>
                <a:lnTo>
                  <a:pt x="2092882" y="1171031"/>
                </a:lnTo>
                <a:lnTo>
                  <a:pt x="2088613" y="1171676"/>
                </a:lnTo>
                <a:lnTo>
                  <a:pt x="2084425" y="1173449"/>
                </a:lnTo>
                <a:lnTo>
                  <a:pt x="2080317" y="1174175"/>
                </a:lnTo>
                <a:lnTo>
                  <a:pt x="2076048" y="1173610"/>
                </a:lnTo>
                <a:lnTo>
                  <a:pt x="2059859" y="1167241"/>
                </a:lnTo>
                <a:lnTo>
                  <a:pt x="2041253" y="1163452"/>
                </a:lnTo>
                <a:lnTo>
                  <a:pt x="2022727" y="1164903"/>
                </a:lnTo>
                <a:lnTo>
                  <a:pt x="2006699" y="1161437"/>
                </a:lnTo>
                <a:lnTo>
                  <a:pt x="1997920" y="1164097"/>
                </a:lnTo>
                <a:lnTo>
                  <a:pt x="1989623" y="1167967"/>
                </a:lnTo>
                <a:lnTo>
                  <a:pt x="1987207" y="1163936"/>
                </a:lnTo>
                <a:lnTo>
                  <a:pt x="1984146" y="1160388"/>
                </a:lnTo>
                <a:lnTo>
                  <a:pt x="1981488" y="1155067"/>
                </a:lnTo>
                <a:lnTo>
                  <a:pt x="1981408" y="1149021"/>
                </a:lnTo>
                <a:lnTo>
                  <a:pt x="1982294" y="1144828"/>
                </a:lnTo>
                <a:lnTo>
                  <a:pt x="1984710" y="1140959"/>
                </a:lnTo>
                <a:lnTo>
                  <a:pt x="1986160" y="1136928"/>
                </a:lnTo>
                <a:lnTo>
                  <a:pt x="1986885" y="1132655"/>
                </a:lnTo>
                <a:lnTo>
                  <a:pt x="1990348" y="1134670"/>
                </a:lnTo>
                <a:lnTo>
                  <a:pt x="1994053" y="1133945"/>
                </a:lnTo>
                <a:lnTo>
                  <a:pt x="2004927" y="1129268"/>
                </a:lnTo>
                <a:lnTo>
                  <a:pt x="2015559" y="1122174"/>
                </a:lnTo>
                <a:lnTo>
                  <a:pt x="2025466" y="1119594"/>
                </a:lnTo>
                <a:lnTo>
                  <a:pt x="2031185" y="1118868"/>
                </a:lnTo>
                <a:lnTo>
                  <a:pt x="2036098" y="1120239"/>
                </a:lnTo>
                <a:lnTo>
                  <a:pt x="2041011" y="1119755"/>
                </a:lnTo>
                <a:lnTo>
                  <a:pt x="2046086" y="1118143"/>
                </a:lnTo>
                <a:lnTo>
                  <a:pt x="2054140" y="1123625"/>
                </a:lnTo>
                <a:lnTo>
                  <a:pt x="2057442" y="1124673"/>
                </a:lnTo>
                <a:lnTo>
                  <a:pt x="2068316" y="1125157"/>
                </a:lnTo>
                <a:lnTo>
                  <a:pt x="2078223" y="1128301"/>
                </a:lnTo>
                <a:lnTo>
                  <a:pt x="2087002" y="1132977"/>
                </a:lnTo>
                <a:lnTo>
                  <a:pt x="2099809" y="1137331"/>
                </a:lnTo>
                <a:lnTo>
                  <a:pt x="2107461" y="1143216"/>
                </a:lnTo>
                <a:lnTo>
                  <a:pt x="2113341" y="1145393"/>
                </a:lnTo>
                <a:lnTo>
                  <a:pt x="2117609" y="1145957"/>
                </a:lnTo>
                <a:lnTo>
                  <a:pt x="2121637" y="1145151"/>
                </a:lnTo>
                <a:lnTo>
                  <a:pt x="2126631" y="1141200"/>
                </a:lnTo>
                <a:lnTo>
                  <a:pt x="2132510" y="1139588"/>
                </a:lnTo>
                <a:lnTo>
                  <a:pt x="2137665" y="1139669"/>
                </a:lnTo>
                <a:lnTo>
                  <a:pt x="2147008" y="1138621"/>
                </a:lnTo>
                <a:lnTo>
                  <a:pt x="2150955" y="1137653"/>
                </a:lnTo>
                <a:lnTo>
                  <a:pt x="2155385" y="1135476"/>
                </a:lnTo>
                <a:lnTo>
                  <a:pt x="2159654" y="1136847"/>
                </a:lnTo>
                <a:lnTo>
                  <a:pt x="2163440" y="1138862"/>
                </a:lnTo>
                <a:lnTo>
                  <a:pt x="2179226" y="1149182"/>
                </a:lnTo>
                <a:lnTo>
                  <a:pt x="2184059" y="1149424"/>
                </a:lnTo>
                <a:lnTo>
                  <a:pt x="2192919" y="1147247"/>
                </a:lnTo>
                <a:lnTo>
                  <a:pt x="2195658" y="1144425"/>
                </a:lnTo>
                <a:lnTo>
                  <a:pt x="2197027" y="1140233"/>
                </a:lnTo>
                <a:lnTo>
                  <a:pt x="2199443" y="1136686"/>
                </a:lnTo>
                <a:lnTo>
                  <a:pt x="2202826" y="1133622"/>
                </a:lnTo>
                <a:lnTo>
                  <a:pt x="2206692" y="1131203"/>
                </a:lnTo>
                <a:lnTo>
                  <a:pt x="2218452" y="1127253"/>
                </a:lnTo>
                <a:lnTo>
                  <a:pt x="2226506" y="1123302"/>
                </a:lnTo>
                <a:lnTo>
                  <a:pt x="2232064" y="1116691"/>
                </a:lnTo>
                <a:lnTo>
                  <a:pt x="2219177" y="1113789"/>
                </a:lnTo>
                <a:lnTo>
                  <a:pt x="2221835" y="1109032"/>
                </a:lnTo>
                <a:lnTo>
                  <a:pt x="2226184" y="1106291"/>
                </a:lnTo>
                <a:lnTo>
                  <a:pt x="2231903" y="1107339"/>
                </a:lnTo>
                <a:lnTo>
                  <a:pt x="2236816" y="1111048"/>
                </a:lnTo>
                <a:lnTo>
                  <a:pt x="2239071" y="1125318"/>
                </a:lnTo>
                <a:lnTo>
                  <a:pt x="2234964" y="1127334"/>
                </a:lnTo>
                <a:lnTo>
                  <a:pt x="2232467" y="1129510"/>
                </a:lnTo>
                <a:lnTo>
                  <a:pt x="2230695" y="1132332"/>
                </a:lnTo>
                <a:lnTo>
                  <a:pt x="2223365" y="1137573"/>
                </a:lnTo>
                <a:lnTo>
                  <a:pt x="2226265" y="1144103"/>
                </a:lnTo>
                <a:lnTo>
                  <a:pt x="2224090" y="1146844"/>
                </a:lnTo>
                <a:lnTo>
                  <a:pt x="2221110" y="1148134"/>
                </a:lnTo>
                <a:close/>
                <a:moveTo>
                  <a:pt x="1998000" y="1209648"/>
                </a:moveTo>
                <a:lnTo>
                  <a:pt x="2001625" y="1213276"/>
                </a:lnTo>
                <a:lnTo>
                  <a:pt x="2014753" y="1220210"/>
                </a:lnTo>
                <a:lnTo>
                  <a:pt x="2016928" y="1223193"/>
                </a:lnTo>
                <a:lnTo>
                  <a:pt x="2017734" y="1228030"/>
                </a:lnTo>
                <a:lnTo>
                  <a:pt x="2020392" y="1231658"/>
                </a:lnTo>
                <a:lnTo>
                  <a:pt x="2026352" y="1232222"/>
                </a:lnTo>
                <a:lnTo>
                  <a:pt x="2032715" y="1231497"/>
                </a:lnTo>
                <a:lnTo>
                  <a:pt x="2037548" y="1233754"/>
                </a:lnTo>
                <a:lnTo>
                  <a:pt x="2041736" y="1237382"/>
                </a:lnTo>
                <a:lnTo>
                  <a:pt x="2047938" y="1244396"/>
                </a:lnTo>
                <a:lnTo>
                  <a:pt x="2053335" y="1252217"/>
                </a:lnTo>
                <a:lnTo>
                  <a:pt x="2060100" y="1256570"/>
                </a:lnTo>
                <a:lnTo>
                  <a:pt x="2064047" y="1263020"/>
                </a:lnTo>
                <a:lnTo>
                  <a:pt x="2061711" y="1268744"/>
                </a:lnTo>
                <a:lnTo>
                  <a:pt x="2053173" y="1276726"/>
                </a:lnTo>
                <a:lnTo>
                  <a:pt x="2048502" y="1278419"/>
                </a:lnTo>
                <a:lnTo>
                  <a:pt x="2042219" y="1279064"/>
                </a:lnTo>
                <a:lnTo>
                  <a:pt x="2032312" y="1283740"/>
                </a:lnTo>
                <a:lnTo>
                  <a:pt x="2028768" y="1281240"/>
                </a:lnTo>
                <a:lnTo>
                  <a:pt x="2017492" y="1279547"/>
                </a:lnTo>
                <a:lnTo>
                  <a:pt x="2008632" y="1276161"/>
                </a:lnTo>
                <a:lnTo>
                  <a:pt x="2001141" y="1269953"/>
                </a:lnTo>
                <a:lnTo>
                  <a:pt x="1996792" y="1263262"/>
                </a:lnTo>
                <a:lnTo>
                  <a:pt x="1991395" y="1257376"/>
                </a:lnTo>
                <a:lnTo>
                  <a:pt x="1981891" y="1253345"/>
                </a:lnTo>
                <a:lnTo>
                  <a:pt x="1964816" y="1241816"/>
                </a:lnTo>
                <a:lnTo>
                  <a:pt x="1954264" y="1240768"/>
                </a:lnTo>
                <a:lnTo>
                  <a:pt x="1949995" y="1241575"/>
                </a:lnTo>
                <a:lnTo>
                  <a:pt x="1945646" y="1241655"/>
                </a:lnTo>
                <a:lnTo>
                  <a:pt x="1923254" y="1236415"/>
                </a:lnTo>
                <a:lnTo>
                  <a:pt x="1919791" y="1233351"/>
                </a:lnTo>
                <a:lnTo>
                  <a:pt x="1917052" y="1229481"/>
                </a:lnTo>
                <a:lnTo>
                  <a:pt x="1914555" y="1225611"/>
                </a:lnTo>
                <a:lnTo>
                  <a:pt x="1913106" y="1221258"/>
                </a:lnTo>
                <a:lnTo>
                  <a:pt x="1915925" y="1217469"/>
                </a:lnTo>
                <a:lnTo>
                  <a:pt x="1918905" y="1214889"/>
                </a:lnTo>
                <a:lnTo>
                  <a:pt x="1931389" y="1210374"/>
                </a:lnTo>
                <a:lnTo>
                  <a:pt x="1940249" y="1209003"/>
                </a:lnTo>
                <a:lnTo>
                  <a:pt x="1950559" y="1209245"/>
                </a:lnTo>
                <a:lnTo>
                  <a:pt x="1965943" y="1207794"/>
                </a:lnTo>
                <a:lnTo>
                  <a:pt x="1980441" y="1210051"/>
                </a:lnTo>
                <a:lnTo>
                  <a:pt x="1984952" y="1208439"/>
                </a:lnTo>
                <a:lnTo>
                  <a:pt x="1992281" y="1203682"/>
                </a:lnTo>
                <a:lnTo>
                  <a:pt x="1994859" y="1205375"/>
                </a:lnTo>
                <a:lnTo>
                  <a:pt x="1998000" y="1209648"/>
                </a:lnTo>
                <a:close/>
                <a:moveTo>
                  <a:pt x="1855355" y="1124431"/>
                </a:moveTo>
                <a:lnTo>
                  <a:pt x="1859382" y="1127575"/>
                </a:lnTo>
                <a:lnTo>
                  <a:pt x="1863087" y="1127334"/>
                </a:lnTo>
                <a:lnTo>
                  <a:pt x="1870739" y="1122416"/>
                </a:lnTo>
                <a:lnTo>
                  <a:pt x="1875411" y="1120642"/>
                </a:lnTo>
                <a:lnTo>
                  <a:pt x="1880324" y="1120561"/>
                </a:lnTo>
                <a:lnTo>
                  <a:pt x="1885157" y="1121448"/>
                </a:lnTo>
                <a:lnTo>
                  <a:pt x="1889909" y="1124834"/>
                </a:lnTo>
                <a:lnTo>
                  <a:pt x="1891600" y="1130478"/>
                </a:lnTo>
                <a:lnTo>
                  <a:pt x="1893372" y="1132251"/>
                </a:lnTo>
                <a:lnTo>
                  <a:pt x="1896111" y="1125479"/>
                </a:lnTo>
                <a:lnTo>
                  <a:pt x="1899816" y="1123464"/>
                </a:lnTo>
                <a:lnTo>
                  <a:pt x="1904004" y="1122416"/>
                </a:lnTo>
                <a:lnTo>
                  <a:pt x="1910448" y="1122819"/>
                </a:lnTo>
                <a:lnTo>
                  <a:pt x="1915441" y="1126044"/>
                </a:lnTo>
                <a:lnTo>
                  <a:pt x="1919952" y="1135638"/>
                </a:lnTo>
                <a:lnTo>
                  <a:pt x="1919791" y="1144022"/>
                </a:lnTo>
                <a:lnTo>
                  <a:pt x="1921402" y="1147167"/>
                </a:lnTo>
                <a:lnTo>
                  <a:pt x="1924543" y="1149424"/>
                </a:lnTo>
                <a:lnTo>
                  <a:pt x="1926879" y="1152649"/>
                </a:lnTo>
                <a:lnTo>
                  <a:pt x="1924785" y="1156035"/>
                </a:lnTo>
                <a:lnTo>
                  <a:pt x="1922771" y="1157647"/>
                </a:lnTo>
                <a:lnTo>
                  <a:pt x="1916891" y="1159260"/>
                </a:lnTo>
                <a:lnTo>
                  <a:pt x="1914072" y="1158534"/>
                </a:lnTo>
                <a:lnTo>
                  <a:pt x="1911495" y="1156277"/>
                </a:lnTo>
                <a:lnTo>
                  <a:pt x="1908595" y="1155471"/>
                </a:lnTo>
                <a:lnTo>
                  <a:pt x="1901990" y="1156196"/>
                </a:lnTo>
                <a:lnTo>
                  <a:pt x="1895950" y="1158050"/>
                </a:lnTo>
                <a:lnTo>
                  <a:pt x="1896755" y="1161195"/>
                </a:lnTo>
                <a:lnTo>
                  <a:pt x="1901749" y="1162565"/>
                </a:lnTo>
                <a:lnTo>
                  <a:pt x="1903279" y="1164016"/>
                </a:lnTo>
                <a:lnTo>
                  <a:pt x="1902957" y="1165951"/>
                </a:lnTo>
                <a:lnTo>
                  <a:pt x="1900943" y="1166354"/>
                </a:lnTo>
                <a:lnTo>
                  <a:pt x="1894500" y="1163694"/>
                </a:lnTo>
                <a:lnTo>
                  <a:pt x="1890150" y="1164258"/>
                </a:lnTo>
                <a:lnTo>
                  <a:pt x="1874444" y="1167806"/>
                </a:lnTo>
                <a:lnTo>
                  <a:pt x="1870256" y="1167725"/>
                </a:lnTo>
                <a:lnTo>
                  <a:pt x="1867920" y="1164339"/>
                </a:lnTo>
                <a:lnTo>
                  <a:pt x="1868081" y="1155551"/>
                </a:lnTo>
                <a:lnTo>
                  <a:pt x="1866390" y="1153213"/>
                </a:lnTo>
                <a:lnTo>
                  <a:pt x="1854711" y="1163936"/>
                </a:lnTo>
                <a:lnTo>
                  <a:pt x="1851167" y="1166596"/>
                </a:lnTo>
                <a:lnTo>
                  <a:pt x="1846495" y="1167806"/>
                </a:lnTo>
                <a:lnTo>
                  <a:pt x="1841582" y="1167403"/>
                </a:lnTo>
                <a:lnTo>
                  <a:pt x="1824667" y="1173852"/>
                </a:lnTo>
                <a:lnTo>
                  <a:pt x="1819351" y="1172965"/>
                </a:lnTo>
                <a:lnTo>
                  <a:pt x="1814277" y="1172965"/>
                </a:lnTo>
                <a:lnTo>
                  <a:pt x="1796235" y="1180060"/>
                </a:lnTo>
                <a:lnTo>
                  <a:pt x="1786569" y="1181995"/>
                </a:lnTo>
                <a:lnTo>
                  <a:pt x="1781576" y="1182156"/>
                </a:lnTo>
                <a:lnTo>
                  <a:pt x="1776662" y="1181511"/>
                </a:lnTo>
                <a:lnTo>
                  <a:pt x="1772232" y="1182156"/>
                </a:lnTo>
                <a:lnTo>
                  <a:pt x="1768286" y="1184978"/>
                </a:lnTo>
                <a:lnTo>
                  <a:pt x="1760231" y="1187397"/>
                </a:lnTo>
                <a:lnTo>
                  <a:pt x="1751935" y="1185542"/>
                </a:lnTo>
                <a:lnTo>
                  <a:pt x="1744928" y="1183124"/>
                </a:lnTo>
                <a:lnTo>
                  <a:pt x="1738242" y="1179899"/>
                </a:lnTo>
                <a:lnTo>
                  <a:pt x="1736632" y="1175787"/>
                </a:lnTo>
                <a:lnTo>
                  <a:pt x="1736954" y="1170869"/>
                </a:lnTo>
                <a:lnTo>
                  <a:pt x="1739773" y="1164178"/>
                </a:lnTo>
                <a:lnTo>
                  <a:pt x="1737840" y="1152407"/>
                </a:lnTo>
                <a:lnTo>
                  <a:pt x="1739290" y="1147005"/>
                </a:lnTo>
                <a:lnTo>
                  <a:pt x="1742028" y="1141684"/>
                </a:lnTo>
                <a:lnTo>
                  <a:pt x="1746136" y="1139749"/>
                </a:lnTo>
                <a:lnTo>
                  <a:pt x="1751532" y="1139346"/>
                </a:lnTo>
                <a:lnTo>
                  <a:pt x="1760473" y="1134590"/>
                </a:lnTo>
                <a:lnTo>
                  <a:pt x="1768608" y="1128382"/>
                </a:lnTo>
                <a:lnTo>
                  <a:pt x="1773360" y="1129027"/>
                </a:lnTo>
                <a:lnTo>
                  <a:pt x="1784073" y="1133380"/>
                </a:lnTo>
                <a:lnTo>
                  <a:pt x="1790355" y="1133864"/>
                </a:lnTo>
                <a:lnTo>
                  <a:pt x="1800987" y="1133138"/>
                </a:lnTo>
                <a:lnTo>
                  <a:pt x="1805417" y="1135879"/>
                </a:lnTo>
                <a:lnTo>
                  <a:pt x="1807108" y="1142007"/>
                </a:lnTo>
                <a:lnTo>
                  <a:pt x="1809525" y="1144184"/>
                </a:lnTo>
                <a:lnTo>
                  <a:pt x="1812666" y="1145796"/>
                </a:lnTo>
                <a:lnTo>
                  <a:pt x="1820237" y="1156116"/>
                </a:lnTo>
                <a:lnTo>
                  <a:pt x="1827245" y="1155551"/>
                </a:lnTo>
                <a:lnTo>
                  <a:pt x="1833447" y="1157486"/>
                </a:lnTo>
                <a:lnTo>
                  <a:pt x="1844240" y="1151198"/>
                </a:lnTo>
                <a:lnTo>
                  <a:pt x="1852455" y="1151359"/>
                </a:lnTo>
                <a:lnTo>
                  <a:pt x="1854791" y="1146522"/>
                </a:lnTo>
                <a:lnTo>
                  <a:pt x="1849878" y="1141362"/>
                </a:lnTo>
                <a:lnTo>
                  <a:pt x="1843918" y="1137089"/>
                </a:lnTo>
                <a:lnTo>
                  <a:pt x="1840776" y="1136202"/>
                </a:lnTo>
                <a:lnTo>
                  <a:pt x="1837313" y="1136444"/>
                </a:lnTo>
                <a:lnTo>
                  <a:pt x="1834172" y="1135799"/>
                </a:lnTo>
                <a:lnTo>
                  <a:pt x="1820962" y="1126366"/>
                </a:lnTo>
                <a:lnTo>
                  <a:pt x="1817015" y="1121287"/>
                </a:lnTo>
                <a:lnTo>
                  <a:pt x="1814760" y="1115321"/>
                </a:lnTo>
                <a:lnTo>
                  <a:pt x="1816129" y="1110887"/>
                </a:lnTo>
                <a:lnTo>
                  <a:pt x="1825231" y="1106936"/>
                </a:lnTo>
                <a:lnTo>
                  <a:pt x="1829500" y="1105969"/>
                </a:lnTo>
                <a:lnTo>
                  <a:pt x="1845287" y="1108629"/>
                </a:lnTo>
                <a:lnTo>
                  <a:pt x="1848025" y="1110887"/>
                </a:lnTo>
                <a:lnTo>
                  <a:pt x="1852214" y="1120319"/>
                </a:lnTo>
                <a:lnTo>
                  <a:pt x="1855355" y="1124431"/>
                </a:lnTo>
                <a:close/>
                <a:moveTo>
                  <a:pt x="2390738" y="373601"/>
                </a:moveTo>
                <a:lnTo>
                  <a:pt x="2375354" y="387226"/>
                </a:lnTo>
                <a:lnTo>
                  <a:pt x="2370682" y="393837"/>
                </a:lnTo>
                <a:lnTo>
                  <a:pt x="2366574" y="401012"/>
                </a:lnTo>
                <a:lnTo>
                  <a:pt x="2360533" y="408913"/>
                </a:lnTo>
                <a:lnTo>
                  <a:pt x="2353606" y="415847"/>
                </a:lnTo>
                <a:lnTo>
                  <a:pt x="2350062" y="417943"/>
                </a:lnTo>
                <a:lnTo>
                  <a:pt x="2341525" y="421732"/>
                </a:lnTo>
                <a:lnTo>
                  <a:pt x="2336611" y="423183"/>
                </a:lnTo>
                <a:lnTo>
                  <a:pt x="2327268" y="423586"/>
                </a:lnTo>
                <a:lnTo>
                  <a:pt x="2299319" y="429149"/>
                </a:lnTo>
                <a:lnTo>
                  <a:pt x="2290137" y="429875"/>
                </a:lnTo>
                <a:lnTo>
                  <a:pt x="2280955" y="429633"/>
                </a:lnTo>
                <a:lnTo>
                  <a:pt x="2263557" y="428182"/>
                </a:lnTo>
                <a:lnTo>
                  <a:pt x="2259933" y="427456"/>
                </a:lnTo>
                <a:lnTo>
                  <a:pt x="2253006" y="420281"/>
                </a:lnTo>
                <a:lnTo>
                  <a:pt x="2245273" y="414637"/>
                </a:lnTo>
                <a:lnTo>
                  <a:pt x="2238346" y="413992"/>
                </a:lnTo>
                <a:lnTo>
                  <a:pt x="2231339" y="414637"/>
                </a:lnTo>
                <a:lnTo>
                  <a:pt x="2180676" y="415040"/>
                </a:lnTo>
                <a:lnTo>
                  <a:pt x="2162956" y="416088"/>
                </a:lnTo>
                <a:lnTo>
                  <a:pt x="2145317" y="418588"/>
                </a:lnTo>
                <a:lnTo>
                  <a:pt x="2135732" y="417459"/>
                </a:lnTo>
                <a:lnTo>
                  <a:pt x="2126228" y="414637"/>
                </a:lnTo>
                <a:lnTo>
                  <a:pt x="2119059" y="413670"/>
                </a:lnTo>
                <a:lnTo>
                  <a:pt x="2111810" y="413912"/>
                </a:lnTo>
                <a:lnTo>
                  <a:pt x="2078545" y="418185"/>
                </a:lnTo>
                <a:lnTo>
                  <a:pt x="2070168" y="417781"/>
                </a:lnTo>
                <a:lnTo>
                  <a:pt x="2053335" y="412299"/>
                </a:lnTo>
                <a:lnTo>
                  <a:pt x="2043589" y="411251"/>
                </a:lnTo>
                <a:lnTo>
                  <a:pt x="2034004" y="412702"/>
                </a:lnTo>
                <a:lnTo>
                  <a:pt x="2025063" y="417620"/>
                </a:lnTo>
                <a:lnTo>
                  <a:pt x="2021680" y="420926"/>
                </a:lnTo>
                <a:lnTo>
                  <a:pt x="2012418" y="432132"/>
                </a:lnTo>
                <a:lnTo>
                  <a:pt x="2007182" y="440356"/>
                </a:lnTo>
                <a:lnTo>
                  <a:pt x="2003236" y="450595"/>
                </a:lnTo>
                <a:lnTo>
                  <a:pt x="1999853" y="461075"/>
                </a:lnTo>
                <a:lnTo>
                  <a:pt x="1998000" y="469621"/>
                </a:lnTo>
                <a:lnTo>
                  <a:pt x="1997920" y="478570"/>
                </a:lnTo>
                <a:lnTo>
                  <a:pt x="1999530" y="488648"/>
                </a:lnTo>
                <a:lnTo>
                  <a:pt x="2002027" y="498645"/>
                </a:lnTo>
                <a:lnTo>
                  <a:pt x="2004766" y="506224"/>
                </a:lnTo>
                <a:lnTo>
                  <a:pt x="2016364" y="523799"/>
                </a:lnTo>
                <a:lnTo>
                  <a:pt x="2018700" y="526298"/>
                </a:lnTo>
                <a:lnTo>
                  <a:pt x="2031185" y="531297"/>
                </a:lnTo>
                <a:lnTo>
                  <a:pt x="2038675" y="537585"/>
                </a:lnTo>
                <a:lnTo>
                  <a:pt x="2045683" y="555242"/>
                </a:lnTo>
                <a:lnTo>
                  <a:pt x="2050677" y="564271"/>
                </a:lnTo>
                <a:lnTo>
                  <a:pt x="2055670" y="564352"/>
                </a:lnTo>
                <a:lnTo>
                  <a:pt x="2061147" y="563787"/>
                </a:lnTo>
                <a:lnTo>
                  <a:pt x="2070732" y="564916"/>
                </a:lnTo>
                <a:lnTo>
                  <a:pt x="2080237" y="567254"/>
                </a:lnTo>
                <a:lnTo>
                  <a:pt x="2089499" y="561772"/>
                </a:lnTo>
                <a:lnTo>
                  <a:pt x="2094654" y="551533"/>
                </a:lnTo>
                <a:lnTo>
                  <a:pt x="2099809" y="543955"/>
                </a:lnTo>
                <a:lnTo>
                  <a:pt x="2112213" y="529523"/>
                </a:lnTo>
                <a:lnTo>
                  <a:pt x="2119301" y="522832"/>
                </a:lnTo>
                <a:lnTo>
                  <a:pt x="2123892" y="520655"/>
                </a:lnTo>
                <a:lnTo>
                  <a:pt x="2128483" y="521542"/>
                </a:lnTo>
                <a:lnTo>
                  <a:pt x="2132349" y="525412"/>
                </a:lnTo>
                <a:lnTo>
                  <a:pt x="2136940" y="528475"/>
                </a:lnTo>
                <a:lnTo>
                  <a:pt x="2146203" y="530088"/>
                </a:lnTo>
                <a:lnTo>
                  <a:pt x="2155627" y="529040"/>
                </a:lnTo>
                <a:lnTo>
                  <a:pt x="2165614" y="524363"/>
                </a:lnTo>
                <a:lnTo>
                  <a:pt x="2169158" y="521461"/>
                </a:lnTo>
                <a:lnTo>
                  <a:pt x="2172138" y="517833"/>
                </a:lnTo>
                <a:lnTo>
                  <a:pt x="2180596" y="514850"/>
                </a:lnTo>
                <a:lnTo>
                  <a:pt x="2200732" y="514850"/>
                </a:lnTo>
                <a:lnTo>
                  <a:pt x="2211122" y="515898"/>
                </a:lnTo>
                <a:lnTo>
                  <a:pt x="2229648" y="514689"/>
                </a:lnTo>
                <a:lnTo>
                  <a:pt x="2229406" y="512028"/>
                </a:lnTo>
                <a:lnTo>
                  <a:pt x="2225781" y="509207"/>
                </a:lnTo>
                <a:lnTo>
                  <a:pt x="2224815" y="506949"/>
                </a:lnTo>
                <a:lnTo>
                  <a:pt x="2228278" y="505498"/>
                </a:lnTo>
                <a:lnTo>
                  <a:pt x="2240199" y="502192"/>
                </a:lnTo>
                <a:lnTo>
                  <a:pt x="2252361" y="499854"/>
                </a:lnTo>
                <a:lnTo>
                  <a:pt x="2261221" y="501547"/>
                </a:lnTo>
                <a:lnTo>
                  <a:pt x="2269195" y="506143"/>
                </a:lnTo>
                <a:lnTo>
                  <a:pt x="2272175" y="510819"/>
                </a:lnTo>
                <a:lnTo>
                  <a:pt x="2273545" y="516543"/>
                </a:lnTo>
                <a:lnTo>
                  <a:pt x="2270484" y="531378"/>
                </a:lnTo>
                <a:lnTo>
                  <a:pt x="2269034" y="534764"/>
                </a:lnTo>
                <a:lnTo>
                  <a:pt x="2262752" y="536537"/>
                </a:lnTo>
                <a:lnTo>
                  <a:pt x="2256791" y="534602"/>
                </a:lnTo>
                <a:lnTo>
                  <a:pt x="2250911" y="526943"/>
                </a:lnTo>
                <a:lnTo>
                  <a:pt x="2242535" y="524122"/>
                </a:lnTo>
                <a:lnTo>
                  <a:pt x="2230775" y="526460"/>
                </a:lnTo>
                <a:lnTo>
                  <a:pt x="2226748" y="528636"/>
                </a:lnTo>
                <a:lnTo>
                  <a:pt x="2223043" y="531700"/>
                </a:lnTo>
                <a:lnTo>
                  <a:pt x="2216438" y="539601"/>
                </a:lnTo>
                <a:lnTo>
                  <a:pt x="2210881" y="548550"/>
                </a:lnTo>
                <a:lnTo>
                  <a:pt x="2198879" y="562498"/>
                </a:lnTo>
                <a:lnTo>
                  <a:pt x="2184945" y="574591"/>
                </a:lnTo>
                <a:lnTo>
                  <a:pt x="2178260" y="579186"/>
                </a:lnTo>
                <a:lnTo>
                  <a:pt x="2170769" y="582330"/>
                </a:lnTo>
                <a:lnTo>
                  <a:pt x="2146686" y="590312"/>
                </a:lnTo>
                <a:lnTo>
                  <a:pt x="2140323" y="596278"/>
                </a:lnTo>
                <a:lnTo>
                  <a:pt x="2135410" y="604018"/>
                </a:lnTo>
                <a:lnTo>
                  <a:pt x="2129933" y="606598"/>
                </a:lnTo>
                <a:lnTo>
                  <a:pt x="2123650" y="607484"/>
                </a:lnTo>
                <a:lnTo>
                  <a:pt x="2118898" y="606033"/>
                </a:lnTo>
                <a:lnTo>
                  <a:pt x="2109313" y="601680"/>
                </a:lnTo>
                <a:lnTo>
                  <a:pt x="2106092" y="605227"/>
                </a:lnTo>
                <a:lnTo>
                  <a:pt x="2105608" y="610709"/>
                </a:lnTo>
                <a:lnTo>
                  <a:pt x="2110360" y="612644"/>
                </a:lnTo>
                <a:lnTo>
                  <a:pt x="2117932" y="618691"/>
                </a:lnTo>
                <a:lnTo>
                  <a:pt x="2123811" y="627237"/>
                </a:lnTo>
                <a:lnTo>
                  <a:pt x="2127597" y="629091"/>
                </a:lnTo>
                <a:lnTo>
                  <a:pt x="2135974" y="631832"/>
                </a:lnTo>
                <a:lnTo>
                  <a:pt x="2139518" y="634493"/>
                </a:lnTo>
                <a:lnTo>
                  <a:pt x="2145800" y="641829"/>
                </a:lnTo>
                <a:lnTo>
                  <a:pt x="2155788" y="658760"/>
                </a:lnTo>
                <a:lnTo>
                  <a:pt x="2159171" y="667951"/>
                </a:lnTo>
                <a:lnTo>
                  <a:pt x="2164728" y="675529"/>
                </a:lnTo>
                <a:lnTo>
                  <a:pt x="2181562" y="688267"/>
                </a:lnTo>
                <a:lnTo>
                  <a:pt x="2182448" y="691815"/>
                </a:lnTo>
                <a:lnTo>
                  <a:pt x="2181401" y="696007"/>
                </a:lnTo>
                <a:lnTo>
                  <a:pt x="2182770" y="699877"/>
                </a:lnTo>
                <a:lnTo>
                  <a:pt x="2188731" y="707133"/>
                </a:lnTo>
                <a:lnTo>
                  <a:pt x="2190181" y="711890"/>
                </a:lnTo>
                <a:lnTo>
                  <a:pt x="2183576" y="717856"/>
                </a:lnTo>
                <a:lnTo>
                  <a:pt x="2183254" y="726563"/>
                </a:lnTo>
                <a:lnTo>
                  <a:pt x="2179226" y="738172"/>
                </a:lnTo>
                <a:lnTo>
                  <a:pt x="2178260" y="742123"/>
                </a:lnTo>
                <a:lnTo>
                  <a:pt x="2178421" y="745670"/>
                </a:lnTo>
                <a:lnTo>
                  <a:pt x="2181240" y="749056"/>
                </a:lnTo>
                <a:lnTo>
                  <a:pt x="2184542" y="751636"/>
                </a:lnTo>
                <a:lnTo>
                  <a:pt x="2189053" y="753007"/>
                </a:lnTo>
                <a:lnTo>
                  <a:pt x="2193080" y="755345"/>
                </a:lnTo>
                <a:lnTo>
                  <a:pt x="2200651" y="764455"/>
                </a:lnTo>
                <a:lnTo>
                  <a:pt x="2204679" y="766793"/>
                </a:lnTo>
                <a:lnTo>
                  <a:pt x="2207176" y="770099"/>
                </a:lnTo>
                <a:lnTo>
                  <a:pt x="2206934" y="775097"/>
                </a:lnTo>
                <a:lnTo>
                  <a:pt x="2210397" y="777999"/>
                </a:lnTo>
                <a:lnTo>
                  <a:pt x="2213619" y="783079"/>
                </a:lnTo>
                <a:lnTo>
                  <a:pt x="2218452" y="784369"/>
                </a:lnTo>
                <a:lnTo>
                  <a:pt x="2220788" y="782917"/>
                </a:lnTo>
                <a:lnTo>
                  <a:pt x="2222318" y="780660"/>
                </a:lnTo>
                <a:lnTo>
                  <a:pt x="2226345" y="781547"/>
                </a:lnTo>
                <a:lnTo>
                  <a:pt x="2228681" y="785094"/>
                </a:lnTo>
                <a:lnTo>
                  <a:pt x="2230050" y="789690"/>
                </a:lnTo>
                <a:lnTo>
                  <a:pt x="2230534" y="794769"/>
                </a:lnTo>
                <a:lnTo>
                  <a:pt x="2230292" y="804443"/>
                </a:lnTo>
                <a:lnTo>
                  <a:pt x="2228278" y="807910"/>
                </a:lnTo>
                <a:lnTo>
                  <a:pt x="2223929" y="807749"/>
                </a:lnTo>
                <a:lnTo>
                  <a:pt x="2216036" y="803798"/>
                </a:lnTo>
                <a:lnTo>
                  <a:pt x="2215633" y="806620"/>
                </a:lnTo>
                <a:lnTo>
                  <a:pt x="2216197" y="809442"/>
                </a:lnTo>
                <a:lnTo>
                  <a:pt x="2212169" y="810329"/>
                </a:lnTo>
                <a:lnTo>
                  <a:pt x="2207578" y="809926"/>
                </a:lnTo>
                <a:lnTo>
                  <a:pt x="2195980" y="810329"/>
                </a:lnTo>
                <a:lnTo>
                  <a:pt x="2174716" y="816295"/>
                </a:lnTo>
                <a:lnTo>
                  <a:pt x="2167225" y="819842"/>
                </a:lnTo>
                <a:lnTo>
                  <a:pt x="2162393" y="826292"/>
                </a:lnTo>
                <a:lnTo>
                  <a:pt x="2162070" y="830726"/>
                </a:lnTo>
                <a:lnTo>
                  <a:pt x="2163923" y="840159"/>
                </a:lnTo>
                <a:lnTo>
                  <a:pt x="2161104" y="843384"/>
                </a:lnTo>
                <a:lnTo>
                  <a:pt x="2151358" y="844674"/>
                </a:lnTo>
                <a:lnTo>
                  <a:pt x="2137746" y="842174"/>
                </a:lnTo>
                <a:lnTo>
                  <a:pt x="2129530" y="839675"/>
                </a:lnTo>
                <a:lnTo>
                  <a:pt x="2124939" y="837579"/>
                </a:lnTo>
                <a:lnTo>
                  <a:pt x="2118898" y="831210"/>
                </a:lnTo>
                <a:lnTo>
                  <a:pt x="2116723" y="823148"/>
                </a:lnTo>
                <a:lnTo>
                  <a:pt x="2121073" y="799122"/>
                </a:lnTo>
                <a:lnTo>
                  <a:pt x="2122362" y="796059"/>
                </a:lnTo>
                <a:lnTo>
                  <a:pt x="2124456" y="793318"/>
                </a:lnTo>
                <a:lnTo>
                  <a:pt x="2126792" y="788883"/>
                </a:lnTo>
                <a:lnTo>
                  <a:pt x="2127275" y="783804"/>
                </a:lnTo>
                <a:lnTo>
                  <a:pt x="2120751" y="777516"/>
                </a:lnTo>
                <a:lnTo>
                  <a:pt x="2111005" y="775016"/>
                </a:lnTo>
                <a:lnTo>
                  <a:pt x="2102709" y="769776"/>
                </a:lnTo>
                <a:lnTo>
                  <a:pt x="2070571" y="740510"/>
                </a:lnTo>
                <a:lnTo>
                  <a:pt x="2068799" y="737689"/>
                </a:lnTo>
                <a:lnTo>
                  <a:pt x="2068719" y="732771"/>
                </a:lnTo>
                <a:lnTo>
                  <a:pt x="2070007" y="728256"/>
                </a:lnTo>
                <a:lnTo>
                  <a:pt x="2080559" y="712212"/>
                </a:lnTo>
                <a:lnTo>
                  <a:pt x="2081847" y="709149"/>
                </a:lnTo>
                <a:lnTo>
                  <a:pt x="2083136" y="696491"/>
                </a:lnTo>
                <a:lnTo>
                  <a:pt x="2082895" y="686091"/>
                </a:lnTo>
                <a:lnTo>
                  <a:pt x="2081686" y="675690"/>
                </a:lnTo>
                <a:lnTo>
                  <a:pt x="2076693" y="669079"/>
                </a:lnTo>
                <a:lnTo>
                  <a:pt x="2067752" y="667145"/>
                </a:lnTo>
                <a:lnTo>
                  <a:pt x="2058570" y="666822"/>
                </a:lnTo>
                <a:lnTo>
                  <a:pt x="2049629" y="668918"/>
                </a:lnTo>
                <a:lnTo>
                  <a:pt x="2040770" y="674159"/>
                </a:lnTo>
                <a:lnTo>
                  <a:pt x="2024419" y="685204"/>
                </a:lnTo>
                <a:lnTo>
                  <a:pt x="2017975" y="691573"/>
                </a:lnTo>
                <a:lnTo>
                  <a:pt x="2017411" y="699958"/>
                </a:lnTo>
                <a:lnTo>
                  <a:pt x="2021117" y="708100"/>
                </a:lnTo>
                <a:lnTo>
                  <a:pt x="2025949" y="715598"/>
                </a:lnTo>
                <a:lnTo>
                  <a:pt x="2028527" y="723741"/>
                </a:lnTo>
                <a:lnTo>
                  <a:pt x="2032151" y="752684"/>
                </a:lnTo>
                <a:lnTo>
                  <a:pt x="2031990" y="755990"/>
                </a:lnTo>
                <a:lnTo>
                  <a:pt x="2027802" y="764374"/>
                </a:lnTo>
                <a:lnTo>
                  <a:pt x="2026110" y="783240"/>
                </a:lnTo>
                <a:lnTo>
                  <a:pt x="2027963" y="809764"/>
                </a:lnTo>
                <a:lnTo>
                  <a:pt x="2030782" y="826050"/>
                </a:lnTo>
                <a:lnTo>
                  <a:pt x="2029574" y="834918"/>
                </a:lnTo>
                <a:lnTo>
                  <a:pt x="2021922" y="853945"/>
                </a:lnTo>
                <a:lnTo>
                  <a:pt x="2019586" y="864426"/>
                </a:lnTo>
                <a:lnTo>
                  <a:pt x="2019425" y="868699"/>
                </a:lnTo>
                <a:lnTo>
                  <a:pt x="2028446" y="888613"/>
                </a:lnTo>
                <a:lnTo>
                  <a:pt x="2030540" y="896433"/>
                </a:lnTo>
                <a:lnTo>
                  <a:pt x="2031587" y="904576"/>
                </a:lnTo>
                <a:lnTo>
                  <a:pt x="2022083" y="900625"/>
                </a:lnTo>
                <a:lnTo>
                  <a:pt x="2017573" y="900786"/>
                </a:lnTo>
                <a:lnTo>
                  <a:pt x="2013143" y="901996"/>
                </a:lnTo>
                <a:lnTo>
                  <a:pt x="2003155" y="903286"/>
                </a:lnTo>
                <a:lnTo>
                  <a:pt x="1993087" y="903528"/>
                </a:lnTo>
                <a:lnTo>
                  <a:pt x="1989543" y="904979"/>
                </a:lnTo>
                <a:lnTo>
                  <a:pt x="1982294" y="910300"/>
                </a:lnTo>
                <a:lnTo>
                  <a:pt x="1977944" y="912396"/>
                </a:lnTo>
                <a:lnTo>
                  <a:pt x="1974159" y="912799"/>
                </a:lnTo>
                <a:lnTo>
                  <a:pt x="1961272" y="906188"/>
                </a:lnTo>
                <a:lnTo>
                  <a:pt x="1953700" y="899013"/>
                </a:lnTo>
                <a:lnTo>
                  <a:pt x="1946693" y="891192"/>
                </a:lnTo>
                <a:lnTo>
                  <a:pt x="1945404" y="882243"/>
                </a:lnTo>
                <a:lnTo>
                  <a:pt x="1947901" y="873133"/>
                </a:lnTo>
                <a:lnTo>
                  <a:pt x="1951365" y="863297"/>
                </a:lnTo>
                <a:lnTo>
                  <a:pt x="1958291" y="847012"/>
                </a:lnTo>
                <a:lnTo>
                  <a:pt x="1957969" y="836128"/>
                </a:lnTo>
                <a:lnTo>
                  <a:pt x="1960305" y="827179"/>
                </a:lnTo>
                <a:lnTo>
                  <a:pt x="1964252" y="818472"/>
                </a:lnTo>
                <a:lnTo>
                  <a:pt x="1965702" y="810490"/>
                </a:lnTo>
                <a:lnTo>
                  <a:pt x="1966668" y="779048"/>
                </a:lnTo>
                <a:lnTo>
                  <a:pt x="1965621" y="776306"/>
                </a:lnTo>
                <a:lnTo>
                  <a:pt x="1956197" y="757683"/>
                </a:lnTo>
                <a:lnTo>
                  <a:pt x="1955070" y="754539"/>
                </a:lnTo>
                <a:lnTo>
                  <a:pt x="1954989" y="749459"/>
                </a:lnTo>
                <a:lnTo>
                  <a:pt x="1956036" y="744703"/>
                </a:lnTo>
                <a:lnTo>
                  <a:pt x="1956278" y="740349"/>
                </a:lnTo>
                <a:lnTo>
                  <a:pt x="1954023" y="737044"/>
                </a:lnTo>
                <a:lnTo>
                  <a:pt x="1950237" y="733980"/>
                </a:lnTo>
                <a:lnTo>
                  <a:pt x="1945565" y="732690"/>
                </a:lnTo>
                <a:lnTo>
                  <a:pt x="1935739" y="733980"/>
                </a:lnTo>
                <a:lnTo>
                  <a:pt x="1916005" y="739059"/>
                </a:lnTo>
                <a:lnTo>
                  <a:pt x="1910126" y="734625"/>
                </a:lnTo>
                <a:lnTo>
                  <a:pt x="1905776" y="727772"/>
                </a:lnTo>
                <a:lnTo>
                  <a:pt x="1902957" y="718259"/>
                </a:lnTo>
                <a:lnTo>
                  <a:pt x="1901266" y="708342"/>
                </a:lnTo>
                <a:lnTo>
                  <a:pt x="1902071" y="698990"/>
                </a:lnTo>
                <a:lnTo>
                  <a:pt x="1904971" y="689961"/>
                </a:lnTo>
                <a:lnTo>
                  <a:pt x="1902635" y="683591"/>
                </a:lnTo>
                <a:lnTo>
                  <a:pt x="1899010" y="676739"/>
                </a:lnTo>
                <a:lnTo>
                  <a:pt x="1898930" y="673191"/>
                </a:lnTo>
                <a:lnTo>
                  <a:pt x="1901024" y="670047"/>
                </a:lnTo>
                <a:lnTo>
                  <a:pt x="1904568" y="667467"/>
                </a:lnTo>
                <a:lnTo>
                  <a:pt x="1908998" y="665935"/>
                </a:lnTo>
                <a:lnTo>
                  <a:pt x="1913025" y="663194"/>
                </a:lnTo>
                <a:lnTo>
                  <a:pt x="1923818" y="654003"/>
                </a:lnTo>
                <a:lnTo>
                  <a:pt x="1927282" y="645860"/>
                </a:lnTo>
                <a:lnTo>
                  <a:pt x="1927523" y="635863"/>
                </a:lnTo>
                <a:lnTo>
                  <a:pt x="1930262" y="626350"/>
                </a:lnTo>
                <a:lnTo>
                  <a:pt x="1935819" y="617562"/>
                </a:lnTo>
                <a:lnTo>
                  <a:pt x="1942344" y="609419"/>
                </a:lnTo>
                <a:lnTo>
                  <a:pt x="1944438" y="600954"/>
                </a:lnTo>
                <a:lnTo>
                  <a:pt x="1941216" y="587652"/>
                </a:lnTo>
                <a:lnTo>
                  <a:pt x="1942505" y="581524"/>
                </a:lnTo>
                <a:lnTo>
                  <a:pt x="1941377" y="574430"/>
                </a:lnTo>
                <a:lnTo>
                  <a:pt x="1941296" y="567335"/>
                </a:lnTo>
                <a:lnTo>
                  <a:pt x="1945324" y="554032"/>
                </a:lnTo>
                <a:lnTo>
                  <a:pt x="1957325" y="526943"/>
                </a:lnTo>
                <a:lnTo>
                  <a:pt x="1969084" y="512512"/>
                </a:lnTo>
                <a:lnTo>
                  <a:pt x="1973676" y="508723"/>
                </a:lnTo>
                <a:lnTo>
                  <a:pt x="1979797" y="515414"/>
                </a:lnTo>
                <a:lnTo>
                  <a:pt x="1984388" y="523315"/>
                </a:lnTo>
                <a:lnTo>
                  <a:pt x="1984469" y="516140"/>
                </a:lnTo>
                <a:lnTo>
                  <a:pt x="1983260" y="509126"/>
                </a:lnTo>
                <a:lnTo>
                  <a:pt x="1978589" y="492840"/>
                </a:lnTo>
                <a:lnTo>
                  <a:pt x="1974562" y="460914"/>
                </a:lnTo>
                <a:lnTo>
                  <a:pt x="1975689" y="457931"/>
                </a:lnTo>
                <a:lnTo>
                  <a:pt x="1979797" y="458415"/>
                </a:lnTo>
                <a:lnTo>
                  <a:pt x="1983905" y="455593"/>
                </a:lnTo>
                <a:lnTo>
                  <a:pt x="1986160" y="450595"/>
                </a:lnTo>
                <a:lnTo>
                  <a:pt x="1981811" y="438743"/>
                </a:lnTo>
                <a:lnTo>
                  <a:pt x="1981569" y="434551"/>
                </a:lnTo>
                <a:lnTo>
                  <a:pt x="1989946" y="417943"/>
                </a:lnTo>
                <a:lnTo>
                  <a:pt x="1996792" y="411896"/>
                </a:lnTo>
                <a:lnTo>
                  <a:pt x="1999772" y="408107"/>
                </a:lnTo>
                <a:lnTo>
                  <a:pt x="2001464" y="397949"/>
                </a:lnTo>
                <a:lnTo>
                  <a:pt x="2005088" y="394159"/>
                </a:lnTo>
                <a:lnTo>
                  <a:pt x="2009599" y="391418"/>
                </a:lnTo>
                <a:lnTo>
                  <a:pt x="2015478" y="384404"/>
                </a:lnTo>
                <a:lnTo>
                  <a:pt x="2018700" y="375536"/>
                </a:lnTo>
                <a:lnTo>
                  <a:pt x="2020633" y="374891"/>
                </a:lnTo>
                <a:lnTo>
                  <a:pt x="2022889" y="374568"/>
                </a:lnTo>
                <a:lnTo>
                  <a:pt x="2026513" y="382227"/>
                </a:lnTo>
                <a:lnTo>
                  <a:pt x="2030460" y="385372"/>
                </a:lnTo>
                <a:lnTo>
                  <a:pt x="2038595" y="387871"/>
                </a:lnTo>
                <a:lnTo>
                  <a:pt x="2045522" y="384968"/>
                </a:lnTo>
                <a:lnTo>
                  <a:pt x="2047374" y="381099"/>
                </a:lnTo>
                <a:lnTo>
                  <a:pt x="2050032" y="377712"/>
                </a:lnTo>
                <a:lnTo>
                  <a:pt x="2054221" y="374246"/>
                </a:lnTo>
                <a:lnTo>
                  <a:pt x="2057765" y="370295"/>
                </a:lnTo>
                <a:lnTo>
                  <a:pt x="2061711" y="361185"/>
                </a:lnTo>
                <a:lnTo>
                  <a:pt x="2066866" y="352800"/>
                </a:lnTo>
                <a:lnTo>
                  <a:pt x="2070410" y="349898"/>
                </a:lnTo>
                <a:lnTo>
                  <a:pt x="2074679" y="348044"/>
                </a:lnTo>
                <a:lnTo>
                  <a:pt x="2079512" y="346915"/>
                </a:lnTo>
                <a:lnTo>
                  <a:pt x="2084103" y="346754"/>
                </a:lnTo>
                <a:lnTo>
                  <a:pt x="2094251" y="352075"/>
                </a:lnTo>
                <a:lnTo>
                  <a:pt x="2100212" y="353042"/>
                </a:lnTo>
                <a:lnTo>
                  <a:pt x="2106253" y="352639"/>
                </a:lnTo>
                <a:lnTo>
                  <a:pt x="2110038" y="353526"/>
                </a:lnTo>
                <a:lnTo>
                  <a:pt x="2112938" y="355945"/>
                </a:lnTo>
                <a:lnTo>
                  <a:pt x="2115596" y="360621"/>
                </a:lnTo>
                <a:lnTo>
                  <a:pt x="2118818" y="364732"/>
                </a:lnTo>
                <a:lnTo>
                  <a:pt x="2121878" y="366748"/>
                </a:lnTo>
                <a:lnTo>
                  <a:pt x="2125181" y="367715"/>
                </a:lnTo>
                <a:lnTo>
                  <a:pt x="2147331" y="366022"/>
                </a:lnTo>
                <a:lnTo>
                  <a:pt x="2166742" y="370698"/>
                </a:lnTo>
                <a:lnTo>
                  <a:pt x="2193241" y="371746"/>
                </a:lnTo>
                <a:lnTo>
                  <a:pt x="2202262" y="374488"/>
                </a:lnTo>
                <a:lnTo>
                  <a:pt x="2210961" y="377954"/>
                </a:lnTo>
                <a:lnTo>
                  <a:pt x="2221674" y="384243"/>
                </a:lnTo>
                <a:lnTo>
                  <a:pt x="2225540" y="385613"/>
                </a:lnTo>
                <a:lnTo>
                  <a:pt x="2229889" y="385291"/>
                </a:lnTo>
                <a:lnTo>
                  <a:pt x="2235366" y="379406"/>
                </a:lnTo>
                <a:lnTo>
                  <a:pt x="2239635" y="378116"/>
                </a:lnTo>
                <a:lnTo>
                  <a:pt x="2243985" y="377874"/>
                </a:lnTo>
                <a:lnTo>
                  <a:pt x="2260980" y="379002"/>
                </a:lnTo>
                <a:lnTo>
                  <a:pt x="2306810" y="386258"/>
                </a:lnTo>
                <a:lnTo>
                  <a:pt x="2313576" y="385291"/>
                </a:lnTo>
                <a:lnTo>
                  <a:pt x="2341202" y="371424"/>
                </a:lnTo>
                <a:lnTo>
                  <a:pt x="2352237" y="358283"/>
                </a:lnTo>
                <a:lnTo>
                  <a:pt x="2362144" y="354655"/>
                </a:lnTo>
                <a:lnTo>
                  <a:pt x="2365447" y="348689"/>
                </a:lnTo>
                <a:lnTo>
                  <a:pt x="2367460" y="341594"/>
                </a:lnTo>
                <a:lnTo>
                  <a:pt x="2371004" y="339659"/>
                </a:lnTo>
                <a:lnTo>
                  <a:pt x="2379300" y="337643"/>
                </a:lnTo>
                <a:lnTo>
                  <a:pt x="2382603" y="335467"/>
                </a:lnTo>
                <a:lnTo>
                  <a:pt x="2388482" y="326760"/>
                </a:lnTo>
                <a:lnTo>
                  <a:pt x="2395409" y="319020"/>
                </a:lnTo>
                <a:lnTo>
                  <a:pt x="2398792" y="316682"/>
                </a:lnTo>
                <a:lnTo>
                  <a:pt x="2408619" y="317891"/>
                </a:lnTo>
                <a:lnTo>
                  <a:pt x="2412968" y="321277"/>
                </a:lnTo>
                <a:lnTo>
                  <a:pt x="2418526" y="332726"/>
                </a:lnTo>
                <a:lnTo>
                  <a:pt x="2417559" y="334580"/>
                </a:lnTo>
                <a:lnTo>
                  <a:pt x="2411035" y="340304"/>
                </a:lnTo>
                <a:lnTo>
                  <a:pt x="2409102" y="342642"/>
                </a:lnTo>
                <a:lnTo>
                  <a:pt x="2401933" y="358686"/>
                </a:lnTo>
                <a:lnTo>
                  <a:pt x="2397020" y="366506"/>
                </a:lnTo>
                <a:lnTo>
                  <a:pt x="2390738" y="373601"/>
                </a:lnTo>
                <a:close/>
                <a:moveTo>
                  <a:pt x="979992" y="938195"/>
                </a:moveTo>
                <a:lnTo>
                  <a:pt x="988127" y="947386"/>
                </a:lnTo>
                <a:lnTo>
                  <a:pt x="995215" y="952304"/>
                </a:lnTo>
                <a:lnTo>
                  <a:pt x="1003591" y="954964"/>
                </a:lnTo>
                <a:lnTo>
                  <a:pt x="1012371" y="955206"/>
                </a:lnTo>
                <a:lnTo>
                  <a:pt x="1021070" y="956335"/>
                </a:lnTo>
                <a:lnTo>
                  <a:pt x="1031138" y="959882"/>
                </a:lnTo>
                <a:lnTo>
                  <a:pt x="1041528" y="961495"/>
                </a:lnTo>
                <a:lnTo>
                  <a:pt x="1046280" y="960850"/>
                </a:lnTo>
                <a:lnTo>
                  <a:pt x="1050871" y="959076"/>
                </a:lnTo>
                <a:lnTo>
                  <a:pt x="1054174" y="958915"/>
                </a:lnTo>
                <a:lnTo>
                  <a:pt x="1056993" y="960608"/>
                </a:lnTo>
                <a:lnTo>
                  <a:pt x="1064161" y="968428"/>
                </a:lnTo>
                <a:lnTo>
                  <a:pt x="1071974" y="975523"/>
                </a:lnTo>
                <a:lnTo>
                  <a:pt x="1073746" y="979151"/>
                </a:lnTo>
                <a:lnTo>
                  <a:pt x="1079062" y="996323"/>
                </a:lnTo>
                <a:lnTo>
                  <a:pt x="1085022" y="1001322"/>
                </a:lnTo>
                <a:lnTo>
                  <a:pt x="1093238" y="1002692"/>
                </a:lnTo>
                <a:lnTo>
                  <a:pt x="1102823" y="1002692"/>
                </a:lnTo>
                <a:lnTo>
                  <a:pt x="1112408" y="1003418"/>
                </a:lnTo>
                <a:lnTo>
                  <a:pt x="1134638" y="1007449"/>
                </a:lnTo>
                <a:lnTo>
                  <a:pt x="1143498" y="1006885"/>
                </a:lnTo>
                <a:lnTo>
                  <a:pt x="1151311" y="1002854"/>
                </a:lnTo>
                <a:lnTo>
                  <a:pt x="1158238" y="1005514"/>
                </a:lnTo>
                <a:lnTo>
                  <a:pt x="1177085" y="1010271"/>
                </a:lnTo>
                <a:lnTo>
                  <a:pt x="1186348" y="1011399"/>
                </a:lnTo>
                <a:lnTo>
                  <a:pt x="1196899" y="1010029"/>
                </a:lnTo>
                <a:lnTo>
                  <a:pt x="1207451" y="1009706"/>
                </a:lnTo>
                <a:lnTo>
                  <a:pt x="1212525" y="1011077"/>
                </a:lnTo>
                <a:lnTo>
                  <a:pt x="1217358" y="1013173"/>
                </a:lnTo>
                <a:lnTo>
                  <a:pt x="1221546" y="1013979"/>
                </a:lnTo>
                <a:lnTo>
                  <a:pt x="1225815" y="1013899"/>
                </a:lnTo>
                <a:lnTo>
                  <a:pt x="1233467" y="1009868"/>
                </a:lnTo>
                <a:lnTo>
                  <a:pt x="1238541" y="1002531"/>
                </a:lnTo>
                <a:lnTo>
                  <a:pt x="1242568" y="993179"/>
                </a:lnTo>
                <a:lnTo>
                  <a:pt x="1245790" y="983504"/>
                </a:lnTo>
                <a:lnTo>
                  <a:pt x="1247965" y="979312"/>
                </a:lnTo>
                <a:lnTo>
                  <a:pt x="1250865" y="975603"/>
                </a:lnTo>
                <a:lnTo>
                  <a:pt x="1254650" y="973265"/>
                </a:lnTo>
                <a:lnTo>
                  <a:pt x="1258758" y="971734"/>
                </a:lnTo>
                <a:lnTo>
                  <a:pt x="1269793" y="972701"/>
                </a:lnTo>
                <a:lnTo>
                  <a:pt x="1272128" y="975039"/>
                </a:lnTo>
                <a:lnTo>
                  <a:pt x="1284452" y="991486"/>
                </a:lnTo>
                <a:lnTo>
                  <a:pt x="1286707" y="992937"/>
                </a:lnTo>
                <a:lnTo>
                  <a:pt x="1299594" y="993985"/>
                </a:lnTo>
                <a:lnTo>
                  <a:pt x="1303219" y="993421"/>
                </a:lnTo>
                <a:lnTo>
                  <a:pt x="1311032" y="990115"/>
                </a:lnTo>
                <a:lnTo>
                  <a:pt x="1315542" y="989793"/>
                </a:lnTo>
                <a:lnTo>
                  <a:pt x="1323919" y="993905"/>
                </a:lnTo>
                <a:lnTo>
                  <a:pt x="1327463" y="997371"/>
                </a:lnTo>
                <a:lnTo>
                  <a:pt x="1331490" y="999871"/>
                </a:lnTo>
                <a:lnTo>
                  <a:pt x="1351787" y="1002531"/>
                </a:lnTo>
                <a:lnTo>
                  <a:pt x="1359600" y="1009545"/>
                </a:lnTo>
                <a:lnTo>
                  <a:pt x="1363628" y="1010513"/>
                </a:lnTo>
                <a:lnTo>
                  <a:pt x="1377723" y="1009626"/>
                </a:lnTo>
                <a:lnTo>
                  <a:pt x="1387549" y="1010351"/>
                </a:lnTo>
                <a:lnTo>
                  <a:pt x="1396007" y="1012206"/>
                </a:lnTo>
                <a:lnTo>
                  <a:pt x="1399873" y="1022283"/>
                </a:lnTo>
                <a:lnTo>
                  <a:pt x="1403014" y="1032522"/>
                </a:lnTo>
                <a:lnTo>
                  <a:pt x="1404867" y="1035989"/>
                </a:lnTo>
                <a:lnTo>
                  <a:pt x="1413163" y="1039536"/>
                </a:lnTo>
                <a:lnTo>
                  <a:pt x="1416546" y="1042681"/>
                </a:lnTo>
                <a:lnTo>
                  <a:pt x="1415660" y="1053000"/>
                </a:lnTo>
                <a:lnTo>
                  <a:pt x="1416626" y="1062675"/>
                </a:lnTo>
                <a:lnTo>
                  <a:pt x="1434266" y="1071221"/>
                </a:lnTo>
                <a:lnTo>
                  <a:pt x="1453113" y="1076058"/>
                </a:lnTo>
                <a:lnTo>
                  <a:pt x="1473249" y="1076542"/>
                </a:lnTo>
                <a:lnTo>
                  <a:pt x="1493305" y="1074849"/>
                </a:lnTo>
                <a:lnTo>
                  <a:pt x="1503695" y="1072753"/>
                </a:lnTo>
                <a:lnTo>
                  <a:pt x="1516663" y="1069125"/>
                </a:lnTo>
                <a:lnTo>
                  <a:pt x="1519402" y="1069205"/>
                </a:lnTo>
                <a:lnTo>
                  <a:pt x="1544532" y="1080331"/>
                </a:lnTo>
                <a:lnTo>
                  <a:pt x="1546626" y="1082024"/>
                </a:lnTo>
                <a:lnTo>
                  <a:pt x="1549445" y="1090409"/>
                </a:lnTo>
                <a:lnTo>
                  <a:pt x="1549364" y="1099197"/>
                </a:lnTo>
                <a:lnTo>
                  <a:pt x="1544693" y="1119997"/>
                </a:lnTo>
                <a:lnTo>
                  <a:pt x="1544371" y="1125721"/>
                </a:lnTo>
                <a:lnTo>
                  <a:pt x="1544854" y="1131445"/>
                </a:lnTo>
                <a:lnTo>
                  <a:pt x="1549848" y="1143861"/>
                </a:lnTo>
                <a:lnTo>
                  <a:pt x="1552506" y="1147489"/>
                </a:lnTo>
                <a:lnTo>
                  <a:pt x="1561607" y="1154019"/>
                </a:lnTo>
                <a:lnTo>
                  <a:pt x="1561929" y="1157405"/>
                </a:lnTo>
                <a:lnTo>
                  <a:pt x="1560721" y="1160872"/>
                </a:lnTo>
                <a:lnTo>
                  <a:pt x="1550653" y="1158534"/>
                </a:lnTo>
                <a:lnTo>
                  <a:pt x="1544532" y="1155632"/>
                </a:lnTo>
                <a:lnTo>
                  <a:pt x="1540988" y="1150956"/>
                </a:lnTo>
                <a:lnTo>
                  <a:pt x="1535994" y="1148376"/>
                </a:lnTo>
                <a:lnTo>
                  <a:pt x="1526570" y="1149263"/>
                </a:lnTo>
                <a:lnTo>
                  <a:pt x="1508850" y="1144587"/>
                </a:lnTo>
                <a:lnTo>
                  <a:pt x="1488956" y="1137331"/>
                </a:lnTo>
                <a:lnTo>
                  <a:pt x="1453516" y="1121932"/>
                </a:lnTo>
                <a:lnTo>
                  <a:pt x="1443931" y="1122013"/>
                </a:lnTo>
                <a:lnTo>
                  <a:pt x="1434668" y="1124028"/>
                </a:lnTo>
                <a:lnTo>
                  <a:pt x="1424922" y="1127898"/>
                </a:lnTo>
                <a:lnTo>
                  <a:pt x="1414774" y="1130720"/>
                </a:lnTo>
                <a:lnTo>
                  <a:pt x="1407283" y="1131768"/>
                </a:lnTo>
                <a:lnTo>
                  <a:pt x="1399792" y="1131042"/>
                </a:lnTo>
                <a:lnTo>
                  <a:pt x="1380945" y="1127334"/>
                </a:lnTo>
                <a:lnTo>
                  <a:pt x="1361856" y="1124915"/>
                </a:lnTo>
                <a:lnTo>
                  <a:pt x="1313126" y="1123383"/>
                </a:lnTo>
                <a:lnTo>
                  <a:pt x="1299353" y="1119916"/>
                </a:lnTo>
                <a:lnTo>
                  <a:pt x="1276478" y="1118143"/>
                </a:lnTo>
                <a:lnTo>
                  <a:pt x="1258355" y="1115079"/>
                </a:lnTo>
                <a:lnTo>
                  <a:pt x="1240394" y="1110806"/>
                </a:lnTo>
                <a:lnTo>
                  <a:pt x="1194644" y="1090006"/>
                </a:lnTo>
                <a:lnTo>
                  <a:pt x="1179663" y="1084927"/>
                </a:lnTo>
                <a:lnTo>
                  <a:pt x="1133672" y="1075010"/>
                </a:lnTo>
                <a:lnTo>
                  <a:pt x="1126584" y="1074204"/>
                </a:lnTo>
                <a:lnTo>
                  <a:pt x="1109911" y="1074929"/>
                </a:lnTo>
                <a:lnTo>
                  <a:pt x="1099359" y="1072027"/>
                </a:lnTo>
                <a:lnTo>
                  <a:pt x="1090097" y="1071946"/>
                </a:lnTo>
                <a:lnTo>
                  <a:pt x="1076404" y="1075171"/>
                </a:lnTo>
                <a:lnTo>
                  <a:pt x="1072135" y="1077509"/>
                </a:lnTo>
                <a:lnTo>
                  <a:pt x="1066819" y="1082427"/>
                </a:lnTo>
                <a:lnTo>
                  <a:pt x="1057476" y="1082185"/>
                </a:lnTo>
                <a:lnTo>
                  <a:pt x="1048213" y="1081218"/>
                </a:lnTo>
                <a:lnTo>
                  <a:pt x="1023728" y="1076542"/>
                </a:lnTo>
                <a:lnTo>
                  <a:pt x="1014626" y="1073639"/>
                </a:lnTo>
                <a:lnTo>
                  <a:pt x="1005927" y="1069447"/>
                </a:lnTo>
                <a:lnTo>
                  <a:pt x="998034" y="1063884"/>
                </a:lnTo>
                <a:lnTo>
                  <a:pt x="993926" y="1061869"/>
                </a:lnTo>
                <a:lnTo>
                  <a:pt x="972823" y="1056225"/>
                </a:lnTo>
                <a:lnTo>
                  <a:pt x="955586" y="1054210"/>
                </a:lnTo>
                <a:lnTo>
                  <a:pt x="920147" y="1051710"/>
                </a:lnTo>
                <a:lnTo>
                  <a:pt x="912414" y="1049937"/>
                </a:lnTo>
                <a:lnTo>
                  <a:pt x="905971" y="1047921"/>
                </a:lnTo>
                <a:lnTo>
                  <a:pt x="902427" y="1043326"/>
                </a:lnTo>
                <a:lnTo>
                  <a:pt x="902910" y="1037440"/>
                </a:lnTo>
                <a:lnTo>
                  <a:pt x="905407" y="1032442"/>
                </a:lnTo>
                <a:lnTo>
                  <a:pt x="908951" y="1027363"/>
                </a:lnTo>
                <a:lnTo>
                  <a:pt x="911206" y="1022525"/>
                </a:lnTo>
                <a:lnTo>
                  <a:pt x="885271" y="1012367"/>
                </a:lnTo>
                <a:lnTo>
                  <a:pt x="864812" y="1006804"/>
                </a:lnTo>
                <a:lnTo>
                  <a:pt x="856033" y="1005756"/>
                </a:lnTo>
                <a:lnTo>
                  <a:pt x="847173" y="1005756"/>
                </a:lnTo>
                <a:lnTo>
                  <a:pt x="837185" y="1006885"/>
                </a:lnTo>
                <a:lnTo>
                  <a:pt x="827278" y="1006401"/>
                </a:lnTo>
                <a:lnTo>
                  <a:pt x="822687" y="1004708"/>
                </a:lnTo>
                <a:lnTo>
                  <a:pt x="817935" y="1004144"/>
                </a:lnTo>
                <a:lnTo>
                  <a:pt x="813183" y="1005353"/>
                </a:lnTo>
                <a:lnTo>
                  <a:pt x="809317" y="1004869"/>
                </a:lnTo>
                <a:lnTo>
                  <a:pt x="808350" y="1000274"/>
                </a:lnTo>
                <a:lnTo>
                  <a:pt x="810767" y="996323"/>
                </a:lnTo>
                <a:lnTo>
                  <a:pt x="815841" y="991889"/>
                </a:lnTo>
                <a:lnTo>
                  <a:pt x="818660" y="991083"/>
                </a:lnTo>
                <a:lnTo>
                  <a:pt x="819949" y="998097"/>
                </a:lnTo>
                <a:lnTo>
                  <a:pt x="821398" y="999467"/>
                </a:lnTo>
                <a:lnTo>
                  <a:pt x="825828" y="1000999"/>
                </a:lnTo>
                <a:lnTo>
                  <a:pt x="827762" y="1000596"/>
                </a:lnTo>
                <a:lnTo>
                  <a:pt x="835574" y="991647"/>
                </a:lnTo>
                <a:lnTo>
                  <a:pt x="837749" y="987294"/>
                </a:lnTo>
                <a:lnTo>
                  <a:pt x="841535" y="975442"/>
                </a:lnTo>
                <a:lnTo>
                  <a:pt x="845643" y="977700"/>
                </a:lnTo>
                <a:lnTo>
                  <a:pt x="849750" y="976248"/>
                </a:lnTo>
                <a:lnTo>
                  <a:pt x="852167" y="974394"/>
                </a:lnTo>
                <a:lnTo>
                  <a:pt x="858691" y="946902"/>
                </a:lnTo>
                <a:lnTo>
                  <a:pt x="864168" y="938921"/>
                </a:lnTo>
                <a:lnTo>
                  <a:pt x="871659" y="932229"/>
                </a:lnTo>
                <a:lnTo>
                  <a:pt x="875364" y="930616"/>
                </a:lnTo>
                <a:lnTo>
                  <a:pt x="882693" y="934728"/>
                </a:lnTo>
                <a:lnTo>
                  <a:pt x="897514" y="936260"/>
                </a:lnTo>
                <a:lnTo>
                  <a:pt x="906293" y="939001"/>
                </a:lnTo>
                <a:lnTo>
                  <a:pt x="915153" y="939324"/>
                </a:lnTo>
                <a:lnTo>
                  <a:pt x="923771" y="940614"/>
                </a:lnTo>
                <a:lnTo>
                  <a:pt x="935772" y="945451"/>
                </a:lnTo>
                <a:lnTo>
                  <a:pt x="940041" y="944967"/>
                </a:lnTo>
                <a:lnTo>
                  <a:pt x="944391" y="943435"/>
                </a:lnTo>
                <a:lnTo>
                  <a:pt x="950834" y="938195"/>
                </a:lnTo>
                <a:lnTo>
                  <a:pt x="953573" y="929810"/>
                </a:lnTo>
                <a:lnTo>
                  <a:pt x="962916" y="934083"/>
                </a:lnTo>
                <a:lnTo>
                  <a:pt x="976609" y="935776"/>
                </a:lnTo>
                <a:lnTo>
                  <a:pt x="979992" y="938195"/>
                </a:lnTo>
                <a:close/>
                <a:moveTo>
                  <a:pt x="1161621" y="290318"/>
                </a:moveTo>
                <a:lnTo>
                  <a:pt x="1154372" y="300961"/>
                </a:lnTo>
                <a:lnTo>
                  <a:pt x="1155177" y="304830"/>
                </a:lnTo>
                <a:lnTo>
                  <a:pt x="1156949" y="308217"/>
                </a:lnTo>
                <a:lnTo>
                  <a:pt x="1162184" y="310555"/>
                </a:lnTo>
                <a:lnTo>
                  <a:pt x="1163634" y="323615"/>
                </a:lnTo>
                <a:lnTo>
                  <a:pt x="1170239" y="331032"/>
                </a:lnTo>
                <a:lnTo>
                  <a:pt x="1176844" y="337805"/>
                </a:lnTo>
                <a:lnTo>
                  <a:pt x="1181757" y="341110"/>
                </a:lnTo>
                <a:lnTo>
                  <a:pt x="1187073" y="345948"/>
                </a:lnTo>
                <a:lnTo>
                  <a:pt x="1190858" y="350382"/>
                </a:lnTo>
                <a:lnTo>
                  <a:pt x="1194805" y="354171"/>
                </a:lnTo>
                <a:lnTo>
                  <a:pt x="1200766" y="357880"/>
                </a:lnTo>
                <a:lnTo>
                  <a:pt x="1216875" y="373520"/>
                </a:lnTo>
                <a:lnTo>
                  <a:pt x="1223640" y="378116"/>
                </a:lnTo>
                <a:lnTo>
                  <a:pt x="1228634" y="382711"/>
                </a:lnTo>
                <a:lnTo>
                  <a:pt x="1232259" y="384323"/>
                </a:lnTo>
                <a:lnTo>
                  <a:pt x="1241038" y="383034"/>
                </a:lnTo>
                <a:lnTo>
                  <a:pt x="1267054" y="371827"/>
                </a:lnTo>
                <a:lnTo>
                  <a:pt x="1271726" y="371101"/>
                </a:lnTo>
                <a:lnTo>
                  <a:pt x="1280183" y="369086"/>
                </a:lnTo>
                <a:lnTo>
                  <a:pt x="1295164" y="369731"/>
                </a:lnTo>
                <a:lnTo>
                  <a:pt x="1310951" y="373520"/>
                </a:lnTo>
                <a:lnTo>
                  <a:pt x="1316106" y="373681"/>
                </a:lnTo>
                <a:lnTo>
                  <a:pt x="1320939" y="371343"/>
                </a:lnTo>
                <a:lnTo>
                  <a:pt x="1327704" y="372069"/>
                </a:lnTo>
                <a:lnTo>
                  <a:pt x="1334068" y="373278"/>
                </a:lnTo>
                <a:lnTo>
                  <a:pt x="1337209" y="372230"/>
                </a:lnTo>
                <a:lnTo>
                  <a:pt x="1346391" y="364087"/>
                </a:lnTo>
                <a:lnTo>
                  <a:pt x="1358956" y="361669"/>
                </a:lnTo>
                <a:lnTo>
                  <a:pt x="1362983" y="353526"/>
                </a:lnTo>
                <a:lnTo>
                  <a:pt x="1366044" y="345948"/>
                </a:lnTo>
                <a:lnTo>
                  <a:pt x="1367574" y="337805"/>
                </a:lnTo>
                <a:lnTo>
                  <a:pt x="1372810" y="334499"/>
                </a:lnTo>
                <a:lnTo>
                  <a:pt x="1380139" y="331677"/>
                </a:lnTo>
                <a:lnTo>
                  <a:pt x="1390932" y="328130"/>
                </a:lnTo>
                <a:lnTo>
                  <a:pt x="1428547" y="327485"/>
                </a:lnTo>
                <a:lnTo>
                  <a:pt x="1432171" y="329017"/>
                </a:lnTo>
                <a:lnTo>
                  <a:pt x="1432977" y="333209"/>
                </a:lnTo>
                <a:lnTo>
                  <a:pt x="1432171" y="336354"/>
                </a:lnTo>
                <a:lnTo>
                  <a:pt x="1433702" y="338208"/>
                </a:lnTo>
                <a:lnTo>
                  <a:pt x="1438696" y="338369"/>
                </a:lnTo>
                <a:lnTo>
                  <a:pt x="1443287" y="340304"/>
                </a:lnTo>
                <a:lnTo>
                  <a:pt x="1462054" y="346834"/>
                </a:lnTo>
                <a:lnTo>
                  <a:pt x="1470028" y="348850"/>
                </a:lnTo>
                <a:lnTo>
                  <a:pt x="1474457" y="348366"/>
                </a:lnTo>
                <a:lnTo>
                  <a:pt x="1483237" y="354171"/>
                </a:lnTo>
                <a:lnTo>
                  <a:pt x="1488070" y="352155"/>
                </a:lnTo>
                <a:lnTo>
                  <a:pt x="1494352" y="348124"/>
                </a:lnTo>
                <a:lnTo>
                  <a:pt x="1500393" y="342561"/>
                </a:lnTo>
                <a:lnTo>
                  <a:pt x="1505790" y="338208"/>
                </a:lnTo>
                <a:lnTo>
                  <a:pt x="1513683" y="336515"/>
                </a:lnTo>
                <a:lnTo>
                  <a:pt x="1523832" y="336757"/>
                </a:lnTo>
                <a:lnTo>
                  <a:pt x="1535833" y="335225"/>
                </a:lnTo>
                <a:lnTo>
                  <a:pt x="1544854" y="332887"/>
                </a:lnTo>
                <a:lnTo>
                  <a:pt x="1555003" y="336757"/>
                </a:lnTo>
                <a:lnTo>
                  <a:pt x="1557660" y="335547"/>
                </a:lnTo>
                <a:lnTo>
                  <a:pt x="1559352" y="331758"/>
                </a:lnTo>
                <a:lnTo>
                  <a:pt x="1564587" y="323454"/>
                </a:lnTo>
                <a:lnTo>
                  <a:pt x="1566923" y="317891"/>
                </a:lnTo>
                <a:lnTo>
                  <a:pt x="1568937" y="307168"/>
                </a:lnTo>
                <a:lnTo>
                  <a:pt x="1570387" y="304589"/>
                </a:lnTo>
                <a:lnTo>
                  <a:pt x="1574172" y="303137"/>
                </a:lnTo>
                <a:lnTo>
                  <a:pt x="1578119" y="301122"/>
                </a:lnTo>
                <a:lnTo>
                  <a:pt x="1579166" y="297897"/>
                </a:lnTo>
                <a:lnTo>
                  <a:pt x="1580616" y="294188"/>
                </a:lnTo>
                <a:lnTo>
                  <a:pt x="1579408" y="291044"/>
                </a:lnTo>
                <a:lnTo>
                  <a:pt x="1577152" y="288384"/>
                </a:lnTo>
                <a:lnTo>
                  <a:pt x="1574817" y="279515"/>
                </a:lnTo>
                <a:lnTo>
                  <a:pt x="1575541" y="275403"/>
                </a:lnTo>
                <a:lnTo>
                  <a:pt x="1576991" y="272420"/>
                </a:lnTo>
                <a:lnTo>
                  <a:pt x="1581019" y="270889"/>
                </a:lnTo>
                <a:lnTo>
                  <a:pt x="1591731" y="264278"/>
                </a:lnTo>
                <a:lnTo>
                  <a:pt x="1601235" y="256619"/>
                </a:lnTo>
                <a:lnTo>
                  <a:pt x="1606390" y="252829"/>
                </a:lnTo>
                <a:lnTo>
                  <a:pt x="1608645" y="250411"/>
                </a:lnTo>
                <a:lnTo>
                  <a:pt x="1608807" y="246863"/>
                </a:lnTo>
                <a:lnTo>
                  <a:pt x="1604699" y="243235"/>
                </a:lnTo>
                <a:lnTo>
                  <a:pt x="1600752" y="241462"/>
                </a:lnTo>
                <a:lnTo>
                  <a:pt x="1600430" y="237189"/>
                </a:lnTo>
                <a:lnTo>
                  <a:pt x="1600591" y="234286"/>
                </a:lnTo>
                <a:lnTo>
                  <a:pt x="1601799" y="231465"/>
                </a:lnTo>
                <a:lnTo>
                  <a:pt x="1601235" y="228804"/>
                </a:lnTo>
                <a:lnTo>
                  <a:pt x="1601155" y="224773"/>
                </a:lnTo>
                <a:lnTo>
                  <a:pt x="1603732" y="220419"/>
                </a:lnTo>
                <a:lnTo>
                  <a:pt x="1609531" y="214050"/>
                </a:lnTo>
                <a:lnTo>
                  <a:pt x="1614123" y="209858"/>
                </a:lnTo>
                <a:lnTo>
                  <a:pt x="1619197" y="212438"/>
                </a:lnTo>
                <a:lnTo>
                  <a:pt x="1625157" y="211229"/>
                </a:lnTo>
                <a:lnTo>
                  <a:pt x="1630795" y="209213"/>
                </a:lnTo>
                <a:lnTo>
                  <a:pt x="1633937" y="201635"/>
                </a:lnTo>
                <a:lnTo>
                  <a:pt x="1634420" y="198007"/>
                </a:lnTo>
                <a:lnTo>
                  <a:pt x="1633695" y="195104"/>
                </a:lnTo>
                <a:lnTo>
                  <a:pt x="1635628" y="184382"/>
                </a:lnTo>
                <a:lnTo>
                  <a:pt x="1636111" y="182769"/>
                </a:lnTo>
                <a:lnTo>
                  <a:pt x="1639816" y="175997"/>
                </a:lnTo>
                <a:lnTo>
                  <a:pt x="1640219" y="171482"/>
                </a:lnTo>
                <a:lnTo>
                  <a:pt x="1638125" y="160840"/>
                </a:lnTo>
                <a:lnTo>
                  <a:pt x="1639414" y="152858"/>
                </a:lnTo>
                <a:lnTo>
                  <a:pt x="1639978" y="136250"/>
                </a:lnTo>
                <a:lnTo>
                  <a:pt x="1642233" y="133267"/>
                </a:lnTo>
                <a:lnTo>
                  <a:pt x="1644810" y="124721"/>
                </a:lnTo>
                <a:lnTo>
                  <a:pt x="1648918" y="115772"/>
                </a:lnTo>
                <a:lnTo>
                  <a:pt x="1657214" y="110854"/>
                </a:lnTo>
                <a:lnTo>
                  <a:pt x="1661644" y="104485"/>
                </a:lnTo>
                <a:lnTo>
                  <a:pt x="1663577" y="103276"/>
                </a:lnTo>
                <a:lnTo>
                  <a:pt x="1666396" y="103195"/>
                </a:lnTo>
                <a:lnTo>
                  <a:pt x="1676545" y="107871"/>
                </a:lnTo>
                <a:lnTo>
                  <a:pt x="1685566" y="102712"/>
                </a:lnTo>
                <a:lnTo>
                  <a:pt x="1693782" y="102067"/>
                </a:lnTo>
                <a:lnTo>
                  <a:pt x="1700547" y="102792"/>
                </a:lnTo>
                <a:lnTo>
                  <a:pt x="1704414" y="104969"/>
                </a:lnTo>
                <a:lnTo>
                  <a:pt x="1708199" y="106501"/>
                </a:lnTo>
                <a:lnTo>
                  <a:pt x="1716254" y="101422"/>
                </a:lnTo>
                <a:lnTo>
                  <a:pt x="1719314" y="102309"/>
                </a:lnTo>
                <a:lnTo>
                  <a:pt x="1722214" y="104082"/>
                </a:lnTo>
                <a:lnTo>
                  <a:pt x="1726241" y="104002"/>
                </a:lnTo>
                <a:lnTo>
                  <a:pt x="1730993" y="102712"/>
                </a:lnTo>
                <a:lnTo>
                  <a:pt x="1742753" y="103921"/>
                </a:lnTo>
                <a:lnTo>
                  <a:pt x="1763453" y="104163"/>
                </a:lnTo>
                <a:lnTo>
                  <a:pt x="1777709" y="107226"/>
                </a:lnTo>
                <a:lnTo>
                  <a:pt x="1791644" y="115772"/>
                </a:lnTo>
                <a:lnTo>
                  <a:pt x="1798571" y="117546"/>
                </a:lnTo>
                <a:lnTo>
                  <a:pt x="1801551" y="117546"/>
                </a:lnTo>
                <a:lnTo>
                  <a:pt x="1800906" y="118272"/>
                </a:lnTo>
                <a:lnTo>
                  <a:pt x="1795349" y="120610"/>
                </a:lnTo>
                <a:lnTo>
                  <a:pt x="1792771" y="125205"/>
                </a:lnTo>
                <a:lnTo>
                  <a:pt x="1800343" y="132300"/>
                </a:lnTo>
                <a:lnTo>
                  <a:pt x="1800906" y="136976"/>
                </a:lnTo>
                <a:lnTo>
                  <a:pt x="1806786" y="141168"/>
                </a:lnTo>
                <a:lnTo>
                  <a:pt x="1813955" y="147699"/>
                </a:lnTo>
                <a:lnTo>
                  <a:pt x="1814277" y="149875"/>
                </a:lnTo>
                <a:lnTo>
                  <a:pt x="1816693" y="152778"/>
                </a:lnTo>
                <a:lnTo>
                  <a:pt x="1817901" y="156406"/>
                </a:lnTo>
                <a:lnTo>
                  <a:pt x="1812827" y="159953"/>
                </a:lnTo>
                <a:lnTo>
                  <a:pt x="1806061" y="160679"/>
                </a:lnTo>
                <a:lnTo>
                  <a:pt x="1800987" y="157293"/>
                </a:lnTo>
                <a:lnTo>
                  <a:pt x="1796396" y="153100"/>
                </a:lnTo>
                <a:lnTo>
                  <a:pt x="1795188" y="158260"/>
                </a:lnTo>
                <a:lnTo>
                  <a:pt x="1791563" y="161243"/>
                </a:lnTo>
                <a:lnTo>
                  <a:pt x="1778515" y="160437"/>
                </a:lnTo>
                <a:lnTo>
                  <a:pt x="1769172" y="160437"/>
                </a:lnTo>
                <a:lnTo>
                  <a:pt x="1759828" y="161727"/>
                </a:lnTo>
                <a:lnTo>
                  <a:pt x="1764500" y="162533"/>
                </a:lnTo>
                <a:lnTo>
                  <a:pt x="1768688" y="164226"/>
                </a:lnTo>
                <a:lnTo>
                  <a:pt x="1783187" y="177529"/>
                </a:lnTo>
                <a:lnTo>
                  <a:pt x="1786328" y="182527"/>
                </a:lnTo>
                <a:lnTo>
                  <a:pt x="1781253" y="192282"/>
                </a:lnTo>
                <a:lnTo>
                  <a:pt x="1783670" y="196314"/>
                </a:lnTo>
                <a:lnTo>
                  <a:pt x="1789308" y="198652"/>
                </a:lnTo>
                <a:lnTo>
                  <a:pt x="1796154" y="203489"/>
                </a:lnTo>
                <a:lnTo>
                  <a:pt x="1800987" y="204053"/>
                </a:lnTo>
                <a:lnTo>
                  <a:pt x="1804531" y="206794"/>
                </a:lnTo>
                <a:lnTo>
                  <a:pt x="1804612" y="211551"/>
                </a:lnTo>
                <a:lnTo>
                  <a:pt x="1806706" y="215905"/>
                </a:lnTo>
                <a:lnTo>
                  <a:pt x="1801148" y="217678"/>
                </a:lnTo>
                <a:lnTo>
                  <a:pt x="1806625" y="218807"/>
                </a:lnTo>
                <a:lnTo>
                  <a:pt x="1811538" y="221064"/>
                </a:lnTo>
                <a:lnTo>
                  <a:pt x="1808880" y="223322"/>
                </a:lnTo>
                <a:lnTo>
                  <a:pt x="1806786" y="226063"/>
                </a:lnTo>
                <a:lnTo>
                  <a:pt x="1809042" y="227514"/>
                </a:lnTo>
                <a:lnTo>
                  <a:pt x="1815727" y="230013"/>
                </a:lnTo>
                <a:lnTo>
                  <a:pt x="1818626" y="232351"/>
                </a:lnTo>
                <a:lnTo>
                  <a:pt x="1820157" y="238640"/>
                </a:lnTo>
                <a:lnTo>
                  <a:pt x="1826681" y="248879"/>
                </a:lnTo>
                <a:lnTo>
                  <a:pt x="1838602" y="262101"/>
                </a:lnTo>
                <a:lnTo>
                  <a:pt x="1841260" y="266938"/>
                </a:lnTo>
                <a:lnTo>
                  <a:pt x="1841179" y="271372"/>
                </a:lnTo>
                <a:lnTo>
                  <a:pt x="1839246" y="275242"/>
                </a:lnTo>
                <a:lnTo>
                  <a:pt x="1832400" y="279676"/>
                </a:lnTo>
                <a:lnTo>
                  <a:pt x="1826923" y="285562"/>
                </a:lnTo>
                <a:lnTo>
                  <a:pt x="1826278" y="287658"/>
                </a:lnTo>
                <a:lnTo>
                  <a:pt x="1818868" y="290399"/>
                </a:lnTo>
                <a:lnTo>
                  <a:pt x="1822251" y="292415"/>
                </a:lnTo>
                <a:lnTo>
                  <a:pt x="1824989" y="295156"/>
                </a:lnTo>
                <a:lnTo>
                  <a:pt x="1830064" y="303299"/>
                </a:lnTo>
                <a:lnTo>
                  <a:pt x="1842307" y="316601"/>
                </a:lnTo>
                <a:lnTo>
                  <a:pt x="1848509" y="321600"/>
                </a:lnTo>
                <a:lnTo>
                  <a:pt x="1873880" y="339659"/>
                </a:lnTo>
                <a:lnTo>
                  <a:pt x="1887331" y="347479"/>
                </a:lnTo>
                <a:lnTo>
                  <a:pt x="1904568" y="365458"/>
                </a:lnTo>
                <a:lnTo>
                  <a:pt x="1913428" y="369650"/>
                </a:lnTo>
                <a:lnTo>
                  <a:pt x="1915200" y="374649"/>
                </a:lnTo>
                <a:lnTo>
                  <a:pt x="1907709" y="382308"/>
                </a:lnTo>
                <a:lnTo>
                  <a:pt x="1896836" y="386178"/>
                </a:lnTo>
                <a:lnTo>
                  <a:pt x="1878955" y="388193"/>
                </a:lnTo>
                <a:lnTo>
                  <a:pt x="1860993" y="385533"/>
                </a:lnTo>
                <a:lnTo>
                  <a:pt x="1851650" y="383356"/>
                </a:lnTo>
                <a:lnTo>
                  <a:pt x="1843595" y="378922"/>
                </a:lnTo>
                <a:lnTo>
                  <a:pt x="1837152" y="370053"/>
                </a:lnTo>
                <a:lnTo>
                  <a:pt x="1828775" y="365216"/>
                </a:lnTo>
                <a:lnTo>
                  <a:pt x="1831997" y="370618"/>
                </a:lnTo>
                <a:lnTo>
                  <a:pt x="1834010" y="376100"/>
                </a:lnTo>
                <a:lnTo>
                  <a:pt x="1832963" y="382066"/>
                </a:lnTo>
                <a:lnTo>
                  <a:pt x="1829661" y="386823"/>
                </a:lnTo>
                <a:lnTo>
                  <a:pt x="1824023" y="390209"/>
                </a:lnTo>
                <a:lnTo>
                  <a:pt x="1817901" y="393031"/>
                </a:lnTo>
                <a:lnTo>
                  <a:pt x="1815324" y="394966"/>
                </a:lnTo>
                <a:lnTo>
                  <a:pt x="1799859" y="426327"/>
                </a:lnTo>
                <a:lnTo>
                  <a:pt x="1797362" y="434793"/>
                </a:lnTo>
                <a:lnTo>
                  <a:pt x="1792691" y="469944"/>
                </a:lnTo>
                <a:lnTo>
                  <a:pt x="1792610" y="479941"/>
                </a:lnTo>
                <a:lnTo>
                  <a:pt x="1799537" y="498484"/>
                </a:lnTo>
                <a:lnTo>
                  <a:pt x="1800182" y="508239"/>
                </a:lnTo>
                <a:lnTo>
                  <a:pt x="1801551" y="512512"/>
                </a:lnTo>
                <a:lnTo>
                  <a:pt x="1800584" y="515979"/>
                </a:lnTo>
                <a:lnTo>
                  <a:pt x="1797362" y="518075"/>
                </a:lnTo>
                <a:lnTo>
                  <a:pt x="1784073" y="523718"/>
                </a:lnTo>
                <a:lnTo>
                  <a:pt x="1774729" y="528475"/>
                </a:lnTo>
                <a:lnTo>
                  <a:pt x="1767078" y="535167"/>
                </a:lnTo>
                <a:lnTo>
                  <a:pt x="1760956" y="543551"/>
                </a:lnTo>
                <a:lnTo>
                  <a:pt x="1755560" y="549598"/>
                </a:lnTo>
                <a:lnTo>
                  <a:pt x="1748391" y="552500"/>
                </a:lnTo>
                <a:lnTo>
                  <a:pt x="1743156" y="552017"/>
                </a:lnTo>
                <a:lnTo>
                  <a:pt x="1738967" y="549276"/>
                </a:lnTo>
                <a:lnTo>
                  <a:pt x="1736068" y="543874"/>
                </a:lnTo>
                <a:lnTo>
                  <a:pt x="1734376" y="537989"/>
                </a:lnTo>
                <a:lnTo>
                  <a:pt x="1733249" y="542342"/>
                </a:lnTo>
                <a:lnTo>
                  <a:pt x="1733490" y="546615"/>
                </a:lnTo>
                <a:lnTo>
                  <a:pt x="1735907" y="551130"/>
                </a:lnTo>
                <a:lnTo>
                  <a:pt x="1736873" y="555967"/>
                </a:lnTo>
                <a:lnTo>
                  <a:pt x="1735423" y="560804"/>
                </a:lnTo>
                <a:lnTo>
                  <a:pt x="1732363" y="564755"/>
                </a:lnTo>
                <a:lnTo>
                  <a:pt x="1724067" y="569028"/>
                </a:lnTo>
                <a:lnTo>
                  <a:pt x="1719395" y="572656"/>
                </a:lnTo>
                <a:lnTo>
                  <a:pt x="1718670" y="579025"/>
                </a:lnTo>
                <a:lnTo>
                  <a:pt x="1716495" y="582653"/>
                </a:lnTo>
                <a:lnTo>
                  <a:pt x="1713273" y="585475"/>
                </a:lnTo>
                <a:lnTo>
                  <a:pt x="1701514" y="591844"/>
                </a:lnTo>
                <a:lnTo>
                  <a:pt x="1698936" y="594424"/>
                </a:lnTo>
                <a:lnTo>
                  <a:pt x="1696923" y="597729"/>
                </a:lnTo>
                <a:lnTo>
                  <a:pt x="1703205" y="597246"/>
                </a:lnTo>
                <a:lnTo>
                  <a:pt x="1708924" y="597729"/>
                </a:lnTo>
                <a:lnTo>
                  <a:pt x="1709407" y="604098"/>
                </a:lnTo>
                <a:lnTo>
                  <a:pt x="1711179" y="608855"/>
                </a:lnTo>
                <a:lnTo>
                  <a:pt x="1708924" y="619336"/>
                </a:lnTo>
                <a:lnTo>
                  <a:pt x="1700064" y="626350"/>
                </a:lnTo>
                <a:lnTo>
                  <a:pt x="1704494" y="627801"/>
                </a:lnTo>
                <a:lnTo>
                  <a:pt x="1708441" y="630139"/>
                </a:lnTo>
                <a:lnTo>
                  <a:pt x="1717301" y="631832"/>
                </a:lnTo>
                <a:lnTo>
                  <a:pt x="1720281" y="639249"/>
                </a:lnTo>
                <a:lnTo>
                  <a:pt x="1718992" y="648198"/>
                </a:lnTo>
                <a:lnTo>
                  <a:pt x="1717381" y="656261"/>
                </a:lnTo>
                <a:lnTo>
                  <a:pt x="1711018" y="658437"/>
                </a:lnTo>
                <a:lnTo>
                  <a:pt x="1707072" y="656986"/>
                </a:lnTo>
                <a:lnTo>
                  <a:pt x="1703205" y="657147"/>
                </a:lnTo>
                <a:lnTo>
                  <a:pt x="1700306" y="659566"/>
                </a:lnTo>
                <a:lnTo>
                  <a:pt x="1699500" y="663678"/>
                </a:lnTo>
                <a:lnTo>
                  <a:pt x="1704977" y="661662"/>
                </a:lnTo>
                <a:lnTo>
                  <a:pt x="1704736" y="672063"/>
                </a:lnTo>
                <a:lnTo>
                  <a:pt x="1703205" y="682221"/>
                </a:lnTo>
                <a:lnTo>
                  <a:pt x="1701433" y="687784"/>
                </a:lnTo>
                <a:lnTo>
                  <a:pt x="1698050" y="692379"/>
                </a:lnTo>
                <a:lnTo>
                  <a:pt x="1692976" y="693830"/>
                </a:lnTo>
                <a:lnTo>
                  <a:pt x="1688143" y="690444"/>
                </a:lnTo>
                <a:lnTo>
                  <a:pt x="1687177" y="694395"/>
                </a:lnTo>
                <a:lnTo>
                  <a:pt x="1688627" y="697700"/>
                </a:lnTo>
                <a:lnTo>
                  <a:pt x="1695473" y="705843"/>
                </a:lnTo>
                <a:lnTo>
                  <a:pt x="1691285" y="707697"/>
                </a:lnTo>
                <a:lnTo>
                  <a:pt x="1688224" y="710438"/>
                </a:lnTo>
                <a:lnTo>
                  <a:pt x="1686855" y="714470"/>
                </a:lnTo>
                <a:lnTo>
                  <a:pt x="1679445" y="723741"/>
                </a:lnTo>
                <a:lnTo>
                  <a:pt x="1676142" y="730594"/>
                </a:lnTo>
                <a:lnTo>
                  <a:pt x="1674692" y="737850"/>
                </a:lnTo>
                <a:lnTo>
                  <a:pt x="1671229" y="743655"/>
                </a:lnTo>
                <a:lnTo>
                  <a:pt x="1615009" y="768809"/>
                </a:lnTo>
                <a:lnTo>
                  <a:pt x="1569581" y="790012"/>
                </a:lnTo>
                <a:lnTo>
                  <a:pt x="1566279" y="788561"/>
                </a:lnTo>
                <a:lnTo>
                  <a:pt x="1564024" y="785336"/>
                </a:lnTo>
                <a:lnTo>
                  <a:pt x="1562493" y="752362"/>
                </a:lnTo>
                <a:lnTo>
                  <a:pt x="1556855" y="735512"/>
                </a:lnTo>
                <a:lnTo>
                  <a:pt x="1556050" y="726079"/>
                </a:lnTo>
                <a:lnTo>
                  <a:pt x="1549606" y="734544"/>
                </a:lnTo>
                <a:lnTo>
                  <a:pt x="1545659" y="733658"/>
                </a:lnTo>
                <a:lnTo>
                  <a:pt x="1541390" y="731481"/>
                </a:lnTo>
                <a:lnTo>
                  <a:pt x="1538249" y="728740"/>
                </a:lnTo>
                <a:lnTo>
                  <a:pt x="1538008" y="725112"/>
                </a:lnTo>
                <a:lnTo>
                  <a:pt x="1541390" y="714631"/>
                </a:lnTo>
                <a:lnTo>
                  <a:pt x="1537283" y="720355"/>
                </a:lnTo>
                <a:lnTo>
                  <a:pt x="1532692" y="724789"/>
                </a:lnTo>
                <a:lnTo>
                  <a:pt x="1528020" y="724225"/>
                </a:lnTo>
                <a:lnTo>
                  <a:pt x="1523993" y="722048"/>
                </a:lnTo>
                <a:lnTo>
                  <a:pt x="1522462" y="718662"/>
                </a:lnTo>
                <a:lnTo>
                  <a:pt x="1520288" y="718178"/>
                </a:lnTo>
                <a:lnTo>
                  <a:pt x="1510381" y="727450"/>
                </a:lnTo>
                <a:lnTo>
                  <a:pt x="1497252" y="732448"/>
                </a:lnTo>
                <a:lnTo>
                  <a:pt x="1489922" y="732368"/>
                </a:lnTo>
                <a:lnTo>
                  <a:pt x="1484203" y="729546"/>
                </a:lnTo>
                <a:lnTo>
                  <a:pt x="1484445" y="722451"/>
                </a:lnTo>
                <a:lnTo>
                  <a:pt x="1483881" y="715518"/>
                </a:lnTo>
                <a:lnTo>
                  <a:pt x="1482270" y="711487"/>
                </a:lnTo>
                <a:lnTo>
                  <a:pt x="1478726" y="710035"/>
                </a:lnTo>
                <a:lnTo>
                  <a:pt x="1475505" y="710519"/>
                </a:lnTo>
                <a:lnTo>
                  <a:pt x="1466081" y="714147"/>
                </a:lnTo>
                <a:lnTo>
                  <a:pt x="1462698" y="713744"/>
                </a:lnTo>
                <a:lnTo>
                  <a:pt x="1460765" y="715518"/>
                </a:lnTo>
                <a:lnTo>
                  <a:pt x="1435876" y="690283"/>
                </a:lnTo>
                <a:lnTo>
                  <a:pt x="1430802" y="710761"/>
                </a:lnTo>
                <a:lnTo>
                  <a:pt x="1413646" y="721645"/>
                </a:lnTo>
                <a:lnTo>
                  <a:pt x="1400920" y="727933"/>
                </a:lnTo>
                <a:lnTo>
                  <a:pt x="1388355" y="725595"/>
                </a:lnTo>
                <a:lnTo>
                  <a:pt x="1375548" y="721564"/>
                </a:lnTo>
                <a:lnTo>
                  <a:pt x="1362822" y="726402"/>
                </a:lnTo>
                <a:lnTo>
                  <a:pt x="1348968" y="738414"/>
                </a:lnTo>
                <a:lnTo>
                  <a:pt x="1345102" y="740269"/>
                </a:lnTo>
                <a:lnTo>
                  <a:pt x="1341155" y="740188"/>
                </a:lnTo>
                <a:lnTo>
                  <a:pt x="1338256" y="738656"/>
                </a:lnTo>
                <a:lnTo>
                  <a:pt x="1339222" y="729546"/>
                </a:lnTo>
                <a:lnTo>
                  <a:pt x="1339383" y="720516"/>
                </a:lnTo>
                <a:lnTo>
                  <a:pt x="1338336" y="700280"/>
                </a:lnTo>
                <a:lnTo>
                  <a:pt x="1337209" y="696330"/>
                </a:lnTo>
                <a:lnTo>
                  <a:pt x="1333262" y="690767"/>
                </a:lnTo>
                <a:lnTo>
                  <a:pt x="1328027" y="686736"/>
                </a:lnTo>
                <a:lnTo>
                  <a:pt x="1325046" y="689719"/>
                </a:lnTo>
                <a:lnTo>
                  <a:pt x="1322388" y="693669"/>
                </a:lnTo>
                <a:lnTo>
                  <a:pt x="1311918" y="693508"/>
                </a:lnTo>
                <a:lnTo>
                  <a:pt x="1301688" y="690364"/>
                </a:lnTo>
                <a:lnTo>
                  <a:pt x="1292909" y="692137"/>
                </a:lnTo>
                <a:lnTo>
                  <a:pt x="1275592" y="700199"/>
                </a:lnTo>
                <a:lnTo>
                  <a:pt x="1266410" y="701409"/>
                </a:lnTo>
                <a:lnTo>
                  <a:pt x="1261496" y="699635"/>
                </a:lnTo>
                <a:lnTo>
                  <a:pt x="1258355" y="695282"/>
                </a:lnTo>
                <a:lnTo>
                  <a:pt x="1260127" y="691331"/>
                </a:lnTo>
                <a:lnTo>
                  <a:pt x="1263913" y="688348"/>
                </a:lnTo>
                <a:lnTo>
                  <a:pt x="1256825" y="690686"/>
                </a:lnTo>
                <a:lnTo>
                  <a:pt x="1250784" y="694798"/>
                </a:lnTo>
                <a:lnTo>
                  <a:pt x="1248126" y="697378"/>
                </a:lnTo>
                <a:lnTo>
                  <a:pt x="1245307" y="696088"/>
                </a:lnTo>
                <a:lnTo>
                  <a:pt x="1237736" y="686897"/>
                </a:lnTo>
                <a:lnTo>
                  <a:pt x="1221949" y="690364"/>
                </a:lnTo>
                <a:lnTo>
                  <a:pt x="1219774" y="691412"/>
                </a:lnTo>
                <a:lnTo>
                  <a:pt x="1215908" y="694475"/>
                </a:lnTo>
                <a:lnTo>
                  <a:pt x="1212122" y="692944"/>
                </a:lnTo>
                <a:lnTo>
                  <a:pt x="1210270" y="689638"/>
                </a:lnTo>
                <a:lnTo>
                  <a:pt x="1209545" y="670611"/>
                </a:lnTo>
                <a:lnTo>
                  <a:pt x="1201490" y="633928"/>
                </a:lnTo>
                <a:lnTo>
                  <a:pt x="1199316" y="615144"/>
                </a:lnTo>
                <a:lnTo>
                  <a:pt x="1197544" y="610709"/>
                </a:lnTo>
                <a:lnTo>
                  <a:pt x="1188281" y="604018"/>
                </a:lnTo>
                <a:lnTo>
                  <a:pt x="1188603" y="594343"/>
                </a:lnTo>
                <a:lnTo>
                  <a:pt x="1193355" y="586281"/>
                </a:lnTo>
                <a:lnTo>
                  <a:pt x="1194402" y="576848"/>
                </a:lnTo>
                <a:lnTo>
                  <a:pt x="1193033" y="566609"/>
                </a:lnTo>
                <a:lnTo>
                  <a:pt x="1190134" y="556612"/>
                </a:lnTo>
                <a:lnTo>
                  <a:pt x="1186509" y="549034"/>
                </a:lnTo>
                <a:lnTo>
                  <a:pt x="1181274" y="542584"/>
                </a:lnTo>
                <a:lnTo>
                  <a:pt x="1174347" y="535328"/>
                </a:lnTo>
                <a:lnTo>
                  <a:pt x="1165890" y="529926"/>
                </a:lnTo>
                <a:lnTo>
                  <a:pt x="1147525" y="523880"/>
                </a:lnTo>
                <a:lnTo>
                  <a:pt x="1137779" y="524363"/>
                </a:lnTo>
                <a:lnTo>
                  <a:pt x="1134235" y="522025"/>
                </a:lnTo>
                <a:lnTo>
                  <a:pt x="1131819" y="518881"/>
                </a:lnTo>
                <a:lnTo>
                  <a:pt x="1132786" y="512835"/>
                </a:lnTo>
                <a:lnTo>
                  <a:pt x="1136088" y="508642"/>
                </a:lnTo>
                <a:lnTo>
                  <a:pt x="1140437" y="507594"/>
                </a:lnTo>
                <a:lnTo>
                  <a:pt x="1141001" y="505256"/>
                </a:lnTo>
                <a:lnTo>
                  <a:pt x="1131658" y="500338"/>
                </a:lnTo>
                <a:lnTo>
                  <a:pt x="1123926" y="493727"/>
                </a:lnTo>
                <a:lnTo>
                  <a:pt x="1121429" y="489696"/>
                </a:lnTo>
                <a:lnTo>
                  <a:pt x="1120704" y="485343"/>
                </a:lnTo>
                <a:lnTo>
                  <a:pt x="1120784" y="475184"/>
                </a:lnTo>
                <a:lnTo>
                  <a:pt x="1123040" y="468815"/>
                </a:lnTo>
                <a:lnTo>
                  <a:pt x="1124248" y="465268"/>
                </a:lnTo>
                <a:lnTo>
                  <a:pt x="1126664" y="454545"/>
                </a:lnTo>
                <a:lnTo>
                  <a:pt x="1131738" y="451320"/>
                </a:lnTo>
                <a:lnTo>
                  <a:pt x="1130852" y="449305"/>
                </a:lnTo>
                <a:lnTo>
                  <a:pt x="1128678" y="447853"/>
                </a:lnTo>
                <a:lnTo>
                  <a:pt x="1125536" y="444387"/>
                </a:lnTo>
                <a:lnTo>
                  <a:pt x="1122959" y="440275"/>
                </a:lnTo>
                <a:lnTo>
                  <a:pt x="1116999" y="433422"/>
                </a:lnTo>
                <a:lnTo>
                  <a:pt x="1106528" y="425118"/>
                </a:lnTo>
                <a:lnTo>
                  <a:pt x="1104756" y="410848"/>
                </a:lnTo>
                <a:lnTo>
                  <a:pt x="1103387" y="389806"/>
                </a:lnTo>
                <a:lnTo>
                  <a:pt x="1104273" y="380212"/>
                </a:lnTo>
                <a:lnTo>
                  <a:pt x="1107655" y="362314"/>
                </a:lnTo>
                <a:lnTo>
                  <a:pt x="1113455" y="356751"/>
                </a:lnTo>
                <a:lnTo>
                  <a:pt x="1118046" y="355138"/>
                </a:lnTo>
                <a:lnTo>
                  <a:pt x="1121590" y="352720"/>
                </a:lnTo>
                <a:lnTo>
                  <a:pt x="1118690" y="352397"/>
                </a:lnTo>
                <a:lnTo>
                  <a:pt x="1116193" y="353284"/>
                </a:lnTo>
                <a:lnTo>
                  <a:pt x="1111763" y="353848"/>
                </a:lnTo>
                <a:lnTo>
                  <a:pt x="1115388" y="337885"/>
                </a:lnTo>
                <a:lnTo>
                  <a:pt x="1117079" y="333209"/>
                </a:lnTo>
                <a:lnTo>
                  <a:pt x="1124409" y="324260"/>
                </a:lnTo>
                <a:lnTo>
                  <a:pt x="1132947" y="316359"/>
                </a:lnTo>
                <a:lnTo>
                  <a:pt x="1136571" y="307007"/>
                </a:lnTo>
                <a:lnTo>
                  <a:pt x="1141484" y="298784"/>
                </a:lnTo>
                <a:lnTo>
                  <a:pt x="1161621" y="290318"/>
                </a:lnTo>
                <a:close/>
                <a:moveTo>
                  <a:pt x="2619808" y="385452"/>
                </a:moveTo>
                <a:lnTo>
                  <a:pt x="2625607" y="387226"/>
                </a:lnTo>
                <a:lnTo>
                  <a:pt x="2631728" y="386742"/>
                </a:lnTo>
                <a:lnTo>
                  <a:pt x="2634789" y="383114"/>
                </a:lnTo>
                <a:lnTo>
                  <a:pt x="2635595" y="378438"/>
                </a:lnTo>
                <a:lnTo>
                  <a:pt x="2638655" y="369731"/>
                </a:lnTo>
                <a:lnTo>
                  <a:pt x="2645743" y="363846"/>
                </a:lnTo>
                <a:lnTo>
                  <a:pt x="2650737" y="362959"/>
                </a:lnTo>
                <a:lnTo>
                  <a:pt x="2654281" y="360459"/>
                </a:lnTo>
                <a:lnTo>
                  <a:pt x="2653637" y="354010"/>
                </a:lnTo>
                <a:lnTo>
                  <a:pt x="2653959" y="347641"/>
                </a:lnTo>
                <a:lnTo>
                  <a:pt x="2659194" y="340868"/>
                </a:lnTo>
                <a:lnTo>
                  <a:pt x="2675464" y="331436"/>
                </a:lnTo>
                <a:lnTo>
                  <a:pt x="2684727" y="328130"/>
                </a:lnTo>
                <a:lnTo>
                  <a:pt x="2696728" y="327001"/>
                </a:lnTo>
                <a:lnTo>
                  <a:pt x="2698097" y="330629"/>
                </a:lnTo>
                <a:lnTo>
                  <a:pt x="2696728" y="335789"/>
                </a:lnTo>
                <a:lnTo>
                  <a:pt x="2699064" y="343609"/>
                </a:lnTo>
                <a:lnTo>
                  <a:pt x="2697936" y="364652"/>
                </a:lnTo>
                <a:lnTo>
                  <a:pt x="2695198" y="367635"/>
                </a:lnTo>
                <a:lnTo>
                  <a:pt x="2682794" y="374891"/>
                </a:lnTo>
                <a:lnTo>
                  <a:pt x="2669182" y="380695"/>
                </a:lnTo>
                <a:lnTo>
                  <a:pt x="2665396" y="383114"/>
                </a:lnTo>
                <a:lnTo>
                  <a:pt x="2662013" y="388919"/>
                </a:lnTo>
                <a:lnTo>
                  <a:pt x="2662335" y="394643"/>
                </a:lnTo>
                <a:lnTo>
                  <a:pt x="2673370" y="402302"/>
                </a:lnTo>
                <a:lnTo>
                  <a:pt x="2690526" y="409477"/>
                </a:lnTo>
                <a:lnTo>
                  <a:pt x="2694070" y="412864"/>
                </a:lnTo>
                <a:lnTo>
                  <a:pt x="2696406" y="418507"/>
                </a:lnTo>
                <a:lnTo>
                  <a:pt x="2697050" y="424796"/>
                </a:lnTo>
                <a:lnTo>
                  <a:pt x="2701158" y="427779"/>
                </a:lnTo>
                <a:lnTo>
                  <a:pt x="2706957" y="429230"/>
                </a:lnTo>
                <a:lnTo>
                  <a:pt x="2710824" y="432213"/>
                </a:lnTo>
                <a:lnTo>
                  <a:pt x="2713804" y="436405"/>
                </a:lnTo>
                <a:lnTo>
                  <a:pt x="2684808" y="426569"/>
                </a:lnTo>
                <a:lnTo>
                  <a:pt x="2677236" y="422216"/>
                </a:lnTo>
                <a:lnTo>
                  <a:pt x="2668135" y="421732"/>
                </a:lnTo>
                <a:lnTo>
                  <a:pt x="2659114" y="420442"/>
                </a:lnTo>
                <a:lnTo>
                  <a:pt x="2649851" y="416653"/>
                </a:lnTo>
                <a:lnTo>
                  <a:pt x="2639944" y="415766"/>
                </a:lnTo>
                <a:lnTo>
                  <a:pt x="2635192" y="418507"/>
                </a:lnTo>
                <a:lnTo>
                  <a:pt x="2633339" y="423828"/>
                </a:lnTo>
                <a:lnTo>
                  <a:pt x="2632212" y="429794"/>
                </a:lnTo>
                <a:lnTo>
                  <a:pt x="2634467" y="437211"/>
                </a:lnTo>
                <a:lnTo>
                  <a:pt x="2634225" y="441646"/>
                </a:lnTo>
                <a:lnTo>
                  <a:pt x="2632373" y="449788"/>
                </a:lnTo>
                <a:lnTo>
                  <a:pt x="2639541" y="473814"/>
                </a:lnTo>
                <a:lnTo>
                  <a:pt x="2648482" y="492921"/>
                </a:lnTo>
                <a:lnTo>
                  <a:pt x="2661772" y="512835"/>
                </a:lnTo>
                <a:lnTo>
                  <a:pt x="2668296" y="519607"/>
                </a:lnTo>
                <a:lnTo>
                  <a:pt x="2675545" y="525815"/>
                </a:lnTo>
                <a:lnTo>
                  <a:pt x="2663705" y="523960"/>
                </a:lnTo>
                <a:lnTo>
                  <a:pt x="2660080" y="517349"/>
                </a:lnTo>
                <a:lnTo>
                  <a:pt x="2645018" y="510738"/>
                </a:lnTo>
                <a:lnTo>
                  <a:pt x="2642199" y="506788"/>
                </a:lnTo>
                <a:lnTo>
                  <a:pt x="2632373" y="488003"/>
                </a:lnTo>
                <a:lnTo>
                  <a:pt x="2629473" y="484456"/>
                </a:lnTo>
                <a:lnTo>
                  <a:pt x="2620452" y="478006"/>
                </a:lnTo>
                <a:lnTo>
                  <a:pt x="2616505" y="473330"/>
                </a:lnTo>
                <a:lnTo>
                  <a:pt x="2615136" y="466961"/>
                </a:lnTo>
                <a:lnTo>
                  <a:pt x="2616103" y="460269"/>
                </a:lnTo>
                <a:lnTo>
                  <a:pt x="2615619" y="450998"/>
                </a:lnTo>
                <a:lnTo>
                  <a:pt x="2615942" y="441807"/>
                </a:lnTo>
                <a:lnTo>
                  <a:pt x="2617875" y="430600"/>
                </a:lnTo>
                <a:lnTo>
                  <a:pt x="2614653" y="426650"/>
                </a:lnTo>
                <a:lnTo>
                  <a:pt x="2610384" y="422941"/>
                </a:lnTo>
                <a:lnTo>
                  <a:pt x="2605471" y="414315"/>
                </a:lnTo>
                <a:lnTo>
                  <a:pt x="2604021" y="404560"/>
                </a:lnTo>
                <a:lnTo>
                  <a:pt x="2604424" y="398916"/>
                </a:lnTo>
                <a:lnTo>
                  <a:pt x="2606437" y="393917"/>
                </a:lnTo>
                <a:lnTo>
                  <a:pt x="2609176" y="389644"/>
                </a:lnTo>
                <a:lnTo>
                  <a:pt x="2609740" y="385452"/>
                </a:lnTo>
                <a:lnTo>
                  <a:pt x="2602652" y="379325"/>
                </a:lnTo>
                <a:lnTo>
                  <a:pt x="2595322" y="361911"/>
                </a:lnTo>
                <a:lnTo>
                  <a:pt x="2594597" y="352881"/>
                </a:lnTo>
                <a:lnTo>
                  <a:pt x="2604021" y="335547"/>
                </a:lnTo>
                <a:lnTo>
                  <a:pt x="2603860" y="327082"/>
                </a:lnTo>
                <a:lnTo>
                  <a:pt x="2605712" y="322083"/>
                </a:lnTo>
                <a:lnTo>
                  <a:pt x="2606759" y="316762"/>
                </a:lnTo>
                <a:lnTo>
                  <a:pt x="2611673" y="305153"/>
                </a:lnTo>
                <a:lnTo>
                  <a:pt x="2619647" y="295317"/>
                </a:lnTo>
                <a:lnTo>
                  <a:pt x="2633259" y="281531"/>
                </a:lnTo>
                <a:lnTo>
                  <a:pt x="2638414" y="278467"/>
                </a:lnTo>
                <a:lnTo>
                  <a:pt x="2644213" y="276532"/>
                </a:lnTo>
                <a:lnTo>
                  <a:pt x="2644777" y="279918"/>
                </a:lnTo>
                <a:lnTo>
                  <a:pt x="2643810" y="282901"/>
                </a:lnTo>
                <a:lnTo>
                  <a:pt x="2633823" y="296929"/>
                </a:lnTo>
                <a:lnTo>
                  <a:pt x="2632453" y="300154"/>
                </a:lnTo>
                <a:lnTo>
                  <a:pt x="2632212" y="306040"/>
                </a:lnTo>
                <a:lnTo>
                  <a:pt x="2636964" y="309506"/>
                </a:lnTo>
                <a:lnTo>
                  <a:pt x="2642199" y="316682"/>
                </a:lnTo>
                <a:lnTo>
                  <a:pt x="2643246" y="326195"/>
                </a:lnTo>
                <a:lnTo>
                  <a:pt x="2643407" y="336273"/>
                </a:lnTo>
                <a:lnTo>
                  <a:pt x="2642280" y="346431"/>
                </a:lnTo>
                <a:lnTo>
                  <a:pt x="2640347" y="349817"/>
                </a:lnTo>
                <a:lnTo>
                  <a:pt x="2632051" y="360056"/>
                </a:lnTo>
                <a:lnTo>
                  <a:pt x="2613364" y="372069"/>
                </a:lnTo>
                <a:lnTo>
                  <a:pt x="2611753" y="375052"/>
                </a:lnTo>
                <a:lnTo>
                  <a:pt x="2611834" y="378357"/>
                </a:lnTo>
                <a:lnTo>
                  <a:pt x="2615297" y="382308"/>
                </a:lnTo>
                <a:lnTo>
                  <a:pt x="2619808" y="385452"/>
                </a:lnTo>
                <a:close/>
                <a:moveTo>
                  <a:pt x="2782670" y="684881"/>
                </a:moveTo>
                <a:lnTo>
                  <a:pt x="2801115" y="693830"/>
                </a:lnTo>
                <a:lnTo>
                  <a:pt x="2810699" y="695120"/>
                </a:lnTo>
                <a:lnTo>
                  <a:pt x="2826889" y="693992"/>
                </a:lnTo>
                <a:lnTo>
                  <a:pt x="2832930" y="694798"/>
                </a:lnTo>
                <a:lnTo>
                  <a:pt x="2848314" y="706246"/>
                </a:lnTo>
                <a:lnTo>
                  <a:pt x="2852824" y="714066"/>
                </a:lnTo>
                <a:lnTo>
                  <a:pt x="2854113" y="720839"/>
                </a:lnTo>
                <a:lnTo>
                  <a:pt x="2856449" y="727288"/>
                </a:lnTo>
                <a:lnTo>
                  <a:pt x="2860235" y="728820"/>
                </a:lnTo>
                <a:lnTo>
                  <a:pt x="2864665" y="729465"/>
                </a:lnTo>
                <a:lnTo>
                  <a:pt x="2870544" y="738656"/>
                </a:lnTo>
                <a:lnTo>
                  <a:pt x="2871672" y="741639"/>
                </a:lnTo>
                <a:lnTo>
                  <a:pt x="2867242" y="764858"/>
                </a:lnTo>
                <a:lnTo>
                  <a:pt x="2849119" y="756070"/>
                </a:lnTo>
                <a:lnTo>
                  <a:pt x="2831641" y="746073"/>
                </a:lnTo>
                <a:lnTo>
                  <a:pt x="2824150" y="742365"/>
                </a:lnTo>
                <a:lnTo>
                  <a:pt x="2804014" y="733980"/>
                </a:lnTo>
                <a:lnTo>
                  <a:pt x="2800873" y="731078"/>
                </a:lnTo>
                <a:lnTo>
                  <a:pt x="2798618" y="727288"/>
                </a:lnTo>
                <a:lnTo>
                  <a:pt x="2789838" y="722048"/>
                </a:lnTo>
                <a:lnTo>
                  <a:pt x="2772360" y="721242"/>
                </a:lnTo>
                <a:lnTo>
                  <a:pt x="2765755" y="721403"/>
                </a:lnTo>
                <a:lnTo>
                  <a:pt x="2763097" y="722209"/>
                </a:lnTo>
                <a:lnTo>
                  <a:pt x="2763742" y="724950"/>
                </a:lnTo>
                <a:lnTo>
                  <a:pt x="2763903" y="730675"/>
                </a:lnTo>
                <a:lnTo>
                  <a:pt x="2759553" y="732206"/>
                </a:lnTo>
                <a:lnTo>
                  <a:pt x="2748680" y="728659"/>
                </a:lnTo>
                <a:lnTo>
                  <a:pt x="2738934" y="727369"/>
                </a:lnTo>
                <a:lnTo>
                  <a:pt x="2730557" y="723822"/>
                </a:lnTo>
                <a:lnTo>
                  <a:pt x="2719200" y="721967"/>
                </a:lnTo>
                <a:lnTo>
                  <a:pt x="2717992" y="720194"/>
                </a:lnTo>
                <a:lnTo>
                  <a:pt x="2718959" y="717614"/>
                </a:lnTo>
                <a:lnTo>
                  <a:pt x="2718475" y="715115"/>
                </a:lnTo>
                <a:lnTo>
                  <a:pt x="2715817" y="714147"/>
                </a:lnTo>
                <a:lnTo>
                  <a:pt x="2710824" y="714631"/>
                </a:lnTo>
                <a:lnTo>
                  <a:pt x="2705910" y="717130"/>
                </a:lnTo>
                <a:lnTo>
                  <a:pt x="2701803" y="719871"/>
                </a:lnTo>
                <a:lnTo>
                  <a:pt x="2695842" y="727692"/>
                </a:lnTo>
                <a:lnTo>
                  <a:pt x="2692781" y="730594"/>
                </a:lnTo>
                <a:lnTo>
                  <a:pt x="2682955" y="731884"/>
                </a:lnTo>
                <a:lnTo>
                  <a:pt x="2678847" y="731158"/>
                </a:lnTo>
                <a:lnTo>
                  <a:pt x="2675062" y="729223"/>
                </a:lnTo>
                <a:lnTo>
                  <a:pt x="2663866" y="715115"/>
                </a:lnTo>
                <a:lnTo>
                  <a:pt x="2660080" y="712051"/>
                </a:lnTo>
                <a:lnTo>
                  <a:pt x="2655892" y="709552"/>
                </a:lnTo>
                <a:lnTo>
                  <a:pt x="2651945" y="708342"/>
                </a:lnTo>
                <a:lnTo>
                  <a:pt x="2647918" y="710519"/>
                </a:lnTo>
                <a:lnTo>
                  <a:pt x="2645824" y="714953"/>
                </a:lnTo>
                <a:lnTo>
                  <a:pt x="2644857" y="720113"/>
                </a:lnTo>
                <a:lnTo>
                  <a:pt x="2643730" y="723177"/>
                </a:lnTo>
                <a:lnTo>
                  <a:pt x="2638897" y="731481"/>
                </a:lnTo>
                <a:lnTo>
                  <a:pt x="2634870" y="736479"/>
                </a:lnTo>
                <a:lnTo>
                  <a:pt x="2633420" y="735673"/>
                </a:lnTo>
                <a:lnTo>
                  <a:pt x="2635514" y="727692"/>
                </a:lnTo>
                <a:lnTo>
                  <a:pt x="2635514" y="723177"/>
                </a:lnTo>
                <a:lnTo>
                  <a:pt x="2633017" y="718420"/>
                </a:lnTo>
                <a:lnTo>
                  <a:pt x="2631487" y="713583"/>
                </a:lnTo>
                <a:lnTo>
                  <a:pt x="2650415" y="690444"/>
                </a:lnTo>
                <a:lnTo>
                  <a:pt x="2657342" y="684881"/>
                </a:lnTo>
                <a:lnTo>
                  <a:pt x="2687224" y="682946"/>
                </a:lnTo>
                <a:lnTo>
                  <a:pt x="2705024" y="684156"/>
                </a:lnTo>
                <a:lnTo>
                  <a:pt x="2714690" y="683591"/>
                </a:lnTo>
                <a:lnTo>
                  <a:pt x="2721133" y="681898"/>
                </a:lnTo>
                <a:lnTo>
                  <a:pt x="2726530" y="682624"/>
                </a:lnTo>
                <a:lnTo>
                  <a:pt x="2727819" y="687219"/>
                </a:lnTo>
                <a:lnTo>
                  <a:pt x="2731201" y="690606"/>
                </a:lnTo>
                <a:lnTo>
                  <a:pt x="2735873" y="690283"/>
                </a:lnTo>
                <a:lnTo>
                  <a:pt x="2744411" y="686736"/>
                </a:lnTo>
                <a:lnTo>
                  <a:pt x="2751740" y="681253"/>
                </a:lnTo>
                <a:lnTo>
                  <a:pt x="2756251" y="678835"/>
                </a:lnTo>
                <a:lnTo>
                  <a:pt x="2760842" y="678432"/>
                </a:lnTo>
                <a:lnTo>
                  <a:pt x="2765594" y="678754"/>
                </a:lnTo>
                <a:lnTo>
                  <a:pt x="2770185" y="680044"/>
                </a:lnTo>
                <a:lnTo>
                  <a:pt x="2782670" y="684881"/>
                </a:lnTo>
                <a:close/>
                <a:moveTo>
                  <a:pt x="2549572" y="702779"/>
                </a:moveTo>
                <a:lnTo>
                  <a:pt x="2562782" y="709068"/>
                </a:lnTo>
                <a:lnTo>
                  <a:pt x="2565843" y="713180"/>
                </a:lnTo>
                <a:lnTo>
                  <a:pt x="2568178" y="718098"/>
                </a:lnTo>
                <a:lnTo>
                  <a:pt x="2570836" y="720758"/>
                </a:lnTo>
                <a:lnTo>
                  <a:pt x="2573897" y="722935"/>
                </a:lnTo>
                <a:lnTo>
                  <a:pt x="2579052" y="727208"/>
                </a:lnTo>
                <a:lnTo>
                  <a:pt x="2580421" y="733658"/>
                </a:lnTo>
                <a:lnTo>
                  <a:pt x="2579294" y="746718"/>
                </a:lnTo>
                <a:lnTo>
                  <a:pt x="2573253" y="747847"/>
                </a:lnTo>
                <a:lnTo>
                  <a:pt x="2567615" y="749782"/>
                </a:lnTo>
                <a:lnTo>
                  <a:pt x="2556016" y="757360"/>
                </a:lnTo>
                <a:lnTo>
                  <a:pt x="2550297" y="758812"/>
                </a:lnTo>
                <a:lnTo>
                  <a:pt x="2544176" y="759295"/>
                </a:lnTo>
                <a:lnTo>
                  <a:pt x="2539826" y="761311"/>
                </a:lnTo>
                <a:lnTo>
                  <a:pt x="2535477" y="762117"/>
                </a:lnTo>
                <a:lnTo>
                  <a:pt x="2524281" y="757925"/>
                </a:lnTo>
                <a:lnTo>
                  <a:pt x="2513327" y="753007"/>
                </a:lnTo>
                <a:lnTo>
                  <a:pt x="2497540" y="744461"/>
                </a:lnTo>
                <a:lnTo>
                  <a:pt x="2494560" y="742365"/>
                </a:lnTo>
                <a:lnTo>
                  <a:pt x="2492063" y="737850"/>
                </a:lnTo>
                <a:lnTo>
                  <a:pt x="2484814" y="729626"/>
                </a:lnTo>
                <a:lnTo>
                  <a:pt x="2482962" y="724386"/>
                </a:lnTo>
                <a:lnTo>
                  <a:pt x="2482317" y="709471"/>
                </a:lnTo>
                <a:lnTo>
                  <a:pt x="2484250" y="706004"/>
                </a:lnTo>
                <a:lnTo>
                  <a:pt x="2487311" y="704150"/>
                </a:lnTo>
                <a:lnTo>
                  <a:pt x="2497943" y="707617"/>
                </a:lnTo>
                <a:lnTo>
                  <a:pt x="2504870" y="703989"/>
                </a:lnTo>
                <a:lnTo>
                  <a:pt x="2524926" y="700925"/>
                </a:lnTo>
                <a:lnTo>
                  <a:pt x="2545304" y="701248"/>
                </a:lnTo>
                <a:lnTo>
                  <a:pt x="2549572" y="702779"/>
                </a:lnTo>
                <a:close/>
                <a:moveTo>
                  <a:pt x="2393396" y="1174739"/>
                </a:moveTo>
                <a:lnTo>
                  <a:pt x="2392832" y="1181995"/>
                </a:lnTo>
                <a:lnTo>
                  <a:pt x="2394604" y="1183688"/>
                </a:lnTo>
                <a:lnTo>
                  <a:pt x="2397503" y="1184575"/>
                </a:lnTo>
                <a:lnTo>
                  <a:pt x="2407733" y="1179738"/>
                </a:lnTo>
                <a:lnTo>
                  <a:pt x="2409666" y="1180625"/>
                </a:lnTo>
                <a:lnTo>
                  <a:pt x="2411679" y="1182882"/>
                </a:lnTo>
                <a:lnTo>
                  <a:pt x="2411679" y="1189332"/>
                </a:lnTo>
                <a:lnTo>
                  <a:pt x="2407733" y="1194733"/>
                </a:lnTo>
                <a:lnTo>
                  <a:pt x="2397906" y="1195136"/>
                </a:lnTo>
                <a:lnTo>
                  <a:pt x="2396456" y="1196668"/>
                </a:lnTo>
                <a:lnTo>
                  <a:pt x="2396376" y="1199974"/>
                </a:lnTo>
                <a:lnTo>
                  <a:pt x="2397101" y="1203118"/>
                </a:lnTo>
                <a:lnTo>
                  <a:pt x="2399437" y="1205698"/>
                </a:lnTo>
                <a:lnTo>
                  <a:pt x="2402417" y="1210213"/>
                </a:lnTo>
                <a:lnTo>
                  <a:pt x="2405155" y="1220694"/>
                </a:lnTo>
                <a:lnTo>
                  <a:pt x="2399517" y="1224966"/>
                </a:lnTo>
                <a:lnTo>
                  <a:pt x="2396698" y="1233109"/>
                </a:lnTo>
                <a:lnTo>
                  <a:pt x="2386952" y="1240688"/>
                </a:lnTo>
                <a:lnTo>
                  <a:pt x="2376159" y="1253103"/>
                </a:lnTo>
                <a:lnTo>
                  <a:pt x="2367621" y="1259473"/>
                </a:lnTo>
                <a:lnTo>
                  <a:pt x="2360050" y="1266970"/>
                </a:lnTo>
                <a:lnTo>
                  <a:pt x="2353606" y="1272050"/>
                </a:lnTo>
                <a:lnTo>
                  <a:pt x="2345471" y="1273743"/>
                </a:lnTo>
                <a:lnTo>
                  <a:pt x="2333309" y="1274791"/>
                </a:lnTo>
                <a:lnTo>
                  <a:pt x="2316797" y="1283820"/>
                </a:lnTo>
                <a:lnTo>
                  <a:pt x="2307696" y="1287771"/>
                </a:lnTo>
                <a:lnTo>
                  <a:pt x="2298755" y="1288013"/>
                </a:lnTo>
                <a:lnTo>
                  <a:pt x="2290459" y="1285110"/>
                </a:lnTo>
                <a:lnTo>
                  <a:pt x="2287318" y="1281805"/>
                </a:lnTo>
                <a:lnTo>
                  <a:pt x="2288043" y="1277371"/>
                </a:lnTo>
                <a:lnTo>
                  <a:pt x="2290781" y="1273581"/>
                </a:lnTo>
                <a:lnTo>
                  <a:pt x="2294164" y="1270437"/>
                </a:lnTo>
                <a:lnTo>
                  <a:pt x="2296258" y="1266406"/>
                </a:lnTo>
                <a:lnTo>
                  <a:pt x="2286835" y="1261246"/>
                </a:lnTo>
                <a:lnTo>
                  <a:pt x="2286029" y="1257376"/>
                </a:lnTo>
                <a:lnTo>
                  <a:pt x="2289815" y="1246976"/>
                </a:lnTo>
                <a:lnTo>
                  <a:pt x="2292231" y="1236254"/>
                </a:lnTo>
                <a:lnTo>
                  <a:pt x="2295695" y="1228998"/>
                </a:lnTo>
                <a:lnTo>
                  <a:pt x="2309226" y="1215937"/>
                </a:lnTo>
                <a:lnTo>
                  <a:pt x="2317281" y="1209487"/>
                </a:lnTo>
                <a:lnTo>
                  <a:pt x="2322033" y="1206988"/>
                </a:lnTo>
                <a:lnTo>
                  <a:pt x="2323321" y="1209648"/>
                </a:lnTo>
                <a:lnTo>
                  <a:pt x="2326382" y="1212954"/>
                </a:lnTo>
                <a:lnTo>
                  <a:pt x="2328476" y="1213518"/>
                </a:lnTo>
                <a:lnTo>
                  <a:pt x="2330007" y="1212793"/>
                </a:lnTo>
                <a:lnTo>
                  <a:pt x="2341847" y="1213921"/>
                </a:lnTo>
                <a:lnTo>
                  <a:pt x="2344827" y="1212793"/>
                </a:lnTo>
                <a:lnTo>
                  <a:pt x="2349418" y="1207633"/>
                </a:lnTo>
                <a:lnTo>
                  <a:pt x="2352398" y="1204730"/>
                </a:lnTo>
                <a:lnTo>
                  <a:pt x="2354412" y="1198684"/>
                </a:lnTo>
                <a:lnTo>
                  <a:pt x="2354895" y="1194733"/>
                </a:lnTo>
                <a:lnTo>
                  <a:pt x="2365447" y="1191912"/>
                </a:lnTo>
                <a:lnTo>
                  <a:pt x="2371165" y="1188848"/>
                </a:lnTo>
                <a:lnTo>
                  <a:pt x="2376159" y="1184414"/>
                </a:lnTo>
                <a:lnTo>
                  <a:pt x="2390818" y="1176835"/>
                </a:lnTo>
                <a:lnTo>
                  <a:pt x="2393396" y="1174739"/>
                </a:lnTo>
                <a:close/>
                <a:moveTo>
                  <a:pt x="3184750" y="913928"/>
                </a:moveTo>
                <a:lnTo>
                  <a:pt x="3184106" y="917072"/>
                </a:lnTo>
                <a:lnTo>
                  <a:pt x="3184026" y="922796"/>
                </a:lnTo>
                <a:lnTo>
                  <a:pt x="3185395" y="928117"/>
                </a:lnTo>
                <a:lnTo>
                  <a:pt x="3181931" y="933519"/>
                </a:lnTo>
                <a:lnTo>
                  <a:pt x="3185153" y="941581"/>
                </a:lnTo>
                <a:lnTo>
                  <a:pt x="3185636" y="945612"/>
                </a:lnTo>
                <a:lnTo>
                  <a:pt x="3185475" y="951336"/>
                </a:lnTo>
                <a:lnTo>
                  <a:pt x="3184509" y="953836"/>
                </a:lnTo>
                <a:lnTo>
                  <a:pt x="3182092" y="961333"/>
                </a:lnTo>
                <a:lnTo>
                  <a:pt x="3179676" y="963994"/>
                </a:lnTo>
                <a:lnTo>
                  <a:pt x="3177824" y="964719"/>
                </a:lnTo>
                <a:lnTo>
                  <a:pt x="3175971" y="966977"/>
                </a:lnTo>
                <a:lnTo>
                  <a:pt x="3160104" y="964558"/>
                </a:lnTo>
                <a:lnTo>
                  <a:pt x="3153257" y="959398"/>
                </a:lnTo>
                <a:lnTo>
                  <a:pt x="3147136" y="953755"/>
                </a:lnTo>
                <a:lnTo>
                  <a:pt x="3145847" y="951417"/>
                </a:lnTo>
                <a:lnTo>
                  <a:pt x="3138679" y="944806"/>
                </a:lnTo>
                <a:lnTo>
                  <a:pt x="3137068" y="942629"/>
                </a:lnTo>
                <a:lnTo>
                  <a:pt x="3136907" y="939162"/>
                </a:lnTo>
                <a:lnTo>
                  <a:pt x="3142706" y="938195"/>
                </a:lnTo>
                <a:lnTo>
                  <a:pt x="3148908" y="938356"/>
                </a:lnTo>
                <a:lnTo>
                  <a:pt x="3148666" y="935212"/>
                </a:lnTo>
                <a:lnTo>
                  <a:pt x="3152210" y="924086"/>
                </a:lnTo>
                <a:lnTo>
                  <a:pt x="3142787" y="916911"/>
                </a:lnTo>
                <a:lnTo>
                  <a:pt x="3141095" y="913928"/>
                </a:lnTo>
                <a:lnTo>
                  <a:pt x="3144478" y="911912"/>
                </a:lnTo>
                <a:lnTo>
                  <a:pt x="3152049" y="914411"/>
                </a:lnTo>
                <a:lnTo>
                  <a:pt x="3161312" y="901915"/>
                </a:lnTo>
                <a:lnTo>
                  <a:pt x="3164050" y="899255"/>
                </a:lnTo>
                <a:lnTo>
                  <a:pt x="3165339" y="892241"/>
                </a:lnTo>
                <a:lnTo>
                  <a:pt x="3170575" y="891354"/>
                </a:lnTo>
                <a:lnTo>
                  <a:pt x="3174280" y="892321"/>
                </a:lnTo>
                <a:lnTo>
                  <a:pt x="3176615" y="896594"/>
                </a:lnTo>
                <a:lnTo>
                  <a:pt x="3177582" y="900383"/>
                </a:lnTo>
                <a:lnTo>
                  <a:pt x="3176615" y="903769"/>
                </a:lnTo>
                <a:lnTo>
                  <a:pt x="3181045" y="905543"/>
                </a:lnTo>
                <a:lnTo>
                  <a:pt x="3184750" y="913928"/>
                </a:lnTo>
                <a:close/>
                <a:moveTo>
                  <a:pt x="3167836" y="973185"/>
                </a:moveTo>
                <a:lnTo>
                  <a:pt x="3166467" y="978909"/>
                </a:lnTo>
                <a:lnTo>
                  <a:pt x="3165178" y="985197"/>
                </a:lnTo>
                <a:lnTo>
                  <a:pt x="3157768" y="992373"/>
                </a:lnTo>
                <a:lnTo>
                  <a:pt x="3153257" y="1003257"/>
                </a:lnTo>
                <a:lnTo>
                  <a:pt x="3150599" y="1005998"/>
                </a:lnTo>
                <a:lnTo>
                  <a:pt x="3140692" y="1010835"/>
                </a:lnTo>
                <a:lnTo>
                  <a:pt x="3131913" y="1004788"/>
                </a:lnTo>
                <a:lnTo>
                  <a:pt x="3129335" y="999548"/>
                </a:lnTo>
                <a:lnTo>
                  <a:pt x="3133202" y="975603"/>
                </a:lnTo>
                <a:lnTo>
                  <a:pt x="3136987" y="976329"/>
                </a:lnTo>
                <a:lnTo>
                  <a:pt x="3139484" y="976168"/>
                </a:lnTo>
                <a:lnTo>
                  <a:pt x="3140290" y="974636"/>
                </a:lnTo>
                <a:lnTo>
                  <a:pt x="3134651" y="971895"/>
                </a:lnTo>
                <a:lnTo>
                  <a:pt x="3133524" y="958108"/>
                </a:lnTo>
                <a:lnTo>
                  <a:pt x="3133846" y="952949"/>
                </a:lnTo>
                <a:lnTo>
                  <a:pt x="3138115" y="951739"/>
                </a:lnTo>
                <a:lnTo>
                  <a:pt x="3143431" y="955770"/>
                </a:lnTo>
                <a:lnTo>
                  <a:pt x="3150197" y="963026"/>
                </a:lnTo>
                <a:lnTo>
                  <a:pt x="3158010" y="968751"/>
                </a:lnTo>
                <a:lnTo>
                  <a:pt x="3167836" y="973185"/>
                </a:lnTo>
                <a:close/>
                <a:moveTo>
                  <a:pt x="3489855" y="1120884"/>
                </a:moveTo>
                <a:lnTo>
                  <a:pt x="3470605" y="1131445"/>
                </a:lnTo>
                <a:lnTo>
                  <a:pt x="3445394" y="1129591"/>
                </a:lnTo>
                <a:lnTo>
                  <a:pt x="3436454" y="1129430"/>
                </a:lnTo>
                <a:lnTo>
                  <a:pt x="3421633" y="1132010"/>
                </a:lnTo>
                <a:lnTo>
                  <a:pt x="3418573" y="1129913"/>
                </a:lnTo>
                <a:lnTo>
                  <a:pt x="3421392" y="1119916"/>
                </a:lnTo>
                <a:lnTo>
                  <a:pt x="3433312" y="1093311"/>
                </a:lnTo>
                <a:lnTo>
                  <a:pt x="3447408" y="1069931"/>
                </a:lnTo>
                <a:lnTo>
                  <a:pt x="3453368" y="1063804"/>
                </a:lnTo>
                <a:lnTo>
                  <a:pt x="3461664" y="1058079"/>
                </a:lnTo>
                <a:lnTo>
                  <a:pt x="3470605" y="1053484"/>
                </a:lnTo>
                <a:lnTo>
                  <a:pt x="3490580" y="1048808"/>
                </a:lnTo>
                <a:lnTo>
                  <a:pt x="3508783" y="1049614"/>
                </a:lnTo>
                <a:lnTo>
                  <a:pt x="3511361" y="1051630"/>
                </a:lnTo>
                <a:lnTo>
                  <a:pt x="3519173" y="1059450"/>
                </a:lnTo>
                <a:lnTo>
                  <a:pt x="3524328" y="1065577"/>
                </a:lnTo>
                <a:lnTo>
                  <a:pt x="3526422" y="1074284"/>
                </a:lnTo>
                <a:lnTo>
                  <a:pt x="3518690" y="1089280"/>
                </a:lnTo>
                <a:lnTo>
                  <a:pt x="3510072" y="1103550"/>
                </a:lnTo>
                <a:lnTo>
                  <a:pt x="3496057" y="1114757"/>
                </a:lnTo>
                <a:lnTo>
                  <a:pt x="3489855" y="1120884"/>
                </a:lnTo>
                <a:close/>
                <a:moveTo>
                  <a:pt x="3686224" y="664242"/>
                </a:moveTo>
                <a:lnTo>
                  <a:pt x="3686224" y="664565"/>
                </a:lnTo>
                <a:lnTo>
                  <a:pt x="3686224" y="669966"/>
                </a:lnTo>
                <a:lnTo>
                  <a:pt x="3686304" y="679802"/>
                </a:lnTo>
                <a:lnTo>
                  <a:pt x="3686304" y="696249"/>
                </a:lnTo>
                <a:lnTo>
                  <a:pt x="3686304" y="712615"/>
                </a:lnTo>
                <a:lnTo>
                  <a:pt x="3686304" y="728981"/>
                </a:lnTo>
                <a:lnTo>
                  <a:pt x="3686304" y="745428"/>
                </a:lnTo>
                <a:lnTo>
                  <a:pt x="3686304" y="761795"/>
                </a:lnTo>
                <a:lnTo>
                  <a:pt x="3686304" y="778161"/>
                </a:lnTo>
                <a:lnTo>
                  <a:pt x="3686304" y="794527"/>
                </a:lnTo>
                <a:lnTo>
                  <a:pt x="3686304" y="810974"/>
                </a:lnTo>
                <a:lnTo>
                  <a:pt x="3686304" y="827340"/>
                </a:lnTo>
                <a:lnTo>
                  <a:pt x="3686304" y="843706"/>
                </a:lnTo>
                <a:lnTo>
                  <a:pt x="3686385" y="860153"/>
                </a:lnTo>
                <a:lnTo>
                  <a:pt x="3686385" y="876519"/>
                </a:lnTo>
                <a:lnTo>
                  <a:pt x="3686385" y="892885"/>
                </a:lnTo>
                <a:lnTo>
                  <a:pt x="3686385" y="909332"/>
                </a:lnTo>
                <a:lnTo>
                  <a:pt x="3686385" y="925699"/>
                </a:lnTo>
                <a:lnTo>
                  <a:pt x="3686385" y="942065"/>
                </a:lnTo>
                <a:lnTo>
                  <a:pt x="3686385" y="958431"/>
                </a:lnTo>
                <a:lnTo>
                  <a:pt x="3686385" y="965445"/>
                </a:lnTo>
                <a:lnTo>
                  <a:pt x="3683888" y="973991"/>
                </a:lnTo>
                <a:lnTo>
                  <a:pt x="3678330" y="986890"/>
                </a:lnTo>
                <a:lnTo>
                  <a:pt x="3677283" y="997210"/>
                </a:lnTo>
                <a:lnTo>
                  <a:pt x="3681955" y="1005272"/>
                </a:lnTo>
                <a:lnTo>
                  <a:pt x="3686385" y="1010513"/>
                </a:lnTo>
                <a:lnTo>
                  <a:pt x="3686385" y="1024057"/>
                </a:lnTo>
                <a:lnTo>
                  <a:pt x="3686385" y="1040423"/>
                </a:lnTo>
                <a:lnTo>
                  <a:pt x="3686385" y="1056790"/>
                </a:lnTo>
                <a:lnTo>
                  <a:pt x="3686385" y="1073236"/>
                </a:lnTo>
                <a:lnTo>
                  <a:pt x="3686465" y="1089603"/>
                </a:lnTo>
                <a:lnTo>
                  <a:pt x="3686465" y="1105969"/>
                </a:lnTo>
                <a:lnTo>
                  <a:pt x="3686465" y="1122335"/>
                </a:lnTo>
                <a:lnTo>
                  <a:pt x="3686465" y="1138782"/>
                </a:lnTo>
                <a:lnTo>
                  <a:pt x="3686465" y="1155148"/>
                </a:lnTo>
                <a:lnTo>
                  <a:pt x="3686465" y="1171514"/>
                </a:lnTo>
                <a:lnTo>
                  <a:pt x="3686465" y="1187961"/>
                </a:lnTo>
                <a:lnTo>
                  <a:pt x="3686465" y="1189009"/>
                </a:lnTo>
                <a:lnTo>
                  <a:pt x="3682358" y="1186268"/>
                </a:lnTo>
                <a:lnTo>
                  <a:pt x="3671242" y="1177319"/>
                </a:lnTo>
                <a:lnTo>
                  <a:pt x="3661174" y="1167080"/>
                </a:lnTo>
                <a:lnTo>
                  <a:pt x="3654650" y="1157486"/>
                </a:lnTo>
                <a:lnTo>
                  <a:pt x="3647321" y="1148779"/>
                </a:lnTo>
                <a:lnTo>
                  <a:pt x="3616069" y="1123061"/>
                </a:lnTo>
                <a:lnTo>
                  <a:pt x="3608095" y="1114595"/>
                </a:lnTo>
                <a:lnTo>
                  <a:pt x="3606484" y="1112257"/>
                </a:lnTo>
                <a:lnTo>
                  <a:pt x="3607290" y="1110000"/>
                </a:lnTo>
                <a:lnTo>
                  <a:pt x="3610834" y="1105566"/>
                </a:lnTo>
                <a:lnTo>
                  <a:pt x="3617277" y="1092666"/>
                </a:lnTo>
                <a:lnTo>
                  <a:pt x="3610592" y="1100648"/>
                </a:lnTo>
                <a:lnTo>
                  <a:pt x="3602618" y="1106936"/>
                </a:lnTo>
                <a:lnTo>
                  <a:pt x="3591020" y="1107339"/>
                </a:lnTo>
                <a:lnTo>
                  <a:pt x="3579582" y="1108871"/>
                </a:lnTo>
                <a:lnTo>
                  <a:pt x="3569111" y="1112741"/>
                </a:lnTo>
                <a:lnTo>
                  <a:pt x="3558399" y="1114031"/>
                </a:lnTo>
                <a:lnTo>
                  <a:pt x="3553002" y="1112177"/>
                </a:lnTo>
                <a:lnTo>
                  <a:pt x="3549781" y="1107420"/>
                </a:lnTo>
                <a:lnTo>
                  <a:pt x="3548089" y="1102583"/>
                </a:lnTo>
                <a:lnTo>
                  <a:pt x="3547364" y="1097342"/>
                </a:lnTo>
                <a:lnTo>
                  <a:pt x="3542854" y="1105727"/>
                </a:lnTo>
                <a:lnTo>
                  <a:pt x="3533994" y="1110322"/>
                </a:lnTo>
                <a:lnTo>
                  <a:pt x="3521912" y="1119916"/>
                </a:lnTo>
                <a:lnTo>
                  <a:pt x="3518529" y="1117981"/>
                </a:lnTo>
                <a:lnTo>
                  <a:pt x="3516435" y="1114273"/>
                </a:lnTo>
                <a:lnTo>
                  <a:pt x="3515710" y="1110484"/>
                </a:lnTo>
                <a:lnTo>
                  <a:pt x="3518046" y="1106453"/>
                </a:lnTo>
                <a:lnTo>
                  <a:pt x="3519657" y="1102099"/>
                </a:lnTo>
                <a:lnTo>
                  <a:pt x="3522154" y="1091779"/>
                </a:lnTo>
                <a:lnTo>
                  <a:pt x="3527550" y="1085733"/>
                </a:lnTo>
                <a:lnTo>
                  <a:pt x="3531014" y="1073881"/>
                </a:lnTo>
                <a:lnTo>
                  <a:pt x="3533269" y="1069689"/>
                </a:lnTo>
                <a:lnTo>
                  <a:pt x="3534396" y="1065497"/>
                </a:lnTo>
                <a:lnTo>
                  <a:pt x="3531255" y="1060740"/>
                </a:lnTo>
                <a:lnTo>
                  <a:pt x="3525939" y="1059128"/>
                </a:lnTo>
                <a:lnTo>
                  <a:pt x="3522315" y="1056225"/>
                </a:lnTo>
                <a:lnTo>
                  <a:pt x="3518126" y="1048244"/>
                </a:lnTo>
                <a:lnTo>
                  <a:pt x="3515468" y="1045583"/>
                </a:lnTo>
                <a:lnTo>
                  <a:pt x="3510716" y="1042278"/>
                </a:lnTo>
                <a:lnTo>
                  <a:pt x="3507011" y="1038408"/>
                </a:lnTo>
                <a:lnTo>
                  <a:pt x="3511038" y="1035586"/>
                </a:lnTo>
                <a:lnTo>
                  <a:pt x="3516435" y="1034377"/>
                </a:lnTo>
                <a:lnTo>
                  <a:pt x="3520784" y="1034619"/>
                </a:lnTo>
                <a:lnTo>
                  <a:pt x="3528758" y="1036392"/>
                </a:lnTo>
                <a:lnTo>
                  <a:pt x="3532302" y="1036473"/>
                </a:lnTo>
                <a:lnTo>
                  <a:pt x="3541565" y="1033490"/>
                </a:lnTo>
                <a:lnTo>
                  <a:pt x="3536410" y="1034457"/>
                </a:lnTo>
                <a:lnTo>
                  <a:pt x="3531255" y="1034377"/>
                </a:lnTo>
                <a:lnTo>
                  <a:pt x="3514905" y="1029136"/>
                </a:lnTo>
                <a:lnTo>
                  <a:pt x="3504756" y="1023815"/>
                </a:lnTo>
                <a:lnTo>
                  <a:pt x="3495171" y="1013093"/>
                </a:lnTo>
                <a:lnTo>
                  <a:pt x="3495090" y="1010996"/>
                </a:lnTo>
                <a:lnTo>
                  <a:pt x="3501856" y="1009061"/>
                </a:lnTo>
                <a:lnTo>
                  <a:pt x="3516435" y="1006723"/>
                </a:lnTo>
                <a:lnTo>
                  <a:pt x="3511844" y="1001241"/>
                </a:lnTo>
                <a:lnTo>
                  <a:pt x="3505320" y="996484"/>
                </a:lnTo>
                <a:lnTo>
                  <a:pt x="3502984" y="988019"/>
                </a:lnTo>
                <a:lnTo>
                  <a:pt x="3498473" y="982698"/>
                </a:lnTo>
                <a:lnTo>
                  <a:pt x="3488808" y="974152"/>
                </a:lnTo>
                <a:lnTo>
                  <a:pt x="3482123" y="965203"/>
                </a:lnTo>
                <a:lnTo>
                  <a:pt x="3476404" y="947144"/>
                </a:lnTo>
                <a:lnTo>
                  <a:pt x="3470605" y="933438"/>
                </a:lnTo>
                <a:lnTo>
                  <a:pt x="3472055" y="928520"/>
                </a:lnTo>
                <a:lnTo>
                  <a:pt x="3476968" y="924973"/>
                </a:lnTo>
                <a:lnTo>
                  <a:pt x="3469558" y="924570"/>
                </a:lnTo>
                <a:lnTo>
                  <a:pt x="3462872" y="921990"/>
                </a:lnTo>
                <a:lnTo>
                  <a:pt x="3466416" y="915298"/>
                </a:lnTo>
                <a:lnTo>
                  <a:pt x="3474149" y="911428"/>
                </a:lnTo>
                <a:lnTo>
                  <a:pt x="3467061" y="912396"/>
                </a:lnTo>
                <a:lnTo>
                  <a:pt x="3460214" y="914331"/>
                </a:lnTo>
                <a:lnTo>
                  <a:pt x="3456993" y="914734"/>
                </a:lnTo>
                <a:lnTo>
                  <a:pt x="3453771" y="914089"/>
                </a:lnTo>
                <a:lnTo>
                  <a:pt x="3452079" y="911428"/>
                </a:lnTo>
                <a:lnTo>
                  <a:pt x="3451838" y="907639"/>
                </a:lnTo>
                <a:lnTo>
                  <a:pt x="3452885" y="900948"/>
                </a:lnTo>
                <a:lnTo>
                  <a:pt x="3451677" y="894417"/>
                </a:lnTo>
                <a:lnTo>
                  <a:pt x="3445555" y="891434"/>
                </a:lnTo>
                <a:lnTo>
                  <a:pt x="3440481" y="886758"/>
                </a:lnTo>
                <a:lnTo>
                  <a:pt x="3437662" y="885065"/>
                </a:lnTo>
                <a:lnTo>
                  <a:pt x="3433876" y="885146"/>
                </a:lnTo>
                <a:lnTo>
                  <a:pt x="3430252" y="882082"/>
                </a:lnTo>
                <a:lnTo>
                  <a:pt x="3427352" y="877567"/>
                </a:lnTo>
                <a:lnTo>
                  <a:pt x="3390946" y="858057"/>
                </a:lnTo>
                <a:lnTo>
                  <a:pt x="3388771" y="852494"/>
                </a:lnTo>
                <a:lnTo>
                  <a:pt x="3385388" y="854993"/>
                </a:lnTo>
                <a:lnTo>
                  <a:pt x="3382005" y="856122"/>
                </a:lnTo>
                <a:lnTo>
                  <a:pt x="3377817" y="852978"/>
                </a:lnTo>
                <a:lnTo>
                  <a:pt x="3373387" y="850801"/>
                </a:lnTo>
                <a:lnTo>
                  <a:pt x="3368635" y="851204"/>
                </a:lnTo>
                <a:lnTo>
                  <a:pt x="3364205" y="849430"/>
                </a:lnTo>
                <a:lnTo>
                  <a:pt x="3359533" y="848463"/>
                </a:lnTo>
                <a:lnTo>
                  <a:pt x="3354700" y="848302"/>
                </a:lnTo>
                <a:lnTo>
                  <a:pt x="3335531" y="842336"/>
                </a:lnTo>
                <a:lnTo>
                  <a:pt x="3317408" y="832822"/>
                </a:lnTo>
                <a:lnTo>
                  <a:pt x="3302668" y="828791"/>
                </a:lnTo>
                <a:lnTo>
                  <a:pt x="3293486" y="823470"/>
                </a:lnTo>
                <a:lnTo>
                  <a:pt x="3284062" y="819117"/>
                </a:lnTo>
                <a:lnTo>
                  <a:pt x="3262879" y="814844"/>
                </a:lnTo>
                <a:lnTo>
                  <a:pt x="3241374" y="812022"/>
                </a:lnTo>
                <a:lnTo>
                  <a:pt x="3233641" y="811941"/>
                </a:lnTo>
                <a:lnTo>
                  <a:pt x="3227117" y="812828"/>
                </a:lnTo>
                <a:lnTo>
                  <a:pt x="3220915" y="812667"/>
                </a:lnTo>
                <a:lnTo>
                  <a:pt x="3185314" y="792028"/>
                </a:lnTo>
                <a:lnTo>
                  <a:pt x="3179354" y="782676"/>
                </a:lnTo>
                <a:lnTo>
                  <a:pt x="3179918" y="777193"/>
                </a:lnTo>
                <a:lnTo>
                  <a:pt x="3181529" y="772678"/>
                </a:lnTo>
                <a:lnTo>
                  <a:pt x="3196027" y="771308"/>
                </a:lnTo>
                <a:lnTo>
                  <a:pt x="3185798" y="770018"/>
                </a:lnTo>
                <a:lnTo>
                  <a:pt x="3181609" y="770663"/>
                </a:lnTo>
                <a:lnTo>
                  <a:pt x="3173152" y="774372"/>
                </a:lnTo>
                <a:lnTo>
                  <a:pt x="3168641" y="774613"/>
                </a:lnTo>
                <a:lnTo>
                  <a:pt x="3162198" y="772195"/>
                </a:lnTo>
                <a:lnTo>
                  <a:pt x="3156076" y="769050"/>
                </a:lnTo>
                <a:lnTo>
                  <a:pt x="3146008" y="771953"/>
                </a:lnTo>
                <a:lnTo>
                  <a:pt x="3140853" y="767196"/>
                </a:lnTo>
                <a:lnTo>
                  <a:pt x="3139081" y="762198"/>
                </a:lnTo>
                <a:lnTo>
                  <a:pt x="3136423" y="759940"/>
                </a:lnTo>
                <a:lnTo>
                  <a:pt x="3132638" y="760182"/>
                </a:lnTo>
                <a:lnTo>
                  <a:pt x="3127564" y="761956"/>
                </a:lnTo>
                <a:lnTo>
                  <a:pt x="3122489" y="761633"/>
                </a:lnTo>
                <a:lnTo>
                  <a:pt x="3119187" y="758247"/>
                </a:lnTo>
                <a:lnTo>
                  <a:pt x="3116851" y="753732"/>
                </a:lnTo>
                <a:lnTo>
                  <a:pt x="3113388" y="750507"/>
                </a:lnTo>
                <a:lnTo>
                  <a:pt x="3109119" y="748089"/>
                </a:lnTo>
                <a:lnTo>
                  <a:pt x="3102272" y="742284"/>
                </a:lnTo>
                <a:lnTo>
                  <a:pt x="3098648" y="734302"/>
                </a:lnTo>
                <a:lnTo>
                  <a:pt x="3099051" y="720597"/>
                </a:lnTo>
                <a:lnTo>
                  <a:pt x="3100178" y="715679"/>
                </a:lnTo>
                <a:lnTo>
                  <a:pt x="3107025" y="707697"/>
                </a:lnTo>
                <a:lnTo>
                  <a:pt x="3111857" y="700119"/>
                </a:lnTo>
                <a:lnTo>
                  <a:pt x="3105816" y="699232"/>
                </a:lnTo>
                <a:lnTo>
                  <a:pt x="3100420" y="702699"/>
                </a:lnTo>
                <a:lnTo>
                  <a:pt x="3098165" y="706327"/>
                </a:lnTo>
                <a:lnTo>
                  <a:pt x="3097279" y="710680"/>
                </a:lnTo>
                <a:lnTo>
                  <a:pt x="3096634" y="725031"/>
                </a:lnTo>
                <a:lnTo>
                  <a:pt x="3092285" y="729223"/>
                </a:lnTo>
                <a:lnTo>
                  <a:pt x="3085761" y="728901"/>
                </a:lnTo>
                <a:lnTo>
                  <a:pt x="3087694" y="737286"/>
                </a:lnTo>
                <a:lnTo>
                  <a:pt x="3085036" y="745348"/>
                </a:lnTo>
                <a:lnTo>
                  <a:pt x="3077465" y="754700"/>
                </a:lnTo>
                <a:lnTo>
                  <a:pt x="3076820" y="758973"/>
                </a:lnTo>
                <a:lnTo>
                  <a:pt x="3078028" y="763649"/>
                </a:lnTo>
                <a:lnTo>
                  <a:pt x="3076337" y="768164"/>
                </a:lnTo>
                <a:lnTo>
                  <a:pt x="3064094" y="781305"/>
                </a:lnTo>
                <a:lnTo>
                  <a:pt x="3059986" y="781950"/>
                </a:lnTo>
                <a:lnTo>
                  <a:pt x="3050885" y="781869"/>
                </a:lnTo>
                <a:lnTo>
                  <a:pt x="3041541" y="783965"/>
                </a:lnTo>
                <a:lnTo>
                  <a:pt x="3037111" y="780902"/>
                </a:lnTo>
                <a:lnTo>
                  <a:pt x="3033567" y="776871"/>
                </a:lnTo>
                <a:lnTo>
                  <a:pt x="3030909" y="772195"/>
                </a:lnTo>
                <a:lnTo>
                  <a:pt x="3027204" y="762439"/>
                </a:lnTo>
                <a:lnTo>
                  <a:pt x="3024224" y="752442"/>
                </a:lnTo>
                <a:lnTo>
                  <a:pt x="3033567" y="740107"/>
                </a:lnTo>
                <a:lnTo>
                  <a:pt x="3030346" y="728981"/>
                </a:lnTo>
                <a:lnTo>
                  <a:pt x="3023983" y="719468"/>
                </a:lnTo>
                <a:lnTo>
                  <a:pt x="3008115" y="706246"/>
                </a:lnTo>
                <a:lnTo>
                  <a:pt x="2991523" y="693669"/>
                </a:lnTo>
                <a:lnTo>
                  <a:pt x="2984032" y="691089"/>
                </a:lnTo>
                <a:lnTo>
                  <a:pt x="2971709" y="690041"/>
                </a:lnTo>
                <a:lnTo>
                  <a:pt x="2967843" y="688832"/>
                </a:lnTo>
                <a:lnTo>
                  <a:pt x="2963977" y="684075"/>
                </a:lnTo>
                <a:lnTo>
                  <a:pt x="2961157" y="678673"/>
                </a:lnTo>
                <a:lnTo>
                  <a:pt x="2968890" y="676335"/>
                </a:lnTo>
                <a:lnTo>
                  <a:pt x="2982099" y="669886"/>
                </a:lnTo>
                <a:lnTo>
                  <a:pt x="2989509" y="670208"/>
                </a:lnTo>
                <a:lnTo>
                  <a:pt x="3009807" y="673675"/>
                </a:lnTo>
                <a:lnTo>
                  <a:pt x="3016089" y="676819"/>
                </a:lnTo>
                <a:lnTo>
                  <a:pt x="3021888" y="678673"/>
                </a:lnTo>
                <a:lnTo>
                  <a:pt x="3035742" y="668112"/>
                </a:lnTo>
                <a:lnTo>
                  <a:pt x="3046777" y="654326"/>
                </a:lnTo>
                <a:lnTo>
                  <a:pt x="3053623" y="651343"/>
                </a:lnTo>
                <a:lnTo>
                  <a:pt x="3059422" y="650375"/>
                </a:lnTo>
                <a:lnTo>
                  <a:pt x="3065383" y="651665"/>
                </a:lnTo>
                <a:lnTo>
                  <a:pt x="3077142" y="656503"/>
                </a:lnTo>
                <a:lnTo>
                  <a:pt x="3086486" y="658760"/>
                </a:lnTo>
                <a:lnTo>
                  <a:pt x="3093090" y="659163"/>
                </a:lnTo>
                <a:lnTo>
                  <a:pt x="3096554" y="663517"/>
                </a:lnTo>
                <a:lnTo>
                  <a:pt x="3100420" y="665452"/>
                </a:lnTo>
                <a:lnTo>
                  <a:pt x="3101306" y="658921"/>
                </a:lnTo>
                <a:lnTo>
                  <a:pt x="3104689" y="651423"/>
                </a:lnTo>
                <a:lnTo>
                  <a:pt x="3111293" y="649085"/>
                </a:lnTo>
                <a:lnTo>
                  <a:pt x="3114757" y="648521"/>
                </a:lnTo>
                <a:lnTo>
                  <a:pt x="3116932" y="646586"/>
                </a:lnTo>
                <a:lnTo>
                  <a:pt x="3116448" y="639572"/>
                </a:lnTo>
                <a:lnTo>
                  <a:pt x="3107749" y="638766"/>
                </a:lnTo>
                <a:lnTo>
                  <a:pt x="3112502" y="632800"/>
                </a:lnTo>
                <a:lnTo>
                  <a:pt x="3116690" y="629897"/>
                </a:lnTo>
                <a:lnTo>
                  <a:pt x="3118220" y="626914"/>
                </a:lnTo>
                <a:lnTo>
                  <a:pt x="3118301" y="623286"/>
                </a:lnTo>
                <a:lnTo>
                  <a:pt x="3101225" y="630300"/>
                </a:lnTo>
                <a:lnTo>
                  <a:pt x="3083344" y="633283"/>
                </a:lnTo>
                <a:lnTo>
                  <a:pt x="3072712" y="632477"/>
                </a:lnTo>
                <a:lnTo>
                  <a:pt x="3062161" y="632316"/>
                </a:lnTo>
                <a:lnTo>
                  <a:pt x="3041058" y="637073"/>
                </a:lnTo>
                <a:lnTo>
                  <a:pt x="3033004" y="636831"/>
                </a:lnTo>
                <a:lnTo>
                  <a:pt x="3014317" y="634976"/>
                </a:lnTo>
                <a:lnTo>
                  <a:pt x="3004007" y="632638"/>
                </a:lnTo>
                <a:lnTo>
                  <a:pt x="2995953" y="634412"/>
                </a:lnTo>
                <a:lnTo>
                  <a:pt x="2988301" y="634573"/>
                </a:lnTo>
                <a:lnTo>
                  <a:pt x="2980166" y="629252"/>
                </a:lnTo>
                <a:lnTo>
                  <a:pt x="2973320" y="622480"/>
                </a:lnTo>
                <a:lnTo>
                  <a:pt x="2969937" y="617723"/>
                </a:lnTo>
                <a:lnTo>
                  <a:pt x="2965346" y="614257"/>
                </a:lnTo>
                <a:lnTo>
                  <a:pt x="2963332" y="609661"/>
                </a:lnTo>
                <a:lnTo>
                  <a:pt x="2958338" y="592086"/>
                </a:lnTo>
                <a:lnTo>
                  <a:pt x="2957855" y="579589"/>
                </a:lnTo>
                <a:lnTo>
                  <a:pt x="2949801" y="579347"/>
                </a:lnTo>
                <a:lnTo>
                  <a:pt x="2941827" y="578058"/>
                </a:lnTo>
                <a:lnTo>
                  <a:pt x="2906629" y="566126"/>
                </a:lnTo>
                <a:lnTo>
                  <a:pt x="2902360" y="569109"/>
                </a:lnTo>
                <a:lnTo>
                  <a:pt x="2897366" y="570560"/>
                </a:lnTo>
                <a:lnTo>
                  <a:pt x="2892453" y="571124"/>
                </a:lnTo>
                <a:lnTo>
                  <a:pt x="2887539" y="570560"/>
                </a:lnTo>
                <a:lnTo>
                  <a:pt x="2882626" y="568705"/>
                </a:lnTo>
                <a:lnTo>
                  <a:pt x="2883029" y="565400"/>
                </a:lnTo>
                <a:lnTo>
                  <a:pt x="2886653" y="557338"/>
                </a:lnTo>
                <a:lnTo>
                  <a:pt x="2890278" y="554355"/>
                </a:lnTo>
                <a:lnTo>
                  <a:pt x="2895191" y="552097"/>
                </a:lnTo>
                <a:lnTo>
                  <a:pt x="2898332" y="547824"/>
                </a:lnTo>
                <a:lnTo>
                  <a:pt x="2903407" y="535006"/>
                </a:lnTo>
                <a:lnTo>
                  <a:pt x="2903809" y="530652"/>
                </a:lnTo>
                <a:lnTo>
                  <a:pt x="2903246" y="526137"/>
                </a:lnTo>
                <a:lnTo>
                  <a:pt x="2903648" y="522751"/>
                </a:lnTo>
                <a:lnTo>
                  <a:pt x="2906790" y="521058"/>
                </a:lnTo>
                <a:lnTo>
                  <a:pt x="2920160" y="516866"/>
                </a:lnTo>
                <a:lnTo>
                  <a:pt x="2947706" y="510577"/>
                </a:lnTo>
                <a:lnTo>
                  <a:pt x="2954714" y="506788"/>
                </a:lnTo>
                <a:lnTo>
                  <a:pt x="2960433" y="500741"/>
                </a:lnTo>
                <a:lnTo>
                  <a:pt x="2967198" y="497113"/>
                </a:lnTo>
                <a:lnTo>
                  <a:pt x="2970259" y="493405"/>
                </a:lnTo>
                <a:lnTo>
                  <a:pt x="2973803" y="490422"/>
                </a:lnTo>
                <a:lnTo>
                  <a:pt x="2995228" y="482440"/>
                </a:lnTo>
                <a:lnTo>
                  <a:pt x="3004410" y="481795"/>
                </a:lnTo>
                <a:lnTo>
                  <a:pt x="3013834" y="482763"/>
                </a:lnTo>
                <a:lnTo>
                  <a:pt x="3032440" y="487439"/>
                </a:lnTo>
                <a:lnTo>
                  <a:pt x="3050240" y="495098"/>
                </a:lnTo>
                <a:lnTo>
                  <a:pt x="3065624" y="505095"/>
                </a:lnTo>
                <a:lnTo>
                  <a:pt x="3082136" y="512351"/>
                </a:lnTo>
                <a:lnTo>
                  <a:pt x="3102353" y="513560"/>
                </a:lnTo>
                <a:lnTo>
                  <a:pt x="3112502" y="512754"/>
                </a:lnTo>
                <a:lnTo>
                  <a:pt x="3122570" y="513802"/>
                </a:lnTo>
                <a:lnTo>
                  <a:pt x="3126597" y="515898"/>
                </a:lnTo>
                <a:lnTo>
                  <a:pt x="3133604" y="522106"/>
                </a:lnTo>
                <a:lnTo>
                  <a:pt x="3131591" y="526137"/>
                </a:lnTo>
                <a:lnTo>
                  <a:pt x="3130383" y="534602"/>
                </a:lnTo>
                <a:lnTo>
                  <a:pt x="3133927" y="542665"/>
                </a:lnTo>
                <a:lnTo>
                  <a:pt x="3139726" y="550807"/>
                </a:lnTo>
                <a:lnTo>
                  <a:pt x="3144478" y="559515"/>
                </a:lnTo>
                <a:lnTo>
                  <a:pt x="3145525" y="563707"/>
                </a:lnTo>
                <a:lnTo>
                  <a:pt x="3143673" y="572656"/>
                </a:lnTo>
                <a:lnTo>
                  <a:pt x="3142062" y="577090"/>
                </a:lnTo>
                <a:lnTo>
                  <a:pt x="3136262" y="584507"/>
                </a:lnTo>
                <a:lnTo>
                  <a:pt x="3133121" y="592569"/>
                </a:lnTo>
                <a:lnTo>
                  <a:pt x="3135135" y="602567"/>
                </a:lnTo>
                <a:lnTo>
                  <a:pt x="3136262" y="612564"/>
                </a:lnTo>
                <a:lnTo>
                  <a:pt x="3136101" y="621755"/>
                </a:lnTo>
                <a:lnTo>
                  <a:pt x="3137148" y="630784"/>
                </a:lnTo>
                <a:lnTo>
                  <a:pt x="3140290" y="639975"/>
                </a:lnTo>
                <a:lnTo>
                  <a:pt x="3153741" y="665129"/>
                </a:lnTo>
                <a:lnTo>
                  <a:pt x="3161634" y="682140"/>
                </a:lnTo>
                <a:lnTo>
                  <a:pt x="3164131" y="672627"/>
                </a:lnTo>
                <a:lnTo>
                  <a:pt x="3163487" y="662065"/>
                </a:lnTo>
                <a:lnTo>
                  <a:pt x="3166306" y="658276"/>
                </a:lnTo>
                <a:lnTo>
                  <a:pt x="3170252" y="656180"/>
                </a:lnTo>
                <a:lnTo>
                  <a:pt x="3175085" y="658357"/>
                </a:lnTo>
                <a:lnTo>
                  <a:pt x="3176535" y="662630"/>
                </a:lnTo>
                <a:lnTo>
                  <a:pt x="3176857" y="671982"/>
                </a:lnTo>
                <a:lnTo>
                  <a:pt x="3181126" y="690364"/>
                </a:lnTo>
                <a:lnTo>
                  <a:pt x="3186603" y="691170"/>
                </a:lnTo>
                <a:lnTo>
                  <a:pt x="3192483" y="688348"/>
                </a:lnTo>
                <a:lnTo>
                  <a:pt x="3193449" y="693992"/>
                </a:lnTo>
                <a:lnTo>
                  <a:pt x="3193288" y="704392"/>
                </a:lnTo>
                <a:lnTo>
                  <a:pt x="3196027" y="712615"/>
                </a:lnTo>
                <a:lnTo>
                  <a:pt x="3198443" y="715840"/>
                </a:lnTo>
                <a:lnTo>
                  <a:pt x="3208109" y="722532"/>
                </a:lnTo>
                <a:lnTo>
                  <a:pt x="3212539" y="723822"/>
                </a:lnTo>
                <a:lnTo>
                  <a:pt x="3225426" y="725434"/>
                </a:lnTo>
                <a:lnTo>
                  <a:pt x="3235091" y="725918"/>
                </a:lnTo>
                <a:lnTo>
                  <a:pt x="3244354" y="723499"/>
                </a:lnTo>
                <a:lnTo>
                  <a:pt x="3250314" y="717372"/>
                </a:lnTo>
                <a:lnTo>
                  <a:pt x="3255711" y="710680"/>
                </a:lnTo>
                <a:lnTo>
                  <a:pt x="3274317" y="695282"/>
                </a:lnTo>
                <a:lnTo>
                  <a:pt x="3279713" y="687945"/>
                </a:lnTo>
                <a:lnTo>
                  <a:pt x="3284948" y="676658"/>
                </a:lnTo>
                <a:lnTo>
                  <a:pt x="3286720" y="674239"/>
                </a:lnTo>
                <a:lnTo>
                  <a:pt x="3305246" y="662065"/>
                </a:lnTo>
                <a:lnTo>
                  <a:pt x="3307421" y="657712"/>
                </a:lnTo>
                <a:lnTo>
                  <a:pt x="3310079" y="649408"/>
                </a:lnTo>
                <a:lnTo>
                  <a:pt x="3314025" y="641265"/>
                </a:lnTo>
                <a:lnTo>
                  <a:pt x="3317086" y="637073"/>
                </a:lnTo>
                <a:lnTo>
                  <a:pt x="3334967" y="633122"/>
                </a:lnTo>
                <a:lnTo>
                  <a:pt x="3353573" y="631026"/>
                </a:lnTo>
                <a:lnTo>
                  <a:pt x="3372018" y="623528"/>
                </a:lnTo>
                <a:lnTo>
                  <a:pt x="3379992" y="617078"/>
                </a:lnTo>
                <a:lnTo>
                  <a:pt x="3380394" y="612886"/>
                </a:lnTo>
                <a:lnTo>
                  <a:pt x="3376287" y="605469"/>
                </a:lnTo>
                <a:lnTo>
                  <a:pt x="3376125" y="602244"/>
                </a:lnTo>
                <a:lnTo>
                  <a:pt x="3380394" y="599100"/>
                </a:lnTo>
                <a:lnTo>
                  <a:pt x="3396906" y="589748"/>
                </a:lnTo>
                <a:lnTo>
                  <a:pt x="3415915" y="580073"/>
                </a:lnTo>
                <a:lnTo>
                  <a:pt x="3431138" y="573381"/>
                </a:lnTo>
                <a:lnTo>
                  <a:pt x="3439595" y="573462"/>
                </a:lnTo>
                <a:lnTo>
                  <a:pt x="3447408" y="579347"/>
                </a:lnTo>
                <a:lnTo>
                  <a:pt x="3455704" y="584104"/>
                </a:lnTo>
                <a:lnTo>
                  <a:pt x="3499118" y="598213"/>
                </a:lnTo>
                <a:lnTo>
                  <a:pt x="3506045" y="602647"/>
                </a:lnTo>
                <a:lnTo>
                  <a:pt x="3512085" y="608452"/>
                </a:lnTo>
                <a:lnTo>
                  <a:pt x="3520784" y="612483"/>
                </a:lnTo>
                <a:lnTo>
                  <a:pt x="3530450" y="614418"/>
                </a:lnTo>
                <a:lnTo>
                  <a:pt x="3539310" y="618207"/>
                </a:lnTo>
                <a:lnTo>
                  <a:pt x="3547686" y="623044"/>
                </a:lnTo>
                <a:lnTo>
                  <a:pt x="3566131" y="632155"/>
                </a:lnTo>
                <a:lnTo>
                  <a:pt x="3590939" y="643119"/>
                </a:lnTo>
                <a:lnTo>
                  <a:pt x="3597222" y="643764"/>
                </a:lnTo>
                <a:lnTo>
                  <a:pt x="3620338" y="643281"/>
                </a:lnTo>
                <a:lnTo>
                  <a:pt x="3624285" y="645377"/>
                </a:lnTo>
                <a:lnTo>
                  <a:pt x="3628070" y="648279"/>
                </a:lnTo>
                <a:lnTo>
                  <a:pt x="3631614" y="648924"/>
                </a:lnTo>
                <a:lnTo>
                  <a:pt x="3658033" y="651020"/>
                </a:lnTo>
                <a:lnTo>
                  <a:pt x="3662060" y="653116"/>
                </a:lnTo>
                <a:lnTo>
                  <a:pt x="3665926" y="656019"/>
                </a:lnTo>
                <a:lnTo>
                  <a:pt x="3668021" y="664000"/>
                </a:lnTo>
                <a:lnTo>
                  <a:pt x="3686224" y="664242"/>
                </a:lnTo>
                <a:close/>
                <a:moveTo>
                  <a:pt x="3518851" y="1130155"/>
                </a:moveTo>
                <a:lnTo>
                  <a:pt x="3514905" y="1131203"/>
                </a:lnTo>
                <a:lnTo>
                  <a:pt x="3494607" y="1128704"/>
                </a:lnTo>
                <a:lnTo>
                  <a:pt x="3492432" y="1125399"/>
                </a:lnTo>
                <a:lnTo>
                  <a:pt x="3492110" y="1123706"/>
                </a:lnTo>
                <a:lnTo>
                  <a:pt x="3496782" y="1120400"/>
                </a:lnTo>
                <a:lnTo>
                  <a:pt x="3501292" y="1114837"/>
                </a:lnTo>
                <a:lnTo>
                  <a:pt x="3508219" y="1112741"/>
                </a:lnTo>
                <a:lnTo>
                  <a:pt x="3510877" y="1112822"/>
                </a:lnTo>
                <a:lnTo>
                  <a:pt x="3519093" y="1126044"/>
                </a:lnTo>
                <a:lnTo>
                  <a:pt x="3518851" y="1130155"/>
                </a:lnTo>
                <a:close/>
                <a:moveTo>
                  <a:pt x="523624" y="286287"/>
                </a:moveTo>
                <a:lnTo>
                  <a:pt x="527973" y="292818"/>
                </a:lnTo>
                <a:lnTo>
                  <a:pt x="528939" y="297171"/>
                </a:lnTo>
                <a:lnTo>
                  <a:pt x="525718" y="302009"/>
                </a:lnTo>
                <a:lnTo>
                  <a:pt x="524510" y="309587"/>
                </a:lnTo>
                <a:lnTo>
                  <a:pt x="515166" y="315472"/>
                </a:lnTo>
                <a:lnTo>
                  <a:pt x="506951" y="314102"/>
                </a:lnTo>
                <a:lnTo>
                  <a:pt x="504293" y="312006"/>
                </a:lnTo>
                <a:lnTo>
                  <a:pt x="499057" y="300557"/>
                </a:lnTo>
                <a:lnTo>
                  <a:pt x="499621" y="290802"/>
                </a:lnTo>
                <a:lnTo>
                  <a:pt x="502843" y="287094"/>
                </a:lnTo>
                <a:lnTo>
                  <a:pt x="510495" y="287658"/>
                </a:lnTo>
                <a:lnTo>
                  <a:pt x="518227" y="282337"/>
                </a:lnTo>
                <a:lnTo>
                  <a:pt x="523624" y="286287"/>
                </a:lnTo>
                <a:close/>
                <a:moveTo>
                  <a:pt x="581535" y="374004"/>
                </a:moveTo>
                <a:lnTo>
                  <a:pt x="577830" y="376423"/>
                </a:lnTo>
                <a:lnTo>
                  <a:pt x="573320" y="372633"/>
                </a:lnTo>
                <a:lnTo>
                  <a:pt x="569695" y="367070"/>
                </a:lnTo>
                <a:lnTo>
                  <a:pt x="567682" y="361346"/>
                </a:lnTo>
                <a:lnTo>
                  <a:pt x="565990" y="351914"/>
                </a:lnTo>
                <a:lnTo>
                  <a:pt x="565587" y="345141"/>
                </a:lnTo>
                <a:lnTo>
                  <a:pt x="567762" y="341191"/>
                </a:lnTo>
                <a:lnTo>
                  <a:pt x="569373" y="341352"/>
                </a:lnTo>
                <a:lnTo>
                  <a:pt x="576058" y="345303"/>
                </a:lnTo>
                <a:lnTo>
                  <a:pt x="580408" y="352155"/>
                </a:lnTo>
                <a:lnTo>
                  <a:pt x="582824" y="354332"/>
                </a:lnTo>
                <a:lnTo>
                  <a:pt x="583307" y="360621"/>
                </a:lnTo>
                <a:lnTo>
                  <a:pt x="581696" y="367796"/>
                </a:lnTo>
                <a:lnTo>
                  <a:pt x="581535" y="374004"/>
                </a:lnTo>
                <a:close/>
                <a:moveTo>
                  <a:pt x="586771" y="336192"/>
                </a:moveTo>
                <a:lnTo>
                  <a:pt x="587335" y="346512"/>
                </a:lnTo>
                <a:lnTo>
                  <a:pt x="581374" y="343851"/>
                </a:lnTo>
                <a:lnTo>
                  <a:pt x="576703" y="339740"/>
                </a:lnTo>
                <a:lnTo>
                  <a:pt x="569212" y="336676"/>
                </a:lnTo>
                <a:lnTo>
                  <a:pt x="560110" y="335709"/>
                </a:lnTo>
                <a:lnTo>
                  <a:pt x="553506" y="332967"/>
                </a:lnTo>
                <a:lnTo>
                  <a:pt x="548834" y="328211"/>
                </a:lnTo>
                <a:lnTo>
                  <a:pt x="548592" y="325953"/>
                </a:lnTo>
                <a:lnTo>
                  <a:pt x="549076" y="324180"/>
                </a:lnTo>
                <a:lnTo>
                  <a:pt x="550526" y="322809"/>
                </a:lnTo>
                <a:lnTo>
                  <a:pt x="584999" y="332081"/>
                </a:lnTo>
                <a:lnTo>
                  <a:pt x="586771" y="336192"/>
                </a:lnTo>
                <a:close/>
                <a:moveTo>
                  <a:pt x="629943" y="393595"/>
                </a:moveTo>
                <a:lnTo>
                  <a:pt x="628413" y="396739"/>
                </a:lnTo>
                <a:lnTo>
                  <a:pt x="625352" y="394401"/>
                </a:lnTo>
                <a:lnTo>
                  <a:pt x="609646" y="390934"/>
                </a:lnTo>
                <a:lnTo>
                  <a:pt x="604410" y="390612"/>
                </a:lnTo>
                <a:lnTo>
                  <a:pt x="590798" y="386742"/>
                </a:lnTo>
                <a:lnTo>
                  <a:pt x="586610" y="384727"/>
                </a:lnTo>
                <a:lnTo>
                  <a:pt x="583710" y="382066"/>
                </a:lnTo>
                <a:lnTo>
                  <a:pt x="584677" y="377229"/>
                </a:lnTo>
                <a:lnTo>
                  <a:pt x="586690" y="374246"/>
                </a:lnTo>
                <a:lnTo>
                  <a:pt x="587979" y="366022"/>
                </a:lnTo>
                <a:lnTo>
                  <a:pt x="591362" y="362717"/>
                </a:lnTo>
                <a:lnTo>
                  <a:pt x="598128" y="368844"/>
                </a:lnTo>
                <a:lnTo>
                  <a:pt x="605618" y="374084"/>
                </a:lnTo>
                <a:lnTo>
                  <a:pt x="609968" y="376503"/>
                </a:lnTo>
                <a:lnTo>
                  <a:pt x="623177" y="381824"/>
                </a:lnTo>
                <a:lnTo>
                  <a:pt x="627849" y="384565"/>
                </a:lnTo>
                <a:lnTo>
                  <a:pt x="629943" y="393595"/>
                </a:lnTo>
                <a:close/>
                <a:moveTo>
                  <a:pt x="641058" y="383678"/>
                </a:moveTo>
                <a:lnTo>
                  <a:pt x="638722" y="385936"/>
                </a:lnTo>
                <a:lnTo>
                  <a:pt x="634695" y="385452"/>
                </a:lnTo>
                <a:lnTo>
                  <a:pt x="630346" y="382711"/>
                </a:lnTo>
                <a:lnTo>
                  <a:pt x="624788" y="377793"/>
                </a:lnTo>
                <a:lnTo>
                  <a:pt x="618506" y="373440"/>
                </a:lnTo>
                <a:lnTo>
                  <a:pt x="610612" y="370698"/>
                </a:lnTo>
                <a:lnTo>
                  <a:pt x="605618" y="369892"/>
                </a:lnTo>
                <a:lnTo>
                  <a:pt x="603685" y="368844"/>
                </a:lnTo>
                <a:lnTo>
                  <a:pt x="605618" y="360379"/>
                </a:lnTo>
                <a:lnTo>
                  <a:pt x="610773" y="359895"/>
                </a:lnTo>
                <a:lnTo>
                  <a:pt x="627607" y="367715"/>
                </a:lnTo>
                <a:lnTo>
                  <a:pt x="633165" y="371988"/>
                </a:lnTo>
                <a:lnTo>
                  <a:pt x="641058" y="383678"/>
                </a:lnTo>
                <a:close/>
                <a:moveTo>
                  <a:pt x="650562" y="410122"/>
                </a:moveTo>
                <a:lnTo>
                  <a:pt x="641541" y="410606"/>
                </a:lnTo>
                <a:lnTo>
                  <a:pt x="638964" y="409558"/>
                </a:lnTo>
                <a:lnTo>
                  <a:pt x="640011" y="401980"/>
                </a:lnTo>
                <a:lnTo>
                  <a:pt x="642750" y="397384"/>
                </a:lnTo>
                <a:lnTo>
                  <a:pt x="646857" y="397465"/>
                </a:lnTo>
                <a:lnTo>
                  <a:pt x="651448" y="404318"/>
                </a:lnTo>
                <a:lnTo>
                  <a:pt x="650562" y="410122"/>
                </a:lnTo>
                <a:close/>
                <a:moveTo>
                  <a:pt x="663933" y="400287"/>
                </a:moveTo>
                <a:lnTo>
                  <a:pt x="662322" y="401335"/>
                </a:lnTo>
                <a:lnTo>
                  <a:pt x="655395" y="391096"/>
                </a:lnTo>
                <a:lnTo>
                  <a:pt x="657167" y="385210"/>
                </a:lnTo>
                <a:lnTo>
                  <a:pt x="658778" y="383678"/>
                </a:lnTo>
                <a:lnTo>
                  <a:pt x="662564" y="387306"/>
                </a:lnTo>
                <a:lnTo>
                  <a:pt x="665544" y="391096"/>
                </a:lnTo>
                <a:lnTo>
                  <a:pt x="667719" y="395530"/>
                </a:lnTo>
                <a:lnTo>
                  <a:pt x="663933" y="400287"/>
                </a:lnTo>
                <a:close/>
                <a:moveTo>
                  <a:pt x="710246" y="358605"/>
                </a:moveTo>
                <a:lnTo>
                  <a:pt x="715321" y="362152"/>
                </a:lnTo>
                <a:lnTo>
                  <a:pt x="719509" y="359814"/>
                </a:lnTo>
                <a:lnTo>
                  <a:pt x="719348" y="362878"/>
                </a:lnTo>
                <a:lnTo>
                  <a:pt x="718462" y="365780"/>
                </a:lnTo>
                <a:lnTo>
                  <a:pt x="713549" y="374004"/>
                </a:lnTo>
                <a:lnTo>
                  <a:pt x="705333" y="372150"/>
                </a:lnTo>
                <a:lnTo>
                  <a:pt x="703400" y="369489"/>
                </a:lnTo>
                <a:lnTo>
                  <a:pt x="702756" y="367474"/>
                </a:lnTo>
                <a:lnTo>
                  <a:pt x="703964" y="366184"/>
                </a:lnTo>
                <a:lnTo>
                  <a:pt x="704608" y="362152"/>
                </a:lnTo>
                <a:lnTo>
                  <a:pt x="708233" y="362152"/>
                </a:lnTo>
                <a:lnTo>
                  <a:pt x="710246" y="358605"/>
                </a:lnTo>
                <a:close/>
                <a:moveTo>
                  <a:pt x="755352" y="355783"/>
                </a:moveTo>
                <a:lnTo>
                  <a:pt x="755835" y="361830"/>
                </a:lnTo>
                <a:lnTo>
                  <a:pt x="760426" y="364732"/>
                </a:lnTo>
                <a:lnTo>
                  <a:pt x="761634" y="369167"/>
                </a:lnTo>
                <a:lnTo>
                  <a:pt x="760829" y="376342"/>
                </a:lnTo>
                <a:lnTo>
                  <a:pt x="756479" y="384565"/>
                </a:lnTo>
                <a:lnTo>
                  <a:pt x="754546" y="386742"/>
                </a:lnTo>
                <a:lnTo>
                  <a:pt x="748827" y="385049"/>
                </a:lnTo>
                <a:lnTo>
                  <a:pt x="746975" y="382308"/>
                </a:lnTo>
                <a:lnTo>
                  <a:pt x="746169" y="380212"/>
                </a:lnTo>
                <a:lnTo>
                  <a:pt x="746975" y="378599"/>
                </a:lnTo>
                <a:lnTo>
                  <a:pt x="742787" y="376745"/>
                </a:lnTo>
                <a:lnTo>
                  <a:pt x="745445" y="373520"/>
                </a:lnTo>
                <a:lnTo>
                  <a:pt x="743592" y="369167"/>
                </a:lnTo>
                <a:lnTo>
                  <a:pt x="731913" y="371908"/>
                </a:lnTo>
                <a:lnTo>
                  <a:pt x="728530" y="371988"/>
                </a:lnTo>
                <a:lnTo>
                  <a:pt x="727886" y="366990"/>
                </a:lnTo>
                <a:lnTo>
                  <a:pt x="728369" y="364894"/>
                </a:lnTo>
                <a:lnTo>
                  <a:pt x="737390" y="358605"/>
                </a:lnTo>
                <a:lnTo>
                  <a:pt x="742706" y="357396"/>
                </a:lnTo>
                <a:lnTo>
                  <a:pt x="748505" y="358686"/>
                </a:lnTo>
                <a:lnTo>
                  <a:pt x="755352" y="355783"/>
                </a:lnTo>
                <a:close/>
                <a:moveTo>
                  <a:pt x="770977" y="468009"/>
                </a:moveTo>
                <a:lnTo>
                  <a:pt x="773313" y="469299"/>
                </a:lnTo>
                <a:lnTo>
                  <a:pt x="776132" y="465187"/>
                </a:lnTo>
                <a:lnTo>
                  <a:pt x="781448" y="470911"/>
                </a:lnTo>
                <a:lnTo>
                  <a:pt x="784750" y="473733"/>
                </a:lnTo>
                <a:lnTo>
                  <a:pt x="789180" y="476635"/>
                </a:lnTo>
                <a:lnTo>
                  <a:pt x="784831" y="476716"/>
                </a:lnTo>
                <a:lnTo>
                  <a:pt x="783059" y="479377"/>
                </a:lnTo>
                <a:lnTo>
                  <a:pt x="781851" y="479860"/>
                </a:lnTo>
                <a:lnTo>
                  <a:pt x="764775" y="470669"/>
                </a:lnTo>
                <a:lnTo>
                  <a:pt x="753902" y="473652"/>
                </a:lnTo>
                <a:lnTo>
                  <a:pt x="746411" y="470911"/>
                </a:lnTo>
                <a:lnTo>
                  <a:pt x="744236" y="469057"/>
                </a:lnTo>
                <a:lnTo>
                  <a:pt x="748264" y="463978"/>
                </a:lnTo>
                <a:lnTo>
                  <a:pt x="751969" y="452368"/>
                </a:lnTo>
                <a:lnTo>
                  <a:pt x="759459" y="455271"/>
                </a:lnTo>
                <a:lnTo>
                  <a:pt x="761231" y="458899"/>
                </a:lnTo>
                <a:lnTo>
                  <a:pt x="760829" y="459947"/>
                </a:lnTo>
                <a:lnTo>
                  <a:pt x="765661" y="462123"/>
                </a:lnTo>
                <a:lnTo>
                  <a:pt x="770977" y="468009"/>
                </a:lnTo>
                <a:close/>
                <a:moveTo>
                  <a:pt x="746411" y="480828"/>
                </a:moveTo>
                <a:lnTo>
                  <a:pt x="753982" y="488648"/>
                </a:lnTo>
                <a:lnTo>
                  <a:pt x="755754" y="491470"/>
                </a:lnTo>
                <a:lnTo>
                  <a:pt x="752049" y="495823"/>
                </a:lnTo>
                <a:lnTo>
                  <a:pt x="749069" y="501951"/>
                </a:lnTo>
                <a:lnTo>
                  <a:pt x="747297" y="503241"/>
                </a:lnTo>
                <a:lnTo>
                  <a:pt x="741578" y="500903"/>
                </a:lnTo>
                <a:lnTo>
                  <a:pt x="737471" y="506949"/>
                </a:lnTo>
                <a:lnTo>
                  <a:pt x="734813" y="497275"/>
                </a:lnTo>
                <a:lnTo>
                  <a:pt x="728933" y="491147"/>
                </a:lnTo>
                <a:lnTo>
                  <a:pt x="732557" y="484939"/>
                </a:lnTo>
                <a:lnTo>
                  <a:pt x="733927" y="484456"/>
                </a:lnTo>
                <a:lnTo>
                  <a:pt x="735699" y="484698"/>
                </a:lnTo>
                <a:lnTo>
                  <a:pt x="737551" y="486310"/>
                </a:lnTo>
                <a:lnTo>
                  <a:pt x="746411" y="480828"/>
                </a:lnTo>
                <a:close/>
                <a:moveTo>
                  <a:pt x="687049" y="481876"/>
                </a:moveTo>
                <a:lnTo>
                  <a:pt x="676498" y="484698"/>
                </a:lnTo>
                <a:lnTo>
                  <a:pt x="664819" y="482682"/>
                </a:lnTo>
                <a:lnTo>
                  <a:pt x="666269" y="477764"/>
                </a:lnTo>
                <a:lnTo>
                  <a:pt x="671907" y="472201"/>
                </a:lnTo>
                <a:lnTo>
                  <a:pt x="676901" y="472443"/>
                </a:lnTo>
                <a:lnTo>
                  <a:pt x="686002" y="476152"/>
                </a:lnTo>
                <a:lnTo>
                  <a:pt x="689224" y="479457"/>
                </a:lnTo>
                <a:lnTo>
                  <a:pt x="687049" y="481876"/>
                </a:lnTo>
                <a:close/>
                <a:moveTo>
                  <a:pt x="1168145" y="549034"/>
                </a:moveTo>
                <a:lnTo>
                  <a:pt x="1152116" y="557257"/>
                </a:lnTo>
                <a:lnTo>
                  <a:pt x="1148331" y="556854"/>
                </a:lnTo>
                <a:lnTo>
                  <a:pt x="1145431" y="553871"/>
                </a:lnTo>
                <a:lnTo>
                  <a:pt x="1147203" y="537989"/>
                </a:lnTo>
                <a:lnTo>
                  <a:pt x="1149297" y="533232"/>
                </a:lnTo>
                <a:lnTo>
                  <a:pt x="1160493" y="532748"/>
                </a:lnTo>
                <a:lnTo>
                  <a:pt x="1167339" y="535006"/>
                </a:lnTo>
                <a:lnTo>
                  <a:pt x="1170803" y="537585"/>
                </a:lnTo>
                <a:lnTo>
                  <a:pt x="1172253" y="542906"/>
                </a:lnTo>
                <a:lnTo>
                  <a:pt x="1171447" y="546131"/>
                </a:lnTo>
                <a:lnTo>
                  <a:pt x="1168145" y="549034"/>
                </a:lnTo>
                <a:close/>
                <a:moveTo>
                  <a:pt x="1501198" y="1026637"/>
                </a:moveTo>
                <a:lnTo>
                  <a:pt x="1499668" y="1027846"/>
                </a:lnTo>
                <a:lnTo>
                  <a:pt x="1485975" y="1027201"/>
                </a:lnTo>
                <a:lnTo>
                  <a:pt x="1477115" y="1033732"/>
                </a:lnTo>
                <a:lnTo>
                  <a:pt x="1471075" y="1035747"/>
                </a:lnTo>
                <a:lnTo>
                  <a:pt x="1449086" y="1035747"/>
                </a:lnTo>
                <a:lnTo>
                  <a:pt x="1446508" y="1034860"/>
                </a:lnTo>
                <a:lnTo>
                  <a:pt x="1444575" y="1034941"/>
                </a:lnTo>
                <a:lnTo>
                  <a:pt x="1443367" y="1036231"/>
                </a:lnTo>
                <a:lnTo>
                  <a:pt x="1436360" y="1035264"/>
                </a:lnTo>
                <a:lnTo>
                  <a:pt x="1414129" y="1029459"/>
                </a:lnTo>
                <a:lnTo>
                  <a:pt x="1411069" y="1024057"/>
                </a:lnTo>
                <a:lnTo>
                  <a:pt x="1414532" y="1018252"/>
                </a:lnTo>
                <a:lnTo>
                  <a:pt x="1422506" y="1010110"/>
                </a:lnTo>
                <a:lnTo>
                  <a:pt x="1438534" y="1008497"/>
                </a:lnTo>
                <a:lnTo>
                  <a:pt x="1511669" y="1007933"/>
                </a:lnTo>
                <a:lnTo>
                  <a:pt x="1519643" y="1014947"/>
                </a:lnTo>
                <a:lnTo>
                  <a:pt x="1520368" y="1017285"/>
                </a:lnTo>
                <a:lnTo>
                  <a:pt x="1504420" y="1022122"/>
                </a:lnTo>
                <a:lnTo>
                  <a:pt x="1501198" y="1026637"/>
                </a:lnTo>
                <a:close/>
                <a:moveTo>
                  <a:pt x="3202309" y="543793"/>
                </a:moveTo>
                <a:lnTo>
                  <a:pt x="3198443" y="545244"/>
                </a:lnTo>
                <a:lnTo>
                  <a:pt x="3194013" y="543632"/>
                </a:lnTo>
                <a:lnTo>
                  <a:pt x="3189744" y="537505"/>
                </a:lnTo>
                <a:lnTo>
                  <a:pt x="3191275" y="532748"/>
                </a:lnTo>
                <a:lnTo>
                  <a:pt x="3196188" y="529443"/>
                </a:lnTo>
                <a:lnTo>
                  <a:pt x="3200376" y="532748"/>
                </a:lnTo>
                <a:lnTo>
                  <a:pt x="3201665" y="536940"/>
                </a:lnTo>
                <a:lnTo>
                  <a:pt x="3204806" y="537182"/>
                </a:lnTo>
                <a:lnTo>
                  <a:pt x="3202309" y="543793"/>
                </a:lnTo>
                <a:close/>
                <a:moveTo>
                  <a:pt x="2580904" y="493727"/>
                </a:moveTo>
                <a:lnTo>
                  <a:pt x="2575830" y="495823"/>
                </a:lnTo>
                <a:lnTo>
                  <a:pt x="2570353" y="495823"/>
                </a:lnTo>
                <a:lnTo>
                  <a:pt x="2569145" y="487197"/>
                </a:lnTo>
                <a:lnTo>
                  <a:pt x="2570917" y="476313"/>
                </a:lnTo>
                <a:lnTo>
                  <a:pt x="2576072" y="474459"/>
                </a:lnTo>
                <a:lnTo>
                  <a:pt x="2584126" y="476716"/>
                </a:lnTo>
                <a:lnTo>
                  <a:pt x="2581146" y="479538"/>
                </a:lnTo>
                <a:lnTo>
                  <a:pt x="2583401" y="485343"/>
                </a:lnTo>
                <a:lnTo>
                  <a:pt x="2580904" y="493727"/>
                </a:lnTo>
                <a:close/>
                <a:moveTo>
                  <a:pt x="2606437" y="479538"/>
                </a:moveTo>
                <a:lnTo>
                  <a:pt x="2615700" y="491550"/>
                </a:lnTo>
                <a:lnTo>
                  <a:pt x="2609498" y="502999"/>
                </a:lnTo>
                <a:lnTo>
                  <a:pt x="2613847" y="509368"/>
                </a:lnTo>
                <a:lnTo>
                  <a:pt x="2625526" y="509771"/>
                </a:lnTo>
                <a:lnTo>
                  <a:pt x="2628265" y="512190"/>
                </a:lnTo>
                <a:lnTo>
                  <a:pt x="2630279" y="515092"/>
                </a:lnTo>
                <a:lnTo>
                  <a:pt x="2631648" y="519042"/>
                </a:lnTo>
                <a:lnTo>
                  <a:pt x="2628587" y="522187"/>
                </a:lnTo>
                <a:lnTo>
                  <a:pt x="2622063" y="525089"/>
                </a:lnTo>
                <a:lnTo>
                  <a:pt x="2614572" y="520897"/>
                </a:lnTo>
                <a:lnTo>
                  <a:pt x="2612559" y="517027"/>
                </a:lnTo>
                <a:lnTo>
                  <a:pt x="2611028" y="515576"/>
                </a:lnTo>
                <a:lnTo>
                  <a:pt x="2600880" y="518478"/>
                </a:lnTo>
                <a:lnTo>
                  <a:pt x="2598061" y="518801"/>
                </a:lnTo>
                <a:lnTo>
                  <a:pt x="2596047" y="513399"/>
                </a:lnTo>
                <a:lnTo>
                  <a:pt x="2598544" y="505659"/>
                </a:lnTo>
                <a:lnTo>
                  <a:pt x="2591456" y="502192"/>
                </a:lnTo>
                <a:lnTo>
                  <a:pt x="2584932" y="494130"/>
                </a:lnTo>
                <a:lnTo>
                  <a:pt x="2584690" y="490905"/>
                </a:lnTo>
                <a:lnTo>
                  <a:pt x="2587268" y="485343"/>
                </a:lnTo>
                <a:lnTo>
                  <a:pt x="2586945" y="480908"/>
                </a:lnTo>
                <a:lnTo>
                  <a:pt x="2590650" y="480586"/>
                </a:lnTo>
                <a:lnTo>
                  <a:pt x="2597416" y="486552"/>
                </a:lnTo>
                <a:lnTo>
                  <a:pt x="2600396" y="480908"/>
                </a:lnTo>
                <a:lnTo>
                  <a:pt x="2603215" y="478570"/>
                </a:lnTo>
                <a:lnTo>
                  <a:pt x="2606437" y="479538"/>
                </a:lnTo>
                <a:close/>
                <a:moveTo>
                  <a:pt x="3038078" y="929649"/>
                </a:moveTo>
                <a:lnTo>
                  <a:pt x="3031554" y="936582"/>
                </a:lnTo>
                <a:lnTo>
                  <a:pt x="3037756" y="920216"/>
                </a:lnTo>
                <a:lnTo>
                  <a:pt x="3039045" y="911993"/>
                </a:lnTo>
                <a:lnTo>
                  <a:pt x="3044763" y="906994"/>
                </a:lnTo>
                <a:lnTo>
                  <a:pt x="3053301" y="882002"/>
                </a:lnTo>
                <a:lnTo>
                  <a:pt x="3055154" y="882566"/>
                </a:lnTo>
                <a:lnTo>
                  <a:pt x="3057973" y="884985"/>
                </a:lnTo>
                <a:lnTo>
                  <a:pt x="3053704" y="903366"/>
                </a:lnTo>
                <a:lnTo>
                  <a:pt x="3041703" y="916266"/>
                </a:lnTo>
                <a:lnTo>
                  <a:pt x="3038078" y="929649"/>
                </a:lnTo>
                <a:close/>
                <a:moveTo>
                  <a:pt x="3028493" y="925537"/>
                </a:moveTo>
                <a:lnTo>
                  <a:pt x="3023580" y="933277"/>
                </a:lnTo>
                <a:lnTo>
                  <a:pt x="3020278" y="930536"/>
                </a:lnTo>
                <a:lnTo>
                  <a:pt x="3018344" y="930536"/>
                </a:lnTo>
                <a:lnTo>
                  <a:pt x="3017217" y="925940"/>
                </a:lnTo>
                <a:lnTo>
                  <a:pt x="3018344" y="916508"/>
                </a:lnTo>
                <a:lnTo>
                  <a:pt x="3014237" y="905866"/>
                </a:lnTo>
                <a:lnTo>
                  <a:pt x="3019714" y="906027"/>
                </a:lnTo>
                <a:lnTo>
                  <a:pt x="3021244" y="909171"/>
                </a:lnTo>
                <a:lnTo>
                  <a:pt x="3022936" y="910300"/>
                </a:lnTo>
                <a:lnTo>
                  <a:pt x="3028251" y="920539"/>
                </a:lnTo>
                <a:lnTo>
                  <a:pt x="3028493" y="925537"/>
                </a:lnTo>
                <a:close/>
                <a:moveTo>
                  <a:pt x="2663544" y="750104"/>
                </a:moveTo>
                <a:lnTo>
                  <a:pt x="2661449" y="753007"/>
                </a:lnTo>
                <a:lnTo>
                  <a:pt x="2656778" y="754942"/>
                </a:lnTo>
                <a:lnTo>
                  <a:pt x="2652831" y="754780"/>
                </a:lnTo>
                <a:lnTo>
                  <a:pt x="2654120" y="751959"/>
                </a:lnTo>
                <a:lnTo>
                  <a:pt x="2653153" y="750266"/>
                </a:lnTo>
                <a:lnTo>
                  <a:pt x="2650254" y="750991"/>
                </a:lnTo>
                <a:lnTo>
                  <a:pt x="2645502" y="753329"/>
                </a:lnTo>
                <a:lnTo>
                  <a:pt x="2639541" y="757844"/>
                </a:lnTo>
                <a:lnTo>
                  <a:pt x="2635997" y="755587"/>
                </a:lnTo>
                <a:lnTo>
                  <a:pt x="2635272" y="752039"/>
                </a:lnTo>
                <a:lnTo>
                  <a:pt x="2635514" y="750427"/>
                </a:lnTo>
                <a:lnTo>
                  <a:pt x="2642602" y="744138"/>
                </a:lnTo>
                <a:lnTo>
                  <a:pt x="2650898" y="743010"/>
                </a:lnTo>
                <a:lnTo>
                  <a:pt x="2662577" y="736963"/>
                </a:lnTo>
                <a:lnTo>
                  <a:pt x="2667813" y="737286"/>
                </a:lnTo>
                <a:lnTo>
                  <a:pt x="2666604" y="741155"/>
                </a:lnTo>
                <a:lnTo>
                  <a:pt x="2664752" y="743896"/>
                </a:lnTo>
                <a:lnTo>
                  <a:pt x="2663624" y="746718"/>
                </a:lnTo>
                <a:lnTo>
                  <a:pt x="2663544" y="750104"/>
                </a:lnTo>
                <a:close/>
                <a:moveTo>
                  <a:pt x="2546028" y="128672"/>
                </a:moveTo>
                <a:lnTo>
                  <a:pt x="2542726" y="130284"/>
                </a:lnTo>
                <a:lnTo>
                  <a:pt x="2537491" y="129720"/>
                </a:lnTo>
                <a:lnTo>
                  <a:pt x="2536927" y="125608"/>
                </a:lnTo>
                <a:lnTo>
                  <a:pt x="2542243" y="118272"/>
                </a:lnTo>
                <a:lnTo>
                  <a:pt x="2545787" y="110532"/>
                </a:lnTo>
                <a:lnTo>
                  <a:pt x="2542001" y="108516"/>
                </a:lnTo>
                <a:lnTo>
                  <a:pt x="2538377" y="103599"/>
                </a:lnTo>
                <a:lnTo>
                  <a:pt x="2538296" y="97794"/>
                </a:lnTo>
                <a:lnTo>
                  <a:pt x="2541196" y="87152"/>
                </a:lnTo>
                <a:lnTo>
                  <a:pt x="2545626" y="88039"/>
                </a:lnTo>
                <a:lnTo>
                  <a:pt x="2549895" y="92634"/>
                </a:lnTo>
                <a:lnTo>
                  <a:pt x="2551667" y="101260"/>
                </a:lnTo>
                <a:lnTo>
                  <a:pt x="2554405" y="107871"/>
                </a:lnTo>
                <a:lnTo>
                  <a:pt x="2548525" y="116820"/>
                </a:lnTo>
                <a:lnTo>
                  <a:pt x="2546028" y="128672"/>
                </a:lnTo>
                <a:close/>
                <a:moveTo>
                  <a:pt x="2452677" y="176803"/>
                </a:moveTo>
                <a:lnTo>
                  <a:pt x="2450663" y="179302"/>
                </a:lnTo>
                <a:lnTo>
                  <a:pt x="2440917" y="174788"/>
                </a:lnTo>
                <a:lnTo>
                  <a:pt x="2441400" y="167612"/>
                </a:lnTo>
                <a:lnTo>
                  <a:pt x="2440031" y="164145"/>
                </a:lnTo>
                <a:lnTo>
                  <a:pt x="2437454" y="160437"/>
                </a:lnTo>
                <a:lnTo>
                  <a:pt x="2436326" y="156809"/>
                </a:lnTo>
                <a:lnTo>
                  <a:pt x="2437454" y="152858"/>
                </a:lnTo>
                <a:lnTo>
                  <a:pt x="2443414" y="157938"/>
                </a:lnTo>
                <a:lnTo>
                  <a:pt x="2446878" y="165919"/>
                </a:lnTo>
                <a:lnTo>
                  <a:pt x="2451549" y="173498"/>
                </a:lnTo>
                <a:lnTo>
                  <a:pt x="2452677" y="176803"/>
                </a:lnTo>
                <a:close/>
                <a:moveTo>
                  <a:pt x="2871833" y="1124512"/>
                </a:moveTo>
                <a:lnTo>
                  <a:pt x="2864826" y="1127011"/>
                </a:lnTo>
                <a:lnTo>
                  <a:pt x="2869497" y="1120642"/>
                </a:lnTo>
                <a:lnTo>
                  <a:pt x="2884559" y="1106130"/>
                </a:lnTo>
                <a:lnTo>
                  <a:pt x="2889956" y="1108871"/>
                </a:lnTo>
                <a:lnTo>
                  <a:pt x="2897124" y="1109355"/>
                </a:lnTo>
                <a:lnTo>
                  <a:pt x="2886492" y="1115885"/>
                </a:lnTo>
                <a:lnTo>
                  <a:pt x="2875538" y="1118626"/>
                </a:lnTo>
                <a:lnTo>
                  <a:pt x="2871833" y="1124512"/>
                </a:lnTo>
                <a:close/>
                <a:moveTo>
                  <a:pt x="2789436" y="1095165"/>
                </a:moveTo>
                <a:lnTo>
                  <a:pt x="2784683" y="1102502"/>
                </a:lnTo>
                <a:lnTo>
                  <a:pt x="2779287" y="1102099"/>
                </a:lnTo>
                <a:lnTo>
                  <a:pt x="2769541" y="1092102"/>
                </a:lnTo>
                <a:lnTo>
                  <a:pt x="2770105" y="1085168"/>
                </a:lnTo>
                <a:lnTo>
                  <a:pt x="2770910" y="1082911"/>
                </a:lnTo>
                <a:lnTo>
                  <a:pt x="2774615" y="1082266"/>
                </a:lnTo>
                <a:lnTo>
                  <a:pt x="2787341" y="1084282"/>
                </a:lnTo>
                <a:lnTo>
                  <a:pt x="2789838" y="1089844"/>
                </a:lnTo>
                <a:lnTo>
                  <a:pt x="2789436" y="1095165"/>
                </a:lnTo>
                <a:close/>
                <a:moveTo>
                  <a:pt x="2627057" y="1106775"/>
                </a:moveTo>
                <a:lnTo>
                  <a:pt x="2641152" y="1110000"/>
                </a:lnTo>
                <a:lnTo>
                  <a:pt x="2649287" y="1109677"/>
                </a:lnTo>
                <a:lnTo>
                  <a:pt x="2650898" y="1112580"/>
                </a:lnTo>
                <a:lnTo>
                  <a:pt x="2643246" y="1119352"/>
                </a:lnTo>
                <a:lnTo>
                  <a:pt x="2626896" y="1114112"/>
                </a:lnTo>
                <a:lnTo>
                  <a:pt x="2624077" y="1108468"/>
                </a:lnTo>
                <a:lnTo>
                  <a:pt x="2627057" y="1106775"/>
                </a:lnTo>
                <a:close/>
                <a:moveTo>
                  <a:pt x="2830836" y="590151"/>
                </a:moveTo>
                <a:lnTo>
                  <a:pt x="2831802" y="594907"/>
                </a:lnTo>
                <a:lnTo>
                  <a:pt x="2836635" y="599342"/>
                </a:lnTo>
                <a:lnTo>
                  <a:pt x="2834943" y="606195"/>
                </a:lnTo>
                <a:lnTo>
                  <a:pt x="2833091" y="607243"/>
                </a:lnTo>
                <a:lnTo>
                  <a:pt x="2834057" y="610387"/>
                </a:lnTo>
                <a:lnTo>
                  <a:pt x="2836152" y="612725"/>
                </a:lnTo>
                <a:lnTo>
                  <a:pt x="2832447" y="614418"/>
                </a:lnTo>
                <a:lnTo>
                  <a:pt x="2829708" y="613612"/>
                </a:lnTo>
                <a:lnTo>
                  <a:pt x="2825278" y="615789"/>
                </a:lnTo>
                <a:lnTo>
                  <a:pt x="2822378" y="618933"/>
                </a:lnTo>
                <a:lnTo>
                  <a:pt x="2813116" y="620223"/>
                </a:lnTo>
                <a:lnTo>
                  <a:pt x="2809894" y="617320"/>
                </a:lnTo>
                <a:lnTo>
                  <a:pt x="2793302" y="613934"/>
                </a:lnTo>
                <a:lnTo>
                  <a:pt x="2782589" y="606517"/>
                </a:lnTo>
                <a:lnTo>
                  <a:pt x="2781300" y="604340"/>
                </a:lnTo>
                <a:lnTo>
                  <a:pt x="2801920" y="595633"/>
                </a:lnTo>
                <a:lnTo>
                  <a:pt x="2810941" y="593295"/>
                </a:lnTo>
                <a:lnTo>
                  <a:pt x="2818512" y="593456"/>
                </a:lnTo>
                <a:lnTo>
                  <a:pt x="2828017" y="590231"/>
                </a:lnTo>
                <a:lnTo>
                  <a:pt x="2830836" y="590151"/>
                </a:lnTo>
                <a:close/>
                <a:moveTo>
                  <a:pt x="576703" y="895546"/>
                </a:moveTo>
                <a:lnTo>
                  <a:pt x="570179" y="895868"/>
                </a:lnTo>
                <a:lnTo>
                  <a:pt x="558097" y="886033"/>
                </a:lnTo>
                <a:lnTo>
                  <a:pt x="556083" y="882969"/>
                </a:lnTo>
                <a:lnTo>
                  <a:pt x="559547" y="879986"/>
                </a:lnTo>
                <a:lnTo>
                  <a:pt x="563091" y="880228"/>
                </a:lnTo>
                <a:lnTo>
                  <a:pt x="577105" y="886436"/>
                </a:lnTo>
                <a:lnTo>
                  <a:pt x="579763" y="889580"/>
                </a:lnTo>
                <a:lnTo>
                  <a:pt x="576703" y="895546"/>
                </a:lnTo>
                <a:close/>
                <a:moveTo>
                  <a:pt x="420284" y="710438"/>
                </a:moveTo>
                <a:lnTo>
                  <a:pt x="423506" y="722209"/>
                </a:lnTo>
                <a:lnTo>
                  <a:pt x="413921" y="714147"/>
                </a:lnTo>
                <a:lnTo>
                  <a:pt x="414082" y="708504"/>
                </a:lnTo>
                <a:lnTo>
                  <a:pt x="412794" y="704795"/>
                </a:lnTo>
                <a:lnTo>
                  <a:pt x="406994" y="700280"/>
                </a:lnTo>
                <a:lnTo>
                  <a:pt x="402484" y="694637"/>
                </a:lnTo>
                <a:lnTo>
                  <a:pt x="400470" y="681173"/>
                </a:lnTo>
                <a:lnTo>
                  <a:pt x="402081" y="678432"/>
                </a:lnTo>
                <a:lnTo>
                  <a:pt x="405867" y="678190"/>
                </a:lnTo>
                <a:lnTo>
                  <a:pt x="422701" y="695846"/>
                </a:lnTo>
                <a:lnTo>
                  <a:pt x="423828" y="698829"/>
                </a:lnTo>
                <a:lnTo>
                  <a:pt x="423426" y="705117"/>
                </a:lnTo>
                <a:lnTo>
                  <a:pt x="421009" y="707052"/>
                </a:lnTo>
                <a:lnTo>
                  <a:pt x="420284" y="710438"/>
                </a:lnTo>
                <a:close/>
                <a:moveTo>
                  <a:pt x="402484" y="674804"/>
                </a:moveTo>
                <a:lnTo>
                  <a:pt x="396765" y="681253"/>
                </a:lnTo>
                <a:lnTo>
                  <a:pt x="387261" y="681173"/>
                </a:lnTo>
                <a:lnTo>
                  <a:pt x="385408" y="677142"/>
                </a:lnTo>
                <a:lnTo>
                  <a:pt x="385811" y="667386"/>
                </a:lnTo>
                <a:lnTo>
                  <a:pt x="383475" y="664242"/>
                </a:lnTo>
                <a:lnTo>
                  <a:pt x="383556" y="662952"/>
                </a:lnTo>
                <a:lnTo>
                  <a:pt x="385086" y="657389"/>
                </a:lnTo>
                <a:lnTo>
                  <a:pt x="387019" y="656180"/>
                </a:lnTo>
                <a:lnTo>
                  <a:pt x="402323" y="669886"/>
                </a:lnTo>
                <a:lnTo>
                  <a:pt x="402484" y="674804"/>
                </a:lnTo>
                <a:close/>
                <a:moveTo>
                  <a:pt x="373407" y="642716"/>
                </a:moveTo>
                <a:lnTo>
                  <a:pt x="373810" y="644893"/>
                </a:lnTo>
                <a:lnTo>
                  <a:pt x="360681" y="637798"/>
                </a:lnTo>
                <a:lnTo>
                  <a:pt x="354398" y="635863"/>
                </a:lnTo>
                <a:lnTo>
                  <a:pt x="348760" y="628124"/>
                </a:lnTo>
                <a:lnTo>
                  <a:pt x="350532" y="624334"/>
                </a:lnTo>
                <a:lnTo>
                  <a:pt x="350774" y="619175"/>
                </a:lnTo>
                <a:lnTo>
                  <a:pt x="351579" y="617159"/>
                </a:lnTo>
                <a:lnTo>
                  <a:pt x="355607" y="616433"/>
                </a:lnTo>
                <a:lnTo>
                  <a:pt x="360761" y="620142"/>
                </a:lnTo>
                <a:lnTo>
                  <a:pt x="364708" y="629414"/>
                </a:lnTo>
                <a:lnTo>
                  <a:pt x="371232" y="637959"/>
                </a:lnTo>
                <a:lnTo>
                  <a:pt x="373407" y="642716"/>
                </a:lnTo>
                <a:close/>
                <a:moveTo>
                  <a:pt x="261933" y="496549"/>
                </a:moveTo>
                <a:lnTo>
                  <a:pt x="257181" y="500338"/>
                </a:lnTo>
                <a:lnTo>
                  <a:pt x="249932" y="496710"/>
                </a:lnTo>
                <a:lnTo>
                  <a:pt x="252348" y="491550"/>
                </a:lnTo>
                <a:lnTo>
                  <a:pt x="253556" y="484375"/>
                </a:lnTo>
                <a:lnTo>
                  <a:pt x="257905" y="478732"/>
                </a:lnTo>
                <a:lnTo>
                  <a:pt x="259355" y="472040"/>
                </a:lnTo>
                <a:lnTo>
                  <a:pt x="250979" y="453900"/>
                </a:lnTo>
                <a:lnTo>
                  <a:pt x="255167" y="453255"/>
                </a:lnTo>
                <a:lnTo>
                  <a:pt x="258389" y="455271"/>
                </a:lnTo>
                <a:lnTo>
                  <a:pt x="263946" y="467364"/>
                </a:lnTo>
                <a:lnTo>
                  <a:pt x="268779" y="474620"/>
                </a:lnTo>
                <a:lnTo>
                  <a:pt x="266846" y="484456"/>
                </a:lnTo>
                <a:lnTo>
                  <a:pt x="261933" y="496549"/>
                </a:lnTo>
                <a:close/>
                <a:moveTo>
                  <a:pt x="101245" y="263552"/>
                </a:moveTo>
                <a:lnTo>
                  <a:pt x="96171" y="264278"/>
                </a:lnTo>
                <a:lnTo>
                  <a:pt x="91338" y="262585"/>
                </a:lnTo>
                <a:lnTo>
                  <a:pt x="87231" y="257909"/>
                </a:lnTo>
                <a:lnTo>
                  <a:pt x="65645" y="244525"/>
                </a:lnTo>
                <a:lnTo>
                  <a:pt x="58879" y="244364"/>
                </a:lnTo>
                <a:lnTo>
                  <a:pt x="54207" y="240897"/>
                </a:lnTo>
                <a:lnTo>
                  <a:pt x="48488" y="239688"/>
                </a:lnTo>
                <a:lnTo>
                  <a:pt x="42367" y="230739"/>
                </a:lnTo>
                <a:lnTo>
                  <a:pt x="41078" y="225982"/>
                </a:lnTo>
                <a:lnTo>
                  <a:pt x="45508" y="223644"/>
                </a:lnTo>
                <a:lnTo>
                  <a:pt x="48247" y="218726"/>
                </a:lnTo>
                <a:lnTo>
                  <a:pt x="55496" y="220903"/>
                </a:lnTo>
                <a:lnTo>
                  <a:pt x="63711" y="229610"/>
                </a:lnTo>
                <a:lnTo>
                  <a:pt x="72088" y="232835"/>
                </a:lnTo>
                <a:lnTo>
                  <a:pt x="74343" y="234448"/>
                </a:lnTo>
                <a:lnTo>
                  <a:pt x="78371" y="239285"/>
                </a:lnTo>
                <a:lnTo>
                  <a:pt x="97460" y="251056"/>
                </a:lnTo>
                <a:lnTo>
                  <a:pt x="99554" y="255006"/>
                </a:lnTo>
                <a:lnTo>
                  <a:pt x="100843" y="259037"/>
                </a:lnTo>
                <a:lnTo>
                  <a:pt x="101245" y="263552"/>
                </a:lnTo>
                <a:close/>
                <a:moveTo>
                  <a:pt x="2161507" y="892241"/>
                </a:moveTo>
                <a:lnTo>
                  <a:pt x="2156432" y="894417"/>
                </a:lnTo>
                <a:lnTo>
                  <a:pt x="2146686" y="885146"/>
                </a:lnTo>
                <a:lnTo>
                  <a:pt x="2142578" y="877567"/>
                </a:lnTo>
                <a:lnTo>
                  <a:pt x="2143626" y="873294"/>
                </a:lnTo>
                <a:lnTo>
                  <a:pt x="2146525" y="869505"/>
                </a:lnTo>
                <a:lnTo>
                  <a:pt x="2147894" y="868618"/>
                </a:lnTo>
                <a:lnTo>
                  <a:pt x="2147250" y="864668"/>
                </a:lnTo>
                <a:lnTo>
                  <a:pt x="2151116" y="862733"/>
                </a:lnTo>
                <a:lnTo>
                  <a:pt x="2155305" y="863055"/>
                </a:lnTo>
                <a:lnTo>
                  <a:pt x="2158043" y="868296"/>
                </a:lnTo>
                <a:lnTo>
                  <a:pt x="2161345" y="869747"/>
                </a:lnTo>
                <a:lnTo>
                  <a:pt x="2163037" y="874746"/>
                </a:lnTo>
                <a:lnTo>
                  <a:pt x="2161507" y="892241"/>
                </a:lnTo>
                <a:close/>
                <a:moveTo>
                  <a:pt x="2255664" y="548227"/>
                </a:moveTo>
                <a:lnTo>
                  <a:pt x="2257436" y="553307"/>
                </a:lnTo>
                <a:lnTo>
                  <a:pt x="2254536" y="557660"/>
                </a:lnTo>
                <a:lnTo>
                  <a:pt x="2257758" y="565803"/>
                </a:lnTo>
                <a:lnTo>
                  <a:pt x="2265893" y="554919"/>
                </a:lnTo>
                <a:lnTo>
                  <a:pt x="2273625" y="553549"/>
                </a:lnTo>
                <a:lnTo>
                  <a:pt x="2277975" y="555322"/>
                </a:lnTo>
                <a:lnTo>
                  <a:pt x="2281035" y="557499"/>
                </a:lnTo>
                <a:lnTo>
                  <a:pt x="2282646" y="561611"/>
                </a:lnTo>
                <a:lnTo>
                  <a:pt x="2279827" y="570479"/>
                </a:lnTo>
                <a:lnTo>
                  <a:pt x="2274753" y="574671"/>
                </a:lnTo>
                <a:lnTo>
                  <a:pt x="2268148" y="575316"/>
                </a:lnTo>
                <a:lnTo>
                  <a:pt x="2265087" y="570157"/>
                </a:lnTo>
                <a:lnTo>
                  <a:pt x="2260738" y="569673"/>
                </a:lnTo>
                <a:lnTo>
                  <a:pt x="2257677" y="580960"/>
                </a:lnTo>
                <a:lnTo>
                  <a:pt x="2256389" y="582653"/>
                </a:lnTo>
                <a:lnTo>
                  <a:pt x="2252522" y="584104"/>
                </a:lnTo>
                <a:lnTo>
                  <a:pt x="2249059" y="580960"/>
                </a:lnTo>
                <a:lnTo>
                  <a:pt x="2248495" y="579267"/>
                </a:lnTo>
                <a:lnTo>
                  <a:pt x="2253328" y="574188"/>
                </a:lnTo>
                <a:lnTo>
                  <a:pt x="2250670" y="558950"/>
                </a:lnTo>
                <a:lnTo>
                  <a:pt x="2247045" y="561853"/>
                </a:lnTo>
                <a:lnTo>
                  <a:pt x="2237299" y="575639"/>
                </a:lnTo>
                <a:lnTo>
                  <a:pt x="2229728" y="581766"/>
                </a:lnTo>
                <a:lnTo>
                  <a:pt x="2227151" y="578622"/>
                </a:lnTo>
                <a:lnTo>
                  <a:pt x="2223365" y="569270"/>
                </a:lnTo>
                <a:lnTo>
                  <a:pt x="2225057" y="557257"/>
                </a:lnTo>
                <a:lnTo>
                  <a:pt x="2231178" y="549114"/>
                </a:lnTo>
                <a:lnTo>
                  <a:pt x="2236333" y="549679"/>
                </a:lnTo>
                <a:lnTo>
                  <a:pt x="2251314" y="547179"/>
                </a:lnTo>
                <a:lnTo>
                  <a:pt x="2255664" y="548227"/>
                </a:lnTo>
                <a:close/>
                <a:moveTo>
                  <a:pt x="2147089" y="486632"/>
                </a:moveTo>
                <a:lnTo>
                  <a:pt x="2150552" y="490180"/>
                </a:lnTo>
                <a:lnTo>
                  <a:pt x="2148458" y="494372"/>
                </a:lnTo>
                <a:lnTo>
                  <a:pt x="2145720" y="493324"/>
                </a:lnTo>
                <a:lnTo>
                  <a:pt x="2138390" y="493405"/>
                </a:lnTo>
                <a:lnTo>
                  <a:pt x="2135652" y="493727"/>
                </a:lnTo>
                <a:lnTo>
                  <a:pt x="2132349" y="496146"/>
                </a:lnTo>
                <a:lnTo>
                  <a:pt x="2130255" y="496226"/>
                </a:lnTo>
                <a:lnTo>
                  <a:pt x="2131624" y="492437"/>
                </a:lnTo>
                <a:lnTo>
                  <a:pt x="2137826" y="486632"/>
                </a:lnTo>
                <a:lnTo>
                  <a:pt x="2141692" y="487519"/>
                </a:lnTo>
                <a:lnTo>
                  <a:pt x="2147089" y="486632"/>
                </a:lnTo>
                <a:close/>
                <a:moveTo>
                  <a:pt x="2039481" y="961575"/>
                </a:moveTo>
                <a:lnTo>
                  <a:pt x="2036178" y="975039"/>
                </a:lnTo>
                <a:lnTo>
                  <a:pt x="2034648" y="970282"/>
                </a:lnTo>
                <a:lnTo>
                  <a:pt x="2034084" y="958028"/>
                </a:lnTo>
                <a:lnTo>
                  <a:pt x="2032071" y="952062"/>
                </a:lnTo>
                <a:lnTo>
                  <a:pt x="2033359" y="945209"/>
                </a:lnTo>
                <a:lnTo>
                  <a:pt x="2032876" y="927553"/>
                </a:lnTo>
                <a:lnTo>
                  <a:pt x="2035373" y="919410"/>
                </a:lnTo>
                <a:lnTo>
                  <a:pt x="2039964" y="929810"/>
                </a:lnTo>
                <a:lnTo>
                  <a:pt x="2041172" y="935051"/>
                </a:lnTo>
                <a:lnTo>
                  <a:pt x="2039481" y="961575"/>
                </a:lnTo>
                <a:close/>
                <a:moveTo>
                  <a:pt x="1624593" y="1015834"/>
                </a:moveTo>
                <a:lnTo>
                  <a:pt x="1618069" y="1017204"/>
                </a:lnTo>
                <a:lnTo>
                  <a:pt x="1611948" y="1014382"/>
                </a:lnTo>
                <a:lnTo>
                  <a:pt x="1612109" y="1010513"/>
                </a:lnTo>
                <a:lnTo>
                  <a:pt x="1613639" y="1006965"/>
                </a:lnTo>
                <a:lnTo>
                  <a:pt x="1622741" y="1005111"/>
                </a:lnTo>
                <a:lnTo>
                  <a:pt x="1627574" y="1005272"/>
                </a:lnTo>
                <a:lnTo>
                  <a:pt x="1632809" y="1007691"/>
                </a:lnTo>
                <a:lnTo>
                  <a:pt x="1636434" y="1010271"/>
                </a:lnTo>
                <a:lnTo>
                  <a:pt x="1638206" y="1013254"/>
                </a:lnTo>
                <a:lnTo>
                  <a:pt x="1628379" y="1013415"/>
                </a:lnTo>
                <a:lnTo>
                  <a:pt x="1624593" y="1015834"/>
                </a:lnTo>
                <a:close/>
                <a:moveTo>
                  <a:pt x="1699178" y="765664"/>
                </a:moveTo>
                <a:lnTo>
                  <a:pt x="1682264" y="780660"/>
                </a:lnTo>
                <a:lnTo>
                  <a:pt x="1679525" y="776871"/>
                </a:lnTo>
                <a:lnTo>
                  <a:pt x="1680975" y="761553"/>
                </a:lnTo>
                <a:lnTo>
                  <a:pt x="1676223" y="752120"/>
                </a:lnTo>
                <a:lnTo>
                  <a:pt x="1676545" y="745025"/>
                </a:lnTo>
                <a:lnTo>
                  <a:pt x="1679928" y="732609"/>
                </a:lnTo>
                <a:lnTo>
                  <a:pt x="1684197" y="723096"/>
                </a:lnTo>
                <a:lnTo>
                  <a:pt x="1694023" y="716646"/>
                </a:lnTo>
                <a:lnTo>
                  <a:pt x="1696520" y="715921"/>
                </a:lnTo>
                <a:lnTo>
                  <a:pt x="1695876" y="727530"/>
                </a:lnTo>
                <a:lnTo>
                  <a:pt x="1697889" y="731884"/>
                </a:lnTo>
                <a:lnTo>
                  <a:pt x="1698534" y="735592"/>
                </a:lnTo>
                <a:lnTo>
                  <a:pt x="1697487" y="738817"/>
                </a:lnTo>
                <a:lnTo>
                  <a:pt x="1699339" y="753652"/>
                </a:lnTo>
                <a:lnTo>
                  <a:pt x="1700467" y="757199"/>
                </a:lnTo>
                <a:lnTo>
                  <a:pt x="1698050" y="761875"/>
                </a:lnTo>
                <a:lnTo>
                  <a:pt x="1699178" y="765664"/>
                </a:lnTo>
                <a:close/>
                <a:moveTo>
                  <a:pt x="2234480" y="1333322"/>
                </a:moveTo>
                <a:lnTo>
                  <a:pt x="2226990" y="1333403"/>
                </a:lnTo>
                <a:lnTo>
                  <a:pt x="2224573" y="1332516"/>
                </a:lnTo>
                <a:lnTo>
                  <a:pt x="2223929" y="1325421"/>
                </a:lnTo>
                <a:lnTo>
                  <a:pt x="2226184" y="1321471"/>
                </a:lnTo>
                <a:lnTo>
                  <a:pt x="2243501" y="1316311"/>
                </a:lnTo>
                <a:lnTo>
                  <a:pt x="2250348" y="1311635"/>
                </a:lnTo>
                <a:lnTo>
                  <a:pt x="2259933" y="1301799"/>
                </a:lnTo>
                <a:lnTo>
                  <a:pt x="2265973" y="1299219"/>
                </a:lnTo>
                <a:lnTo>
                  <a:pt x="2267423" y="1298090"/>
                </a:lnTo>
                <a:lnTo>
                  <a:pt x="2268470" y="1298332"/>
                </a:lnTo>
                <a:lnTo>
                  <a:pt x="2269437" y="1305830"/>
                </a:lnTo>
                <a:lnTo>
                  <a:pt x="2271853" y="1310264"/>
                </a:lnTo>
                <a:lnTo>
                  <a:pt x="2272256" y="1312522"/>
                </a:lnTo>
                <a:lnTo>
                  <a:pt x="2263638" y="1316311"/>
                </a:lnTo>
                <a:lnTo>
                  <a:pt x="2255905" y="1325018"/>
                </a:lnTo>
                <a:lnTo>
                  <a:pt x="2238991" y="1330662"/>
                </a:lnTo>
                <a:lnTo>
                  <a:pt x="2234480" y="1333322"/>
                </a:lnTo>
                <a:close/>
                <a:moveTo>
                  <a:pt x="2342250" y="1125318"/>
                </a:moveTo>
                <a:lnTo>
                  <a:pt x="2337336" y="1130317"/>
                </a:lnTo>
                <a:lnTo>
                  <a:pt x="2333953" y="1139024"/>
                </a:lnTo>
                <a:lnTo>
                  <a:pt x="2330973" y="1141604"/>
                </a:lnTo>
                <a:lnTo>
                  <a:pt x="2324449" y="1143297"/>
                </a:lnTo>
                <a:lnTo>
                  <a:pt x="2320502" y="1134590"/>
                </a:lnTo>
                <a:lnTo>
                  <a:pt x="2313334" y="1134993"/>
                </a:lnTo>
                <a:lnTo>
                  <a:pt x="2316797" y="1127334"/>
                </a:lnTo>
                <a:lnTo>
                  <a:pt x="2320261" y="1124512"/>
                </a:lnTo>
                <a:lnTo>
                  <a:pt x="2324691" y="1124431"/>
                </a:lnTo>
                <a:lnTo>
                  <a:pt x="2326865" y="1127495"/>
                </a:lnTo>
                <a:lnTo>
                  <a:pt x="2328074" y="1128140"/>
                </a:lnTo>
                <a:lnTo>
                  <a:pt x="2338464" y="1115160"/>
                </a:lnTo>
                <a:lnTo>
                  <a:pt x="2340558" y="1115079"/>
                </a:lnTo>
                <a:lnTo>
                  <a:pt x="2342250" y="1115643"/>
                </a:lnTo>
                <a:lnTo>
                  <a:pt x="2343619" y="1117256"/>
                </a:lnTo>
                <a:lnTo>
                  <a:pt x="2342250" y="1125318"/>
                </a:lnTo>
                <a:close/>
                <a:moveTo>
                  <a:pt x="2313092" y="1120723"/>
                </a:moveTo>
                <a:lnTo>
                  <a:pt x="2301735" y="1122980"/>
                </a:lnTo>
                <a:lnTo>
                  <a:pt x="2294809" y="1132977"/>
                </a:lnTo>
                <a:lnTo>
                  <a:pt x="2289251" y="1132816"/>
                </a:lnTo>
                <a:lnTo>
                  <a:pt x="2286271" y="1137331"/>
                </a:lnTo>
                <a:lnTo>
                  <a:pt x="2285546" y="1139266"/>
                </a:lnTo>
                <a:lnTo>
                  <a:pt x="2285949" y="1141039"/>
                </a:lnTo>
                <a:lnTo>
                  <a:pt x="2285304" y="1142732"/>
                </a:lnTo>
                <a:lnTo>
                  <a:pt x="2283130" y="1144506"/>
                </a:lnTo>
                <a:lnTo>
                  <a:pt x="2277975" y="1141684"/>
                </a:lnTo>
                <a:lnTo>
                  <a:pt x="2273545" y="1145232"/>
                </a:lnTo>
                <a:lnTo>
                  <a:pt x="2271692" y="1146118"/>
                </a:lnTo>
                <a:lnTo>
                  <a:pt x="2265168" y="1142007"/>
                </a:lnTo>
                <a:lnTo>
                  <a:pt x="2258966" y="1142249"/>
                </a:lnTo>
                <a:lnTo>
                  <a:pt x="2257113" y="1141604"/>
                </a:lnTo>
                <a:lnTo>
                  <a:pt x="2264765" y="1134186"/>
                </a:lnTo>
                <a:lnTo>
                  <a:pt x="2275236" y="1127334"/>
                </a:lnTo>
                <a:lnTo>
                  <a:pt x="2276928" y="1124754"/>
                </a:lnTo>
                <a:lnTo>
                  <a:pt x="2272820" y="1124028"/>
                </a:lnTo>
                <a:lnTo>
                  <a:pt x="2270403" y="1123061"/>
                </a:lnTo>
                <a:lnTo>
                  <a:pt x="2270081" y="1121368"/>
                </a:lnTo>
                <a:lnTo>
                  <a:pt x="2276686" y="1120319"/>
                </a:lnTo>
                <a:lnTo>
                  <a:pt x="2281277" y="1120158"/>
                </a:lnTo>
                <a:lnTo>
                  <a:pt x="2284740" y="1122335"/>
                </a:lnTo>
                <a:lnTo>
                  <a:pt x="2286996" y="1122254"/>
                </a:lnTo>
                <a:lnTo>
                  <a:pt x="2301091" y="1114112"/>
                </a:lnTo>
                <a:lnTo>
                  <a:pt x="2306729" y="1115966"/>
                </a:lnTo>
                <a:lnTo>
                  <a:pt x="2310756" y="1118062"/>
                </a:lnTo>
                <a:lnTo>
                  <a:pt x="2313092" y="1120723"/>
                </a:lnTo>
                <a:close/>
                <a:moveTo>
                  <a:pt x="2264121" y="1127414"/>
                </a:moveTo>
                <a:lnTo>
                  <a:pt x="2262510" y="1130962"/>
                </a:lnTo>
                <a:lnTo>
                  <a:pt x="2240602" y="1130720"/>
                </a:lnTo>
                <a:lnTo>
                  <a:pt x="2241246" y="1126044"/>
                </a:lnTo>
                <a:lnTo>
                  <a:pt x="2247287" y="1120964"/>
                </a:lnTo>
                <a:lnTo>
                  <a:pt x="2249301" y="1119271"/>
                </a:lnTo>
                <a:lnTo>
                  <a:pt x="2256066" y="1117740"/>
                </a:lnTo>
                <a:lnTo>
                  <a:pt x="2265651" y="1120481"/>
                </a:lnTo>
                <a:lnTo>
                  <a:pt x="2264121" y="1127414"/>
                </a:lnTo>
                <a:close/>
                <a:moveTo>
                  <a:pt x="849992" y="222999"/>
                </a:moveTo>
                <a:lnTo>
                  <a:pt x="846690" y="223322"/>
                </a:lnTo>
                <a:lnTo>
                  <a:pt x="845643" y="220903"/>
                </a:lnTo>
                <a:lnTo>
                  <a:pt x="845804" y="216791"/>
                </a:lnTo>
                <a:lnTo>
                  <a:pt x="845481" y="213486"/>
                </a:lnTo>
                <a:lnTo>
                  <a:pt x="844515" y="211067"/>
                </a:lnTo>
                <a:lnTo>
                  <a:pt x="844515" y="206956"/>
                </a:lnTo>
                <a:lnTo>
                  <a:pt x="847656" y="208971"/>
                </a:lnTo>
                <a:lnTo>
                  <a:pt x="849992" y="210906"/>
                </a:lnTo>
                <a:lnTo>
                  <a:pt x="852811" y="212277"/>
                </a:lnTo>
                <a:lnTo>
                  <a:pt x="854986" y="213244"/>
                </a:lnTo>
                <a:lnTo>
                  <a:pt x="856194" y="213808"/>
                </a:lnTo>
                <a:lnTo>
                  <a:pt x="853939" y="219694"/>
                </a:lnTo>
                <a:lnTo>
                  <a:pt x="849992" y="222999"/>
                </a:lnTo>
                <a:close/>
                <a:moveTo>
                  <a:pt x="2286754" y="591199"/>
                </a:moveTo>
                <a:lnTo>
                  <a:pt x="2281196" y="591763"/>
                </a:lnTo>
                <a:lnTo>
                  <a:pt x="2277491" y="589345"/>
                </a:lnTo>
                <a:lnTo>
                  <a:pt x="2277814" y="577574"/>
                </a:lnTo>
                <a:lnTo>
                  <a:pt x="2281196" y="574994"/>
                </a:lnTo>
                <a:lnTo>
                  <a:pt x="2282807" y="575397"/>
                </a:lnTo>
                <a:lnTo>
                  <a:pt x="2283774" y="578944"/>
                </a:lnTo>
                <a:lnTo>
                  <a:pt x="2285465" y="582089"/>
                </a:lnTo>
                <a:lnTo>
                  <a:pt x="2288204" y="584991"/>
                </a:lnTo>
                <a:lnTo>
                  <a:pt x="2286754" y="591199"/>
                </a:lnTo>
                <a:close/>
                <a:moveTo>
                  <a:pt x="2258080" y="785417"/>
                </a:moveTo>
                <a:lnTo>
                  <a:pt x="2250267" y="795091"/>
                </a:lnTo>
                <a:lnTo>
                  <a:pt x="2244710" y="794608"/>
                </a:lnTo>
                <a:lnTo>
                  <a:pt x="2238185" y="788238"/>
                </a:lnTo>
                <a:lnTo>
                  <a:pt x="2236252" y="781224"/>
                </a:lnTo>
                <a:lnTo>
                  <a:pt x="2236091" y="778725"/>
                </a:lnTo>
                <a:lnTo>
                  <a:pt x="2240602" y="774775"/>
                </a:lnTo>
                <a:lnTo>
                  <a:pt x="2255664" y="776145"/>
                </a:lnTo>
                <a:lnTo>
                  <a:pt x="2258483" y="779612"/>
                </a:lnTo>
                <a:lnTo>
                  <a:pt x="2258080" y="785417"/>
                </a:lnTo>
                <a:close/>
                <a:moveTo>
                  <a:pt x="1953781" y="1158534"/>
                </a:moveTo>
                <a:lnTo>
                  <a:pt x="1950640" y="1159260"/>
                </a:lnTo>
                <a:lnTo>
                  <a:pt x="1947498" y="1158131"/>
                </a:lnTo>
                <a:lnTo>
                  <a:pt x="1948787" y="1150956"/>
                </a:lnTo>
                <a:lnTo>
                  <a:pt x="1946935" y="1146118"/>
                </a:lnTo>
                <a:lnTo>
                  <a:pt x="1950237" y="1142249"/>
                </a:lnTo>
                <a:lnTo>
                  <a:pt x="1951042" y="1135476"/>
                </a:lnTo>
                <a:lnTo>
                  <a:pt x="1952331" y="1133380"/>
                </a:lnTo>
                <a:lnTo>
                  <a:pt x="1954345" y="1135557"/>
                </a:lnTo>
                <a:lnTo>
                  <a:pt x="1955231" y="1136928"/>
                </a:lnTo>
                <a:lnTo>
                  <a:pt x="1956842" y="1137573"/>
                </a:lnTo>
                <a:lnTo>
                  <a:pt x="1960466" y="1137734"/>
                </a:lnTo>
                <a:lnTo>
                  <a:pt x="1961272" y="1140636"/>
                </a:lnTo>
                <a:lnTo>
                  <a:pt x="1961111" y="1143377"/>
                </a:lnTo>
                <a:lnTo>
                  <a:pt x="1959580" y="1146280"/>
                </a:lnTo>
                <a:lnTo>
                  <a:pt x="1955311" y="1149424"/>
                </a:lnTo>
                <a:lnTo>
                  <a:pt x="1952170" y="1152971"/>
                </a:lnTo>
                <a:lnTo>
                  <a:pt x="1953781" y="1158534"/>
                </a:lnTo>
                <a:close/>
                <a:moveTo>
                  <a:pt x="1807592" y="117707"/>
                </a:moveTo>
                <a:lnTo>
                  <a:pt x="1815324" y="117869"/>
                </a:lnTo>
                <a:lnTo>
                  <a:pt x="1826600" y="116337"/>
                </a:lnTo>
                <a:lnTo>
                  <a:pt x="1829258" y="123996"/>
                </a:lnTo>
                <a:lnTo>
                  <a:pt x="1829661" y="126979"/>
                </a:lnTo>
                <a:lnTo>
                  <a:pt x="1814680" y="131010"/>
                </a:lnTo>
                <a:lnTo>
                  <a:pt x="1805659" y="121577"/>
                </a:lnTo>
                <a:lnTo>
                  <a:pt x="1807592" y="117707"/>
                </a:lnTo>
                <a:close/>
                <a:moveTo>
                  <a:pt x="1808317" y="189299"/>
                </a:moveTo>
                <a:lnTo>
                  <a:pt x="1807350" y="191960"/>
                </a:lnTo>
                <a:lnTo>
                  <a:pt x="1800423" y="185510"/>
                </a:lnTo>
                <a:lnTo>
                  <a:pt x="1798571" y="180834"/>
                </a:lnTo>
                <a:lnTo>
                  <a:pt x="1799457" y="177126"/>
                </a:lnTo>
                <a:lnTo>
                  <a:pt x="1806625" y="176803"/>
                </a:lnTo>
                <a:lnTo>
                  <a:pt x="1810169" y="179060"/>
                </a:lnTo>
                <a:lnTo>
                  <a:pt x="1808317" y="189299"/>
                </a:lnTo>
                <a:close/>
                <a:moveTo>
                  <a:pt x="1800101" y="1128382"/>
                </a:moveTo>
                <a:lnTo>
                  <a:pt x="1798329" y="1128462"/>
                </a:lnTo>
                <a:lnTo>
                  <a:pt x="1794785" y="1126930"/>
                </a:lnTo>
                <a:lnTo>
                  <a:pt x="1796074" y="1123544"/>
                </a:lnTo>
                <a:lnTo>
                  <a:pt x="1794141" y="1118062"/>
                </a:lnTo>
                <a:lnTo>
                  <a:pt x="1794866" y="1113547"/>
                </a:lnTo>
                <a:lnTo>
                  <a:pt x="1799296" y="1111048"/>
                </a:lnTo>
                <a:lnTo>
                  <a:pt x="1808880" y="1110725"/>
                </a:lnTo>
                <a:lnTo>
                  <a:pt x="1809203" y="1114031"/>
                </a:lnTo>
                <a:lnTo>
                  <a:pt x="1800101" y="1128382"/>
                </a:lnTo>
                <a:close/>
                <a:moveTo>
                  <a:pt x="2875296" y="516463"/>
                </a:moveTo>
                <a:lnTo>
                  <a:pt x="2873283" y="520574"/>
                </a:lnTo>
                <a:lnTo>
                  <a:pt x="2869417" y="523396"/>
                </a:lnTo>
                <a:lnTo>
                  <a:pt x="2834782" y="528314"/>
                </a:lnTo>
                <a:lnTo>
                  <a:pt x="2837763" y="525331"/>
                </a:lnTo>
                <a:lnTo>
                  <a:pt x="2839212" y="522429"/>
                </a:lnTo>
                <a:lnTo>
                  <a:pt x="2841387" y="520977"/>
                </a:lnTo>
                <a:lnTo>
                  <a:pt x="2844850" y="521300"/>
                </a:lnTo>
                <a:lnTo>
                  <a:pt x="2846542" y="520413"/>
                </a:lnTo>
                <a:lnTo>
                  <a:pt x="2848314" y="520090"/>
                </a:lnTo>
                <a:lnTo>
                  <a:pt x="2850247" y="520494"/>
                </a:lnTo>
                <a:lnTo>
                  <a:pt x="2853549" y="519284"/>
                </a:lnTo>
                <a:lnTo>
                  <a:pt x="2860637" y="520090"/>
                </a:lnTo>
                <a:lnTo>
                  <a:pt x="2867886" y="519446"/>
                </a:lnTo>
                <a:lnTo>
                  <a:pt x="2867403" y="515495"/>
                </a:lnTo>
                <a:lnTo>
                  <a:pt x="2875296" y="516463"/>
                </a:lnTo>
                <a:close/>
                <a:moveTo>
                  <a:pt x="2584932" y="516785"/>
                </a:moveTo>
                <a:lnTo>
                  <a:pt x="2584046" y="518478"/>
                </a:lnTo>
                <a:lnTo>
                  <a:pt x="2575669" y="516301"/>
                </a:lnTo>
                <a:lnTo>
                  <a:pt x="2573333" y="515173"/>
                </a:lnTo>
                <a:lnTo>
                  <a:pt x="2577602" y="503724"/>
                </a:lnTo>
                <a:lnTo>
                  <a:pt x="2581549" y="504047"/>
                </a:lnTo>
                <a:lnTo>
                  <a:pt x="2585012" y="514931"/>
                </a:lnTo>
                <a:lnTo>
                  <a:pt x="2584932" y="516785"/>
                </a:lnTo>
                <a:close/>
                <a:moveTo>
                  <a:pt x="2148619" y="1307604"/>
                </a:moveTo>
                <a:lnTo>
                  <a:pt x="2144592" y="1308571"/>
                </a:lnTo>
                <a:lnTo>
                  <a:pt x="2135974" y="1306233"/>
                </a:lnTo>
                <a:lnTo>
                  <a:pt x="2134282" y="1304863"/>
                </a:lnTo>
                <a:lnTo>
                  <a:pt x="2141612" y="1300912"/>
                </a:lnTo>
                <a:lnTo>
                  <a:pt x="2147331" y="1295430"/>
                </a:lnTo>
                <a:lnTo>
                  <a:pt x="2154016" y="1294946"/>
                </a:lnTo>
                <a:lnTo>
                  <a:pt x="2157882" y="1296075"/>
                </a:lnTo>
                <a:lnTo>
                  <a:pt x="2156513" y="1302605"/>
                </a:lnTo>
                <a:lnTo>
                  <a:pt x="2148619" y="1307604"/>
                </a:lnTo>
                <a:close/>
                <a:moveTo>
                  <a:pt x="2236736" y="1142732"/>
                </a:moveTo>
                <a:lnTo>
                  <a:pt x="2234239" y="1147489"/>
                </a:lnTo>
                <a:lnTo>
                  <a:pt x="2229567" y="1146118"/>
                </a:lnTo>
                <a:lnTo>
                  <a:pt x="2230856" y="1141604"/>
                </a:lnTo>
                <a:lnTo>
                  <a:pt x="2233192" y="1138862"/>
                </a:lnTo>
                <a:lnTo>
                  <a:pt x="2239474" y="1134912"/>
                </a:lnTo>
                <a:lnTo>
                  <a:pt x="2245757" y="1134267"/>
                </a:lnTo>
                <a:lnTo>
                  <a:pt x="2249703" y="1135638"/>
                </a:lnTo>
                <a:lnTo>
                  <a:pt x="2250911" y="1137169"/>
                </a:lnTo>
                <a:lnTo>
                  <a:pt x="2241004" y="1138701"/>
                </a:lnTo>
                <a:lnTo>
                  <a:pt x="2236736" y="1142732"/>
                </a:lnTo>
                <a:close/>
              </a:path>
            </a:pathLst>
          </a:custGeom>
          <a:solidFill>
            <a:srgbClr val="D9DAD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Halo NORTH SUMATRA"/>
          <p:cNvSpPr/>
          <p:nvPr/>
        </p:nvSpPr>
        <p:spPr>
          <a:xfrm>
            <a:off x="5069021" y="1325223"/>
            <a:ext cx="231174" cy="231174"/>
          </a:xfrm>
          <a:prstGeom prst="ellipse">
            <a:avLst/>
          </a:prstGeom>
          <a:solidFill>
            <a:srgbClr val="FBF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ot NORTH SUMATRA"/>
          <p:cNvSpPr/>
          <p:nvPr/>
        </p:nvSpPr>
        <p:spPr>
          <a:xfrm>
            <a:off x="5138889" y="1395091"/>
            <a:ext cx="91440" cy="91440"/>
          </a:xfrm>
          <a:prstGeom prst="ellipse">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30913" y="1349371"/>
            <a:ext cx="1097280" cy="164592"/>
          </a:xfrm>
          <a:prstGeom prst="rect">
            <a:avLst/>
          </a:prstGeom>
          <a:noFill/>
        </p:spPr>
        <p:txBody>
          <a:bodyPr wrap="square" lIns="0" rIns="0" tIns="0" bIns="0" anchor="t">
            <a:noAutofit/>
          </a:bodyPr>
          <a:lstStyle/>
          <a:p>
            <a:pPr algn="l"/>
            <a:r>
              <a:rPr sz="750" b="1" i="0" spc="100">
                <a:solidFill>
                  <a:srgbClr val="747678"/>
                </a:solidFill>
                <a:latin typeface="Calibri"/>
              </a:rPr>
              <a:t>NORTH SUMATRA</a:t>
            </a:r>
          </a:p>
        </p:txBody>
      </p:sp>
      <p:sp>
        <p:nvSpPr>
          <p:cNvPr id="36" name="Halo LAMPUNG"/>
          <p:cNvSpPr/>
          <p:nvPr/>
        </p:nvSpPr>
        <p:spPr>
          <a:xfrm>
            <a:off x="5618404" y="2072636"/>
            <a:ext cx="195603" cy="195603"/>
          </a:xfrm>
          <a:prstGeom prst="ellipse">
            <a:avLst/>
          </a:prstGeom>
          <a:solidFill>
            <a:srgbClr val="FBF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ot LAMPUNG"/>
          <p:cNvSpPr/>
          <p:nvPr/>
        </p:nvSpPr>
        <p:spPr>
          <a:xfrm>
            <a:off x="5670486" y="2124717"/>
            <a:ext cx="91440" cy="91440"/>
          </a:xfrm>
          <a:prstGeom prst="ellipse">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38966" y="1896117"/>
            <a:ext cx="1097280" cy="164592"/>
          </a:xfrm>
          <a:prstGeom prst="rect">
            <a:avLst/>
          </a:prstGeom>
          <a:noFill/>
        </p:spPr>
        <p:txBody>
          <a:bodyPr wrap="square" lIns="0" rIns="0" tIns="0" bIns="0" anchor="t">
            <a:noAutofit/>
          </a:bodyPr>
          <a:lstStyle/>
          <a:p>
            <a:pPr algn="l"/>
            <a:r>
              <a:rPr sz="750" b="1" i="0" spc="100">
                <a:solidFill>
                  <a:srgbClr val="747678"/>
                </a:solidFill>
                <a:latin typeface="Calibri"/>
              </a:rPr>
              <a:t>LAMPUNG</a:t>
            </a:r>
          </a:p>
        </p:txBody>
      </p:sp>
      <p:sp>
        <p:nvSpPr>
          <p:cNvPr id="39" name="Halo BANTEN · JAKARTA"/>
          <p:cNvSpPr/>
          <p:nvPr/>
        </p:nvSpPr>
        <p:spPr>
          <a:xfrm>
            <a:off x="5637237" y="2039164"/>
            <a:ext cx="367355" cy="367355"/>
          </a:xfrm>
          <a:prstGeom prst="ellipse">
            <a:avLst/>
          </a:prstGeom>
          <a:solidFill>
            <a:srgbClr val="FBF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t BANTEN · JAKARTA"/>
          <p:cNvSpPr/>
          <p:nvPr/>
        </p:nvSpPr>
        <p:spPr>
          <a:xfrm>
            <a:off x="5775194" y="2177122"/>
            <a:ext cx="91440" cy="91440"/>
          </a:xfrm>
          <a:prstGeom prst="ellipse">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32194" y="2424010"/>
            <a:ext cx="1097280" cy="164592"/>
          </a:xfrm>
          <a:prstGeom prst="rect">
            <a:avLst/>
          </a:prstGeom>
          <a:noFill/>
        </p:spPr>
        <p:txBody>
          <a:bodyPr wrap="square" lIns="0" rIns="0" tIns="0" bIns="0" anchor="t">
            <a:noAutofit/>
          </a:bodyPr>
          <a:lstStyle/>
          <a:p>
            <a:pPr algn="l"/>
            <a:r>
              <a:rPr sz="750" b="1" i="0" spc="100">
                <a:solidFill>
                  <a:srgbClr val="747678"/>
                </a:solidFill>
                <a:latin typeface="Calibri"/>
              </a:rPr>
              <a:t>BANTEN · JAKARTA</a:t>
            </a:r>
          </a:p>
        </p:txBody>
      </p:sp>
      <p:sp>
        <p:nvSpPr>
          <p:cNvPr id="42" name="Halo CENTRAL JAVA"/>
          <p:cNvSpPr/>
          <p:nvPr/>
        </p:nvSpPr>
        <p:spPr>
          <a:xfrm>
            <a:off x="6017809" y="2182194"/>
            <a:ext cx="218353" cy="218353"/>
          </a:xfrm>
          <a:prstGeom prst="ellipse">
            <a:avLst/>
          </a:prstGeom>
          <a:solidFill>
            <a:srgbClr val="FBF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ot CENTRAL JAVA"/>
          <p:cNvSpPr/>
          <p:nvPr/>
        </p:nvSpPr>
        <p:spPr>
          <a:xfrm>
            <a:off x="6081265" y="2245650"/>
            <a:ext cx="91440" cy="91440"/>
          </a:xfrm>
          <a:prstGeom prst="ellipse">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44105" y="2474250"/>
            <a:ext cx="1097280" cy="164592"/>
          </a:xfrm>
          <a:prstGeom prst="rect">
            <a:avLst/>
          </a:prstGeom>
          <a:noFill/>
        </p:spPr>
        <p:txBody>
          <a:bodyPr wrap="square" lIns="0" rIns="0" tIns="0" bIns="0" anchor="t">
            <a:noAutofit/>
          </a:bodyPr>
          <a:lstStyle/>
          <a:p>
            <a:pPr algn="l"/>
            <a:r>
              <a:rPr sz="750" b="1" i="0" spc="100">
                <a:solidFill>
                  <a:srgbClr val="747678"/>
                </a:solidFill>
                <a:latin typeface="Calibri"/>
              </a:rPr>
              <a:t>CENTRAL JAVA</a:t>
            </a:r>
          </a:p>
        </p:txBody>
      </p:sp>
      <p:sp>
        <p:nvSpPr>
          <p:cNvPr id="45" name="Halo EAST JAVA"/>
          <p:cNvSpPr/>
          <p:nvPr/>
        </p:nvSpPr>
        <p:spPr>
          <a:xfrm>
            <a:off x="6152199" y="2151486"/>
            <a:ext cx="320079" cy="320079"/>
          </a:xfrm>
          <a:prstGeom prst="ellipse">
            <a:avLst/>
          </a:prstGeom>
          <a:solidFill>
            <a:srgbClr val="FBF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t EAST JAVA"/>
          <p:cNvSpPr/>
          <p:nvPr/>
        </p:nvSpPr>
        <p:spPr>
          <a:xfrm>
            <a:off x="6266519" y="2265806"/>
            <a:ext cx="91440" cy="91440"/>
          </a:xfrm>
          <a:prstGeom prst="ellipse">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13407" y="2265806"/>
            <a:ext cx="1097280" cy="164592"/>
          </a:xfrm>
          <a:prstGeom prst="rect">
            <a:avLst/>
          </a:prstGeom>
          <a:noFill/>
        </p:spPr>
        <p:txBody>
          <a:bodyPr wrap="square" lIns="0" rIns="0" tIns="0" bIns="0" anchor="t">
            <a:noAutofit/>
          </a:bodyPr>
          <a:lstStyle/>
          <a:p>
            <a:pPr algn="l"/>
            <a:r>
              <a:rPr sz="750" b="1" i="0" spc="100">
                <a:solidFill>
                  <a:srgbClr val="747678"/>
                </a:solidFill>
                <a:latin typeface="Calibri"/>
              </a:rPr>
              <a:t>EAST JAVA</a:t>
            </a:r>
          </a:p>
        </p:txBody>
      </p:sp>
      <p:sp>
        <p:nvSpPr>
          <p:cNvPr id="48" name="Halo MAKASSAR"/>
          <p:cNvSpPr/>
          <p:nvPr/>
        </p:nvSpPr>
        <p:spPr>
          <a:xfrm>
            <a:off x="6742714" y="2033043"/>
            <a:ext cx="218353" cy="218353"/>
          </a:xfrm>
          <a:prstGeom prst="ellipse">
            <a:avLst/>
          </a:prstGeom>
          <a:solidFill>
            <a:srgbClr val="FBF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t MAKASSAR"/>
          <p:cNvSpPr/>
          <p:nvPr/>
        </p:nvSpPr>
        <p:spPr>
          <a:xfrm>
            <a:off x="6806171" y="2096500"/>
            <a:ext cx="91440" cy="91440"/>
          </a:xfrm>
          <a:prstGeom prst="ellipse">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998195" y="2069068"/>
            <a:ext cx="1097280" cy="164592"/>
          </a:xfrm>
          <a:prstGeom prst="rect">
            <a:avLst/>
          </a:prstGeom>
          <a:noFill/>
        </p:spPr>
        <p:txBody>
          <a:bodyPr wrap="square" lIns="0" rIns="0" tIns="0" bIns="0" anchor="t">
            <a:noAutofit/>
          </a:bodyPr>
          <a:lstStyle/>
          <a:p>
            <a:pPr algn="l"/>
            <a:r>
              <a:rPr sz="750" b="1" i="0" spc="100">
                <a:solidFill>
                  <a:srgbClr val="747678"/>
                </a:solidFill>
                <a:latin typeface="Calibri"/>
              </a:rPr>
              <a:t>MAKASSAR</a:t>
            </a:r>
          </a:p>
        </p:txBody>
      </p:sp>
      <p:sp>
        <p:nvSpPr>
          <p:cNvPr id="51" name="TextBox 50"/>
          <p:cNvSpPr txBox="1"/>
          <p:nvPr/>
        </p:nvSpPr>
        <p:spPr>
          <a:xfrm>
            <a:off x="4846320" y="2822791"/>
            <a:ext cx="1188720" cy="182880"/>
          </a:xfrm>
          <a:prstGeom prst="rect">
            <a:avLst/>
          </a:prstGeom>
          <a:noFill/>
        </p:spPr>
        <p:txBody>
          <a:bodyPr wrap="square" lIns="0" rIns="0" tIns="0" bIns="0" anchor="t">
            <a:noAutofit/>
          </a:bodyPr>
          <a:lstStyle/>
          <a:p>
            <a:pPr algn="l"/>
            <a:r>
              <a:rPr sz="850" b="1" i="0" spc="150">
                <a:solidFill>
                  <a:srgbClr val="8A6A0C"/>
                </a:solidFill>
                <a:latin typeface="Calibri"/>
              </a:rPr>
              <a:t>JAVA</a:t>
            </a:r>
          </a:p>
        </p:txBody>
      </p:sp>
      <p:sp>
        <p:nvSpPr>
          <p:cNvPr id="52" name="TextBox 51"/>
          <p:cNvSpPr txBox="1"/>
          <p:nvPr/>
        </p:nvSpPr>
        <p:spPr>
          <a:xfrm>
            <a:off x="4846320" y="3023959"/>
            <a:ext cx="1188720" cy="347472"/>
          </a:xfrm>
          <a:prstGeom prst="rect">
            <a:avLst/>
          </a:prstGeom>
          <a:noFill/>
        </p:spPr>
        <p:txBody>
          <a:bodyPr wrap="square" lIns="0" rIns="0" tIns="0" bIns="0" anchor="ctr">
            <a:noAutofit/>
          </a:bodyPr>
          <a:lstStyle/>
          <a:p>
            <a:pPr algn="l"/>
            <a:r>
              <a:rPr sz="2000" b="1" i="0">
                <a:solidFill>
                  <a:srgbClr val="4D4D4F"/>
                </a:solidFill>
                <a:latin typeface="Calibri"/>
              </a:rPr>
              <a:t>~80%</a:t>
            </a:r>
          </a:p>
        </p:txBody>
      </p:sp>
      <p:sp>
        <p:nvSpPr>
          <p:cNvPr id="53" name="TextBox 52"/>
          <p:cNvSpPr txBox="1"/>
          <p:nvPr/>
        </p:nvSpPr>
        <p:spPr>
          <a:xfrm>
            <a:off x="4846320" y="3371431"/>
            <a:ext cx="1188720" cy="182880"/>
          </a:xfrm>
          <a:prstGeom prst="rect">
            <a:avLst/>
          </a:prstGeom>
          <a:noFill/>
        </p:spPr>
        <p:txBody>
          <a:bodyPr wrap="square" lIns="0" rIns="0" tIns="0" bIns="0" anchor="t">
            <a:noAutofit/>
          </a:bodyPr>
          <a:lstStyle/>
          <a:p>
            <a:pPr algn="l"/>
            <a:r>
              <a:rPr sz="850" b="0" i="0">
                <a:solidFill>
                  <a:srgbClr val="747678"/>
                </a:solidFill>
                <a:latin typeface="Calibri"/>
              </a:rPr>
              <a:t>of flour milling capacity</a:t>
            </a:r>
          </a:p>
        </p:txBody>
      </p:sp>
      <p:sp>
        <p:nvSpPr>
          <p:cNvPr id="54" name="TextBox 53"/>
          <p:cNvSpPr txBox="1"/>
          <p:nvPr/>
        </p:nvSpPr>
        <p:spPr>
          <a:xfrm>
            <a:off x="4846320" y="3627463"/>
            <a:ext cx="1188720" cy="347472"/>
          </a:xfrm>
          <a:prstGeom prst="rect">
            <a:avLst/>
          </a:prstGeom>
          <a:noFill/>
        </p:spPr>
        <p:txBody>
          <a:bodyPr wrap="square" lIns="0" rIns="0" tIns="0" bIns="0" anchor="ctr">
            <a:noAutofit/>
          </a:bodyPr>
          <a:lstStyle/>
          <a:p>
            <a:pPr algn="l"/>
            <a:r>
              <a:rPr sz="2000" b="1" i="0">
                <a:solidFill>
                  <a:srgbClr val="4D4D4F"/>
                </a:solidFill>
                <a:latin typeface="Calibri"/>
              </a:rPr>
              <a:t>~70%</a:t>
            </a:r>
          </a:p>
        </p:txBody>
      </p:sp>
      <p:sp>
        <p:nvSpPr>
          <p:cNvPr id="55" name="TextBox 54"/>
          <p:cNvSpPr txBox="1"/>
          <p:nvPr/>
        </p:nvSpPr>
        <p:spPr>
          <a:xfrm>
            <a:off x="4846320" y="3974935"/>
            <a:ext cx="1188720" cy="182880"/>
          </a:xfrm>
          <a:prstGeom prst="rect">
            <a:avLst/>
          </a:prstGeom>
          <a:noFill/>
        </p:spPr>
        <p:txBody>
          <a:bodyPr wrap="square" lIns="0" rIns="0" tIns="0" bIns="0" anchor="t">
            <a:noAutofit/>
          </a:bodyPr>
          <a:lstStyle/>
          <a:p>
            <a:pPr algn="l"/>
            <a:r>
              <a:rPr sz="850" b="0" i="0">
                <a:solidFill>
                  <a:srgbClr val="747678"/>
                </a:solidFill>
                <a:latin typeface="Calibri"/>
              </a:rPr>
              <a:t>of animal feed output</a:t>
            </a:r>
          </a:p>
        </p:txBody>
      </p:sp>
      <p:sp>
        <p:nvSpPr>
          <p:cNvPr id="56" name="TextBox 55"/>
          <p:cNvSpPr txBox="1"/>
          <p:nvPr/>
        </p:nvSpPr>
        <p:spPr>
          <a:xfrm>
            <a:off x="6144768" y="2822791"/>
            <a:ext cx="1188720" cy="182880"/>
          </a:xfrm>
          <a:prstGeom prst="rect">
            <a:avLst/>
          </a:prstGeom>
          <a:noFill/>
        </p:spPr>
        <p:txBody>
          <a:bodyPr wrap="square" lIns="0" rIns="0" tIns="0" bIns="0" anchor="t">
            <a:noAutofit/>
          </a:bodyPr>
          <a:lstStyle/>
          <a:p>
            <a:pPr algn="l"/>
            <a:r>
              <a:rPr sz="850" b="1" i="0" spc="150">
                <a:solidFill>
                  <a:srgbClr val="747678"/>
                </a:solidFill>
                <a:latin typeface="Calibri"/>
              </a:rPr>
              <a:t>SUMATRA</a:t>
            </a:r>
          </a:p>
        </p:txBody>
      </p:sp>
      <p:sp>
        <p:nvSpPr>
          <p:cNvPr id="57" name="TextBox 56"/>
          <p:cNvSpPr txBox="1"/>
          <p:nvPr/>
        </p:nvSpPr>
        <p:spPr>
          <a:xfrm>
            <a:off x="6144768" y="3023959"/>
            <a:ext cx="1188720" cy="347472"/>
          </a:xfrm>
          <a:prstGeom prst="rect">
            <a:avLst/>
          </a:prstGeom>
          <a:noFill/>
        </p:spPr>
        <p:txBody>
          <a:bodyPr wrap="square" lIns="0" rIns="0" tIns="0" bIns="0" anchor="ctr">
            <a:noAutofit/>
          </a:bodyPr>
          <a:lstStyle/>
          <a:p>
            <a:pPr algn="l"/>
            <a:r>
              <a:rPr sz="2000" b="1" i="0">
                <a:solidFill>
                  <a:srgbClr val="4D4D4F"/>
                </a:solidFill>
                <a:latin typeface="Calibri"/>
              </a:rPr>
              <a:t>~10%</a:t>
            </a:r>
          </a:p>
        </p:txBody>
      </p:sp>
      <p:sp>
        <p:nvSpPr>
          <p:cNvPr id="58" name="TextBox 57"/>
          <p:cNvSpPr txBox="1"/>
          <p:nvPr/>
        </p:nvSpPr>
        <p:spPr>
          <a:xfrm>
            <a:off x="6144768" y="3371431"/>
            <a:ext cx="1188720" cy="182880"/>
          </a:xfrm>
          <a:prstGeom prst="rect">
            <a:avLst/>
          </a:prstGeom>
          <a:noFill/>
        </p:spPr>
        <p:txBody>
          <a:bodyPr wrap="square" lIns="0" rIns="0" tIns="0" bIns="0" anchor="t">
            <a:noAutofit/>
          </a:bodyPr>
          <a:lstStyle/>
          <a:p>
            <a:pPr algn="l"/>
            <a:r>
              <a:rPr sz="850" b="0" i="0">
                <a:solidFill>
                  <a:srgbClr val="747678"/>
                </a:solidFill>
                <a:latin typeface="Calibri"/>
              </a:rPr>
              <a:t>of flour milling capacity</a:t>
            </a:r>
          </a:p>
        </p:txBody>
      </p:sp>
      <p:sp>
        <p:nvSpPr>
          <p:cNvPr id="59" name="TextBox 58"/>
          <p:cNvSpPr txBox="1"/>
          <p:nvPr/>
        </p:nvSpPr>
        <p:spPr>
          <a:xfrm>
            <a:off x="6144768" y="3627463"/>
            <a:ext cx="1188720" cy="347472"/>
          </a:xfrm>
          <a:prstGeom prst="rect">
            <a:avLst/>
          </a:prstGeom>
          <a:noFill/>
        </p:spPr>
        <p:txBody>
          <a:bodyPr wrap="square" lIns="0" rIns="0" tIns="0" bIns="0" anchor="ctr">
            <a:noAutofit/>
          </a:bodyPr>
          <a:lstStyle/>
          <a:p>
            <a:pPr algn="l"/>
            <a:r>
              <a:rPr sz="2000" b="1" i="0">
                <a:solidFill>
                  <a:srgbClr val="4D4D4F"/>
                </a:solidFill>
                <a:latin typeface="Calibri"/>
              </a:rPr>
              <a:t>~15%</a:t>
            </a:r>
          </a:p>
        </p:txBody>
      </p:sp>
      <p:sp>
        <p:nvSpPr>
          <p:cNvPr id="60" name="TextBox 59"/>
          <p:cNvSpPr txBox="1"/>
          <p:nvPr/>
        </p:nvSpPr>
        <p:spPr>
          <a:xfrm>
            <a:off x="6144768" y="3974935"/>
            <a:ext cx="1188720" cy="182880"/>
          </a:xfrm>
          <a:prstGeom prst="rect">
            <a:avLst/>
          </a:prstGeom>
          <a:noFill/>
        </p:spPr>
        <p:txBody>
          <a:bodyPr wrap="square" lIns="0" rIns="0" tIns="0" bIns="0" anchor="t">
            <a:noAutofit/>
          </a:bodyPr>
          <a:lstStyle/>
          <a:p>
            <a:pPr algn="l"/>
            <a:r>
              <a:rPr sz="850" b="0" i="0">
                <a:solidFill>
                  <a:srgbClr val="747678"/>
                </a:solidFill>
                <a:latin typeface="Calibri"/>
              </a:rPr>
              <a:t>of animal feed output</a:t>
            </a:r>
          </a:p>
        </p:txBody>
      </p:sp>
      <p:sp>
        <p:nvSpPr>
          <p:cNvPr id="61" name="TextBox 60"/>
          <p:cNvSpPr txBox="1"/>
          <p:nvPr/>
        </p:nvSpPr>
        <p:spPr>
          <a:xfrm>
            <a:off x="7443216" y="2822791"/>
            <a:ext cx="1188720" cy="182880"/>
          </a:xfrm>
          <a:prstGeom prst="rect">
            <a:avLst/>
          </a:prstGeom>
          <a:noFill/>
        </p:spPr>
        <p:txBody>
          <a:bodyPr wrap="square" lIns="0" rIns="0" tIns="0" bIns="0" anchor="t">
            <a:noAutofit/>
          </a:bodyPr>
          <a:lstStyle/>
          <a:p>
            <a:pPr algn="l"/>
            <a:r>
              <a:rPr sz="850" b="1" i="0" spc="150">
                <a:solidFill>
                  <a:srgbClr val="747678"/>
                </a:solidFill>
                <a:latin typeface="Calibri"/>
              </a:rPr>
              <a:t>OTHER ISLANDS</a:t>
            </a:r>
          </a:p>
        </p:txBody>
      </p:sp>
      <p:sp>
        <p:nvSpPr>
          <p:cNvPr id="62" name="TextBox 61"/>
          <p:cNvSpPr txBox="1"/>
          <p:nvPr/>
        </p:nvSpPr>
        <p:spPr>
          <a:xfrm>
            <a:off x="7443216" y="3023959"/>
            <a:ext cx="1188720" cy="347472"/>
          </a:xfrm>
          <a:prstGeom prst="rect">
            <a:avLst/>
          </a:prstGeom>
          <a:noFill/>
        </p:spPr>
        <p:txBody>
          <a:bodyPr wrap="square" lIns="0" rIns="0" tIns="0" bIns="0" anchor="ctr">
            <a:noAutofit/>
          </a:bodyPr>
          <a:lstStyle/>
          <a:p>
            <a:pPr algn="l"/>
            <a:r>
              <a:rPr sz="2000" b="1" i="0">
                <a:solidFill>
                  <a:srgbClr val="4D4D4F"/>
                </a:solidFill>
                <a:latin typeface="Calibri"/>
              </a:rPr>
              <a:t>~10%</a:t>
            </a:r>
          </a:p>
        </p:txBody>
      </p:sp>
      <p:sp>
        <p:nvSpPr>
          <p:cNvPr id="63" name="TextBox 62"/>
          <p:cNvSpPr txBox="1"/>
          <p:nvPr/>
        </p:nvSpPr>
        <p:spPr>
          <a:xfrm>
            <a:off x="7443216" y="3371431"/>
            <a:ext cx="1188720" cy="182880"/>
          </a:xfrm>
          <a:prstGeom prst="rect">
            <a:avLst/>
          </a:prstGeom>
          <a:noFill/>
        </p:spPr>
        <p:txBody>
          <a:bodyPr wrap="square" lIns="0" rIns="0" tIns="0" bIns="0" anchor="t">
            <a:noAutofit/>
          </a:bodyPr>
          <a:lstStyle/>
          <a:p>
            <a:pPr algn="l"/>
            <a:r>
              <a:rPr sz="850" b="0" i="0">
                <a:solidFill>
                  <a:srgbClr val="747678"/>
                </a:solidFill>
                <a:latin typeface="Calibri"/>
              </a:rPr>
              <a:t>of flour milling capacity</a:t>
            </a:r>
          </a:p>
        </p:txBody>
      </p:sp>
      <p:sp>
        <p:nvSpPr>
          <p:cNvPr id="64" name="TextBox 63"/>
          <p:cNvSpPr txBox="1"/>
          <p:nvPr/>
        </p:nvSpPr>
        <p:spPr>
          <a:xfrm>
            <a:off x="7443216" y="3627463"/>
            <a:ext cx="1188720" cy="347472"/>
          </a:xfrm>
          <a:prstGeom prst="rect">
            <a:avLst/>
          </a:prstGeom>
          <a:noFill/>
        </p:spPr>
        <p:txBody>
          <a:bodyPr wrap="square" lIns="0" rIns="0" tIns="0" bIns="0" anchor="ctr">
            <a:noAutofit/>
          </a:bodyPr>
          <a:lstStyle/>
          <a:p>
            <a:pPr algn="l"/>
            <a:r>
              <a:rPr sz="2000" b="1" i="0">
                <a:solidFill>
                  <a:srgbClr val="4D4D4F"/>
                </a:solidFill>
                <a:latin typeface="Calibri"/>
              </a:rPr>
              <a:t>~15%</a:t>
            </a:r>
          </a:p>
        </p:txBody>
      </p:sp>
      <p:sp>
        <p:nvSpPr>
          <p:cNvPr id="65" name="TextBox 64"/>
          <p:cNvSpPr txBox="1"/>
          <p:nvPr/>
        </p:nvSpPr>
        <p:spPr>
          <a:xfrm>
            <a:off x="7443216" y="3974935"/>
            <a:ext cx="1188720" cy="182880"/>
          </a:xfrm>
          <a:prstGeom prst="rect">
            <a:avLst/>
          </a:prstGeom>
          <a:noFill/>
        </p:spPr>
        <p:txBody>
          <a:bodyPr wrap="square" lIns="0" rIns="0" tIns="0" bIns="0" anchor="t">
            <a:noAutofit/>
          </a:bodyPr>
          <a:lstStyle/>
          <a:p>
            <a:pPr algn="l"/>
            <a:r>
              <a:rPr sz="850" b="0" i="0">
                <a:solidFill>
                  <a:srgbClr val="747678"/>
                </a:solidFill>
                <a:latin typeface="Calibri"/>
              </a:rPr>
              <a:t>of animal feed output</a:t>
            </a:r>
          </a:p>
        </p:txBody>
      </p:sp>
      <p:sp>
        <p:nvSpPr>
          <p:cNvPr id="66" name="Isosceles Triangle 65"/>
          <p:cNvSpPr/>
          <p:nvPr/>
        </p:nvSpPr>
        <p:spPr>
          <a:xfrm rot="5400000">
            <a:off x="512064" y="4352544"/>
            <a:ext cx="93268" cy="109728"/>
          </a:xfrm>
          <a:prstGeom prst="triangle">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13232" y="4279392"/>
            <a:ext cx="7863840" cy="274320"/>
          </a:xfrm>
          <a:prstGeom prst="rect">
            <a:avLst/>
          </a:prstGeom>
          <a:noFill/>
        </p:spPr>
        <p:txBody>
          <a:bodyPr wrap="square" lIns="0" rIns="0" tIns="0" bIns="0" anchor="ctr">
            <a:noAutofit/>
          </a:bodyPr>
          <a:lstStyle/>
          <a:p>
            <a:pPr algn="l"/>
            <a:r>
              <a:rPr sz="1100" b="1" i="0">
                <a:solidFill>
                  <a:srgbClr val="4D4D4F"/>
                </a:solidFill>
                <a:latin typeface="Calibri"/>
              </a:rPr>
              <a:t>Most of the ~22 Mt is milled around a few port corridors on Java and Sumatra, so a handful of gateways carry the flow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5" sz="half"/>
          </p:nvPr>
        </p:nvSpPr>
        <p:spPr/>
        <p:txBody>
          <a:bodyPr/>
          <a:lstStyle/>
          <a:p>
            <a:r>
              <a:rPr sz="1400" b="1">
                <a:solidFill>
                  <a:srgbClr val="747678"/>
                </a:solidFill>
                <a:latin typeface="Calibri"/>
              </a:rPr>
              <a:t>Six of the nine food &amp; feed gateways still discharge at the speed of the trucks</a:t>
            </a:r>
          </a:p>
        </p:txBody>
      </p:sp>
      <p:sp>
        <p:nvSpPr>
          <p:cNvPr id="5" name="Text Placeholder 4"/>
          <p:cNvSpPr>
            <a:spLocks noGrp="1"/>
          </p:cNvSpPr>
          <p:nvPr>
            <p:ph type="body" idx="16" sz="half"/>
          </p:nvPr>
        </p:nvSpPr>
        <p:spPr/>
        <p:txBody>
          <a:bodyPr/>
          <a:lstStyle/>
          <a:p>
            <a:r>
              <a:rPr sz="1800" b="1">
                <a:solidFill>
                  <a:srgbClr val="4D4D4F"/>
                </a:solidFill>
                <a:latin typeface="Calibri"/>
              </a:rPr>
              <a:t>Indonesia already has the cargo; the bottleneck is at the port</a:t>
            </a:r>
          </a:p>
        </p:txBody>
      </p:sp>
      <p:cxnSp>
        <p:nvCxnSpPr>
          <p:cNvPr id="6" name="Title rule"/>
          <p:cNvCxnSpPr/>
          <p:nvPr/>
        </p:nvCxnSpPr>
        <p:spPr>
          <a:xfrm>
            <a:off x="512064" y="886968"/>
            <a:ext cx="8119872" cy="0"/>
          </a:xfrm>
          <a:prstGeom prst="line">
            <a:avLst/>
          </a:prstGeom>
          <a:ln w="9525">
            <a:solidFill>
              <a:srgbClr val="D9DADC"/>
            </a:solidFill>
          </a:ln>
        </p:spPr>
        <p:style>
          <a:lnRef idx="2">
            <a:schemeClr val="accent1"/>
          </a:lnRef>
          <a:fillRef idx="0">
            <a:schemeClr val="accent1"/>
          </a:fillRef>
          <a:effectRef idx="1">
            <a:schemeClr val="accent1"/>
          </a:effectRef>
          <a:fontRef idx="minor">
            <a:schemeClr val="tx1"/>
          </a:fontRef>
        </p:style>
      </p:cxnSp>
      <p:sp>
        <p:nvSpPr>
          <p:cNvPr id="7" name="Page number"/>
          <p:cNvSpPr txBox="1"/>
          <p:nvPr/>
        </p:nvSpPr>
        <p:spPr>
          <a:xfrm>
            <a:off x="8229600" y="4754880"/>
            <a:ext cx="402336" cy="182880"/>
          </a:xfrm>
          <a:prstGeom prst="rect">
            <a:avLst/>
          </a:prstGeom>
          <a:noFill/>
        </p:spPr>
        <p:txBody>
          <a:bodyPr wrap="square" lIns="0" rIns="0" tIns="0" bIns="0" anchor="t">
            <a:noAutofit/>
          </a:bodyPr>
          <a:lstStyle/>
          <a:p>
            <a:pPr algn="r"/>
            <a:r>
              <a:rPr sz="800" b="0" i="0">
                <a:solidFill>
                  <a:srgbClr val="4D4D4F"/>
                </a:solidFill>
                <a:latin typeface="Calibri"/>
              </a:rPr>
              <a:t>3</a:t>
            </a:r>
          </a:p>
        </p:txBody>
      </p:sp>
      <p:sp>
        <p:nvSpPr>
          <p:cNvPr id="8" name="TextBox 7"/>
          <p:cNvSpPr txBox="1"/>
          <p:nvPr/>
        </p:nvSpPr>
        <p:spPr>
          <a:xfrm>
            <a:off x="512064" y="987552"/>
            <a:ext cx="3657600" cy="201168"/>
          </a:xfrm>
          <a:prstGeom prst="rect">
            <a:avLst/>
          </a:prstGeom>
          <a:noFill/>
        </p:spPr>
        <p:txBody>
          <a:bodyPr wrap="square" lIns="0" rIns="0" tIns="0" bIns="0" anchor="t">
            <a:noAutofit/>
          </a:bodyPr>
          <a:lstStyle/>
          <a:p>
            <a:pPr algn="l"/>
            <a:r>
              <a:rPr sz="900" b="1" i="0" spc="150">
                <a:solidFill>
                  <a:srgbClr val="747678"/>
                </a:solidFill>
                <a:latin typeface="Calibri"/>
              </a:rPr>
              <a:t>THE GATEWAY LANDSCAPE</a:t>
            </a:r>
          </a:p>
        </p:txBody>
      </p:sp>
      <p:sp>
        <p:nvSpPr>
          <p:cNvPr id="9" name="Tile 1"/>
          <p:cNvSpPr/>
          <p:nvPr/>
        </p:nvSpPr>
        <p:spPr>
          <a:xfrm>
            <a:off x="512064" y="1188720"/>
            <a:ext cx="1920240" cy="658368"/>
          </a:xfrm>
          <a:prstGeom prst="rect">
            <a:avLst/>
          </a:prstGeom>
          <a:solidFill>
            <a:srgbClr val="F1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 y="1234440"/>
            <a:ext cx="1645920" cy="347472"/>
          </a:xfrm>
          <a:prstGeom prst="rect">
            <a:avLst/>
          </a:prstGeom>
          <a:noFill/>
        </p:spPr>
        <p:txBody>
          <a:bodyPr wrap="square" lIns="0" rIns="0" tIns="0" bIns="0" anchor="ctr">
            <a:noAutofit/>
          </a:bodyPr>
          <a:lstStyle/>
          <a:p>
            <a:pPr algn="l"/>
            <a:r>
              <a:rPr sz="2200" b="1" i="0">
                <a:solidFill>
                  <a:srgbClr val="4D4D4F"/>
                </a:solidFill>
                <a:latin typeface="Calibri"/>
              </a:rPr>
              <a:t>102</a:t>
            </a:r>
          </a:p>
        </p:txBody>
      </p:sp>
      <p:sp>
        <p:nvSpPr>
          <p:cNvPr id="11" name="TextBox 10"/>
          <p:cNvSpPr txBox="1"/>
          <p:nvPr/>
        </p:nvSpPr>
        <p:spPr>
          <a:xfrm>
            <a:off x="649224" y="1591056"/>
            <a:ext cx="1645920" cy="237744"/>
          </a:xfrm>
          <a:prstGeom prst="rect">
            <a:avLst/>
          </a:prstGeom>
          <a:noFill/>
        </p:spPr>
        <p:txBody>
          <a:bodyPr wrap="square" lIns="0" rIns="0" tIns="0" bIns="0" anchor="t">
            <a:noAutofit/>
          </a:bodyPr>
          <a:lstStyle/>
          <a:p>
            <a:pPr algn="l"/>
            <a:r>
              <a:rPr sz="900" b="0" i="0">
                <a:solidFill>
                  <a:srgbClr val="747678"/>
                </a:solidFill>
                <a:latin typeface="Calibri"/>
              </a:rPr>
              <a:t>commercial ports</a:t>
            </a:r>
          </a:p>
        </p:txBody>
      </p:sp>
      <p:sp>
        <p:nvSpPr>
          <p:cNvPr id="12" name="Tile 2"/>
          <p:cNvSpPr/>
          <p:nvPr/>
        </p:nvSpPr>
        <p:spPr>
          <a:xfrm>
            <a:off x="2578608" y="1188720"/>
            <a:ext cx="1920240" cy="658368"/>
          </a:xfrm>
          <a:prstGeom prst="rect">
            <a:avLst/>
          </a:prstGeom>
          <a:solidFill>
            <a:srgbClr val="F1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15768" y="1234440"/>
            <a:ext cx="1645920" cy="347472"/>
          </a:xfrm>
          <a:prstGeom prst="rect">
            <a:avLst/>
          </a:prstGeom>
          <a:noFill/>
        </p:spPr>
        <p:txBody>
          <a:bodyPr wrap="square" lIns="0" rIns="0" tIns="0" bIns="0" anchor="ctr">
            <a:noAutofit/>
          </a:bodyPr>
          <a:lstStyle/>
          <a:p>
            <a:pPr algn="l"/>
            <a:r>
              <a:rPr sz="2200" b="1" i="0">
                <a:solidFill>
                  <a:srgbClr val="4D4D4F"/>
                </a:solidFill>
                <a:latin typeface="Calibri"/>
              </a:rPr>
              <a:t>~20</a:t>
            </a:r>
          </a:p>
        </p:txBody>
      </p:sp>
      <p:sp>
        <p:nvSpPr>
          <p:cNvPr id="14" name="TextBox 13"/>
          <p:cNvSpPr txBox="1"/>
          <p:nvPr/>
        </p:nvSpPr>
        <p:spPr>
          <a:xfrm>
            <a:off x="2715768" y="1591056"/>
            <a:ext cx="1645920" cy="237744"/>
          </a:xfrm>
          <a:prstGeom prst="rect">
            <a:avLst/>
          </a:prstGeom>
          <a:noFill/>
        </p:spPr>
        <p:txBody>
          <a:bodyPr wrap="square" lIns="0" rIns="0" tIns="0" bIns="0" anchor="t">
            <a:noAutofit/>
          </a:bodyPr>
          <a:lstStyle/>
          <a:p>
            <a:pPr algn="l"/>
            <a:r>
              <a:rPr sz="900" b="0" i="0">
                <a:solidFill>
                  <a:srgbClr val="747678"/>
                </a:solidFill>
                <a:latin typeface="Calibri"/>
              </a:rPr>
              <a:t>state-run dry-bulk gateways</a:t>
            </a:r>
          </a:p>
        </p:txBody>
      </p:sp>
      <p:sp>
        <p:nvSpPr>
          <p:cNvPr id="15" name="Tile 3"/>
          <p:cNvSpPr/>
          <p:nvPr/>
        </p:nvSpPr>
        <p:spPr>
          <a:xfrm>
            <a:off x="4645152" y="1188720"/>
            <a:ext cx="1920240" cy="658368"/>
          </a:xfrm>
          <a:prstGeom prst="rect">
            <a:avLst/>
          </a:prstGeom>
          <a:solidFill>
            <a:srgbClr val="F1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82312" y="1234440"/>
            <a:ext cx="1645920" cy="347472"/>
          </a:xfrm>
          <a:prstGeom prst="rect">
            <a:avLst/>
          </a:prstGeom>
          <a:noFill/>
        </p:spPr>
        <p:txBody>
          <a:bodyPr wrap="square" lIns="0" rIns="0" tIns="0" bIns="0" anchor="ctr">
            <a:noAutofit/>
          </a:bodyPr>
          <a:lstStyle/>
          <a:p>
            <a:pPr algn="l"/>
            <a:r>
              <a:rPr sz="2200" b="1" i="0">
                <a:solidFill>
                  <a:srgbClr val="4D4D4F"/>
                </a:solidFill>
                <a:latin typeface="Calibri"/>
              </a:rPr>
              <a:t>9</a:t>
            </a:r>
          </a:p>
        </p:txBody>
      </p:sp>
      <p:sp>
        <p:nvSpPr>
          <p:cNvPr id="17" name="TextBox 16"/>
          <p:cNvSpPr txBox="1"/>
          <p:nvPr/>
        </p:nvSpPr>
        <p:spPr>
          <a:xfrm>
            <a:off x="4782312" y="1591056"/>
            <a:ext cx="1645920" cy="237744"/>
          </a:xfrm>
          <a:prstGeom prst="rect">
            <a:avLst/>
          </a:prstGeom>
          <a:noFill/>
        </p:spPr>
        <p:txBody>
          <a:bodyPr wrap="square" lIns="0" rIns="0" tIns="0" bIns="0" anchor="t">
            <a:noAutofit/>
          </a:bodyPr>
          <a:lstStyle/>
          <a:p>
            <a:pPr algn="l"/>
            <a:r>
              <a:rPr sz="900" b="0" i="0">
                <a:solidFill>
                  <a:srgbClr val="747678"/>
                </a:solidFill>
                <a:latin typeface="Calibri"/>
              </a:rPr>
              <a:t>serve the food &amp; feed mills</a:t>
            </a:r>
          </a:p>
        </p:txBody>
      </p:sp>
      <p:sp>
        <p:nvSpPr>
          <p:cNvPr id="18" name="Tile 4"/>
          <p:cNvSpPr/>
          <p:nvPr/>
        </p:nvSpPr>
        <p:spPr>
          <a:xfrm>
            <a:off x="6711696" y="1188720"/>
            <a:ext cx="1920240" cy="658368"/>
          </a:xfrm>
          <a:prstGeom prst="rect">
            <a:avLst/>
          </a:prstGeom>
          <a:solidFill>
            <a:srgbClr val="FBF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48856" y="1234440"/>
            <a:ext cx="1645920" cy="347472"/>
          </a:xfrm>
          <a:prstGeom prst="rect">
            <a:avLst/>
          </a:prstGeom>
          <a:noFill/>
        </p:spPr>
        <p:txBody>
          <a:bodyPr wrap="square" lIns="0" rIns="0" tIns="0" bIns="0" anchor="ctr">
            <a:noAutofit/>
          </a:bodyPr>
          <a:lstStyle/>
          <a:p>
            <a:pPr algn="l"/>
            <a:r>
              <a:rPr sz="2200" b="1" i="0">
                <a:solidFill>
                  <a:srgbClr val="8A6A0C"/>
                </a:solidFill>
                <a:latin typeface="Calibri"/>
              </a:rPr>
              <a:t>6</a:t>
            </a:r>
          </a:p>
        </p:txBody>
      </p:sp>
      <p:sp>
        <p:nvSpPr>
          <p:cNvPr id="20" name="TextBox 19"/>
          <p:cNvSpPr txBox="1"/>
          <p:nvPr/>
        </p:nvSpPr>
        <p:spPr>
          <a:xfrm>
            <a:off x="6848856" y="1591056"/>
            <a:ext cx="1645920" cy="237744"/>
          </a:xfrm>
          <a:prstGeom prst="rect">
            <a:avLst/>
          </a:prstGeom>
          <a:noFill/>
        </p:spPr>
        <p:txBody>
          <a:bodyPr wrap="square" lIns="0" rIns="0" tIns="0" bIns="0" anchor="t">
            <a:noAutofit/>
          </a:bodyPr>
          <a:lstStyle/>
          <a:p>
            <a:pPr algn="l"/>
            <a:r>
              <a:rPr sz="900" b="0" i="0">
                <a:solidFill>
                  <a:srgbClr val="747678"/>
                </a:solidFill>
                <a:latin typeface="Calibri"/>
              </a:rPr>
              <a:t>still handle cargo conventionally</a:t>
            </a:r>
          </a:p>
        </p:txBody>
      </p:sp>
      <p:sp>
        <p:nvSpPr>
          <p:cNvPr id="21" name="TextBox 20"/>
          <p:cNvSpPr txBox="1"/>
          <p:nvPr/>
        </p:nvSpPr>
        <p:spPr>
          <a:xfrm>
            <a:off x="6711696" y="1874519"/>
            <a:ext cx="1920240" cy="182880"/>
          </a:xfrm>
          <a:prstGeom prst="rect">
            <a:avLst/>
          </a:prstGeom>
          <a:noFill/>
        </p:spPr>
        <p:txBody>
          <a:bodyPr wrap="square" lIns="0" rIns="0" tIns="0" bIns="0" anchor="t">
            <a:noAutofit/>
          </a:bodyPr>
          <a:lstStyle/>
          <a:p>
            <a:pPr algn="r"/>
            <a:r>
              <a:rPr sz="850" b="0" i="1">
                <a:solidFill>
                  <a:srgbClr val="747678"/>
                </a:solidFill>
                <a:latin typeface="Calibri"/>
              </a:rPr>
              <a:t>The other three are FKS gateways</a:t>
            </a:r>
          </a:p>
        </p:txBody>
      </p:sp>
      <p:sp>
        <p:nvSpPr>
          <p:cNvPr id="22" name="TextBox 21"/>
          <p:cNvSpPr txBox="1"/>
          <p:nvPr/>
        </p:nvSpPr>
        <p:spPr>
          <a:xfrm>
            <a:off x="512064" y="1956816"/>
            <a:ext cx="2148840" cy="182880"/>
          </a:xfrm>
          <a:prstGeom prst="rect">
            <a:avLst/>
          </a:prstGeom>
          <a:noFill/>
        </p:spPr>
        <p:txBody>
          <a:bodyPr wrap="square" lIns="0" rIns="0" tIns="0" bIns="0" anchor="t">
            <a:noAutofit/>
          </a:bodyPr>
          <a:lstStyle/>
          <a:p>
            <a:pPr algn="l"/>
            <a:r>
              <a:rPr sz="750" b="1" i="0" spc="150">
                <a:solidFill>
                  <a:srgbClr val="8A6A0C"/>
                </a:solidFill>
                <a:latin typeface="Calibri"/>
              </a:rPr>
              <a:t>FKS GATEWAYS · MECHANISED</a:t>
            </a:r>
          </a:p>
        </p:txBody>
      </p:sp>
      <p:sp>
        <p:nvSpPr>
          <p:cNvPr id="23" name="TextBox 22"/>
          <p:cNvSpPr txBox="1"/>
          <p:nvPr/>
        </p:nvSpPr>
        <p:spPr>
          <a:xfrm>
            <a:off x="2697480" y="1938528"/>
            <a:ext cx="5943600" cy="201168"/>
          </a:xfrm>
          <a:prstGeom prst="rect">
            <a:avLst/>
          </a:prstGeom>
          <a:noFill/>
        </p:spPr>
        <p:txBody>
          <a:bodyPr wrap="square" lIns="0" rIns="0" tIns="0" bIns="0" anchor="t">
            <a:noAutofit/>
          </a:bodyPr>
          <a:lstStyle/>
          <a:p>
            <a:pPr algn="l"/>
            <a:r>
              <a:rPr sz="950" b="0" i="0">
                <a:solidFill>
                  <a:srgbClr val="4D4D4F"/>
                </a:solidFill>
                <a:latin typeface="Calibri"/>
              </a:rPr>
              <a:t>Belawan  ·  Cigading  ·  Teluk Lamong</a:t>
            </a:r>
          </a:p>
        </p:txBody>
      </p:sp>
      <p:sp>
        <p:nvSpPr>
          <p:cNvPr id="24" name="TextBox 23"/>
          <p:cNvSpPr txBox="1"/>
          <p:nvPr/>
        </p:nvSpPr>
        <p:spPr>
          <a:xfrm>
            <a:off x="512064" y="2176272"/>
            <a:ext cx="2148840" cy="182880"/>
          </a:xfrm>
          <a:prstGeom prst="rect">
            <a:avLst/>
          </a:prstGeom>
          <a:noFill/>
        </p:spPr>
        <p:txBody>
          <a:bodyPr wrap="square" lIns="0" rIns="0" tIns="0" bIns="0" anchor="t">
            <a:noAutofit/>
          </a:bodyPr>
          <a:lstStyle/>
          <a:p>
            <a:pPr algn="l"/>
            <a:r>
              <a:rPr sz="750" b="1" i="0" spc="150">
                <a:solidFill>
                  <a:srgbClr val="747678"/>
                </a:solidFill>
                <a:latin typeface="Calibri"/>
              </a:rPr>
              <a:t>CONVENTIONAL · GRAB AND TRUCK</a:t>
            </a:r>
          </a:p>
        </p:txBody>
      </p:sp>
      <p:sp>
        <p:nvSpPr>
          <p:cNvPr id="25" name="TextBox 24"/>
          <p:cNvSpPr txBox="1"/>
          <p:nvPr/>
        </p:nvSpPr>
        <p:spPr>
          <a:xfrm>
            <a:off x="2697480" y="2157984"/>
            <a:ext cx="5943600" cy="201168"/>
          </a:xfrm>
          <a:prstGeom prst="rect">
            <a:avLst/>
          </a:prstGeom>
          <a:noFill/>
        </p:spPr>
        <p:txBody>
          <a:bodyPr wrap="square" lIns="0" rIns="0" tIns="0" bIns="0" anchor="t">
            <a:noAutofit/>
          </a:bodyPr>
          <a:lstStyle/>
          <a:p>
            <a:pPr algn="l"/>
            <a:r>
              <a:rPr sz="950" b="0" i="0">
                <a:solidFill>
                  <a:srgbClr val="4D4D4F"/>
                </a:solidFill>
                <a:latin typeface="Calibri"/>
              </a:rPr>
              <a:t>Tanjung Priok  ·  Ciwandan  ·  Panjang  ·  Semarang  ·  Tanjung Perak  ·  Makassar</a:t>
            </a:r>
          </a:p>
        </p:txBody>
      </p:sp>
      <p:sp>
        <p:nvSpPr>
          <p:cNvPr id="26" name="TextBox 25"/>
          <p:cNvSpPr txBox="1"/>
          <p:nvPr/>
        </p:nvSpPr>
        <p:spPr>
          <a:xfrm>
            <a:off x="512064" y="2395728"/>
            <a:ext cx="3200400" cy="201168"/>
          </a:xfrm>
          <a:prstGeom prst="rect">
            <a:avLst/>
          </a:prstGeom>
          <a:noFill/>
        </p:spPr>
        <p:txBody>
          <a:bodyPr wrap="square" lIns="0" rIns="0" tIns="0" bIns="0" anchor="t">
            <a:noAutofit/>
          </a:bodyPr>
          <a:lstStyle/>
          <a:p>
            <a:pPr algn="l"/>
            <a:r>
              <a:rPr sz="900" b="1" i="0" spc="150">
                <a:solidFill>
                  <a:srgbClr val="747678"/>
                </a:solidFill>
                <a:latin typeface="Calibri"/>
              </a:rPr>
              <a:t>WHAT HAPPENS THERE TODAY</a:t>
            </a:r>
          </a:p>
        </p:txBody>
      </p:sp>
      <p:sp>
        <p:nvSpPr>
          <p:cNvPr id="27" name="TextBox 26"/>
          <p:cNvSpPr txBox="1"/>
          <p:nvPr/>
        </p:nvSpPr>
        <p:spPr>
          <a:xfrm>
            <a:off x="4114800" y="2286000"/>
            <a:ext cx="4517136" cy="274320"/>
          </a:xfrm>
          <a:prstGeom prst="rect">
            <a:avLst/>
          </a:prstGeom>
          <a:noFill/>
        </p:spPr>
        <p:txBody>
          <a:bodyPr wrap="square" lIns="0" rIns="0" tIns="0" bIns="0" anchor="ctr">
            <a:noAutofit/>
          </a:bodyPr>
          <a:lstStyle/>
          <a:p>
            <a:pPr algn="r"/>
            <a:r>
              <a:rPr sz="1300" b="1" i="0">
                <a:solidFill>
                  <a:srgbClr val="4D4D4F"/>
                </a:solidFill>
                <a:latin typeface="Calibri"/>
              </a:rPr>
              <a:t>Discharge speed </a:t>
            </a:r>
            <a:r>
              <a:rPr sz="1300" b="1" i="0">
                <a:solidFill>
                  <a:srgbClr val="E6B222"/>
                </a:solidFill>
                <a:latin typeface="Calibri"/>
              </a:rPr>
              <a:t>= </a:t>
            </a:r>
            <a:r>
              <a:rPr sz="1300" b="1" i="0">
                <a:solidFill>
                  <a:srgbClr val="4D4D4F"/>
                </a:solidFill>
                <a:latin typeface="Calibri"/>
              </a:rPr>
              <a:t>truck availability</a:t>
            </a:r>
          </a:p>
        </p:txBody>
      </p:sp>
      <p:sp>
        <p:nvSpPr>
          <p:cNvPr id="28" name="Trapezoid 27"/>
          <p:cNvSpPr/>
          <p:nvPr/>
        </p:nvSpPr>
        <p:spPr>
          <a:xfrm flipV="1">
            <a:off x="512064" y="3069092"/>
            <a:ext cx="1554480" cy="222747"/>
          </a:xfrm>
          <a:prstGeom prst="trapezoid">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62379" y="2909986"/>
            <a:ext cx="248716" cy="169712"/>
          </a:xfrm>
          <a:prstGeom prst="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709013" y="2814523"/>
            <a:ext cx="155448" cy="106070"/>
          </a:xfrm>
          <a:prstGeom prst="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60516" y="2994842"/>
            <a:ext cx="192755" cy="74249"/>
          </a:xfrm>
          <a:prstGeom prst="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1461" y="2994842"/>
            <a:ext cx="192755" cy="74249"/>
          </a:xfrm>
          <a:prstGeom prst="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142405" y="2994842"/>
            <a:ext cx="192755" cy="74249"/>
          </a:xfrm>
          <a:prstGeom prst="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383350" y="2994842"/>
            <a:ext cx="192755" cy="74249"/>
          </a:xfrm>
          <a:prstGeom prst="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382572" y="2578608"/>
            <a:ext cx="54406" cy="512064"/>
          </a:xfrm>
          <a:prstGeom prst="rect">
            <a:avLst/>
          </a:prstGeom>
          <a:solidFill>
            <a:srgbClr val="6D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382572" y="2578608"/>
            <a:ext cx="621792" cy="35844"/>
          </a:xfrm>
          <a:prstGeom prst="rect">
            <a:avLst/>
          </a:prstGeom>
          <a:solidFill>
            <a:srgbClr val="6D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a:off x="1911096" y="2614452"/>
            <a:ext cx="0" cy="230429"/>
          </a:xfrm>
          <a:prstGeom prst="line">
            <a:avLst/>
          </a:prstGeom>
          <a:ln w="12700">
            <a:solidFill>
              <a:srgbClr val="6D6E70"/>
            </a:solidFill>
          </a:ln>
        </p:spPr>
        <p:style>
          <a:lnRef idx="2">
            <a:schemeClr val="accent1"/>
          </a:lnRef>
          <a:fillRef idx="0">
            <a:schemeClr val="accent1"/>
          </a:fillRef>
          <a:effectRef idx="1">
            <a:schemeClr val="accent1"/>
          </a:effectRef>
          <a:fontRef idx="minor">
            <a:schemeClr val="tx1"/>
          </a:fontRef>
        </p:style>
      </p:cxnSp>
      <p:sp>
        <p:nvSpPr>
          <p:cNvPr id="38" name="Merge 37"/>
          <p:cNvSpPr/>
          <p:nvPr/>
        </p:nvSpPr>
        <p:spPr>
          <a:xfrm>
            <a:off x="1802282" y="2844881"/>
            <a:ext cx="217627" cy="153619"/>
          </a:xfrm>
          <a:prstGeom prst="flowChartMerge">
            <a:avLst/>
          </a:prstGeom>
          <a:solidFill>
            <a:srgbClr val="6D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084832" y="2615184"/>
            <a:ext cx="457200" cy="146304"/>
          </a:xfrm>
          <a:prstGeom prst="rect">
            <a:avLst/>
          </a:prstGeom>
          <a:noFill/>
        </p:spPr>
        <p:txBody>
          <a:bodyPr wrap="square" lIns="0" rIns="0" tIns="0" bIns="0" anchor="t">
            <a:noAutofit/>
          </a:bodyPr>
          <a:lstStyle/>
          <a:p>
            <a:pPr algn="l"/>
            <a:r>
              <a:rPr sz="750" b="1" i="0" spc="100">
                <a:solidFill>
                  <a:srgbClr val="747678"/>
                </a:solidFill>
                <a:latin typeface="Calibri"/>
              </a:rPr>
              <a:t>GRAB</a:t>
            </a:r>
          </a:p>
        </p:txBody>
      </p:sp>
      <p:sp>
        <p:nvSpPr>
          <p:cNvPr id="40" name="Rectangle 39"/>
          <p:cNvSpPr/>
          <p:nvPr/>
        </p:nvSpPr>
        <p:spPr>
          <a:xfrm>
            <a:off x="2606040" y="2779776"/>
            <a:ext cx="502920" cy="163860"/>
          </a:xfrm>
          <a:prstGeom prst="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Merge 40"/>
          <p:cNvSpPr/>
          <p:nvPr/>
        </p:nvSpPr>
        <p:spPr>
          <a:xfrm>
            <a:off x="2646273" y="2933395"/>
            <a:ext cx="422452" cy="358444"/>
          </a:xfrm>
          <a:prstGeom prst="flowChartMerge">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656332" y="2933395"/>
            <a:ext cx="25146" cy="358444"/>
          </a:xfrm>
          <a:prstGeom prst="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033522" y="2933395"/>
            <a:ext cx="25146" cy="358444"/>
          </a:xfrm>
          <a:prstGeom prst="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429000" y="2979115"/>
            <a:ext cx="512978" cy="191109"/>
          </a:xfrm>
          <a:prstGeom prst="rect">
            <a:avLst/>
          </a:prstGeom>
          <a:solidFill>
            <a:srgbClr val="6D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3957523" y="3048609"/>
            <a:ext cx="233172" cy="121615"/>
          </a:xfrm>
          <a:prstGeom prst="roundRect">
            <a:avLst/>
          </a:prstGeom>
          <a:solidFill>
            <a:srgbClr val="6D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3506724" y="3173699"/>
            <a:ext cx="118140" cy="118140"/>
          </a:xfrm>
          <a:prstGeom prst="ellipse">
            <a:avLst/>
          </a:prstGeom>
          <a:solidFill>
            <a:srgbClr val="6D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3708806" y="3173699"/>
            <a:ext cx="118140" cy="118140"/>
          </a:xfrm>
          <a:prstGeom prst="ellipse">
            <a:avLst/>
          </a:prstGeom>
          <a:solidFill>
            <a:srgbClr val="6D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4004157" y="3173699"/>
            <a:ext cx="118140" cy="118140"/>
          </a:xfrm>
          <a:prstGeom prst="ellipse">
            <a:avLst/>
          </a:prstGeom>
          <a:solidFill>
            <a:srgbClr val="6D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325112" y="2979115"/>
            <a:ext cx="512978" cy="191109"/>
          </a:xfrm>
          <a:prstGeom prst="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4853635" y="3048609"/>
            <a:ext cx="233172" cy="121615"/>
          </a:xfrm>
          <a:prstGeom prst="round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4402836" y="3173699"/>
            <a:ext cx="118140" cy="118140"/>
          </a:xfrm>
          <a:prstGeom prst="ellipse">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4604918" y="3173699"/>
            <a:ext cx="118140" cy="118140"/>
          </a:xfrm>
          <a:prstGeom prst="ellipse">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4900269" y="3173699"/>
            <a:ext cx="118140" cy="118140"/>
          </a:xfrm>
          <a:prstGeom prst="ellipse">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221224" y="2979115"/>
            <a:ext cx="512978" cy="191109"/>
          </a:xfrm>
          <a:prstGeom prst="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749747" y="3048609"/>
            <a:ext cx="233172" cy="121615"/>
          </a:xfrm>
          <a:prstGeom prst="round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5298948" y="3173699"/>
            <a:ext cx="118140" cy="118140"/>
          </a:xfrm>
          <a:prstGeom prst="ellipse">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501030" y="3173699"/>
            <a:ext cx="118140" cy="118140"/>
          </a:xfrm>
          <a:prstGeom prst="ellipse">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5796381" y="3173699"/>
            <a:ext cx="118140" cy="118140"/>
          </a:xfrm>
          <a:prstGeom prst="ellipse">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6172200" y="3108960"/>
            <a:ext cx="365760" cy="0"/>
          </a:xfrm>
          <a:prstGeom prst="line">
            <a:avLst/>
          </a:prstGeom>
          <a:ln w="12700">
            <a:solidFill>
              <a:srgbClr val="6D6E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6675120" y="2984235"/>
            <a:ext cx="1005840" cy="307604"/>
          </a:xfrm>
          <a:prstGeom prst="rect">
            <a:avLst/>
          </a:prstGeom>
          <a:solidFill>
            <a:srgbClr val="6D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ight Triangle 60"/>
          <p:cNvSpPr/>
          <p:nvPr/>
        </p:nvSpPr>
        <p:spPr>
          <a:xfrm flipH="1">
            <a:off x="6675120" y="2846344"/>
            <a:ext cx="335280" cy="143195"/>
          </a:xfrm>
          <a:prstGeom prst="rtTriangle">
            <a:avLst/>
          </a:prstGeom>
          <a:solidFill>
            <a:srgbClr val="6D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ight Triangle 61"/>
          <p:cNvSpPr/>
          <p:nvPr/>
        </p:nvSpPr>
        <p:spPr>
          <a:xfrm flipH="1">
            <a:off x="7010399" y="2846344"/>
            <a:ext cx="335280" cy="143195"/>
          </a:xfrm>
          <a:prstGeom prst="rtTriangle">
            <a:avLst/>
          </a:prstGeom>
          <a:solidFill>
            <a:srgbClr val="6D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ight Triangle 62"/>
          <p:cNvSpPr/>
          <p:nvPr/>
        </p:nvSpPr>
        <p:spPr>
          <a:xfrm flipH="1">
            <a:off x="7345680" y="2846344"/>
            <a:ext cx="335280" cy="143195"/>
          </a:xfrm>
          <a:prstGeom prst="rtTriangle">
            <a:avLst/>
          </a:prstGeom>
          <a:solidFill>
            <a:srgbClr val="6D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479792" y="2761488"/>
            <a:ext cx="100584" cy="159105"/>
          </a:xfrm>
          <a:prstGeom prst="rect">
            <a:avLst/>
          </a:prstGeom>
          <a:solidFill>
            <a:srgbClr val="6D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512064" y="3310128"/>
            <a:ext cx="7260336" cy="0"/>
          </a:xfrm>
          <a:prstGeom prst="line">
            <a:avLst/>
          </a:prstGeom>
          <a:ln w="9525">
            <a:solidFill>
              <a:srgbClr val="D9DADC"/>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12064" y="3364991"/>
            <a:ext cx="1554480" cy="146304"/>
          </a:xfrm>
          <a:prstGeom prst="rect">
            <a:avLst/>
          </a:prstGeom>
          <a:noFill/>
        </p:spPr>
        <p:txBody>
          <a:bodyPr wrap="square" lIns="0" rIns="0" tIns="0" bIns="0" anchor="t">
            <a:noAutofit/>
          </a:bodyPr>
          <a:lstStyle/>
          <a:p>
            <a:pPr algn="ctr"/>
            <a:r>
              <a:rPr sz="750" b="1" i="0" spc="150">
                <a:solidFill>
                  <a:srgbClr val="747678"/>
                </a:solidFill>
                <a:latin typeface="Calibri"/>
              </a:rPr>
              <a:t>VESSEL</a:t>
            </a:r>
          </a:p>
        </p:txBody>
      </p:sp>
      <p:sp>
        <p:nvSpPr>
          <p:cNvPr id="67" name="TextBox 66"/>
          <p:cNvSpPr txBox="1"/>
          <p:nvPr/>
        </p:nvSpPr>
        <p:spPr>
          <a:xfrm>
            <a:off x="2514600" y="3364991"/>
            <a:ext cx="685800" cy="146304"/>
          </a:xfrm>
          <a:prstGeom prst="rect">
            <a:avLst/>
          </a:prstGeom>
          <a:noFill/>
        </p:spPr>
        <p:txBody>
          <a:bodyPr wrap="square" lIns="0" rIns="0" tIns="0" bIns="0" anchor="t">
            <a:noAutofit/>
          </a:bodyPr>
          <a:lstStyle/>
          <a:p>
            <a:pPr algn="ctr"/>
            <a:r>
              <a:rPr sz="750" b="1" i="0" spc="150">
                <a:solidFill>
                  <a:srgbClr val="747678"/>
                </a:solidFill>
                <a:latin typeface="Calibri"/>
              </a:rPr>
              <a:t>HOPPER</a:t>
            </a:r>
          </a:p>
        </p:txBody>
      </p:sp>
      <p:sp>
        <p:nvSpPr>
          <p:cNvPr id="68" name="TextBox 67"/>
          <p:cNvSpPr txBox="1"/>
          <p:nvPr/>
        </p:nvSpPr>
        <p:spPr>
          <a:xfrm>
            <a:off x="3429000" y="3364991"/>
            <a:ext cx="2560320" cy="146304"/>
          </a:xfrm>
          <a:prstGeom prst="rect">
            <a:avLst/>
          </a:prstGeom>
          <a:noFill/>
        </p:spPr>
        <p:txBody>
          <a:bodyPr wrap="square" lIns="0" rIns="0" tIns="0" bIns="0" anchor="t">
            <a:noAutofit/>
          </a:bodyPr>
          <a:lstStyle/>
          <a:p>
            <a:pPr algn="ctr"/>
            <a:r>
              <a:rPr sz="750" b="1" i="0" spc="150">
                <a:solidFill>
                  <a:srgbClr val="747678"/>
                </a:solidFill>
                <a:latin typeface="Calibri"/>
              </a:rPr>
              <a:t>TRUCKS</a:t>
            </a:r>
          </a:p>
        </p:txBody>
      </p:sp>
      <p:sp>
        <p:nvSpPr>
          <p:cNvPr id="69" name="TextBox 68"/>
          <p:cNvSpPr txBox="1"/>
          <p:nvPr/>
        </p:nvSpPr>
        <p:spPr>
          <a:xfrm>
            <a:off x="6583680" y="3364991"/>
            <a:ext cx="1188720" cy="146304"/>
          </a:xfrm>
          <a:prstGeom prst="rect">
            <a:avLst/>
          </a:prstGeom>
          <a:noFill/>
        </p:spPr>
        <p:txBody>
          <a:bodyPr wrap="square" lIns="0" rIns="0" tIns="0" bIns="0" anchor="t">
            <a:noAutofit/>
          </a:bodyPr>
          <a:lstStyle/>
          <a:p>
            <a:pPr algn="ctr"/>
            <a:r>
              <a:rPr sz="750" b="1" i="0" spc="150">
                <a:solidFill>
                  <a:srgbClr val="747678"/>
                </a:solidFill>
                <a:latin typeface="Calibri"/>
              </a:rPr>
              <a:t>CUSTOMER</a:t>
            </a:r>
          </a:p>
        </p:txBody>
      </p:sp>
      <p:sp>
        <p:nvSpPr>
          <p:cNvPr id="70" name="TextBox 69"/>
          <p:cNvSpPr txBox="1"/>
          <p:nvPr/>
        </p:nvSpPr>
        <p:spPr>
          <a:xfrm>
            <a:off x="512064" y="3675887"/>
            <a:ext cx="2523744" cy="164592"/>
          </a:xfrm>
          <a:prstGeom prst="rect">
            <a:avLst/>
          </a:prstGeom>
          <a:noFill/>
        </p:spPr>
        <p:txBody>
          <a:bodyPr wrap="square" lIns="0" rIns="0" tIns="0" bIns="0" anchor="t">
            <a:noAutofit/>
          </a:bodyPr>
          <a:lstStyle/>
          <a:p>
            <a:pPr algn="l"/>
            <a:r>
              <a:rPr sz="800" b="1" i="0" spc="150">
                <a:solidFill>
                  <a:srgbClr val="747678"/>
                </a:solidFill>
                <a:latin typeface="Calibri"/>
              </a:rPr>
              <a:t>SLOWER DISCHARGE</a:t>
            </a:r>
          </a:p>
        </p:txBody>
      </p:sp>
      <p:sp>
        <p:nvSpPr>
          <p:cNvPr id="71" name="TextBox 70"/>
          <p:cNvSpPr txBox="1"/>
          <p:nvPr/>
        </p:nvSpPr>
        <p:spPr>
          <a:xfrm>
            <a:off x="512064" y="3858768"/>
            <a:ext cx="2523744" cy="365760"/>
          </a:xfrm>
          <a:prstGeom prst="rect">
            <a:avLst/>
          </a:prstGeom>
          <a:noFill/>
        </p:spPr>
        <p:txBody>
          <a:bodyPr wrap="square" lIns="0" rIns="0" tIns="0" bIns="0" anchor="ctr">
            <a:noAutofit/>
          </a:bodyPr>
          <a:lstStyle/>
          <a:p>
            <a:pPr algn="l"/>
            <a:r>
              <a:rPr sz="2000" b="1" i="0">
                <a:solidFill>
                  <a:srgbClr val="4D4D4F"/>
                </a:solidFill>
                <a:latin typeface="Calibri"/>
              </a:rPr>
              <a:t>~5 kt/day</a:t>
            </a:r>
          </a:p>
        </p:txBody>
      </p:sp>
      <p:sp>
        <p:nvSpPr>
          <p:cNvPr id="72" name="TextBox 71"/>
          <p:cNvSpPr txBox="1"/>
          <p:nvPr/>
        </p:nvSpPr>
        <p:spPr>
          <a:xfrm>
            <a:off x="512064" y="4242816"/>
            <a:ext cx="2523744" cy="347472"/>
          </a:xfrm>
          <a:prstGeom prst="rect">
            <a:avLst/>
          </a:prstGeom>
          <a:noFill/>
        </p:spPr>
        <p:txBody>
          <a:bodyPr wrap="square" lIns="0" rIns="0" tIns="0" bIns="0" anchor="t">
            <a:noAutofit/>
          </a:bodyPr>
          <a:lstStyle/>
          <a:p>
            <a:pPr algn="l">
              <a:lnSpc>
                <a:spcPct val="105000"/>
              </a:lnSpc>
            </a:pPr>
            <a:r>
              <a:rPr sz="900" b="0" i="0">
                <a:solidFill>
                  <a:srgbClr val="747678"/>
                </a:solidFill>
                <a:latin typeface="Calibri"/>
              </a:rPr>
              <a:t>typical conventional discharge rate</a:t>
            </a:r>
          </a:p>
        </p:txBody>
      </p:sp>
      <p:sp>
        <p:nvSpPr>
          <p:cNvPr id="73" name="TextBox 72"/>
          <p:cNvSpPr txBox="1"/>
          <p:nvPr/>
        </p:nvSpPr>
        <p:spPr>
          <a:xfrm>
            <a:off x="3310128" y="3675887"/>
            <a:ext cx="2523744" cy="164592"/>
          </a:xfrm>
          <a:prstGeom prst="rect">
            <a:avLst/>
          </a:prstGeom>
          <a:noFill/>
        </p:spPr>
        <p:txBody>
          <a:bodyPr wrap="square" lIns="0" rIns="0" tIns="0" bIns="0" anchor="t">
            <a:noAutofit/>
          </a:bodyPr>
          <a:lstStyle/>
          <a:p>
            <a:pPr algn="l"/>
            <a:r>
              <a:rPr sz="800" b="1" i="0" spc="150">
                <a:solidFill>
                  <a:srgbClr val="747678"/>
                </a:solidFill>
                <a:latin typeface="Calibri"/>
              </a:rPr>
              <a:t>LONGER TURNAROUND</a:t>
            </a:r>
          </a:p>
        </p:txBody>
      </p:sp>
      <p:sp>
        <p:nvSpPr>
          <p:cNvPr id="74" name="TextBox 73"/>
          <p:cNvSpPr txBox="1"/>
          <p:nvPr/>
        </p:nvSpPr>
        <p:spPr>
          <a:xfrm>
            <a:off x="3310128" y="3858768"/>
            <a:ext cx="2523744" cy="365760"/>
          </a:xfrm>
          <a:prstGeom prst="rect">
            <a:avLst/>
          </a:prstGeom>
          <a:noFill/>
        </p:spPr>
        <p:txBody>
          <a:bodyPr wrap="square" lIns="0" rIns="0" tIns="0" bIns="0" anchor="ctr">
            <a:noAutofit/>
          </a:bodyPr>
          <a:lstStyle/>
          <a:p>
            <a:pPr algn="l"/>
            <a:r>
              <a:rPr sz="2000" b="1" i="0">
                <a:solidFill>
                  <a:srgbClr val="4D4D4F"/>
                </a:solidFill>
                <a:latin typeface="Calibri"/>
              </a:rPr>
              <a:t>~12 days</a:t>
            </a:r>
          </a:p>
        </p:txBody>
      </p:sp>
      <p:sp>
        <p:nvSpPr>
          <p:cNvPr id="75" name="TextBox 74"/>
          <p:cNvSpPr txBox="1"/>
          <p:nvPr/>
        </p:nvSpPr>
        <p:spPr>
          <a:xfrm>
            <a:off x="3310128" y="4242816"/>
            <a:ext cx="2523744" cy="347472"/>
          </a:xfrm>
          <a:prstGeom prst="rect">
            <a:avLst/>
          </a:prstGeom>
          <a:noFill/>
        </p:spPr>
        <p:txBody>
          <a:bodyPr wrap="square" lIns="0" rIns="0" tIns="0" bIns="0" anchor="t">
            <a:noAutofit/>
          </a:bodyPr>
          <a:lstStyle/>
          <a:p>
            <a:pPr algn="l">
              <a:lnSpc>
                <a:spcPct val="105000"/>
              </a:lnSpc>
            </a:pPr>
            <a:r>
              <a:rPr sz="900" b="0" i="0">
                <a:solidFill>
                  <a:srgbClr val="747678"/>
                </a:solidFill>
                <a:latin typeface="Calibri"/>
              </a:rPr>
              <a:t>alongside for one 60 kt cargo</a:t>
            </a:r>
          </a:p>
        </p:txBody>
      </p:sp>
      <p:sp>
        <p:nvSpPr>
          <p:cNvPr id="76" name="TextBox 75"/>
          <p:cNvSpPr txBox="1"/>
          <p:nvPr/>
        </p:nvSpPr>
        <p:spPr>
          <a:xfrm>
            <a:off x="6108192" y="3675887"/>
            <a:ext cx="2523744" cy="164592"/>
          </a:xfrm>
          <a:prstGeom prst="rect">
            <a:avLst/>
          </a:prstGeom>
          <a:noFill/>
        </p:spPr>
        <p:txBody>
          <a:bodyPr wrap="square" lIns="0" rIns="0" tIns="0" bIns="0" anchor="t">
            <a:noAutofit/>
          </a:bodyPr>
          <a:lstStyle/>
          <a:p>
            <a:pPr algn="l"/>
            <a:r>
              <a:rPr sz="800" b="1" i="0" spc="150">
                <a:solidFill>
                  <a:srgbClr val="747678"/>
                </a:solidFill>
                <a:latin typeface="Calibri"/>
              </a:rPr>
              <a:t>VESSEL TIME AT STAKE</a:t>
            </a:r>
          </a:p>
        </p:txBody>
      </p:sp>
      <p:sp>
        <p:nvSpPr>
          <p:cNvPr id="77" name="TextBox 76"/>
          <p:cNvSpPr txBox="1"/>
          <p:nvPr/>
        </p:nvSpPr>
        <p:spPr>
          <a:xfrm>
            <a:off x="6108192" y="3858768"/>
            <a:ext cx="2523744" cy="365760"/>
          </a:xfrm>
          <a:prstGeom prst="rect">
            <a:avLst/>
          </a:prstGeom>
          <a:noFill/>
        </p:spPr>
        <p:txBody>
          <a:bodyPr wrap="square" lIns="0" rIns="0" tIns="0" bIns="0" anchor="ctr">
            <a:noAutofit/>
          </a:bodyPr>
          <a:lstStyle/>
          <a:p>
            <a:pPr algn="l"/>
            <a:r>
              <a:rPr sz="2000" b="1" i="0">
                <a:solidFill>
                  <a:srgbClr val="4D4D4F"/>
                </a:solidFill>
                <a:latin typeface="Calibri"/>
              </a:rPr>
              <a:t>≈US$194k</a:t>
            </a:r>
          </a:p>
        </p:txBody>
      </p:sp>
      <p:sp>
        <p:nvSpPr>
          <p:cNvPr id="78" name="TextBox 77"/>
          <p:cNvSpPr txBox="1"/>
          <p:nvPr/>
        </p:nvSpPr>
        <p:spPr>
          <a:xfrm>
            <a:off x="6108192" y="4242816"/>
            <a:ext cx="2523744" cy="347472"/>
          </a:xfrm>
          <a:prstGeom prst="rect">
            <a:avLst/>
          </a:prstGeom>
          <a:noFill/>
        </p:spPr>
        <p:txBody>
          <a:bodyPr wrap="square" lIns="0" rIns="0" tIns="0" bIns="0" anchor="t">
            <a:noAutofit/>
          </a:bodyPr>
          <a:lstStyle/>
          <a:p>
            <a:pPr algn="l">
              <a:lnSpc>
                <a:spcPct val="105000"/>
              </a:lnSpc>
            </a:pPr>
            <a:r>
              <a:rPr sz="900" b="0" i="0">
                <a:solidFill>
                  <a:srgbClr val="747678"/>
                </a:solidFill>
                <a:latin typeface="Calibri"/>
              </a:rPr>
              <a:t>indicative value of vessel time per 60 kt cargo, before any demurrage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5" sz="half"/>
          </p:nvPr>
        </p:nvSpPr>
        <p:spPr/>
        <p:txBody>
          <a:bodyPr/>
          <a:lstStyle/>
          <a:p>
            <a:r>
              <a:rPr sz="1400" b="1">
                <a:solidFill>
                  <a:srgbClr val="747678"/>
                </a:solidFill>
                <a:latin typeface="Calibri"/>
              </a:rPr>
              <a:t>A transit warehouse decouples vessel discharge from road logistics</a:t>
            </a:r>
          </a:p>
        </p:txBody>
      </p:sp>
      <p:sp>
        <p:nvSpPr>
          <p:cNvPr id="5" name="Text Placeholder 4"/>
          <p:cNvSpPr>
            <a:spLocks noGrp="1"/>
          </p:cNvSpPr>
          <p:nvPr>
            <p:ph type="body" idx="16" sz="half"/>
          </p:nvPr>
        </p:nvSpPr>
        <p:spPr/>
        <p:txBody>
          <a:bodyPr/>
          <a:lstStyle/>
          <a:p>
            <a:r>
              <a:rPr sz="1800" b="1">
                <a:solidFill>
                  <a:srgbClr val="4D4D4F"/>
                </a:solidFill>
                <a:latin typeface="Calibri"/>
              </a:rPr>
              <a:t>The vessel no longer waits for the trucks</a:t>
            </a:r>
          </a:p>
        </p:txBody>
      </p:sp>
      <p:cxnSp>
        <p:nvCxnSpPr>
          <p:cNvPr id="6" name="Title rule"/>
          <p:cNvCxnSpPr/>
          <p:nvPr/>
        </p:nvCxnSpPr>
        <p:spPr>
          <a:xfrm>
            <a:off x="512064" y="886968"/>
            <a:ext cx="8119872" cy="0"/>
          </a:xfrm>
          <a:prstGeom prst="line">
            <a:avLst/>
          </a:prstGeom>
          <a:ln w="9525">
            <a:solidFill>
              <a:srgbClr val="D9DADC"/>
            </a:solidFill>
          </a:ln>
        </p:spPr>
        <p:style>
          <a:lnRef idx="2">
            <a:schemeClr val="accent1"/>
          </a:lnRef>
          <a:fillRef idx="0">
            <a:schemeClr val="accent1"/>
          </a:fillRef>
          <a:effectRef idx="1">
            <a:schemeClr val="accent1"/>
          </a:effectRef>
          <a:fontRef idx="minor">
            <a:schemeClr val="tx1"/>
          </a:fontRef>
        </p:style>
      </p:cxnSp>
      <p:sp>
        <p:nvSpPr>
          <p:cNvPr id="7" name="Page number"/>
          <p:cNvSpPr txBox="1"/>
          <p:nvPr/>
        </p:nvSpPr>
        <p:spPr>
          <a:xfrm>
            <a:off x="8229600" y="4754880"/>
            <a:ext cx="402336" cy="182880"/>
          </a:xfrm>
          <a:prstGeom prst="rect">
            <a:avLst/>
          </a:prstGeom>
          <a:noFill/>
        </p:spPr>
        <p:txBody>
          <a:bodyPr wrap="square" lIns="0" rIns="0" tIns="0" bIns="0" anchor="t">
            <a:noAutofit/>
          </a:bodyPr>
          <a:lstStyle/>
          <a:p>
            <a:pPr algn="r"/>
            <a:r>
              <a:rPr sz="800" b="0" i="0">
                <a:solidFill>
                  <a:srgbClr val="4D4D4F"/>
                </a:solidFill>
                <a:latin typeface="Calibri"/>
              </a:rPr>
              <a:t>4</a:t>
            </a:r>
          </a:p>
        </p:txBody>
      </p:sp>
      <p:sp>
        <p:nvSpPr>
          <p:cNvPr id="8" name="FKS panel"/>
          <p:cNvSpPr/>
          <p:nvPr/>
        </p:nvSpPr>
        <p:spPr>
          <a:xfrm>
            <a:off x="512064" y="1005840"/>
            <a:ext cx="8119871" cy="2697480"/>
          </a:xfrm>
          <a:prstGeom prst="rect">
            <a:avLst/>
          </a:prstGeom>
          <a:solidFill>
            <a:srgbClr val="FDF8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2743200" cy="201168"/>
          </a:xfrm>
          <a:prstGeom prst="rect">
            <a:avLst/>
          </a:prstGeom>
          <a:noFill/>
        </p:spPr>
        <p:txBody>
          <a:bodyPr wrap="square" lIns="0" rIns="0" tIns="0" bIns="0" anchor="t">
            <a:noAutofit/>
          </a:bodyPr>
          <a:lstStyle/>
          <a:p>
            <a:pPr algn="l"/>
            <a:r>
              <a:rPr sz="900" b="1" i="0" spc="150">
                <a:solidFill>
                  <a:srgbClr val="8A6A0C"/>
                </a:solidFill>
                <a:latin typeface="Calibri"/>
              </a:rPr>
              <a:t>FKS INTEGRATED GATEWAY</a:t>
            </a:r>
          </a:p>
        </p:txBody>
      </p:sp>
      <p:cxnSp>
        <p:nvCxnSpPr>
          <p:cNvPr id="10" name="Connector 9"/>
          <p:cNvCxnSpPr/>
          <p:nvPr/>
        </p:nvCxnSpPr>
        <p:spPr>
          <a:xfrm>
            <a:off x="1828800" y="3017520"/>
            <a:ext cx="6629400" cy="0"/>
          </a:xfrm>
          <a:prstGeom prst="line">
            <a:avLst/>
          </a:prstGeom>
          <a:ln w="12700">
            <a:solidFill>
              <a:srgbClr val="A7A9AC"/>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640080" y="3017520"/>
            <a:ext cx="1417320" cy="45720"/>
          </a:xfrm>
          <a:prstGeom prst="rect">
            <a:avLst/>
          </a:prstGeom>
          <a:solidFill>
            <a:srgbClr val="D9DA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rapezoid 11"/>
          <p:cNvSpPr/>
          <p:nvPr/>
        </p:nvSpPr>
        <p:spPr>
          <a:xfrm flipV="1">
            <a:off x="658368" y="2729484"/>
            <a:ext cx="1371600" cy="288036"/>
          </a:xfrm>
          <a:prstGeom prst="trapezoid">
            <a:avLst/>
          </a:prstGeom>
          <a:solidFill>
            <a:srgbClr val="4D4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5528" y="2523744"/>
            <a:ext cx="219456" cy="219456"/>
          </a:xfrm>
          <a:prstGeom prst="rect">
            <a:avLst/>
          </a:prstGeom>
          <a:solidFill>
            <a:srgbClr val="4D4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6676" y="2400300"/>
            <a:ext cx="137160" cy="137160"/>
          </a:xfrm>
          <a:prstGeom prst="rect">
            <a:avLst/>
          </a:prstGeom>
          <a:solidFill>
            <a:srgbClr val="4D4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86855" y="2633472"/>
            <a:ext cx="136062" cy="96012"/>
          </a:xfrm>
          <a:prstGeom prst="rect">
            <a:avLst/>
          </a:prstGeom>
          <a:solidFill>
            <a:srgbClr val="F7D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256934" y="2633472"/>
            <a:ext cx="136062" cy="96012"/>
          </a:xfrm>
          <a:prstGeom prst="rect">
            <a:avLst/>
          </a:prstGeom>
          <a:solidFill>
            <a:srgbClr val="F7D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427012" y="2633472"/>
            <a:ext cx="136062" cy="96012"/>
          </a:xfrm>
          <a:prstGeom prst="rect">
            <a:avLst/>
          </a:prstGeom>
          <a:solidFill>
            <a:srgbClr val="F7D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97091" y="2633472"/>
            <a:ext cx="136062" cy="96012"/>
          </a:xfrm>
          <a:prstGeom prst="rect">
            <a:avLst/>
          </a:prstGeom>
          <a:solidFill>
            <a:srgbClr val="F7D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767169" y="2633472"/>
            <a:ext cx="136062" cy="96012"/>
          </a:xfrm>
          <a:prstGeom prst="rect">
            <a:avLst/>
          </a:prstGeom>
          <a:solidFill>
            <a:srgbClr val="F7D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160270" y="1890522"/>
            <a:ext cx="48006" cy="1126998"/>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366010" y="1890522"/>
            <a:ext cx="48006" cy="1126998"/>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125980" y="1850745"/>
            <a:ext cx="342900" cy="132588"/>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783080" y="1718157"/>
            <a:ext cx="425196" cy="106070"/>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37943" y="1797710"/>
            <a:ext cx="41148" cy="662940"/>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08276" y="1718157"/>
            <a:ext cx="34290" cy="265176"/>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395728" y="1874519"/>
            <a:ext cx="1188720" cy="64008"/>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398471" y="1938527"/>
            <a:ext cx="21945" cy="1078992"/>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979115" y="1938527"/>
            <a:ext cx="21945" cy="1078992"/>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559759" y="1938527"/>
            <a:ext cx="21945" cy="1078992"/>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sosceles Triangle 29"/>
          <p:cNvSpPr/>
          <p:nvPr/>
        </p:nvSpPr>
        <p:spPr>
          <a:xfrm>
            <a:off x="3535070" y="1783080"/>
            <a:ext cx="2073859" cy="395020"/>
          </a:xfrm>
          <a:prstGeom prst="triangle">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11880" y="2153412"/>
            <a:ext cx="1920240" cy="864108"/>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418380" y="2548432"/>
            <a:ext cx="307238" cy="4690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11880" y="1481328"/>
            <a:ext cx="1920240" cy="201168"/>
          </a:xfrm>
          <a:prstGeom prst="rect">
            <a:avLst/>
          </a:prstGeom>
          <a:noFill/>
        </p:spPr>
        <p:txBody>
          <a:bodyPr wrap="square" lIns="0" rIns="0" tIns="0" bIns="0" anchor="t">
            <a:noAutofit/>
          </a:bodyPr>
          <a:lstStyle/>
          <a:p>
            <a:pPr algn="ctr"/>
            <a:r>
              <a:rPr sz="900" b="1" i="0" spc="150">
                <a:solidFill>
                  <a:srgbClr val="8A6A0C"/>
                </a:solidFill>
                <a:latin typeface="Calibri"/>
              </a:rPr>
              <a:t>BUFFER</a:t>
            </a:r>
          </a:p>
        </p:txBody>
      </p:sp>
      <p:sp>
        <p:nvSpPr>
          <p:cNvPr id="34" name="Rectangle 33"/>
          <p:cNvSpPr/>
          <p:nvPr/>
        </p:nvSpPr>
        <p:spPr>
          <a:xfrm>
            <a:off x="5852160" y="2622499"/>
            <a:ext cx="573328" cy="241401"/>
          </a:xfrm>
          <a:prstGeom prst="rect">
            <a:avLst/>
          </a:prstGeom>
          <a:solidFill>
            <a:srgbClr val="4D4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442862" y="2710281"/>
            <a:ext cx="260603" cy="153619"/>
          </a:xfrm>
          <a:prstGeom prst="round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939028" y="2868289"/>
            <a:ext cx="149230" cy="149230"/>
          </a:xfrm>
          <a:prstGeom prst="ellipse">
            <a:avLst/>
          </a:prstGeom>
          <a:solidFill>
            <a:srgbClr val="4D4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164884" y="2868289"/>
            <a:ext cx="149230" cy="149230"/>
          </a:xfrm>
          <a:prstGeom prst="ellipse">
            <a:avLst/>
          </a:prstGeom>
          <a:solidFill>
            <a:srgbClr val="4D4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494983" y="2868289"/>
            <a:ext cx="149230" cy="149230"/>
          </a:xfrm>
          <a:prstGeom prst="ellipse">
            <a:avLst/>
          </a:prstGeom>
          <a:solidFill>
            <a:srgbClr val="4D4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812280" y="2798064"/>
            <a:ext cx="274320" cy="0"/>
          </a:xfrm>
          <a:prstGeom prst="line">
            <a:avLst/>
          </a:prstGeom>
          <a:ln w="12700">
            <a:solidFill>
              <a:srgbClr val="6D6E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Can 39"/>
          <p:cNvSpPr/>
          <p:nvPr/>
        </p:nvSpPr>
        <p:spPr>
          <a:xfrm>
            <a:off x="7178040" y="2286000"/>
            <a:ext cx="134112" cy="731520"/>
          </a:xfrm>
          <a:prstGeom prst="can">
            <a:avLst/>
          </a:prstGeom>
          <a:solidFill>
            <a:srgbClr val="4D4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an 40"/>
          <p:cNvSpPr/>
          <p:nvPr/>
        </p:nvSpPr>
        <p:spPr>
          <a:xfrm>
            <a:off x="7339583" y="2286000"/>
            <a:ext cx="134112" cy="731520"/>
          </a:xfrm>
          <a:prstGeom prst="can">
            <a:avLst/>
          </a:prstGeom>
          <a:solidFill>
            <a:srgbClr val="4D4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Can 41"/>
          <p:cNvSpPr/>
          <p:nvPr/>
        </p:nvSpPr>
        <p:spPr>
          <a:xfrm>
            <a:off x="7501128" y="2286000"/>
            <a:ext cx="134112" cy="731520"/>
          </a:xfrm>
          <a:prstGeom prst="can">
            <a:avLst/>
          </a:prstGeom>
          <a:solidFill>
            <a:srgbClr val="4D4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699248" y="2593238"/>
            <a:ext cx="777240" cy="424281"/>
          </a:xfrm>
          <a:prstGeom prst="rect">
            <a:avLst/>
          </a:prstGeom>
          <a:solidFill>
            <a:srgbClr val="4D4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ight Triangle 43"/>
          <p:cNvSpPr/>
          <p:nvPr/>
        </p:nvSpPr>
        <p:spPr>
          <a:xfrm flipH="1">
            <a:off x="7699248" y="2403043"/>
            <a:ext cx="259080" cy="197510"/>
          </a:xfrm>
          <a:prstGeom prst="rtTriangle">
            <a:avLst/>
          </a:prstGeom>
          <a:solidFill>
            <a:srgbClr val="4D4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ight Triangle 44"/>
          <p:cNvSpPr/>
          <p:nvPr/>
        </p:nvSpPr>
        <p:spPr>
          <a:xfrm flipH="1">
            <a:off x="7958328" y="2403043"/>
            <a:ext cx="259080" cy="197510"/>
          </a:xfrm>
          <a:prstGeom prst="rtTriangle">
            <a:avLst/>
          </a:prstGeom>
          <a:solidFill>
            <a:srgbClr val="4D4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ight Triangle 45"/>
          <p:cNvSpPr/>
          <p:nvPr/>
        </p:nvSpPr>
        <p:spPr>
          <a:xfrm flipH="1">
            <a:off x="8217408" y="2403043"/>
            <a:ext cx="259080" cy="197510"/>
          </a:xfrm>
          <a:prstGeom prst="rtTriangle">
            <a:avLst/>
          </a:prstGeom>
          <a:solidFill>
            <a:srgbClr val="4D4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321040" y="2286000"/>
            <a:ext cx="77724" cy="219456"/>
          </a:xfrm>
          <a:prstGeom prst="rect">
            <a:avLst/>
          </a:prstGeom>
          <a:solidFill>
            <a:srgbClr val="4D4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flipV="1">
            <a:off x="5486400" y="1627632"/>
            <a:ext cx="0" cy="155448"/>
          </a:xfrm>
          <a:prstGeom prst="line">
            <a:avLst/>
          </a:prstGeom>
          <a:ln w="12700">
            <a:solidFill>
              <a:srgbClr val="A8820F"/>
            </a:solidFill>
            <a:prstDash val="dash"/>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5486400" y="1627632"/>
            <a:ext cx="2606040" cy="0"/>
          </a:xfrm>
          <a:prstGeom prst="line">
            <a:avLst/>
          </a:prstGeom>
          <a:ln w="12700">
            <a:solidFill>
              <a:srgbClr val="A8820F"/>
            </a:solidFill>
            <a:prstDash val="dash"/>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092440" y="1627632"/>
            <a:ext cx="0" cy="612648"/>
          </a:xfrm>
          <a:prstGeom prst="line">
            <a:avLst/>
          </a:prstGeom>
          <a:ln w="12700">
            <a:solidFill>
              <a:srgbClr val="A8820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577840" y="1389888"/>
            <a:ext cx="2560320" cy="201168"/>
          </a:xfrm>
          <a:prstGeom prst="rect">
            <a:avLst/>
          </a:prstGeom>
          <a:noFill/>
        </p:spPr>
        <p:txBody>
          <a:bodyPr wrap="square" lIns="0" rIns="0" tIns="0" bIns="0" anchor="t">
            <a:noAutofit/>
          </a:bodyPr>
          <a:lstStyle/>
          <a:p>
            <a:pPr algn="r"/>
            <a:r>
              <a:rPr sz="850" b="0" i="1">
                <a:solidFill>
                  <a:srgbClr val="8A6A0C"/>
                </a:solidFill>
                <a:latin typeface="Calibri"/>
              </a:rPr>
              <a:t>direct to the mill · Cigading, 2026</a:t>
            </a:r>
          </a:p>
        </p:txBody>
      </p:sp>
      <p:sp>
        <p:nvSpPr>
          <p:cNvPr id="52" name="TextBox 51"/>
          <p:cNvSpPr txBox="1"/>
          <p:nvPr/>
        </p:nvSpPr>
        <p:spPr>
          <a:xfrm>
            <a:off x="658368" y="3108960"/>
            <a:ext cx="1097280" cy="164592"/>
          </a:xfrm>
          <a:prstGeom prst="rect">
            <a:avLst/>
          </a:prstGeom>
          <a:noFill/>
        </p:spPr>
        <p:txBody>
          <a:bodyPr wrap="square" lIns="0" rIns="0" tIns="0" bIns="0" anchor="t">
            <a:noAutofit/>
          </a:bodyPr>
          <a:lstStyle/>
          <a:p>
            <a:pPr algn="ctr"/>
            <a:r>
              <a:rPr sz="750" b="1" i="0" spc="150">
                <a:solidFill>
                  <a:srgbClr val="4D4D4F"/>
                </a:solidFill>
                <a:latin typeface="Calibri"/>
              </a:rPr>
              <a:t>VESSEL</a:t>
            </a:r>
          </a:p>
        </p:txBody>
      </p:sp>
      <p:sp>
        <p:nvSpPr>
          <p:cNvPr id="53" name="TextBox 52"/>
          <p:cNvSpPr txBox="1"/>
          <p:nvPr/>
        </p:nvSpPr>
        <p:spPr>
          <a:xfrm>
            <a:off x="1783080" y="3108960"/>
            <a:ext cx="731520" cy="164592"/>
          </a:xfrm>
          <a:prstGeom prst="rect">
            <a:avLst/>
          </a:prstGeom>
          <a:noFill/>
        </p:spPr>
        <p:txBody>
          <a:bodyPr wrap="square" lIns="0" rIns="0" tIns="0" bIns="0" anchor="t">
            <a:noAutofit/>
          </a:bodyPr>
          <a:lstStyle/>
          <a:p>
            <a:pPr algn="ctr"/>
            <a:r>
              <a:rPr sz="750" b="1" i="0" spc="150">
                <a:solidFill>
                  <a:srgbClr val="4D4D4F"/>
                </a:solidFill>
                <a:latin typeface="Calibri"/>
              </a:rPr>
              <a:t>UNLOADING</a:t>
            </a:r>
          </a:p>
        </p:txBody>
      </p:sp>
      <p:sp>
        <p:nvSpPr>
          <p:cNvPr id="54" name="TextBox 53"/>
          <p:cNvSpPr txBox="1"/>
          <p:nvPr/>
        </p:nvSpPr>
        <p:spPr>
          <a:xfrm>
            <a:off x="2395728" y="3108960"/>
            <a:ext cx="1188720" cy="164592"/>
          </a:xfrm>
          <a:prstGeom prst="rect">
            <a:avLst/>
          </a:prstGeom>
          <a:noFill/>
        </p:spPr>
        <p:txBody>
          <a:bodyPr wrap="square" lIns="0" rIns="0" tIns="0" bIns="0" anchor="t">
            <a:noAutofit/>
          </a:bodyPr>
          <a:lstStyle/>
          <a:p>
            <a:pPr algn="ctr"/>
            <a:r>
              <a:rPr sz="750" b="1" i="0" spc="150">
                <a:solidFill>
                  <a:srgbClr val="4D4D4F"/>
                </a:solidFill>
                <a:latin typeface="Calibri"/>
              </a:rPr>
              <a:t>CONVEYOR</a:t>
            </a:r>
          </a:p>
        </p:txBody>
      </p:sp>
      <p:sp>
        <p:nvSpPr>
          <p:cNvPr id="55" name="TextBox 54"/>
          <p:cNvSpPr txBox="1"/>
          <p:nvPr/>
        </p:nvSpPr>
        <p:spPr>
          <a:xfrm>
            <a:off x="3611880" y="3108960"/>
            <a:ext cx="1920240" cy="164592"/>
          </a:xfrm>
          <a:prstGeom prst="rect">
            <a:avLst/>
          </a:prstGeom>
          <a:noFill/>
        </p:spPr>
        <p:txBody>
          <a:bodyPr wrap="square" lIns="0" rIns="0" tIns="0" bIns="0" anchor="t">
            <a:noAutofit/>
          </a:bodyPr>
          <a:lstStyle/>
          <a:p>
            <a:pPr algn="ctr"/>
            <a:r>
              <a:rPr sz="750" b="1" i="0" spc="150">
                <a:solidFill>
                  <a:srgbClr val="4D4D4F"/>
                </a:solidFill>
                <a:latin typeface="Calibri"/>
              </a:rPr>
              <a:t>TRANSIT WAREHOUSE</a:t>
            </a:r>
          </a:p>
        </p:txBody>
      </p:sp>
      <p:sp>
        <p:nvSpPr>
          <p:cNvPr id="56" name="TextBox 55"/>
          <p:cNvSpPr txBox="1"/>
          <p:nvPr/>
        </p:nvSpPr>
        <p:spPr>
          <a:xfrm>
            <a:off x="5806440" y="3108960"/>
            <a:ext cx="960120" cy="164592"/>
          </a:xfrm>
          <a:prstGeom prst="rect">
            <a:avLst/>
          </a:prstGeom>
          <a:noFill/>
        </p:spPr>
        <p:txBody>
          <a:bodyPr wrap="square" lIns="0" rIns="0" tIns="0" bIns="0" anchor="t">
            <a:noAutofit/>
          </a:bodyPr>
          <a:lstStyle/>
          <a:p>
            <a:pPr algn="ctr"/>
            <a:r>
              <a:rPr sz="750" b="1" i="0" spc="150">
                <a:solidFill>
                  <a:srgbClr val="4D4D4F"/>
                </a:solidFill>
                <a:latin typeface="Calibri"/>
              </a:rPr>
              <a:t>DISPATCH</a:t>
            </a:r>
          </a:p>
        </p:txBody>
      </p:sp>
      <p:sp>
        <p:nvSpPr>
          <p:cNvPr id="57" name="TextBox 56"/>
          <p:cNvSpPr txBox="1"/>
          <p:nvPr/>
        </p:nvSpPr>
        <p:spPr>
          <a:xfrm>
            <a:off x="7178040" y="3108960"/>
            <a:ext cx="1298448" cy="164592"/>
          </a:xfrm>
          <a:prstGeom prst="rect">
            <a:avLst/>
          </a:prstGeom>
          <a:noFill/>
        </p:spPr>
        <p:txBody>
          <a:bodyPr wrap="square" lIns="0" rIns="0" tIns="0" bIns="0" anchor="t">
            <a:noAutofit/>
          </a:bodyPr>
          <a:lstStyle/>
          <a:p>
            <a:pPr algn="ctr"/>
            <a:r>
              <a:rPr sz="750" b="1" i="0" spc="150">
                <a:solidFill>
                  <a:srgbClr val="4D4D4F"/>
                </a:solidFill>
                <a:latin typeface="Calibri"/>
              </a:rPr>
              <a:t>CUSTOMER · MILL</a:t>
            </a:r>
          </a:p>
        </p:txBody>
      </p:sp>
      <p:cxnSp>
        <p:nvCxnSpPr>
          <p:cNvPr id="58" name="Connector 57"/>
          <p:cNvCxnSpPr/>
          <p:nvPr/>
        </p:nvCxnSpPr>
        <p:spPr>
          <a:xfrm>
            <a:off x="658368" y="3401568"/>
            <a:ext cx="2907792" cy="0"/>
          </a:xfrm>
          <a:prstGeom prst="line">
            <a:avLst/>
          </a:prstGeom>
          <a:ln w="12700">
            <a:solidFill>
              <a:srgbClr val="4D4D4F"/>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658368" y="3328416"/>
            <a:ext cx="0" cy="73152"/>
          </a:xfrm>
          <a:prstGeom prst="line">
            <a:avLst/>
          </a:prstGeom>
          <a:ln w="12700">
            <a:solidFill>
              <a:srgbClr val="4D4D4F"/>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566160" y="3328416"/>
            <a:ext cx="0" cy="73152"/>
          </a:xfrm>
          <a:prstGeom prst="line">
            <a:avLst/>
          </a:prstGeom>
          <a:ln w="12700">
            <a:solidFill>
              <a:srgbClr val="4D4D4F"/>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5852160" y="3401568"/>
            <a:ext cx="2624328" cy="0"/>
          </a:xfrm>
          <a:prstGeom prst="line">
            <a:avLst/>
          </a:prstGeom>
          <a:ln w="12700">
            <a:solidFill>
              <a:srgbClr val="4D4D4F"/>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5852160" y="3328416"/>
            <a:ext cx="0" cy="73152"/>
          </a:xfrm>
          <a:prstGeom prst="line">
            <a:avLst/>
          </a:prstGeom>
          <a:ln w="12700">
            <a:solidFill>
              <a:srgbClr val="4D4D4F"/>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476488" y="3328416"/>
            <a:ext cx="0" cy="73152"/>
          </a:xfrm>
          <a:prstGeom prst="line">
            <a:avLst/>
          </a:prstGeom>
          <a:ln w="12700">
            <a:solidFill>
              <a:srgbClr val="4D4D4F"/>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658368" y="3456432"/>
            <a:ext cx="2907792" cy="182880"/>
          </a:xfrm>
          <a:prstGeom prst="rect">
            <a:avLst/>
          </a:prstGeom>
          <a:noFill/>
        </p:spPr>
        <p:txBody>
          <a:bodyPr wrap="square" lIns="0" rIns="0" tIns="0" bIns="0" anchor="t">
            <a:noAutofit/>
          </a:bodyPr>
          <a:lstStyle/>
          <a:p>
            <a:pPr algn="ctr"/>
            <a:r>
              <a:rPr sz="750" b="1" i="0" spc="100">
                <a:solidFill>
                  <a:srgbClr val="4D4D4F"/>
                </a:solidFill>
                <a:latin typeface="Calibri"/>
              </a:rPr>
              <a:t>MARINE CLOCK  ·  the ship discharges at unloader speed</a:t>
            </a:r>
          </a:p>
        </p:txBody>
      </p:sp>
      <p:sp>
        <p:nvSpPr>
          <p:cNvPr id="65" name="TextBox 64"/>
          <p:cNvSpPr txBox="1"/>
          <p:nvPr/>
        </p:nvSpPr>
        <p:spPr>
          <a:xfrm>
            <a:off x="5852160" y="3456432"/>
            <a:ext cx="2624328" cy="182880"/>
          </a:xfrm>
          <a:prstGeom prst="rect">
            <a:avLst/>
          </a:prstGeom>
          <a:noFill/>
        </p:spPr>
        <p:txBody>
          <a:bodyPr wrap="square" lIns="0" rIns="0" tIns="0" bIns="0" anchor="t">
            <a:noAutofit/>
          </a:bodyPr>
          <a:lstStyle/>
          <a:p>
            <a:pPr algn="ctr"/>
            <a:r>
              <a:rPr sz="750" b="1" i="0" spc="100">
                <a:solidFill>
                  <a:srgbClr val="4D4D4F"/>
                </a:solidFill>
                <a:latin typeface="Calibri"/>
              </a:rPr>
              <a:t>INLAND CLOCK  ·  trucks load to mill demand</a:t>
            </a:r>
          </a:p>
        </p:txBody>
      </p:sp>
      <p:sp>
        <p:nvSpPr>
          <p:cNvPr id="66" name="Buffer chip"/>
          <p:cNvSpPr/>
          <p:nvPr/>
        </p:nvSpPr>
        <p:spPr>
          <a:xfrm>
            <a:off x="3703320" y="3346704"/>
            <a:ext cx="2011680" cy="274320"/>
          </a:xfrm>
          <a:prstGeom prst="roundRect">
            <a:avLst>
              <a:gd name="adj" fmla="val 50000"/>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703320" y="3346704"/>
            <a:ext cx="2011680" cy="274320"/>
          </a:xfrm>
          <a:prstGeom prst="rect">
            <a:avLst/>
          </a:prstGeom>
          <a:noFill/>
        </p:spPr>
        <p:txBody>
          <a:bodyPr wrap="square" lIns="0" rIns="0" tIns="0" bIns="0" anchor="ctr">
            <a:noAutofit/>
          </a:bodyPr>
          <a:lstStyle/>
          <a:p>
            <a:pPr algn="ctr"/>
            <a:r>
              <a:rPr sz="700" b="1" i="0" spc="100">
                <a:solidFill>
                  <a:srgbClr val="FFFFFF"/>
                </a:solidFill>
                <a:latin typeface="Calibri"/>
              </a:rPr>
              <a:t>THE BUFFER SEPARATES THE TWO CLOCKS</a:t>
            </a:r>
          </a:p>
        </p:txBody>
      </p:sp>
      <p:sp>
        <p:nvSpPr>
          <p:cNvPr id="68" name="TextBox 67"/>
          <p:cNvSpPr txBox="1"/>
          <p:nvPr/>
        </p:nvSpPr>
        <p:spPr>
          <a:xfrm>
            <a:off x="512064" y="3950208"/>
            <a:ext cx="914400" cy="201168"/>
          </a:xfrm>
          <a:prstGeom prst="rect">
            <a:avLst/>
          </a:prstGeom>
          <a:noFill/>
        </p:spPr>
        <p:txBody>
          <a:bodyPr wrap="square" lIns="0" rIns="0" tIns="0" bIns="0" anchor="t">
            <a:noAutofit/>
          </a:bodyPr>
          <a:lstStyle/>
          <a:p>
            <a:pPr algn="l"/>
            <a:r>
              <a:rPr sz="900" b="1" i="0" spc="150">
                <a:solidFill>
                  <a:srgbClr val="8A6A0C"/>
                </a:solidFill>
                <a:latin typeface="Calibri"/>
              </a:rPr>
              <a:t>FKS SCOPE</a:t>
            </a:r>
          </a:p>
        </p:txBody>
      </p:sp>
      <p:sp>
        <p:nvSpPr>
          <p:cNvPr id="69" name="Rectangle 68"/>
          <p:cNvSpPr/>
          <p:nvPr/>
        </p:nvSpPr>
        <p:spPr>
          <a:xfrm>
            <a:off x="1417320" y="3977639"/>
            <a:ext cx="82296" cy="82296"/>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563624" y="3913632"/>
            <a:ext cx="1280160" cy="384048"/>
          </a:xfrm>
          <a:prstGeom prst="rect">
            <a:avLst/>
          </a:prstGeom>
          <a:noFill/>
        </p:spPr>
        <p:txBody>
          <a:bodyPr wrap="square" lIns="0" rIns="0" tIns="0" bIns="0" anchor="t">
            <a:noAutofit/>
          </a:bodyPr>
          <a:lstStyle/>
          <a:p>
            <a:pPr algn="l">
              <a:lnSpc>
                <a:spcPct val="105000"/>
              </a:lnSpc>
            </a:pPr>
            <a:r>
              <a:rPr sz="900" b="0" i="0">
                <a:solidFill>
                  <a:srgbClr val="4D4D4F"/>
                </a:solidFill>
                <a:latin typeface="Calibri"/>
              </a:rPr>
              <a:t>Unloading with the port operator</a:t>
            </a:r>
          </a:p>
        </p:txBody>
      </p:sp>
      <p:sp>
        <p:nvSpPr>
          <p:cNvPr id="71" name="Rectangle 70"/>
          <p:cNvSpPr/>
          <p:nvPr/>
        </p:nvSpPr>
        <p:spPr>
          <a:xfrm>
            <a:off x="2862072" y="3977639"/>
            <a:ext cx="82296" cy="82296"/>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008376" y="3913632"/>
            <a:ext cx="1280160" cy="384048"/>
          </a:xfrm>
          <a:prstGeom prst="rect">
            <a:avLst/>
          </a:prstGeom>
          <a:noFill/>
        </p:spPr>
        <p:txBody>
          <a:bodyPr wrap="square" lIns="0" rIns="0" tIns="0" bIns="0" anchor="t">
            <a:noAutofit/>
          </a:bodyPr>
          <a:lstStyle/>
          <a:p>
            <a:pPr algn="l">
              <a:lnSpc>
                <a:spcPct val="105000"/>
              </a:lnSpc>
            </a:pPr>
            <a:r>
              <a:rPr sz="900" b="0" i="0">
                <a:solidFill>
                  <a:srgbClr val="4D4D4F"/>
                </a:solidFill>
                <a:latin typeface="Calibri"/>
              </a:rPr>
              <a:t>Enclosed conveyor</a:t>
            </a:r>
          </a:p>
        </p:txBody>
      </p:sp>
      <p:sp>
        <p:nvSpPr>
          <p:cNvPr id="73" name="Rectangle 72"/>
          <p:cNvSpPr/>
          <p:nvPr/>
        </p:nvSpPr>
        <p:spPr>
          <a:xfrm>
            <a:off x="4306824" y="3977639"/>
            <a:ext cx="82296" cy="82296"/>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453128" y="3913632"/>
            <a:ext cx="1280160" cy="384048"/>
          </a:xfrm>
          <a:prstGeom prst="rect">
            <a:avLst/>
          </a:prstGeom>
          <a:noFill/>
        </p:spPr>
        <p:txBody>
          <a:bodyPr wrap="square" lIns="0" rIns="0" tIns="0" bIns="0" anchor="t">
            <a:noAutofit/>
          </a:bodyPr>
          <a:lstStyle/>
          <a:p>
            <a:pPr algn="l">
              <a:lnSpc>
                <a:spcPct val="105000"/>
              </a:lnSpc>
            </a:pPr>
            <a:r>
              <a:rPr sz="900" b="0" i="0">
                <a:solidFill>
                  <a:srgbClr val="4D4D4F"/>
                </a:solidFill>
                <a:latin typeface="Calibri"/>
              </a:rPr>
              <a:t>Transit storage</a:t>
            </a:r>
          </a:p>
        </p:txBody>
      </p:sp>
      <p:sp>
        <p:nvSpPr>
          <p:cNvPr id="75" name="Rectangle 74"/>
          <p:cNvSpPr/>
          <p:nvPr/>
        </p:nvSpPr>
        <p:spPr>
          <a:xfrm>
            <a:off x="5751576" y="3977639"/>
            <a:ext cx="82296" cy="82296"/>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897880" y="3913632"/>
            <a:ext cx="1280160" cy="384048"/>
          </a:xfrm>
          <a:prstGeom prst="rect">
            <a:avLst/>
          </a:prstGeom>
          <a:noFill/>
        </p:spPr>
        <p:txBody>
          <a:bodyPr wrap="square" lIns="0" rIns="0" tIns="0" bIns="0" anchor="t">
            <a:noAutofit/>
          </a:bodyPr>
          <a:lstStyle/>
          <a:p>
            <a:pPr algn="l">
              <a:lnSpc>
                <a:spcPct val="105000"/>
              </a:lnSpc>
            </a:pPr>
            <a:r>
              <a:rPr sz="900" b="0" i="0">
                <a:solidFill>
                  <a:srgbClr val="4D4D4F"/>
                </a:solidFill>
                <a:latin typeface="Calibri"/>
              </a:rPr>
              <a:t>Controlled dispatch and delivery management</a:t>
            </a:r>
          </a:p>
        </p:txBody>
      </p:sp>
      <p:sp>
        <p:nvSpPr>
          <p:cNvPr id="77" name="Rectangle 76"/>
          <p:cNvSpPr/>
          <p:nvPr/>
        </p:nvSpPr>
        <p:spPr>
          <a:xfrm>
            <a:off x="7196328" y="3977639"/>
            <a:ext cx="82296" cy="82296"/>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342631" y="3913632"/>
            <a:ext cx="1280160" cy="384048"/>
          </a:xfrm>
          <a:prstGeom prst="rect">
            <a:avLst/>
          </a:prstGeom>
          <a:noFill/>
        </p:spPr>
        <p:txBody>
          <a:bodyPr wrap="square" lIns="0" rIns="0" tIns="0" bIns="0" anchor="t">
            <a:noAutofit/>
          </a:bodyPr>
          <a:lstStyle/>
          <a:p>
            <a:pPr algn="l">
              <a:lnSpc>
                <a:spcPct val="105000"/>
              </a:lnSpc>
            </a:pPr>
            <a:r>
              <a:rPr sz="900" b="0" i="0">
                <a:solidFill>
                  <a:srgbClr val="4D4D4F"/>
                </a:solidFill>
                <a:latin typeface="Calibri"/>
              </a:rPr>
              <a:t>Direct mill link where applicable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5" sz="half"/>
          </p:nvPr>
        </p:nvSpPr>
        <p:spPr/>
        <p:txBody>
          <a:bodyPr/>
          <a:lstStyle/>
          <a:p>
            <a:r>
              <a:rPr sz="1400" b="1">
                <a:solidFill>
                  <a:srgbClr val="747678"/>
                </a:solidFill>
                <a:latin typeface="Calibri"/>
              </a:rPr>
              <a:t>What the operating model is worth to the cargo owner, per 60 kt cargo</a:t>
            </a:r>
          </a:p>
        </p:txBody>
      </p:sp>
      <p:sp>
        <p:nvSpPr>
          <p:cNvPr id="5" name="Text Placeholder 4"/>
          <p:cNvSpPr>
            <a:spLocks noGrp="1"/>
          </p:cNvSpPr>
          <p:nvPr>
            <p:ph type="body" idx="16" sz="half"/>
          </p:nvPr>
        </p:nvSpPr>
        <p:spPr/>
        <p:txBody>
          <a:bodyPr/>
          <a:lstStyle/>
          <a:p>
            <a:r>
              <a:rPr sz="1800" b="1">
                <a:solidFill>
                  <a:srgbClr val="4D4D4F"/>
                </a:solidFill>
                <a:latin typeface="Calibri"/>
              </a:rPr>
              <a:t>Faster discharge, better freight economics, less cargo lost</a:t>
            </a:r>
          </a:p>
        </p:txBody>
      </p:sp>
      <p:cxnSp>
        <p:nvCxnSpPr>
          <p:cNvPr id="6" name="Title rule"/>
          <p:cNvCxnSpPr/>
          <p:nvPr/>
        </p:nvCxnSpPr>
        <p:spPr>
          <a:xfrm>
            <a:off x="512064" y="886968"/>
            <a:ext cx="8119872" cy="0"/>
          </a:xfrm>
          <a:prstGeom prst="line">
            <a:avLst/>
          </a:prstGeom>
          <a:ln w="9525">
            <a:solidFill>
              <a:srgbClr val="D9DADC"/>
            </a:solidFill>
          </a:ln>
        </p:spPr>
        <p:style>
          <a:lnRef idx="2">
            <a:schemeClr val="accent1"/>
          </a:lnRef>
          <a:fillRef idx="0">
            <a:schemeClr val="accent1"/>
          </a:fillRef>
          <a:effectRef idx="1">
            <a:schemeClr val="accent1"/>
          </a:effectRef>
          <a:fontRef idx="minor">
            <a:schemeClr val="tx1"/>
          </a:fontRef>
        </p:style>
      </p:cxnSp>
      <p:sp>
        <p:nvSpPr>
          <p:cNvPr id="7" name="Page number"/>
          <p:cNvSpPr txBox="1"/>
          <p:nvPr/>
        </p:nvSpPr>
        <p:spPr>
          <a:xfrm>
            <a:off x="8229600" y="4754880"/>
            <a:ext cx="402336" cy="182880"/>
          </a:xfrm>
          <a:prstGeom prst="rect">
            <a:avLst/>
          </a:prstGeom>
          <a:noFill/>
        </p:spPr>
        <p:txBody>
          <a:bodyPr wrap="square" lIns="0" rIns="0" tIns="0" bIns="0" anchor="t">
            <a:noAutofit/>
          </a:bodyPr>
          <a:lstStyle/>
          <a:p>
            <a:pPr algn="r"/>
            <a:r>
              <a:rPr sz="800" b="0" i="0">
                <a:solidFill>
                  <a:srgbClr val="4D4D4F"/>
                </a:solidFill>
                <a:latin typeface="Calibri"/>
              </a:rPr>
              <a:t>5</a:t>
            </a:r>
          </a:p>
        </p:txBody>
      </p:sp>
      <p:cxnSp>
        <p:nvCxnSpPr>
          <p:cNvPr id="8" name="Connector 7"/>
          <p:cNvCxnSpPr/>
          <p:nvPr/>
        </p:nvCxnSpPr>
        <p:spPr>
          <a:xfrm>
            <a:off x="3172968" y="1005840"/>
            <a:ext cx="0" cy="3474720"/>
          </a:xfrm>
          <a:prstGeom prst="line">
            <a:avLst/>
          </a:prstGeom>
          <a:ln w="9525">
            <a:solidFill>
              <a:srgbClr val="D9DAD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971032" y="1005840"/>
            <a:ext cx="0" cy="3474720"/>
          </a:xfrm>
          <a:prstGeom prst="line">
            <a:avLst/>
          </a:prstGeom>
          <a:ln w="9525">
            <a:solidFill>
              <a:srgbClr val="D9DADC"/>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12064" y="1005840"/>
            <a:ext cx="2523744" cy="274320"/>
          </a:xfrm>
          <a:prstGeom prst="rect">
            <a:avLst/>
          </a:prstGeom>
          <a:noFill/>
        </p:spPr>
        <p:txBody>
          <a:bodyPr wrap="square" lIns="0" rIns="0" tIns="0" bIns="0" anchor="t">
            <a:noAutofit/>
          </a:bodyPr>
          <a:lstStyle/>
          <a:p>
            <a:pPr algn="l"/>
            <a:r>
              <a:rPr sz="1400" b="1" i="0">
                <a:solidFill>
                  <a:srgbClr val="4D4D4F"/>
                </a:solidFill>
                <a:latin typeface="Calibri"/>
              </a:rPr>
              <a:t>FASTER</a:t>
            </a:r>
          </a:p>
        </p:txBody>
      </p:sp>
      <p:sp>
        <p:nvSpPr>
          <p:cNvPr id="11" name="TextBox 10"/>
          <p:cNvSpPr txBox="1"/>
          <p:nvPr/>
        </p:nvSpPr>
        <p:spPr>
          <a:xfrm>
            <a:off x="512064" y="1280160"/>
            <a:ext cx="2523744" cy="182880"/>
          </a:xfrm>
          <a:prstGeom prst="rect">
            <a:avLst/>
          </a:prstGeom>
          <a:noFill/>
        </p:spPr>
        <p:txBody>
          <a:bodyPr wrap="square" lIns="0" rIns="0" tIns="0" bIns="0" anchor="t">
            <a:noAutofit/>
          </a:bodyPr>
          <a:lstStyle/>
          <a:p>
            <a:pPr algn="l"/>
            <a:r>
              <a:rPr sz="900" b="0" i="0">
                <a:solidFill>
                  <a:srgbClr val="747678"/>
                </a:solidFill>
                <a:latin typeface="Calibri"/>
              </a:rPr>
              <a:t>The ship discharges at full speed</a:t>
            </a:r>
          </a:p>
        </p:txBody>
      </p:sp>
      <p:sp>
        <p:nvSpPr>
          <p:cNvPr id="12" name="TextBox 11"/>
          <p:cNvSpPr txBox="1"/>
          <p:nvPr/>
        </p:nvSpPr>
        <p:spPr>
          <a:xfrm>
            <a:off x="3310128" y="1005840"/>
            <a:ext cx="2523744" cy="274320"/>
          </a:xfrm>
          <a:prstGeom prst="rect">
            <a:avLst/>
          </a:prstGeom>
          <a:noFill/>
        </p:spPr>
        <p:txBody>
          <a:bodyPr wrap="square" lIns="0" rIns="0" tIns="0" bIns="0" anchor="t">
            <a:noAutofit/>
          </a:bodyPr>
          <a:lstStyle/>
          <a:p>
            <a:pPr algn="l"/>
            <a:r>
              <a:rPr sz="1400" b="1" i="0">
                <a:solidFill>
                  <a:srgbClr val="4D4D4F"/>
                </a:solidFill>
                <a:latin typeface="Calibri"/>
              </a:rPr>
              <a:t>BETTER ECONOMICS</a:t>
            </a:r>
          </a:p>
        </p:txBody>
      </p:sp>
      <p:sp>
        <p:nvSpPr>
          <p:cNvPr id="13" name="TextBox 12"/>
          <p:cNvSpPr txBox="1"/>
          <p:nvPr/>
        </p:nvSpPr>
        <p:spPr>
          <a:xfrm>
            <a:off x="3310128" y="1280160"/>
            <a:ext cx="2523744" cy="182880"/>
          </a:xfrm>
          <a:prstGeom prst="rect">
            <a:avLst/>
          </a:prstGeom>
          <a:noFill/>
        </p:spPr>
        <p:txBody>
          <a:bodyPr wrap="square" lIns="0" rIns="0" tIns="0" bIns="0" anchor="t">
            <a:noAutofit/>
          </a:bodyPr>
          <a:lstStyle/>
          <a:p>
            <a:pPr algn="l"/>
            <a:r>
              <a:rPr sz="900" b="0" i="0">
                <a:solidFill>
                  <a:srgbClr val="747678"/>
                </a:solidFill>
                <a:latin typeface="Calibri"/>
              </a:rPr>
              <a:t>Deep berths (−14 m, −21 m LWS) take larger parcels</a:t>
            </a:r>
          </a:p>
        </p:txBody>
      </p:sp>
      <p:sp>
        <p:nvSpPr>
          <p:cNvPr id="14" name="TextBox 13"/>
          <p:cNvSpPr txBox="1"/>
          <p:nvPr/>
        </p:nvSpPr>
        <p:spPr>
          <a:xfrm>
            <a:off x="6108192" y="1005840"/>
            <a:ext cx="2523744" cy="274320"/>
          </a:xfrm>
          <a:prstGeom prst="rect">
            <a:avLst/>
          </a:prstGeom>
          <a:noFill/>
        </p:spPr>
        <p:txBody>
          <a:bodyPr wrap="square" lIns="0" rIns="0" tIns="0" bIns="0" anchor="t">
            <a:noAutofit/>
          </a:bodyPr>
          <a:lstStyle/>
          <a:p>
            <a:pPr algn="l"/>
            <a:r>
              <a:rPr sz="1400" b="1" i="0">
                <a:solidFill>
                  <a:srgbClr val="4D4D4F"/>
                </a:solidFill>
                <a:latin typeface="Calibri"/>
              </a:rPr>
              <a:t>MORE SECURE</a:t>
            </a:r>
          </a:p>
        </p:txBody>
      </p:sp>
      <p:sp>
        <p:nvSpPr>
          <p:cNvPr id="15" name="TextBox 14"/>
          <p:cNvSpPr txBox="1"/>
          <p:nvPr/>
        </p:nvSpPr>
        <p:spPr>
          <a:xfrm>
            <a:off x="6108192" y="1280160"/>
            <a:ext cx="2523744" cy="182880"/>
          </a:xfrm>
          <a:prstGeom prst="rect">
            <a:avLst/>
          </a:prstGeom>
          <a:noFill/>
        </p:spPr>
        <p:txBody>
          <a:bodyPr wrap="square" lIns="0" rIns="0" tIns="0" bIns="0" anchor="t">
            <a:noAutofit/>
          </a:bodyPr>
          <a:lstStyle/>
          <a:p>
            <a:pPr algn="l"/>
            <a:r>
              <a:rPr sz="900" b="0" i="0">
                <a:solidFill>
                  <a:srgbClr val="747678"/>
                </a:solidFill>
                <a:latin typeface="Calibri"/>
              </a:rPr>
              <a:t>An enclosed, reconciled chain from hold to mill</a:t>
            </a:r>
          </a:p>
        </p:txBody>
      </p:sp>
      <p:sp>
        <p:nvSpPr>
          <p:cNvPr id="16" name="TextBox 15"/>
          <p:cNvSpPr txBox="1"/>
          <p:nvPr/>
        </p:nvSpPr>
        <p:spPr>
          <a:xfrm>
            <a:off x="512064" y="1600200"/>
            <a:ext cx="2523744" cy="411480"/>
          </a:xfrm>
          <a:prstGeom prst="rect">
            <a:avLst/>
          </a:prstGeom>
          <a:noFill/>
        </p:spPr>
        <p:txBody>
          <a:bodyPr wrap="square" lIns="0" rIns="0" tIns="0" bIns="0" anchor="ctr">
            <a:noAutofit/>
          </a:bodyPr>
          <a:lstStyle/>
          <a:p>
            <a:pPr algn="l"/>
            <a:r>
              <a:rPr sz="2400" b="1" i="0">
                <a:solidFill>
                  <a:srgbClr val="4D4D4F"/>
                </a:solidFill>
                <a:latin typeface="Calibri"/>
              </a:rPr>
              <a:t>~5 </a:t>
            </a:r>
            <a:r>
              <a:rPr sz="2400" b="1" i="0">
                <a:solidFill>
                  <a:srgbClr val="E6B222"/>
                </a:solidFill>
                <a:latin typeface="Calibri"/>
              </a:rPr>
              <a:t>→ </a:t>
            </a:r>
            <a:r>
              <a:rPr sz="2400" b="1" i="0">
                <a:solidFill>
                  <a:srgbClr val="4D4D4F"/>
                </a:solidFill>
                <a:latin typeface="Calibri"/>
              </a:rPr>
              <a:t>~20</a:t>
            </a:r>
          </a:p>
        </p:txBody>
      </p:sp>
      <p:sp>
        <p:nvSpPr>
          <p:cNvPr id="17" name="TextBox 16"/>
          <p:cNvSpPr txBox="1"/>
          <p:nvPr/>
        </p:nvSpPr>
        <p:spPr>
          <a:xfrm>
            <a:off x="512064" y="2011680"/>
            <a:ext cx="2523744" cy="182880"/>
          </a:xfrm>
          <a:prstGeom prst="rect">
            <a:avLst/>
          </a:prstGeom>
          <a:noFill/>
        </p:spPr>
        <p:txBody>
          <a:bodyPr wrap="square" lIns="0" rIns="0" tIns="0" bIns="0" anchor="t">
            <a:noAutofit/>
          </a:bodyPr>
          <a:lstStyle/>
          <a:p>
            <a:pPr algn="l"/>
            <a:r>
              <a:rPr sz="900" b="0" i="0">
                <a:solidFill>
                  <a:srgbClr val="747678"/>
                </a:solidFill>
                <a:latin typeface="Calibri"/>
              </a:rPr>
              <a:t>thousand tonnes discharged per day</a:t>
            </a:r>
          </a:p>
        </p:txBody>
      </p:sp>
      <p:sp>
        <p:nvSpPr>
          <p:cNvPr id="18" name="TextBox 17"/>
          <p:cNvSpPr txBox="1"/>
          <p:nvPr/>
        </p:nvSpPr>
        <p:spPr>
          <a:xfrm>
            <a:off x="512064" y="2386584"/>
            <a:ext cx="914400" cy="182880"/>
          </a:xfrm>
          <a:prstGeom prst="rect">
            <a:avLst/>
          </a:prstGeom>
          <a:noFill/>
        </p:spPr>
        <p:txBody>
          <a:bodyPr wrap="square" lIns="0" rIns="0" tIns="0" bIns="0" anchor="t">
            <a:noAutofit/>
          </a:bodyPr>
          <a:lstStyle/>
          <a:p>
            <a:pPr algn="l"/>
            <a:r>
              <a:rPr sz="750" b="1" i="0" spc="150">
                <a:solidFill>
                  <a:srgbClr val="747678"/>
                </a:solidFill>
                <a:latin typeface="Calibri"/>
              </a:rPr>
              <a:t>CONVENTIONAL</a:t>
            </a:r>
          </a:p>
        </p:txBody>
      </p:sp>
      <p:sp>
        <p:nvSpPr>
          <p:cNvPr id="19" name="Rectangle 18"/>
          <p:cNvSpPr/>
          <p:nvPr/>
        </p:nvSpPr>
        <p:spPr>
          <a:xfrm>
            <a:off x="1472184" y="2359152"/>
            <a:ext cx="960120" cy="219456"/>
          </a:xfrm>
          <a:prstGeom prst="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7168" y="2359152"/>
            <a:ext cx="640080" cy="219456"/>
          </a:xfrm>
          <a:prstGeom prst="rect">
            <a:avLst/>
          </a:prstGeom>
          <a:noFill/>
        </p:spPr>
        <p:txBody>
          <a:bodyPr wrap="square" lIns="0" rIns="0" tIns="0" bIns="0" anchor="ctr">
            <a:noAutofit/>
          </a:bodyPr>
          <a:lstStyle/>
          <a:p>
            <a:pPr algn="l"/>
            <a:r>
              <a:rPr sz="1000" b="1" i="0">
                <a:solidFill>
                  <a:srgbClr val="4D4D4F"/>
                </a:solidFill>
                <a:latin typeface="Calibri"/>
              </a:rPr>
              <a:t>12 days</a:t>
            </a:r>
          </a:p>
        </p:txBody>
      </p:sp>
      <p:sp>
        <p:nvSpPr>
          <p:cNvPr id="21" name="TextBox 20"/>
          <p:cNvSpPr txBox="1"/>
          <p:nvPr/>
        </p:nvSpPr>
        <p:spPr>
          <a:xfrm>
            <a:off x="512064" y="2679191"/>
            <a:ext cx="914400" cy="182880"/>
          </a:xfrm>
          <a:prstGeom prst="rect">
            <a:avLst/>
          </a:prstGeom>
          <a:noFill/>
        </p:spPr>
        <p:txBody>
          <a:bodyPr wrap="square" lIns="0" rIns="0" tIns="0" bIns="0" anchor="t">
            <a:noAutofit/>
          </a:bodyPr>
          <a:lstStyle/>
          <a:p>
            <a:pPr algn="l"/>
            <a:r>
              <a:rPr sz="750" b="1" i="0" spc="150">
                <a:solidFill>
                  <a:srgbClr val="747678"/>
                </a:solidFill>
                <a:latin typeface="Calibri"/>
              </a:rPr>
              <a:t>FKS</a:t>
            </a:r>
          </a:p>
        </p:txBody>
      </p:sp>
      <p:sp>
        <p:nvSpPr>
          <p:cNvPr id="22" name="Rectangle 21"/>
          <p:cNvSpPr/>
          <p:nvPr/>
        </p:nvSpPr>
        <p:spPr>
          <a:xfrm>
            <a:off x="1472184" y="2651760"/>
            <a:ext cx="240030" cy="219456"/>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67078" y="2651760"/>
            <a:ext cx="640080" cy="219456"/>
          </a:xfrm>
          <a:prstGeom prst="rect">
            <a:avLst/>
          </a:prstGeom>
          <a:noFill/>
        </p:spPr>
        <p:txBody>
          <a:bodyPr wrap="square" lIns="0" rIns="0" tIns="0" bIns="0" anchor="ctr">
            <a:noAutofit/>
          </a:bodyPr>
          <a:lstStyle/>
          <a:p>
            <a:pPr algn="l"/>
            <a:r>
              <a:rPr sz="1000" b="1" i="0">
                <a:solidFill>
                  <a:srgbClr val="4D4D4F"/>
                </a:solidFill>
                <a:latin typeface="Calibri"/>
              </a:rPr>
              <a:t>3 days</a:t>
            </a:r>
          </a:p>
        </p:txBody>
      </p:sp>
      <p:sp>
        <p:nvSpPr>
          <p:cNvPr id="24" name="TextBox 23"/>
          <p:cNvSpPr txBox="1"/>
          <p:nvPr/>
        </p:nvSpPr>
        <p:spPr>
          <a:xfrm>
            <a:off x="512064" y="2926080"/>
            <a:ext cx="2523744" cy="182880"/>
          </a:xfrm>
          <a:prstGeom prst="rect">
            <a:avLst/>
          </a:prstGeom>
          <a:noFill/>
        </p:spPr>
        <p:txBody>
          <a:bodyPr wrap="square" lIns="0" rIns="0" tIns="0" bIns="0" anchor="t">
            <a:noAutofit/>
          </a:bodyPr>
          <a:lstStyle/>
          <a:p>
            <a:pPr algn="l"/>
            <a:r>
              <a:rPr sz="900" b="0" i="0">
                <a:solidFill>
                  <a:srgbClr val="747678"/>
                </a:solidFill>
                <a:latin typeface="Calibri"/>
              </a:rPr>
              <a:t>alongside for one 60 kt cargo</a:t>
            </a:r>
          </a:p>
        </p:txBody>
      </p:sp>
      <p:sp>
        <p:nvSpPr>
          <p:cNvPr id="25" name="TextBox 24"/>
          <p:cNvSpPr txBox="1"/>
          <p:nvPr/>
        </p:nvSpPr>
        <p:spPr>
          <a:xfrm>
            <a:off x="512064" y="3182112"/>
            <a:ext cx="2523744" cy="256032"/>
          </a:xfrm>
          <a:prstGeom prst="rect">
            <a:avLst/>
          </a:prstGeom>
          <a:noFill/>
        </p:spPr>
        <p:txBody>
          <a:bodyPr wrap="square" lIns="0" rIns="0" tIns="0" bIns="0" anchor="t">
            <a:noAutofit/>
          </a:bodyPr>
          <a:lstStyle/>
          <a:p>
            <a:pPr algn="l"/>
            <a:r>
              <a:rPr sz="1300" b="1" i="0">
                <a:solidFill>
                  <a:srgbClr val="8A6A0C"/>
                </a:solidFill>
                <a:latin typeface="Calibri"/>
              </a:rPr>
              <a:t>~9 vessel-days saved</a:t>
            </a:r>
          </a:p>
        </p:txBody>
      </p:sp>
      <p:sp>
        <p:nvSpPr>
          <p:cNvPr id="26" name="TextBox 25"/>
          <p:cNvSpPr txBox="1"/>
          <p:nvPr/>
        </p:nvSpPr>
        <p:spPr>
          <a:xfrm>
            <a:off x="512064" y="3456432"/>
            <a:ext cx="2523744" cy="457200"/>
          </a:xfrm>
          <a:prstGeom prst="rect">
            <a:avLst/>
          </a:prstGeom>
          <a:noFill/>
        </p:spPr>
        <p:txBody>
          <a:bodyPr wrap="square" lIns="0" rIns="0" tIns="0" bIns="0" anchor="ctr">
            <a:noAutofit/>
          </a:bodyPr>
          <a:lstStyle/>
          <a:p>
            <a:pPr algn="l"/>
            <a:r>
              <a:rPr sz="2600" b="1" i="0">
                <a:solidFill>
                  <a:srgbClr val="4D4D4F"/>
                </a:solidFill>
                <a:latin typeface="Calibri"/>
              </a:rPr>
              <a:t>≈US$146k</a:t>
            </a:r>
          </a:p>
        </p:txBody>
      </p:sp>
      <p:sp>
        <p:nvSpPr>
          <p:cNvPr id="27" name="TextBox 26"/>
          <p:cNvSpPr txBox="1"/>
          <p:nvPr/>
        </p:nvSpPr>
        <p:spPr>
          <a:xfrm>
            <a:off x="512064" y="3913632"/>
            <a:ext cx="2523744" cy="310896"/>
          </a:xfrm>
          <a:prstGeom prst="rect">
            <a:avLst/>
          </a:prstGeom>
          <a:noFill/>
        </p:spPr>
        <p:txBody>
          <a:bodyPr wrap="square" lIns="0" rIns="0" tIns="0" bIns="0" anchor="t">
            <a:noAutofit/>
          </a:bodyPr>
          <a:lstStyle/>
          <a:p>
            <a:pPr algn="l"/>
            <a:r>
              <a:rPr sz="900" b="0" i="0">
                <a:solidFill>
                  <a:srgbClr val="747678"/>
                </a:solidFill>
                <a:latin typeface="Calibri"/>
              </a:rPr>
              <a:t>indicative value of vessel time per 60 kt cargo</a:t>
            </a:r>
          </a:p>
        </p:txBody>
      </p:sp>
      <p:sp>
        <p:nvSpPr>
          <p:cNvPr id="28" name="TextBox 27"/>
          <p:cNvSpPr txBox="1"/>
          <p:nvPr/>
        </p:nvSpPr>
        <p:spPr>
          <a:xfrm>
            <a:off x="512064" y="4224528"/>
            <a:ext cx="2523744" cy="182880"/>
          </a:xfrm>
          <a:prstGeom prst="rect">
            <a:avLst/>
          </a:prstGeom>
          <a:noFill/>
        </p:spPr>
        <p:txBody>
          <a:bodyPr wrap="square" lIns="0" rIns="0" tIns="0" bIns="0" anchor="t">
            <a:noAutofit/>
          </a:bodyPr>
          <a:lstStyle/>
          <a:p>
            <a:pPr algn="l"/>
            <a:r>
              <a:rPr sz="800" b="0" i="1">
                <a:solidFill>
                  <a:srgbClr val="747678"/>
                </a:solidFill>
                <a:latin typeface="Calibri"/>
              </a:rPr>
              <a:t>≈US$2.4 / t  ·  at ~US$16.2k per vessel-day</a:t>
            </a:r>
          </a:p>
        </p:txBody>
      </p:sp>
      <p:sp>
        <p:nvSpPr>
          <p:cNvPr id="29" name="TextBox 28"/>
          <p:cNvSpPr txBox="1"/>
          <p:nvPr/>
        </p:nvSpPr>
        <p:spPr>
          <a:xfrm>
            <a:off x="3310128" y="1600200"/>
            <a:ext cx="2523744" cy="201168"/>
          </a:xfrm>
          <a:prstGeom prst="rect">
            <a:avLst/>
          </a:prstGeom>
          <a:noFill/>
        </p:spPr>
        <p:txBody>
          <a:bodyPr wrap="square" lIns="0" rIns="0" tIns="0" bIns="0" anchor="t">
            <a:noAutofit/>
          </a:bodyPr>
          <a:lstStyle/>
          <a:p>
            <a:pPr algn="l"/>
            <a:r>
              <a:rPr sz="950" b="1" i="0">
                <a:solidFill>
                  <a:srgbClr val="4D4D4F"/>
                </a:solidFill>
                <a:latin typeface="Calibri"/>
              </a:rPr>
              <a:t>Deeper berth</a:t>
            </a:r>
            <a:r>
              <a:rPr sz="950" b="1" i="0">
                <a:solidFill>
                  <a:srgbClr val="E6B222"/>
                </a:solidFill>
                <a:latin typeface="Calibri"/>
              </a:rPr>
              <a:t>  ❯  </a:t>
            </a:r>
            <a:r>
              <a:rPr sz="950" b="1" i="0">
                <a:solidFill>
                  <a:srgbClr val="4D4D4F"/>
                </a:solidFill>
                <a:latin typeface="Calibri"/>
              </a:rPr>
              <a:t>Larger parcel</a:t>
            </a:r>
          </a:p>
        </p:txBody>
      </p:sp>
      <p:sp>
        <p:nvSpPr>
          <p:cNvPr id="30" name="TextBox 29"/>
          <p:cNvSpPr txBox="1"/>
          <p:nvPr/>
        </p:nvSpPr>
        <p:spPr>
          <a:xfrm>
            <a:off x="3310128" y="1801368"/>
            <a:ext cx="2523744" cy="201168"/>
          </a:xfrm>
          <a:prstGeom prst="rect">
            <a:avLst/>
          </a:prstGeom>
          <a:noFill/>
        </p:spPr>
        <p:txBody>
          <a:bodyPr wrap="square" lIns="0" rIns="0" tIns="0" bIns="0" anchor="t">
            <a:noAutofit/>
          </a:bodyPr>
          <a:lstStyle/>
          <a:p>
            <a:pPr algn="l"/>
            <a:r>
              <a:rPr sz="950" b="1" i="0">
                <a:solidFill>
                  <a:srgbClr val="4D4D4F"/>
                </a:solidFill>
                <a:latin typeface="Calibri"/>
              </a:rPr>
              <a:t>Fewer port calls</a:t>
            </a:r>
            <a:r>
              <a:rPr sz="950" b="1" i="0">
                <a:solidFill>
                  <a:srgbClr val="E6B222"/>
                </a:solidFill>
                <a:latin typeface="Calibri"/>
              </a:rPr>
              <a:t>  ❯  </a:t>
            </a:r>
            <a:r>
              <a:rPr sz="950" b="1" i="0">
                <a:solidFill>
                  <a:srgbClr val="4D4D4F"/>
                </a:solidFill>
                <a:latin typeface="Calibri"/>
              </a:rPr>
              <a:t>Lower freight per tonne</a:t>
            </a:r>
          </a:p>
        </p:txBody>
      </p:sp>
      <p:sp>
        <p:nvSpPr>
          <p:cNvPr id="31" name="TextBox 30"/>
          <p:cNvSpPr txBox="1"/>
          <p:nvPr/>
        </p:nvSpPr>
        <p:spPr>
          <a:xfrm>
            <a:off x="3310128" y="2148840"/>
            <a:ext cx="1371600" cy="164592"/>
          </a:xfrm>
          <a:prstGeom prst="rect">
            <a:avLst/>
          </a:prstGeom>
          <a:noFill/>
        </p:spPr>
        <p:txBody>
          <a:bodyPr wrap="square" lIns="0" rIns="0" tIns="0" bIns="0" anchor="t">
            <a:noAutofit/>
          </a:bodyPr>
          <a:lstStyle/>
          <a:p>
            <a:pPr algn="l"/>
            <a:r>
              <a:rPr sz="750" b="1" i="0" spc="150">
                <a:solidFill>
                  <a:srgbClr val="747678"/>
                </a:solidFill>
                <a:latin typeface="Calibri"/>
              </a:rPr>
              <a:t>CONVENTIONAL</a:t>
            </a:r>
          </a:p>
        </p:txBody>
      </p:sp>
      <p:sp>
        <p:nvSpPr>
          <p:cNvPr id="32" name="Trapezoid 31"/>
          <p:cNvSpPr/>
          <p:nvPr/>
        </p:nvSpPr>
        <p:spPr>
          <a:xfrm flipV="1">
            <a:off x="3310128" y="2484059"/>
            <a:ext cx="548640" cy="103692"/>
          </a:xfrm>
          <a:prstGeom prst="trapezoid">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716121" y="2409992"/>
            <a:ext cx="87782" cy="79004"/>
          </a:xfrm>
          <a:prstGeom prst="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32580" y="2365552"/>
            <a:ext cx="54864" cy="49377"/>
          </a:xfrm>
          <a:prstGeom prst="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371027" y="2449494"/>
            <a:ext cx="136062" cy="34564"/>
          </a:xfrm>
          <a:prstGeom prst="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541105" y="2449494"/>
            <a:ext cx="136062" cy="34564"/>
          </a:xfrm>
          <a:prstGeom prst="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rapezoid 36"/>
          <p:cNvSpPr/>
          <p:nvPr/>
        </p:nvSpPr>
        <p:spPr>
          <a:xfrm flipV="1">
            <a:off x="3931920" y="2484059"/>
            <a:ext cx="548640" cy="103692"/>
          </a:xfrm>
          <a:prstGeom prst="trapezoid">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337913" y="2409992"/>
            <a:ext cx="87782" cy="79004"/>
          </a:xfrm>
          <a:prstGeom prst="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54372" y="2365552"/>
            <a:ext cx="54864" cy="49377"/>
          </a:xfrm>
          <a:prstGeom prst="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992819" y="2449494"/>
            <a:ext cx="136062" cy="34564"/>
          </a:xfrm>
          <a:prstGeom prst="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162897" y="2449494"/>
            <a:ext cx="136062" cy="34564"/>
          </a:xfrm>
          <a:prstGeom prst="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90288" y="2286000"/>
            <a:ext cx="1243584" cy="365760"/>
          </a:xfrm>
          <a:prstGeom prst="rect">
            <a:avLst/>
          </a:prstGeom>
          <a:noFill/>
        </p:spPr>
        <p:txBody>
          <a:bodyPr wrap="square" lIns="0" rIns="0" tIns="0" bIns="0" anchor="t">
            <a:noAutofit/>
          </a:bodyPr>
          <a:lstStyle/>
          <a:p>
            <a:pPr algn="l">
              <a:lnSpc>
                <a:spcPct val="105000"/>
              </a:lnSpc>
            </a:pPr>
            <a:r>
              <a:rPr sz="900" b="0" i="0">
                <a:solidFill>
                  <a:srgbClr val="747678"/>
                </a:solidFill>
                <a:latin typeface="Calibri"/>
              </a:rPr>
              <a:t>Smaller parcels, two port calls</a:t>
            </a:r>
          </a:p>
        </p:txBody>
      </p:sp>
      <p:sp>
        <p:nvSpPr>
          <p:cNvPr id="43" name="TextBox 42"/>
          <p:cNvSpPr txBox="1"/>
          <p:nvPr/>
        </p:nvSpPr>
        <p:spPr>
          <a:xfrm>
            <a:off x="3310128" y="2697480"/>
            <a:ext cx="914400" cy="164592"/>
          </a:xfrm>
          <a:prstGeom prst="rect">
            <a:avLst/>
          </a:prstGeom>
          <a:noFill/>
        </p:spPr>
        <p:txBody>
          <a:bodyPr wrap="square" lIns="0" rIns="0" tIns="0" bIns="0" anchor="t">
            <a:noAutofit/>
          </a:bodyPr>
          <a:lstStyle/>
          <a:p>
            <a:pPr algn="l"/>
            <a:r>
              <a:rPr sz="750" b="1" i="0" spc="150">
                <a:solidFill>
                  <a:srgbClr val="747678"/>
                </a:solidFill>
                <a:latin typeface="Calibri"/>
              </a:rPr>
              <a:t>FKS</a:t>
            </a:r>
          </a:p>
        </p:txBody>
      </p:sp>
      <p:sp>
        <p:nvSpPr>
          <p:cNvPr id="44" name="Trapezoid 43"/>
          <p:cNvSpPr/>
          <p:nvPr/>
        </p:nvSpPr>
        <p:spPr>
          <a:xfrm flipV="1">
            <a:off x="3310128" y="3084819"/>
            <a:ext cx="1143000" cy="161300"/>
          </a:xfrm>
          <a:prstGeom prst="trapezoid">
            <a:avLst/>
          </a:prstGeom>
          <a:solidFill>
            <a:srgbClr val="4D4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55948" y="2969605"/>
            <a:ext cx="182880" cy="122895"/>
          </a:xfrm>
          <a:prstGeom prst="rect">
            <a:avLst/>
          </a:prstGeom>
          <a:solidFill>
            <a:srgbClr val="4D4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190237" y="2900476"/>
            <a:ext cx="114300" cy="76809"/>
          </a:xfrm>
          <a:prstGeom prst="rect">
            <a:avLst/>
          </a:prstGeom>
          <a:solidFill>
            <a:srgbClr val="4D4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419284" y="3031053"/>
            <a:ext cx="141732" cy="53766"/>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596449" y="3031053"/>
            <a:ext cx="141732" cy="53766"/>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773614" y="3031053"/>
            <a:ext cx="141732" cy="53766"/>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950779" y="3031053"/>
            <a:ext cx="141732" cy="53766"/>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90288" y="2880360"/>
            <a:ext cx="1243584" cy="365760"/>
          </a:xfrm>
          <a:prstGeom prst="rect">
            <a:avLst/>
          </a:prstGeom>
          <a:noFill/>
        </p:spPr>
        <p:txBody>
          <a:bodyPr wrap="square" lIns="0" rIns="0" tIns="0" bIns="0" anchor="t">
            <a:noAutofit/>
          </a:bodyPr>
          <a:lstStyle/>
          <a:p>
            <a:pPr algn="l">
              <a:lnSpc>
                <a:spcPct val="105000"/>
              </a:lnSpc>
            </a:pPr>
            <a:r>
              <a:rPr sz="900" b="0" i="0">
                <a:solidFill>
                  <a:srgbClr val="747678"/>
                </a:solidFill>
                <a:latin typeface="Calibri"/>
              </a:rPr>
              <a:t>Panamax parcel, one gateway</a:t>
            </a:r>
          </a:p>
        </p:txBody>
      </p:sp>
      <p:sp>
        <p:nvSpPr>
          <p:cNvPr id="52" name="Freight placeholder"/>
          <p:cNvSpPr/>
          <p:nvPr/>
        </p:nvSpPr>
        <p:spPr>
          <a:xfrm>
            <a:off x="3310128" y="3438144"/>
            <a:ext cx="2523744" cy="694944"/>
          </a:xfrm>
          <a:prstGeom prst="roundRect">
            <a:avLst>
              <a:gd name="adj" fmla="val 10526"/>
            </a:avLst>
          </a:prstGeom>
          <a:solidFill>
            <a:srgbClr val="FDF8E7"/>
          </a:solidFill>
          <a:ln w="12700">
            <a:solidFill>
              <a:srgbClr val="E6B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419856" y="3493008"/>
            <a:ext cx="2304287" cy="292608"/>
          </a:xfrm>
          <a:prstGeom prst="rect">
            <a:avLst/>
          </a:prstGeom>
          <a:noFill/>
        </p:spPr>
        <p:txBody>
          <a:bodyPr wrap="square" lIns="0" rIns="0" tIns="0" bIns="0" anchor="ctr">
            <a:noAutofit/>
          </a:bodyPr>
          <a:lstStyle/>
          <a:p>
            <a:pPr algn="l"/>
            <a:r>
              <a:rPr sz="1400" b="1" i="0">
                <a:solidFill>
                  <a:srgbClr val="4D4D4F"/>
                </a:solidFill>
                <a:latin typeface="Calibri"/>
              </a:rPr>
              <a:t>Potential freight saving</a:t>
            </a:r>
          </a:p>
        </p:txBody>
      </p:sp>
      <p:sp>
        <p:nvSpPr>
          <p:cNvPr id="54" name="TextBox 53"/>
          <p:cNvSpPr txBox="1"/>
          <p:nvPr/>
        </p:nvSpPr>
        <p:spPr>
          <a:xfrm>
            <a:off x="3419856" y="3785615"/>
            <a:ext cx="2304287" cy="274320"/>
          </a:xfrm>
          <a:prstGeom prst="rect">
            <a:avLst/>
          </a:prstGeom>
          <a:noFill/>
        </p:spPr>
        <p:txBody>
          <a:bodyPr wrap="square" lIns="0" rIns="0" tIns="0" bIns="0" anchor="t">
            <a:noAutofit/>
          </a:bodyPr>
          <a:lstStyle/>
          <a:p>
            <a:pPr algn="l">
              <a:lnSpc>
                <a:spcPct val="105000"/>
              </a:lnSpc>
            </a:pPr>
            <a:r>
              <a:rPr sz="750" b="1" i="0" spc="120">
                <a:solidFill>
                  <a:srgbClr val="8A6A0C"/>
                </a:solidFill>
                <a:latin typeface="Calibri"/>
              </a:rPr>
              <a:t>TO BE QUANTIFIED FROM FKS VOYAGE DATA</a:t>
            </a:r>
          </a:p>
        </p:txBody>
      </p:sp>
      <p:sp>
        <p:nvSpPr>
          <p:cNvPr id="55" name="TextBox 54"/>
          <p:cNvSpPr txBox="1"/>
          <p:nvPr/>
        </p:nvSpPr>
        <p:spPr>
          <a:xfrm>
            <a:off x="3310128" y="4224528"/>
            <a:ext cx="2523744" cy="182880"/>
          </a:xfrm>
          <a:prstGeom prst="rect">
            <a:avLst/>
          </a:prstGeom>
          <a:noFill/>
        </p:spPr>
        <p:txBody>
          <a:bodyPr wrap="square" lIns="0" rIns="0" tIns="0" bIns="0" anchor="t">
            <a:noAutofit/>
          </a:bodyPr>
          <a:lstStyle/>
          <a:p>
            <a:pPr algn="l"/>
            <a:r>
              <a:rPr sz="800" b="0" i="1">
                <a:solidFill>
                  <a:srgbClr val="747678"/>
                </a:solidFill>
                <a:latin typeface="Calibri"/>
              </a:rPr>
              <a:t>Port calls ≥2 → 1: FKS voyage statement, to validate</a:t>
            </a:r>
          </a:p>
        </p:txBody>
      </p:sp>
      <p:sp>
        <p:nvSpPr>
          <p:cNvPr id="56" name="TextBox 55"/>
          <p:cNvSpPr txBox="1"/>
          <p:nvPr/>
        </p:nvSpPr>
        <p:spPr>
          <a:xfrm>
            <a:off x="6108192" y="1655064"/>
            <a:ext cx="914400" cy="182880"/>
          </a:xfrm>
          <a:prstGeom prst="rect">
            <a:avLst/>
          </a:prstGeom>
          <a:noFill/>
        </p:spPr>
        <p:txBody>
          <a:bodyPr wrap="square" lIns="0" rIns="0" tIns="0" bIns="0" anchor="t">
            <a:noAutofit/>
          </a:bodyPr>
          <a:lstStyle/>
          <a:p>
            <a:pPr algn="l"/>
            <a:r>
              <a:rPr sz="750" b="1" i="0" spc="150">
                <a:solidFill>
                  <a:srgbClr val="747678"/>
                </a:solidFill>
                <a:latin typeface="Calibri"/>
              </a:rPr>
              <a:t>CONVENTIONAL</a:t>
            </a:r>
          </a:p>
        </p:txBody>
      </p:sp>
      <p:sp>
        <p:nvSpPr>
          <p:cNvPr id="57" name="Rectangle 56"/>
          <p:cNvSpPr/>
          <p:nvPr/>
        </p:nvSpPr>
        <p:spPr>
          <a:xfrm>
            <a:off x="7068312" y="1627632"/>
            <a:ext cx="914400" cy="219456"/>
          </a:xfrm>
          <a:prstGeom prst="rect">
            <a:avLst/>
          </a:prstGeom>
          <a:solidFill>
            <a:srgbClr val="A7A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37576" y="1627632"/>
            <a:ext cx="640080" cy="219456"/>
          </a:xfrm>
          <a:prstGeom prst="rect">
            <a:avLst/>
          </a:prstGeom>
          <a:noFill/>
        </p:spPr>
        <p:txBody>
          <a:bodyPr wrap="square" lIns="0" rIns="0" tIns="0" bIns="0" anchor="ctr">
            <a:noAutofit/>
          </a:bodyPr>
          <a:lstStyle/>
          <a:p>
            <a:pPr algn="l"/>
            <a:r>
              <a:rPr sz="1000" b="1" i="0">
                <a:solidFill>
                  <a:srgbClr val="4D4D4F"/>
                </a:solidFill>
                <a:latin typeface="Calibri"/>
              </a:rPr>
              <a:t>0.2–0.3%</a:t>
            </a:r>
          </a:p>
        </p:txBody>
      </p:sp>
      <p:sp>
        <p:nvSpPr>
          <p:cNvPr id="59" name="TextBox 58"/>
          <p:cNvSpPr txBox="1"/>
          <p:nvPr/>
        </p:nvSpPr>
        <p:spPr>
          <a:xfrm>
            <a:off x="6108192" y="1947672"/>
            <a:ext cx="914400" cy="182880"/>
          </a:xfrm>
          <a:prstGeom prst="rect">
            <a:avLst/>
          </a:prstGeom>
          <a:noFill/>
        </p:spPr>
        <p:txBody>
          <a:bodyPr wrap="square" lIns="0" rIns="0" tIns="0" bIns="0" anchor="t">
            <a:noAutofit/>
          </a:bodyPr>
          <a:lstStyle/>
          <a:p>
            <a:pPr algn="l"/>
            <a:r>
              <a:rPr sz="750" b="1" i="0" spc="150">
                <a:solidFill>
                  <a:srgbClr val="747678"/>
                </a:solidFill>
                <a:latin typeface="Calibri"/>
              </a:rPr>
              <a:t>FKS</a:t>
            </a:r>
          </a:p>
        </p:txBody>
      </p:sp>
      <p:sp>
        <p:nvSpPr>
          <p:cNvPr id="60" name="Rectangle 59"/>
          <p:cNvSpPr/>
          <p:nvPr/>
        </p:nvSpPr>
        <p:spPr>
          <a:xfrm>
            <a:off x="7068312" y="1920240"/>
            <a:ext cx="365760" cy="219456"/>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488936" y="1920240"/>
            <a:ext cx="640080" cy="219456"/>
          </a:xfrm>
          <a:prstGeom prst="rect">
            <a:avLst/>
          </a:prstGeom>
          <a:noFill/>
        </p:spPr>
        <p:txBody>
          <a:bodyPr wrap="square" lIns="0" rIns="0" tIns="0" bIns="0" anchor="ctr">
            <a:noAutofit/>
          </a:bodyPr>
          <a:lstStyle/>
          <a:p>
            <a:pPr algn="l"/>
            <a:r>
              <a:rPr sz="1000" b="1" i="0">
                <a:solidFill>
                  <a:srgbClr val="4D4D4F"/>
                </a:solidFill>
                <a:latin typeface="Calibri"/>
              </a:rPr>
              <a:t>~0.1%</a:t>
            </a:r>
          </a:p>
        </p:txBody>
      </p:sp>
      <p:sp>
        <p:nvSpPr>
          <p:cNvPr id="62" name="TextBox 61"/>
          <p:cNvSpPr txBox="1"/>
          <p:nvPr/>
        </p:nvSpPr>
        <p:spPr>
          <a:xfrm>
            <a:off x="6108192" y="2194560"/>
            <a:ext cx="2523744" cy="182880"/>
          </a:xfrm>
          <a:prstGeom prst="rect">
            <a:avLst/>
          </a:prstGeom>
          <a:noFill/>
        </p:spPr>
        <p:txBody>
          <a:bodyPr wrap="square" lIns="0" rIns="0" tIns="0" bIns="0" anchor="t">
            <a:noAutofit/>
          </a:bodyPr>
          <a:lstStyle/>
          <a:p>
            <a:pPr algn="l"/>
            <a:r>
              <a:rPr sz="900" b="0" i="0">
                <a:solidFill>
                  <a:srgbClr val="747678"/>
                </a:solidFill>
                <a:latin typeface="Calibri"/>
              </a:rPr>
              <a:t>net cargo loss</a:t>
            </a:r>
          </a:p>
        </p:txBody>
      </p:sp>
      <p:sp>
        <p:nvSpPr>
          <p:cNvPr id="63" name="Rectangle 62"/>
          <p:cNvSpPr/>
          <p:nvPr/>
        </p:nvSpPr>
        <p:spPr>
          <a:xfrm>
            <a:off x="6108192" y="2542032"/>
            <a:ext cx="82296" cy="82296"/>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263640" y="2487168"/>
            <a:ext cx="2340863" cy="201168"/>
          </a:xfrm>
          <a:prstGeom prst="rect">
            <a:avLst/>
          </a:prstGeom>
          <a:noFill/>
        </p:spPr>
        <p:txBody>
          <a:bodyPr wrap="square" lIns="0" rIns="0" tIns="0" bIns="0" anchor="t">
            <a:noAutofit/>
          </a:bodyPr>
          <a:lstStyle/>
          <a:p>
            <a:pPr algn="l"/>
            <a:r>
              <a:rPr sz="1000" b="1" i="0">
                <a:solidFill>
                  <a:srgbClr val="4D4D4F"/>
                </a:solidFill>
                <a:latin typeface="Calibri"/>
              </a:rPr>
              <a:t>Enclosed handling</a:t>
            </a:r>
          </a:p>
        </p:txBody>
      </p:sp>
      <p:sp>
        <p:nvSpPr>
          <p:cNvPr id="65" name="Rectangle 64"/>
          <p:cNvSpPr/>
          <p:nvPr/>
        </p:nvSpPr>
        <p:spPr>
          <a:xfrm>
            <a:off x="6108192" y="2779776"/>
            <a:ext cx="82296" cy="82296"/>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63640" y="2724912"/>
            <a:ext cx="2340863" cy="201168"/>
          </a:xfrm>
          <a:prstGeom prst="rect">
            <a:avLst/>
          </a:prstGeom>
          <a:noFill/>
        </p:spPr>
        <p:txBody>
          <a:bodyPr wrap="square" lIns="0" rIns="0" tIns="0" bIns="0" anchor="t">
            <a:noAutofit/>
          </a:bodyPr>
          <a:lstStyle/>
          <a:p>
            <a:pPr algn="l"/>
            <a:r>
              <a:rPr sz="1000" b="1" i="0">
                <a:solidFill>
                  <a:srgbClr val="4D4D4F"/>
                </a:solidFill>
                <a:latin typeface="Calibri"/>
              </a:rPr>
              <a:t>Fewer touchpoints</a:t>
            </a:r>
          </a:p>
        </p:txBody>
      </p:sp>
      <p:sp>
        <p:nvSpPr>
          <p:cNvPr id="67" name="Rectangle 66"/>
          <p:cNvSpPr/>
          <p:nvPr/>
        </p:nvSpPr>
        <p:spPr>
          <a:xfrm>
            <a:off x="6108192" y="3017520"/>
            <a:ext cx="82296" cy="82296"/>
          </a:xfrm>
          <a:prstGeom prst="rect">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263640" y="2962656"/>
            <a:ext cx="2340863" cy="201168"/>
          </a:xfrm>
          <a:prstGeom prst="rect">
            <a:avLst/>
          </a:prstGeom>
          <a:noFill/>
        </p:spPr>
        <p:txBody>
          <a:bodyPr wrap="square" lIns="0" rIns="0" tIns="0" bIns="0" anchor="t">
            <a:noAutofit/>
          </a:bodyPr>
          <a:lstStyle/>
          <a:p>
            <a:pPr algn="l"/>
            <a:r>
              <a:rPr sz="1000" b="1" i="0">
                <a:solidFill>
                  <a:srgbClr val="4D4D4F"/>
                </a:solidFill>
                <a:latin typeface="Calibri"/>
              </a:rPr>
              <a:t>Reconciled movements</a:t>
            </a:r>
          </a:p>
        </p:txBody>
      </p:sp>
      <p:sp>
        <p:nvSpPr>
          <p:cNvPr id="69" name="TextBox 68"/>
          <p:cNvSpPr txBox="1"/>
          <p:nvPr/>
        </p:nvSpPr>
        <p:spPr>
          <a:xfrm>
            <a:off x="6108192" y="3456432"/>
            <a:ext cx="2523744" cy="457200"/>
          </a:xfrm>
          <a:prstGeom prst="rect">
            <a:avLst/>
          </a:prstGeom>
          <a:noFill/>
        </p:spPr>
        <p:txBody>
          <a:bodyPr wrap="square" lIns="0" rIns="0" tIns="0" bIns="0" anchor="ctr">
            <a:noAutofit/>
          </a:bodyPr>
          <a:lstStyle/>
          <a:p>
            <a:pPr algn="l"/>
            <a:r>
              <a:rPr sz="2600" b="1" i="0">
                <a:solidFill>
                  <a:srgbClr val="4D4D4F"/>
                </a:solidFill>
                <a:latin typeface="Calibri"/>
              </a:rPr>
              <a:t>≈US$36k</a:t>
            </a:r>
          </a:p>
        </p:txBody>
      </p:sp>
      <p:sp>
        <p:nvSpPr>
          <p:cNvPr id="70" name="TextBox 69"/>
          <p:cNvSpPr txBox="1"/>
          <p:nvPr/>
        </p:nvSpPr>
        <p:spPr>
          <a:xfrm>
            <a:off x="6108192" y="3913632"/>
            <a:ext cx="2523744" cy="310896"/>
          </a:xfrm>
          <a:prstGeom prst="rect">
            <a:avLst/>
          </a:prstGeom>
          <a:noFill/>
        </p:spPr>
        <p:txBody>
          <a:bodyPr wrap="square" lIns="0" rIns="0" tIns="0" bIns="0" anchor="t">
            <a:noAutofit/>
          </a:bodyPr>
          <a:lstStyle/>
          <a:p>
            <a:pPr algn="l"/>
            <a:r>
              <a:rPr sz="900" b="0" i="0">
                <a:solidFill>
                  <a:srgbClr val="747678"/>
                </a:solidFill>
                <a:latin typeface="Calibri"/>
              </a:rPr>
              <a:t>cargo value preserved per 60 kt cargo  ·  illustrative</a:t>
            </a:r>
          </a:p>
        </p:txBody>
      </p:sp>
      <p:sp>
        <p:nvSpPr>
          <p:cNvPr id="71" name="TextBox 70"/>
          <p:cNvSpPr txBox="1"/>
          <p:nvPr/>
        </p:nvSpPr>
        <p:spPr>
          <a:xfrm>
            <a:off x="6108192" y="4224528"/>
            <a:ext cx="2523744" cy="182880"/>
          </a:xfrm>
          <a:prstGeom prst="rect">
            <a:avLst/>
          </a:prstGeom>
          <a:noFill/>
        </p:spPr>
        <p:txBody>
          <a:bodyPr wrap="square" lIns="0" rIns="0" tIns="0" bIns="0" anchor="t">
            <a:noAutofit/>
          </a:bodyPr>
          <a:lstStyle/>
          <a:p>
            <a:pPr algn="l"/>
            <a:r>
              <a:rPr sz="800" b="0" i="1">
                <a:solidFill>
                  <a:srgbClr val="747678"/>
                </a:solidFill>
                <a:latin typeface="Calibri"/>
              </a:rPr>
              <a:t>≈US$0.6 / t  ·  0.2 pp on a US$18m wheat cargo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5" sz="half"/>
          </p:nvPr>
        </p:nvSpPr>
        <p:spPr/>
        <p:txBody>
          <a:bodyPr/>
          <a:lstStyle/>
          <a:p>
            <a:r>
              <a:rPr sz="1400" b="1">
                <a:solidFill>
                  <a:srgbClr val="747678"/>
                </a:solidFill>
                <a:latin typeface="Calibri"/>
              </a:rPr>
              <a:t>All three sit inside state-owned ports, run with Pelindo and Krakatau</a:t>
            </a:r>
          </a:p>
        </p:txBody>
      </p:sp>
      <p:sp>
        <p:nvSpPr>
          <p:cNvPr id="5" name="Text Placeholder 4"/>
          <p:cNvSpPr>
            <a:spLocks noGrp="1"/>
          </p:cNvSpPr>
          <p:nvPr>
            <p:ph type="body" idx="16" sz="half"/>
          </p:nvPr>
        </p:nvSpPr>
        <p:spPr/>
        <p:txBody>
          <a:bodyPr/>
          <a:lstStyle/>
          <a:p>
            <a:r>
              <a:rPr sz="1800" b="1">
                <a:solidFill>
                  <a:srgbClr val="4D4D4F"/>
                </a:solidFill>
                <a:latin typeface="Calibri"/>
              </a:rPr>
              <a:t>FKS already operates at three strategic food &amp; feed gateways</a:t>
            </a:r>
          </a:p>
        </p:txBody>
      </p:sp>
      <p:cxnSp>
        <p:nvCxnSpPr>
          <p:cNvPr id="6" name="Title rule"/>
          <p:cNvCxnSpPr/>
          <p:nvPr/>
        </p:nvCxnSpPr>
        <p:spPr>
          <a:xfrm>
            <a:off x="512064" y="886968"/>
            <a:ext cx="8119872" cy="0"/>
          </a:xfrm>
          <a:prstGeom prst="line">
            <a:avLst/>
          </a:prstGeom>
          <a:ln w="9525">
            <a:solidFill>
              <a:srgbClr val="D9DADC"/>
            </a:solidFill>
          </a:ln>
        </p:spPr>
        <p:style>
          <a:lnRef idx="2">
            <a:schemeClr val="accent1"/>
          </a:lnRef>
          <a:fillRef idx="0">
            <a:schemeClr val="accent1"/>
          </a:fillRef>
          <a:effectRef idx="1">
            <a:schemeClr val="accent1"/>
          </a:effectRef>
          <a:fontRef idx="minor">
            <a:schemeClr val="tx1"/>
          </a:fontRef>
        </p:style>
      </p:cxnSp>
      <p:sp>
        <p:nvSpPr>
          <p:cNvPr id="7" name="Page number"/>
          <p:cNvSpPr txBox="1"/>
          <p:nvPr/>
        </p:nvSpPr>
        <p:spPr>
          <a:xfrm>
            <a:off x="8229600" y="4754880"/>
            <a:ext cx="402336" cy="182880"/>
          </a:xfrm>
          <a:prstGeom prst="rect">
            <a:avLst/>
          </a:prstGeom>
          <a:noFill/>
        </p:spPr>
        <p:txBody>
          <a:bodyPr wrap="square" lIns="0" rIns="0" tIns="0" bIns="0" anchor="t">
            <a:noAutofit/>
          </a:bodyPr>
          <a:lstStyle/>
          <a:p>
            <a:pPr algn="r"/>
            <a:r>
              <a:rPr sz="800" b="0" i="0">
                <a:solidFill>
                  <a:srgbClr val="4D4D4F"/>
                </a:solidFill>
                <a:latin typeface="Calibri"/>
              </a:rPr>
              <a:t>6</a:t>
            </a:r>
          </a:p>
        </p:txBody>
      </p:sp>
      <p:sp>
        <p:nvSpPr>
          <p:cNvPr id="2" name="Map - Neighbouring countries"/>
          <p:cNvSpPr/>
          <p:nvPr/>
        </p:nvSpPr>
        <p:spPr>
          <a:xfrm>
            <a:off x="800024" y="1051560"/>
            <a:ext cx="4421200" cy="1805226"/>
          </a:xfrm>
          <a:custGeom>
            <a:avLst/>
            <a:gdLst/>
            <a:ahLst/>
            <a:cxnLst/>
            <a:rect l="l" t="t" r="r" b="b"/>
            <a:pathLst>
              <a:path w="4421200" h="1805226">
                <a:moveTo>
                  <a:pt x="275035" y="5817"/>
                </a:moveTo>
                <a:lnTo>
                  <a:pt x="276939" y="1103"/>
                </a:lnTo>
                <a:lnTo>
                  <a:pt x="279243" y="0"/>
                </a:lnTo>
                <a:lnTo>
                  <a:pt x="280846" y="0"/>
                </a:lnTo>
                <a:lnTo>
                  <a:pt x="284854" y="0"/>
                </a:lnTo>
                <a:lnTo>
                  <a:pt x="289263" y="0"/>
                </a:lnTo>
                <a:lnTo>
                  <a:pt x="297679" y="0"/>
                </a:lnTo>
                <a:lnTo>
                  <a:pt x="319622" y="3209"/>
                </a:lnTo>
                <a:lnTo>
                  <a:pt x="326135" y="5215"/>
                </a:lnTo>
                <a:lnTo>
                  <a:pt x="334851" y="1906"/>
                </a:lnTo>
                <a:lnTo>
                  <a:pt x="338659" y="4012"/>
                </a:lnTo>
                <a:lnTo>
                  <a:pt x="342667" y="7421"/>
                </a:lnTo>
                <a:lnTo>
                  <a:pt x="344971" y="16849"/>
                </a:lnTo>
                <a:lnTo>
                  <a:pt x="350682" y="25574"/>
                </a:lnTo>
                <a:lnTo>
                  <a:pt x="362205" y="24270"/>
                </a:lnTo>
                <a:lnTo>
                  <a:pt x="366212" y="25574"/>
                </a:lnTo>
                <a:lnTo>
                  <a:pt x="368717" y="25775"/>
                </a:lnTo>
                <a:lnTo>
                  <a:pt x="370922" y="33497"/>
                </a:lnTo>
                <a:lnTo>
                  <a:pt x="372024" y="46735"/>
                </a:lnTo>
                <a:lnTo>
                  <a:pt x="370922" y="54558"/>
                </a:lnTo>
                <a:lnTo>
                  <a:pt x="362605" y="65590"/>
                </a:lnTo>
                <a:lnTo>
                  <a:pt x="361503" y="73112"/>
                </a:lnTo>
                <a:lnTo>
                  <a:pt x="365812" y="77725"/>
                </a:lnTo>
                <a:lnTo>
                  <a:pt x="371523" y="82740"/>
                </a:lnTo>
                <a:lnTo>
                  <a:pt x="374729" y="86551"/>
                </a:lnTo>
                <a:lnTo>
                  <a:pt x="378136" y="85949"/>
                </a:lnTo>
                <a:lnTo>
                  <a:pt x="382444" y="83341"/>
                </a:lnTo>
                <a:lnTo>
                  <a:pt x="386352" y="76822"/>
                </a:lnTo>
                <a:lnTo>
                  <a:pt x="389057" y="71306"/>
                </a:lnTo>
                <a:lnTo>
                  <a:pt x="403786" y="64988"/>
                </a:lnTo>
                <a:lnTo>
                  <a:pt x="419015" y="59372"/>
                </a:lnTo>
                <a:lnTo>
                  <a:pt x="421119" y="59974"/>
                </a:lnTo>
                <a:lnTo>
                  <a:pt x="423524" y="62481"/>
                </a:lnTo>
                <a:lnTo>
                  <a:pt x="428433" y="70604"/>
                </a:lnTo>
                <a:lnTo>
                  <a:pt x="431239" y="72309"/>
                </a:lnTo>
                <a:lnTo>
                  <a:pt x="435447" y="73112"/>
                </a:lnTo>
                <a:lnTo>
                  <a:pt x="442561" y="72309"/>
                </a:lnTo>
                <a:lnTo>
                  <a:pt x="450877" y="67696"/>
                </a:lnTo>
                <a:lnTo>
                  <a:pt x="455186" y="59071"/>
                </a:lnTo>
                <a:lnTo>
                  <a:pt x="457089" y="52251"/>
                </a:lnTo>
                <a:lnTo>
                  <a:pt x="469012" y="40417"/>
                </a:lnTo>
                <a:lnTo>
                  <a:pt x="470315" y="31591"/>
                </a:lnTo>
                <a:lnTo>
                  <a:pt x="473621" y="25875"/>
                </a:lnTo>
                <a:lnTo>
                  <a:pt x="490955" y="29786"/>
                </a:lnTo>
                <a:lnTo>
                  <a:pt x="497568" y="32895"/>
                </a:lnTo>
                <a:lnTo>
                  <a:pt x="517006" y="63885"/>
                </a:lnTo>
                <a:lnTo>
                  <a:pt x="542656" y="85748"/>
                </a:lnTo>
                <a:lnTo>
                  <a:pt x="553577" y="93872"/>
                </a:lnTo>
                <a:lnTo>
                  <a:pt x="561893" y="97783"/>
                </a:lnTo>
                <a:lnTo>
                  <a:pt x="573416" y="109517"/>
                </a:lnTo>
                <a:lnTo>
                  <a:pt x="583435" y="124159"/>
                </a:lnTo>
                <a:lnTo>
                  <a:pt x="605378" y="165479"/>
                </a:lnTo>
                <a:lnTo>
                  <a:pt x="609185" y="183632"/>
                </a:lnTo>
                <a:lnTo>
                  <a:pt x="610688" y="211312"/>
                </a:lnTo>
                <a:lnTo>
                  <a:pt x="605879" y="253033"/>
                </a:lnTo>
                <a:lnTo>
                  <a:pt x="599967" y="273893"/>
                </a:lnTo>
                <a:lnTo>
                  <a:pt x="601069" y="283721"/>
                </a:lnTo>
                <a:lnTo>
                  <a:pt x="609185" y="298765"/>
                </a:lnTo>
                <a:lnTo>
                  <a:pt x="606680" y="313006"/>
                </a:lnTo>
                <a:lnTo>
                  <a:pt x="608283" y="324840"/>
                </a:lnTo>
                <a:lnTo>
                  <a:pt x="607682" y="357736"/>
                </a:lnTo>
                <a:lnTo>
                  <a:pt x="612291" y="367364"/>
                </a:lnTo>
                <a:lnTo>
                  <a:pt x="617501" y="373582"/>
                </a:lnTo>
                <a:lnTo>
                  <a:pt x="645055" y="393138"/>
                </a:lnTo>
                <a:lnTo>
                  <a:pt x="647059" y="400359"/>
                </a:lnTo>
                <a:lnTo>
                  <a:pt x="660685" y="425131"/>
                </a:lnTo>
                <a:lnTo>
                  <a:pt x="685834" y="479087"/>
                </a:lnTo>
                <a:lnTo>
                  <a:pt x="692748" y="503357"/>
                </a:lnTo>
                <a:lnTo>
                  <a:pt x="691946" y="509876"/>
                </a:lnTo>
                <a:lnTo>
                  <a:pt x="688940" y="512584"/>
                </a:lnTo>
                <a:lnTo>
                  <a:pt x="681526" y="514991"/>
                </a:lnTo>
                <a:lnTo>
                  <a:pt x="675414" y="510277"/>
                </a:lnTo>
                <a:lnTo>
                  <a:pt x="673310" y="506867"/>
                </a:lnTo>
                <a:lnTo>
                  <a:pt x="674011" y="502655"/>
                </a:lnTo>
                <a:lnTo>
                  <a:pt x="671506" y="498443"/>
                </a:lnTo>
                <a:lnTo>
                  <a:pt x="665495" y="493529"/>
                </a:lnTo>
                <a:lnTo>
                  <a:pt x="661988" y="489016"/>
                </a:lnTo>
                <a:lnTo>
                  <a:pt x="662990" y="496437"/>
                </a:lnTo>
                <a:lnTo>
                  <a:pt x="663090" y="505965"/>
                </a:lnTo>
                <a:lnTo>
                  <a:pt x="655375" y="506767"/>
                </a:lnTo>
                <a:lnTo>
                  <a:pt x="645556" y="503758"/>
                </a:lnTo>
                <a:lnTo>
                  <a:pt x="633332" y="506466"/>
                </a:lnTo>
                <a:lnTo>
                  <a:pt x="618804" y="518200"/>
                </a:lnTo>
                <a:lnTo>
                  <a:pt x="611790" y="518601"/>
                </a:lnTo>
                <a:lnTo>
                  <a:pt x="606480" y="508472"/>
                </a:lnTo>
                <a:lnTo>
                  <a:pt x="603775" y="501652"/>
                </a:lnTo>
                <a:lnTo>
                  <a:pt x="599466" y="496838"/>
                </a:lnTo>
                <a:lnTo>
                  <a:pt x="553377" y="472167"/>
                </a:lnTo>
                <a:lnTo>
                  <a:pt x="536343" y="465748"/>
                </a:lnTo>
                <a:lnTo>
                  <a:pt x="518409" y="447094"/>
                </a:lnTo>
                <a:lnTo>
                  <a:pt x="478130" y="426435"/>
                </a:lnTo>
                <a:lnTo>
                  <a:pt x="452480" y="406276"/>
                </a:lnTo>
                <a:lnTo>
                  <a:pt x="441559" y="393740"/>
                </a:lnTo>
                <a:lnTo>
                  <a:pt x="415408" y="382708"/>
                </a:lnTo>
                <a:lnTo>
                  <a:pt x="404086" y="369771"/>
                </a:lnTo>
                <a:lnTo>
                  <a:pt x="398475" y="367163"/>
                </a:lnTo>
                <a:lnTo>
                  <a:pt x="392964" y="362550"/>
                </a:lnTo>
                <a:lnTo>
                  <a:pt x="398776" y="349913"/>
                </a:lnTo>
                <a:lnTo>
                  <a:pt x="396371" y="336775"/>
                </a:lnTo>
                <a:lnTo>
                  <a:pt x="393365" y="325643"/>
                </a:lnTo>
                <a:lnTo>
                  <a:pt x="374829" y="303679"/>
                </a:lnTo>
                <a:lnTo>
                  <a:pt x="365812" y="288335"/>
                </a:lnTo>
                <a:lnTo>
                  <a:pt x="348378" y="273091"/>
                </a:lnTo>
                <a:lnTo>
                  <a:pt x="341464" y="264365"/>
                </a:lnTo>
                <a:lnTo>
                  <a:pt x="334751" y="254136"/>
                </a:lnTo>
                <a:lnTo>
                  <a:pt x="338959" y="250525"/>
                </a:lnTo>
                <a:lnTo>
                  <a:pt x="342867" y="248419"/>
                </a:lnTo>
                <a:lnTo>
                  <a:pt x="339260" y="240998"/>
                </a:lnTo>
                <a:lnTo>
                  <a:pt x="329341" y="228060"/>
                </a:lnTo>
                <a:lnTo>
                  <a:pt x="324732" y="213318"/>
                </a:lnTo>
                <a:lnTo>
                  <a:pt x="324732" y="185337"/>
                </a:lnTo>
                <a:lnTo>
                  <a:pt x="310504" y="146023"/>
                </a:lnTo>
                <a:lnTo>
                  <a:pt x="298481" y="91465"/>
                </a:lnTo>
                <a:lnTo>
                  <a:pt x="300585" y="72410"/>
                </a:lnTo>
                <a:lnTo>
                  <a:pt x="297479" y="51750"/>
                </a:lnTo>
                <a:lnTo>
                  <a:pt x="289463" y="31792"/>
                </a:lnTo>
                <a:lnTo>
                  <a:pt x="278943" y="17651"/>
                </a:lnTo>
                <a:lnTo>
                  <a:pt x="275035" y="5817"/>
                </a:lnTo>
                <a:close/>
                <a:moveTo>
                  <a:pt x="2023937" y="233576"/>
                </a:moveTo>
                <a:lnTo>
                  <a:pt x="2020230" y="233576"/>
                </a:lnTo>
                <a:lnTo>
                  <a:pt x="2011613" y="231370"/>
                </a:lnTo>
                <a:lnTo>
                  <a:pt x="1994279" y="220739"/>
                </a:lnTo>
                <a:lnTo>
                  <a:pt x="1976545" y="216928"/>
                </a:lnTo>
                <a:lnTo>
                  <a:pt x="1950795" y="216627"/>
                </a:lnTo>
                <a:lnTo>
                  <a:pt x="1936166" y="215123"/>
                </a:lnTo>
                <a:lnTo>
                  <a:pt x="1930255" y="216727"/>
                </a:lnTo>
                <a:lnTo>
                  <a:pt x="1925245" y="216828"/>
                </a:lnTo>
                <a:lnTo>
                  <a:pt x="1921638" y="214621"/>
                </a:lnTo>
                <a:lnTo>
                  <a:pt x="1917831" y="213518"/>
                </a:lnTo>
                <a:lnTo>
                  <a:pt x="1907811" y="219836"/>
                </a:lnTo>
                <a:lnTo>
                  <a:pt x="1903102" y="217931"/>
                </a:lnTo>
                <a:lnTo>
                  <a:pt x="1898293" y="215223"/>
                </a:lnTo>
                <a:lnTo>
                  <a:pt x="1889876" y="214320"/>
                </a:lnTo>
                <a:lnTo>
                  <a:pt x="1879656" y="215123"/>
                </a:lnTo>
                <a:lnTo>
                  <a:pt x="1868435" y="221541"/>
                </a:lnTo>
                <a:lnTo>
                  <a:pt x="1855810" y="215725"/>
                </a:lnTo>
                <a:lnTo>
                  <a:pt x="1852303" y="215825"/>
                </a:lnTo>
                <a:lnTo>
                  <a:pt x="1849898" y="217329"/>
                </a:lnTo>
                <a:lnTo>
                  <a:pt x="1844388" y="225252"/>
                </a:lnTo>
                <a:lnTo>
                  <a:pt x="1834068" y="231370"/>
                </a:lnTo>
                <a:lnTo>
                  <a:pt x="1828958" y="242502"/>
                </a:lnTo>
                <a:lnTo>
                  <a:pt x="1825751" y="253133"/>
                </a:lnTo>
                <a:lnTo>
                  <a:pt x="1822946" y="256844"/>
                </a:lnTo>
                <a:lnTo>
                  <a:pt x="1822245" y="277503"/>
                </a:lnTo>
                <a:lnTo>
                  <a:pt x="1820642" y="287432"/>
                </a:lnTo>
                <a:lnTo>
                  <a:pt x="1823247" y="300670"/>
                </a:lnTo>
                <a:lnTo>
                  <a:pt x="1822746" y="306287"/>
                </a:lnTo>
                <a:lnTo>
                  <a:pt x="1818137" y="314711"/>
                </a:lnTo>
                <a:lnTo>
                  <a:pt x="1817535" y="316717"/>
                </a:lnTo>
                <a:lnTo>
                  <a:pt x="1815131" y="330056"/>
                </a:lnTo>
                <a:lnTo>
                  <a:pt x="1816033" y="333666"/>
                </a:lnTo>
                <a:lnTo>
                  <a:pt x="1815431" y="338179"/>
                </a:lnTo>
                <a:lnTo>
                  <a:pt x="1811524" y="347606"/>
                </a:lnTo>
                <a:lnTo>
                  <a:pt x="1804510" y="350114"/>
                </a:lnTo>
                <a:lnTo>
                  <a:pt x="1797096" y="351618"/>
                </a:lnTo>
                <a:lnTo>
                  <a:pt x="1790783" y="348409"/>
                </a:lnTo>
                <a:lnTo>
                  <a:pt x="1785072" y="353624"/>
                </a:lnTo>
                <a:lnTo>
                  <a:pt x="1777858" y="361547"/>
                </a:lnTo>
                <a:lnTo>
                  <a:pt x="1774652" y="366962"/>
                </a:lnTo>
                <a:lnTo>
                  <a:pt x="1774752" y="371977"/>
                </a:lnTo>
                <a:lnTo>
                  <a:pt x="1775454" y="375286"/>
                </a:lnTo>
                <a:lnTo>
                  <a:pt x="1773951" y="378797"/>
                </a:lnTo>
                <a:lnTo>
                  <a:pt x="1773750" y="382407"/>
                </a:lnTo>
                <a:lnTo>
                  <a:pt x="1774151" y="387722"/>
                </a:lnTo>
                <a:lnTo>
                  <a:pt x="1779061" y="389929"/>
                </a:lnTo>
                <a:lnTo>
                  <a:pt x="1784171" y="394442"/>
                </a:lnTo>
                <a:lnTo>
                  <a:pt x="1783970" y="398855"/>
                </a:lnTo>
                <a:lnTo>
                  <a:pt x="1781165" y="401863"/>
                </a:lnTo>
                <a:lnTo>
                  <a:pt x="1774752" y="406577"/>
                </a:lnTo>
                <a:lnTo>
                  <a:pt x="1762929" y="416105"/>
                </a:lnTo>
                <a:lnTo>
                  <a:pt x="1749603" y="424328"/>
                </a:lnTo>
                <a:lnTo>
                  <a:pt x="1744594" y="426234"/>
                </a:lnTo>
                <a:lnTo>
                  <a:pt x="1742790" y="429945"/>
                </a:lnTo>
                <a:lnTo>
                  <a:pt x="1741888" y="435060"/>
                </a:lnTo>
                <a:lnTo>
                  <a:pt x="1744794" y="446091"/>
                </a:lnTo>
                <a:lnTo>
                  <a:pt x="1747599" y="449401"/>
                </a:lnTo>
                <a:lnTo>
                  <a:pt x="1749102" y="453312"/>
                </a:lnTo>
                <a:lnTo>
                  <a:pt x="1747299" y="457926"/>
                </a:lnTo>
                <a:lnTo>
                  <a:pt x="1745996" y="461937"/>
                </a:lnTo>
                <a:lnTo>
                  <a:pt x="1741087" y="464445"/>
                </a:lnTo>
                <a:lnTo>
                  <a:pt x="1736378" y="466250"/>
                </a:lnTo>
                <a:lnTo>
                  <a:pt x="1734574" y="469459"/>
                </a:lnTo>
                <a:lnTo>
                  <a:pt x="1732069" y="482798"/>
                </a:lnTo>
                <a:lnTo>
                  <a:pt x="1729164" y="489718"/>
                </a:lnTo>
                <a:lnTo>
                  <a:pt x="1722651" y="500048"/>
                </a:lnTo>
                <a:lnTo>
                  <a:pt x="1720547" y="504761"/>
                </a:lnTo>
                <a:lnTo>
                  <a:pt x="1717240" y="506266"/>
                </a:lnTo>
                <a:lnTo>
                  <a:pt x="1704616" y="501452"/>
                </a:lnTo>
                <a:lnTo>
                  <a:pt x="1693394" y="504360"/>
                </a:lnTo>
                <a:lnTo>
                  <a:pt x="1678465" y="506266"/>
                </a:lnTo>
                <a:lnTo>
                  <a:pt x="1665840" y="505965"/>
                </a:lnTo>
                <a:lnTo>
                  <a:pt x="1656021" y="508071"/>
                </a:lnTo>
                <a:lnTo>
                  <a:pt x="1649308" y="513487"/>
                </a:lnTo>
                <a:lnTo>
                  <a:pt x="1641794" y="520407"/>
                </a:lnTo>
                <a:lnTo>
                  <a:pt x="1633978" y="525421"/>
                </a:lnTo>
                <a:lnTo>
                  <a:pt x="1627967" y="527928"/>
                </a:lnTo>
                <a:lnTo>
                  <a:pt x="1617046" y="520707"/>
                </a:lnTo>
                <a:lnTo>
                  <a:pt x="1611535" y="521309"/>
                </a:lnTo>
                <a:lnTo>
                  <a:pt x="1601615" y="518802"/>
                </a:lnTo>
                <a:lnTo>
                  <a:pt x="1578270" y="510678"/>
                </a:lnTo>
                <a:lnTo>
                  <a:pt x="1572559" y="508271"/>
                </a:lnTo>
                <a:lnTo>
                  <a:pt x="1566347" y="508071"/>
                </a:lnTo>
                <a:lnTo>
                  <a:pt x="1564443" y="505764"/>
                </a:lnTo>
                <a:lnTo>
                  <a:pt x="1565445" y="501853"/>
                </a:lnTo>
                <a:lnTo>
                  <a:pt x="1564443" y="496638"/>
                </a:lnTo>
                <a:lnTo>
                  <a:pt x="1559934" y="494732"/>
                </a:lnTo>
                <a:lnTo>
                  <a:pt x="1513143" y="495535"/>
                </a:lnTo>
                <a:lnTo>
                  <a:pt x="1499717" y="499947"/>
                </a:lnTo>
                <a:lnTo>
                  <a:pt x="1490600" y="503458"/>
                </a:lnTo>
                <a:lnTo>
                  <a:pt x="1484087" y="507569"/>
                </a:lnTo>
                <a:lnTo>
                  <a:pt x="1482183" y="517699"/>
                </a:lnTo>
                <a:lnTo>
                  <a:pt x="1478376" y="527126"/>
                </a:lnTo>
                <a:lnTo>
                  <a:pt x="1473366" y="537255"/>
                </a:lnTo>
                <a:lnTo>
                  <a:pt x="1457736" y="540264"/>
                </a:lnTo>
                <a:lnTo>
                  <a:pt x="1446313" y="550393"/>
                </a:lnTo>
                <a:lnTo>
                  <a:pt x="1442406" y="551697"/>
                </a:lnTo>
                <a:lnTo>
                  <a:pt x="1434490" y="550193"/>
                </a:lnTo>
                <a:lnTo>
                  <a:pt x="1426074" y="549290"/>
                </a:lnTo>
                <a:lnTo>
                  <a:pt x="1420062" y="552199"/>
                </a:lnTo>
                <a:lnTo>
                  <a:pt x="1413650" y="551998"/>
                </a:lnTo>
                <a:lnTo>
                  <a:pt x="1394012" y="547284"/>
                </a:lnTo>
                <a:lnTo>
                  <a:pt x="1375375" y="546482"/>
                </a:lnTo>
                <a:lnTo>
                  <a:pt x="1364855" y="548989"/>
                </a:lnTo>
                <a:lnTo>
                  <a:pt x="1359044" y="549892"/>
                </a:lnTo>
                <a:lnTo>
                  <a:pt x="1326681" y="563832"/>
                </a:lnTo>
                <a:lnTo>
                  <a:pt x="1315759" y="565437"/>
                </a:lnTo>
                <a:lnTo>
                  <a:pt x="1311251" y="563431"/>
                </a:lnTo>
                <a:lnTo>
                  <a:pt x="1305039" y="557715"/>
                </a:lnTo>
                <a:lnTo>
                  <a:pt x="1296622" y="551998"/>
                </a:lnTo>
                <a:lnTo>
                  <a:pt x="1276583" y="532542"/>
                </a:lnTo>
                <a:lnTo>
                  <a:pt x="1269169" y="527928"/>
                </a:lnTo>
                <a:lnTo>
                  <a:pt x="1264259" y="523215"/>
                </a:lnTo>
                <a:lnTo>
                  <a:pt x="1259550" y="517699"/>
                </a:lnTo>
                <a:lnTo>
                  <a:pt x="1252937" y="511681"/>
                </a:lnTo>
                <a:lnTo>
                  <a:pt x="1246825" y="507569"/>
                </a:lnTo>
                <a:lnTo>
                  <a:pt x="1238609" y="499145"/>
                </a:lnTo>
                <a:lnTo>
                  <a:pt x="1230393" y="489918"/>
                </a:lnTo>
                <a:lnTo>
                  <a:pt x="1228590" y="473671"/>
                </a:lnTo>
                <a:lnTo>
                  <a:pt x="1222077" y="470763"/>
                </a:lnTo>
                <a:lnTo>
                  <a:pt x="1219873" y="466551"/>
                </a:lnTo>
                <a:lnTo>
                  <a:pt x="1218871" y="461737"/>
                </a:lnTo>
                <a:lnTo>
                  <a:pt x="1227889" y="448498"/>
                </a:lnTo>
                <a:lnTo>
                  <a:pt x="1234401" y="462439"/>
                </a:lnTo>
                <a:lnTo>
                  <a:pt x="1237006" y="465548"/>
                </a:lnTo>
                <a:lnTo>
                  <a:pt x="1251535" y="474975"/>
                </a:lnTo>
                <a:lnTo>
                  <a:pt x="1263558" y="479588"/>
                </a:lnTo>
                <a:lnTo>
                  <a:pt x="1276483" y="481494"/>
                </a:lnTo>
                <a:lnTo>
                  <a:pt x="1289709" y="481895"/>
                </a:lnTo>
                <a:lnTo>
                  <a:pt x="1294919" y="481293"/>
                </a:lnTo>
                <a:lnTo>
                  <a:pt x="1300029" y="479388"/>
                </a:lnTo>
                <a:lnTo>
                  <a:pt x="1305139" y="481394"/>
                </a:lnTo>
                <a:lnTo>
                  <a:pt x="1332692" y="496638"/>
                </a:lnTo>
                <a:lnTo>
                  <a:pt x="1343413" y="499346"/>
                </a:lnTo>
                <a:lnTo>
                  <a:pt x="1354735" y="498242"/>
                </a:lnTo>
                <a:lnTo>
                  <a:pt x="1359244" y="499747"/>
                </a:lnTo>
                <a:lnTo>
                  <a:pt x="1375075" y="511380"/>
                </a:lnTo>
                <a:lnTo>
                  <a:pt x="1379784" y="512785"/>
                </a:lnTo>
                <a:lnTo>
                  <a:pt x="1387599" y="511882"/>
                </a:lnTo>
                <a:lnTo>
                  <a:pt x="1377580" y="506567"/>
                </a:lnTo>
                <a:lnTo>
                  <a:pt x="1371067" y="502756"/>
                </a:lnTo>
                <a:lnTo>
                  <a:pt x="1368161" y="495635"/>
                </a:lnTo>
                <a:lnTo>
                  <a:pt x="1369965" y="488013"/>
                </a:lnTo>
                <a:lnTo>
                  <a:pt x="1376277" y="482998"/>
                </a:lnTo>
                <a:lnTo>
                  <a:pt x="1380686" y="477482"/>
                </a:lnTo>
                <a:lnTo>
                  <a:pt x="1382289" y="461135"/>
                </a:lnTo>
                <a:lnTo>
                  <a:pt x="1385094" y="452811"/>
                </a:lnTo>
                <a:lnTo>
                  <a:pt x="1390405" y="444888"/>
                </a:lnTo>
                <a:lnTo>
                  <a:pt x="1392108" y="437266"/>
                </a:lnTo>
                <a:lnTo>
                  <a:pt x="1386196" y="431449"/>
                </a:lnTo>
                <a:lnTo>
                  <a:pt x="1384894" y="421520"/>
                </a:lnTo>
                <a:lnTo>
                  <a:pt x="1386196" y="413196"/>
                </a:lnTo>
                <a:lnTo>
                  <a:pt x="1389503" y="407580"/>
                </a:lnTo>
                <a:lnTo>
                  <a:pt x="1394913" y="411291"/>
                </a:lnTo>
                <a:lnTo>
                  <a:pt x="1400424" y="414801"/>
                </a:lnTo>
                <a:lnTo>
                  <a:pt x="1405935" y="414400"/>
                </a:lnTo>
                <a:lnTo>
                  <a:pt x="1409742" y="412996"/>
                </a:lnTo>
                <a:lnTo>
                  <a:pt x="1410444" y="408783"/>
                </a:lnTo>
                <a:lnTo>
                  <a:pt x="1409341" y="401362"/>
                </a:lnTo>
                <a:lnTo>
                  <a:pt x="1409642" y="387722"/>
                </a:lnTo>
                <a:lnTo>
                  <a:pt x="1416656" y="376791"/>
                </a:lnTo>
                <a:lnTo>
                  <a:pt x="1427677" y="369269"/>
                </a:lnTo>
                <a:lnTo>
                  <a:pt x="1438198" y="365659"/>
                </a:lnTo>
                <a:lnTo>
                  <a:pt x="1477374" y="359541"/>
                </a:lnTo>
                <a:lnTo>
                  <a:pt x="1539294" y="343996"/>
                </a:lnTo>
                <a:lnTo>
                  <a:pt x="1557730" y="337878"/>
                </a:lnTo>
                <a:lnTo>
                  <a:pt x="1564443" y="334769"/>
                </a:lnTo>
                <a:lnTo>
                  <a:pt x="1570154" y="330457"/>
                </a:lnTo>
                <a:lnTo>
                  <a:pt x="1579673" y="316516"/>
                </a:lnTo>
                <a:lnTo>
                  <a:pt x="1597708" y="294753"/>
                </a:lnTo>
                <a:lnTo>
                  <a:pt x="1610332" y="276701"/>
                </a:lnTo>
                <a:lnTo>
                  <a:pt x="1636984" y="250626"/>
                </a:lnTo>
                <a:lnTo>
                  <a:pt x="1658226" y="226355"/>
                </a:lnTo>
                <a:lnTo>
                  <a:pt x="1661131" y="221742"/>
                </a:lnTo>
                <a:lnTo>
                  <a:pt x="1664638" y="208504"/>
                </a:lnTo>
                <a:lnTo>
                  <a:pt x="1664838" y="202286"/>
                </a:lnTo>
                <a:lnTo>
                  <a:pt x="1664237" y="195967"/>
                </a:lnTo>
                <a:lnTo>
                  <a:pt x="1667143" y="193059"/>
                </a:lnTo>
                <a:lnTo>
                  <a:pt x="1671251" y="191254"/>
                </a:lnTo>
                <a:lnTo>
                  <a:pt x="1672253" y="191254"/>
                </a:lnTo>
                <a:lnTo>
                  <a:pt x="1675359" y="194062"/>
                </a:lnTo>
                <a:lnTo>
                  <a:pt x="1682773" y="197873"/>
                </a:lnTo>
                <a:lnTo>
                  <a:pt x="1688284" y="202787"/>
                </a:lnTo>
                <a:lnTo>
                  <a:pt x="1691991" y="209206"/>
                </a:lnTo>
                <a:lnTo>
                  <a:pt x="1694697" y="215123"/>
                </a:lnTo>
                <a:lnTo>
                  <a:pt x="1694897" y="220238"/>
                </a:lnTo>
                <a:lnTo>
                  <a:pt x="1698203" y="224350"/>
                </a:lnTo>
                <a:lnTo>
                  <a:pt x="1707622" y="225052"/>
                </a:lnTo>
                <a:lnTo>
                  <a:pt x="1710628" y="230267"/>
                </a:lnTo>
                <a:lnTo>
                  <a:pt x="1717140" y="239293"/>
                </a:lnTo>
                <a:lnTo>
                  <a:pt x="1723152" y="245812"/>
                </a:lnTo>
                <a:lnTo>
                  <a:pt x="1726759" y="248319"/>
                </a:lnTo>
                <a:lnTo>
                  <a:pt x="1731368" y="246915"/>
                </a:lnTo>
                <a:lnTo>
                  <a:pt x="1738482" y="240998"/>
                </a:lnTo>
                <a:lnTo>
                  <a:pt x="1743592" y="233777"/>
                </a:lnTo>
                <a:lnTo>
                  <a:pt x="1746998" y="223948"/>
                </a:lnTo>
                <a:lnTo>
                  <a:pt x="1744293" y="222544"/>
                </a:lnTo>
                <a:lnTo>
                  <a:pt x="1749102" y="215223"/>
                </a:lnTo>
                <a:lnTo>
                  <a:pt x="1750004" y="211312"/>
                </a:lnTo>
                <a:lnTo>
                  <a:pt x="1747800" y="207701"/>
                </a:lnTo>
                <a:lnTo>
                  <a:pt x="1744994" y="204191"/>
                </a:lnTo>
                <a:lnTo>
                  <a:pt x="1743892" y="195265"/>
                </a:lnTo>
                <a:lnTo>
                  <a:pt x="1741989" y="183832"/>
                </a:lnTo>
                <a:lnTo>
                  <a:pt x="1740686" y="178717"/>
                </a:lnTo>
                <a:lnTo>
                  <a:pt x="1744393" y="175007"/>
                </a:lnTo>
                <a:lnTo>
                  <a:pt x="1752509" y="170293"/>
                </a:lnTo>
                <a:lnTo>
                  <a:pt x="1760525" y="164877"/>
                </a:lnTo>
                <a:lnTo>
                  <a:pt x="1768741" y="160465"/>
                </a:lnTo>
                <a:lnTo>
                  <a:pt x="1768941" y="168387"/>
                </a:lnTo>
                <a:lnTo>
                  <a:pt x="1768741" y="181425"/>
                </a:lnTo>
                <a:lnTo>
                  <a:pt x="1771245" y="192257"/>
                </a:lnTo>
                <a:lnTo>
                  <a:pt x="1776756" y="211613"/>
                </a:lnTo>
                <a:lnTo>
                  <a:pt x="1783169" y="214220"/>
                </a:lnTo>
                <a:lnTo>
                  <a:pt x="1790783" y="215925"/>
                </a:lnTo>
                <a:lnTo>
                  <a:pt x="1795192" y="215323"/>
                </a:lnTo>
                <a:lnTo>
                  <a:pt x="1797997" y="214120"/>
                </a:lnTo>
                <a:lnTo>
                  <a:pt x="1798799" y="212515"/>
                </a:lnTo>
                <a:lnTo>
                  <a:pt x="1793990" y="204993"/>
                </a:lnTo>
                <a:lnTo>
                  <a:pt x="1792787" y="187142"/>
                </a:lnTo>
                <a:lnTo>
                  <a:pt x="1788880" y="175408"/>
                </a:lnTo>
                <a:lnTo>
                  <a:pt x="1782868" y="163774"/>
                </a:lnTo>
                <a:lnTo>
                  <a:pt x="1780063" y="160465"/>
                </a:lnTo>
                <a:lnTo>
                  <a:pt x="1803608" y="157155"/>
                </a:lnTo>
                <a:lnTo>
                  <a:pt x="1808919" y="153545"/>
                </a:lnTo>
                <a:lnTo>
                  <a:pt x="1818137" y="145521"/>
                </a:lnTo>
                <a:lnTo>
                  <a:pt x="1821543" y="141008"/>
                </a:lnTo>
                <a:lnTo>
                  <a:pt x="1824349" y="130979"/>
                </a:lnTo>
                <a:lnTo>
                  <a:pt x="1812826" y="124962"/>
                </a:lnTo>
                <a:lnTo>
                  <a:pt x="1808318" y="117239"/>
                </a:lnTo>
                <a:lnTo>
                  <a:pt x="1808017" y="109016"/>
                </a:lnTo>
                <a:lnTo>
                  <a:pt x="1821744" y="93571"/>
                </a:lnTo>
                <a:lnTo>
                  <a:pt x="1826553" y="89960"/>
                </a:lnTo>
                <a:lnTo>
                  <a:pt x="1828657" y="95376"/>
                </a:lnTo>
                <a:lnTo>
                  <a:pt x="1834669" y="96780"/>
                </a:lnTo>
                <a:lnTo>
                  <a:pt x="1840280" y="96981"/>
                </a:lnTo>
                <a:lnTo>
                  <a:pt x="1845891" y="96680"/>
                </a:lnTo>
                <a:lnTo>
                  <a:pt x="1853906" y="88857"/>
                </a:lnTo>
                <a:lnTo>
                  <a:pt x="1858014" y="77725"/>
                </a:lnTo>
                <a:lnTo>
                  <a:pt x="1872242" y="61979"/>
                </a:lnTo>
                <a:lnTo>
                  <a:pt x="1877252" y="49844"/>
                </a:lnTo>
                <a:lnTo>
                  <a:pt x="1880057" y="37107"/>
                </a:lnTo>
                <a:lnTo>
                  <a:pt x="1915827" y="0"/>
                </a:lnTo>
                <a:lnTo>
                  <a:pt x="1920135" y="0"/>
                </a:lnTo>
                <a:lnTo>
                  <a:pt x="1941376" y="0"/>
                </a:lnTo>
                <a:lnTo>
                  <a:pt x="1943981" y="0"/>
                </a:lnTo>
                <a:lnTo>
                  <a:pt x="1949693" y="0"/>
                </a:lnTo>
                <a:lnTo>
                  <a:pt x="1951396" y="0"/>
                </a:lnTo>
                <a:lnTo>
                  <a:pt x="1950594" y="0"/>
                </a:lnTo>
                <a:lnTo>
                  <a:pt x="1947188" y="0"/>
                </a:lnTo>
                <a:lnTo>
                  <a:pt x="1945184" y="0"/>
                </a:lnTo>
                <a:lnTo>
                  <a:pt x="1947588" y="0"/>
                </a:lnTo>
                <a:lnTo>
                  <a:pt x="1957708" y="0"/>
                </a:lnTo>
                <a:lnTo>
                  <a:pt x="1968329" y="0"/>
                </a:lnTo>
                <a:lnTo>
                  <a:pt x="1974240" y="0"/>
                </a:lnTo>
                <a:lnTo>
                  <a:pt x="1979350" y="0"/>
                </a:lnTo>
                <a:lnTo>
                  <a:pt x="1989470" y="0"/>
                </a:lnTo>
                <a:lnTo>
                  <a:pt x="1991674" y="0"/>
                </a:lnTo>
                <a:lnTo>
                  <a:pt x="1990973" y="0"/>
                </a:lnTo>
                <a:lnTo>
                  <a:pt x="1991975" y="0"/>
                </a:lnTo>
                <a:lnTo>
                  <a:pt x="1995882" y="0"/>
                </a:lnTo>
                <a:lnTo>
                  <a:pt x="2004499" y="0"/>
                </a:lnTo>
                <a:lnTo>
                  <a:pt x="2016422" y="0"/>
                </a:lnTo>
                <a:lnTo>
                  <a:pt x="2027544" y="0"/>
                </a:lnTo>
                <a:lnTo>
                  <a:pt x="2031151" y="2608"/>
                </a:lnTo>
                <a:lnTo>
                  <a:pt x="2033556" y="7321"/>
                </a:lnTo>
                <a:lnTo>
                  <a:pt x="2035960" y="15044"/>
                </a:lnTo>
                <a:lnTo>
                  <a:pt x="2036161" y="22866"/>
                </a:lnTo>
                <a:lnTo>
                  <a:pt x="2028145" y="30388"/>
                </a:lnTo>
                <a:lnTo>
                  <a:pt x="2031552" y="42724"/>
                </a:lnTo>
                <a:lnTo>
                  <a:pt x="2031051" y="49945"/>
                </a:lnTo>
                <a:lnTo>
                  <a:pt x="2028245" y="56062"/>
                </a:lnTo>
                <a:lnTo>
                  <a:pt x="2016623" y="61679"/>
                </a:lnTo>
                <a:lnTo>
                  <a:pt x="2048385" y="56163"/>
                </a:lnTo>
                <a:lnTo>
                  <a:pt x="2056200" y="52953"/>
                </a:lnTo>
                <a:lnTo>
                  <a:pt x="2067021" y="44830"/>
                </a:lnTo>
                <a:lnTo>
                  <a:pt x="2072832" y="51850"/>
                </a:lnTo>
                <a:lnTo>
                  <a:pt x="2078243" y="63985"/>
                </a:lnTo>
                <a:lnTo>
                  <a:pt x="2073834" y="66994"/>
                </a:lnTo>
                <a:lnTo>
                  <a:pt x="2060107" y="71507"/>
                </a:lnTo>
                <a:lnTo>
                  <a:pt x="2059406" y="73312"/>
                </a:lnTo>
                <a:lnTo>
                  <a:pt x="2064015" y="79631"/>
                </a:lnTo>
                <a:lnTo>
                  <a:pt x="2069726" y="79029"/>
                </a:lnTo>
                <a:lnTo>
                  <a:pt x="2081148" y="74817"/>
                </a:lnTo>
                <a:lnTo>
                  <a:pt x="2091569" y="68097"/>
                </a:lnTo>
                <a:lnTo>
                  <a:pt x="2096678" y="68197"/>
                </a:lnTo>
                <a:lnTo>
                  <a:pt x="2101989" y="69602"/>
                </a:lnTo>
                <a:lnTo>
                  <a:pt x="2112309" y="73914"/>
                </a:lnTo>
                <a:lnTo>
                  <a:pt x="2118120" y="77324"/>
                </a:lnTo>
                <a:lnTo>
                  <a:pt x="2123030" y="81737"/>
                </a:lnTo>
                <a:lnTo>
                  <a:pt x="2126236" y="91064"/>
                </a:lnTo>
                <a:lnTo>
                  <a:pt x="2138159" y="94373"/>
                </a:lnTo>
                <a:lnTo>
                  <a:pt x="2162507" y="107411"/>
                </a:lnTo>
                <a:lnTo>
                  <a:pt x="2167115" y="108514"/>
                </a:lnTo>
                <a:lnTo>
                  <a:pt x="2171825" y="108815"/>
                </a:lnTo>
                <a:lnTo>
                  <a:pt x="2184650" y="107210"/>
                </a:lnTo>
                <a:lnTo>
                  <a:pt x="2189158" y="109016"/>
                </a:lnTo>
                <a:lnTo>
                  <a:pt x="2192465" y="113729"/>
                </a:lnTo>
                <a:lnTo>
                  <a:pt x="2193467" y="119546"/>
                </a:lnTo>
                <a:lnTo>
                  <a:pt x="2193166" y="125764"/>
                </a:lnTo>
                <a:lnTo>
                  <a:pt x="2191864" y="130478"/>
                </a:lnTo>
                <a:lnTo>
                  <a:pt x="2188858" y="134389"/>
                </a:lnTo>
                <a:lnTo>
                  <a:pt x="2180041" y="140406"/>
                </a:lnTo>
                <a:lnTo>
                  <a:pt x="2157998" y="148129"/>
                </a:lnTo>
                <a:lnTo>
                  <a:pt x="2133951" y="154046"/>
                </a:lnTo>
                <a:lnTo>
                  <a:pt x="2121827" y="153645"/>
                </a:lnTo>
                <a:lnTo>
                  <a:pt x="2104894" y="148530"/>
                </a:lnTo>
                <a:lnTo>
                  <a:pt x="2098682" y="149232"/>
                </a:lnTo>
                <a:lnTo>
                  <a:pt x="2092771" y="151539"/>
                </a:lnTo>
                <a:lnTo>
                  <a:pt x="2085156" y="167585"/>
                </a:lnTo>
                <a:lnTo>
                  <a:pt x="2099083" y="183632"/>
                </a:lnTo>
                <a:lnTo>
                  <a:pt x="2122930" y="200380"/>
                </a:lnTo>
                <a:lnTo>
                  <a:pt x="2126236" y="204492"/>
                </a:lnTo>
                <a:lnTo>
                  <a:pt x="2125334" y="209607"/>
                </a:lnTo>
                <a:lnTo>
                  <a:pt x="2121527" y="212716"/>
                </a:lnTo>
                <a:lnTo>
                  <a:pt x="2116517" y="214421"/>
                </a:lnTo>
                <a:lnTo>
                  <a:pt x="2103091" y="217028"/>
                </a:lnTo>
                <a:lnTo>
                  <a:pt x="2089565" y="219034"/>
                </a:lnTo>
                <a:lnTo>
                  <a:pt x="2078343" y="221842"/>
                </a:lnTo>
                <a:lnTo>
                  <a:pt x="2067422" y="225653"/>
                </a:lnTo>
                <a:lnTo>
                  <a:pt x="2056200" y="224350"/>
                </a:lnTo>
                <a:lnTo>
                  <a:pt x="2040670" y="216828"/>
                </a:lnTo>
                <a:lnTo>
                  <a:pt x="2036161" y="216326"/>
                </a:lnTo>
                <a:lnTo>
                  <a:pt x="2031552" y="220238"/>
                </a:lnTo>
                <a:lnTo>
                  <a:pt x="2026943" y="230668"/>
                </a:lnTo>
                <a:lnTo>
                  <a:pt x="2023937" y="233576"/>
                </a:lnTo>
                <a:close/>
                <a:moveTo>
                  <a:pt x="292068" y="120850"/>
                </a:moveTo>
                <a:lnTo>
                  <a:pt x="289563" y="123658"/>
                </a:lnTo>
                <a:lnTo>
                  <a:pt x="282249" y="122053"/>
                </a:lnTo>
                <a:lnTo>
                  <a:pt x="283552" y="105606"/>
                </a:lnTo>
                <a:lnTo>
                  <a:pt x="287760" y="103500"/>
                </a:lnTo>
                <a:lnTo>
                  <a:pt x="294172" y="106508"/>
                </a:lnTo>
                <a:lnTo>
                  <a:pt x="297078" y="109316"/>
                </a:lnTo>
                <a:lnTo>
                  <a:pt x="292068" y="120850"/>
                </a:lnTo>
                <a:close/>
                <a:moveTo>
                  <a:pt x="247882" y="3410"/>
                </a:moveTo>
                <a:lnTo>
                  <a:pt x="254996" y="14141"/>
                </a:lnTo>
                <a:lnTo>
                  <a:pt x="251389" y="18955"/>
                </a:lnTo>
                <a:lnTo>
                  <a:pt x="249686" y="20359"/>
                </a:lnTo>
                <a:lnTo>
                  <a:pt x="245377" y="18754"/>
                </a:lnTo>
                <a:lnTo>
                  <a:pt x="241370" y="22866"/>
                </a:lnTo>
                <a:lnTo>
                  <a:pt x="237462" y="23769"/>
                </a:lnTo>
                <a:lnTo>
                  <a:pt x="233554" y="16247"/>
                </a:lnTo>
                <a:lnTo>
                  <a:pt x="228745" y="13339"/>
                </a:lnTo>
                <a:lnTo>
                  <a:pt x="227643" y="8224"/>
                </a:lnTo>
                <a:lnTo>
                  <a:pt x="234156" y="7321"/>
                </a:lnTo>
                <a:lnTo>
                  <a:pt x="237963" y="9026"/>
                </a:lnTo>
                <a:lnTo>
                  <a:pt x="245277" y="5516"/>
                </a:lnTo>
                <a:lnTo>
                  <a:pt x="247882" y="3410"/>
                </a:lnTo>
                <a:close/>
                <a:moveTo>
                  <a:pt x="1404232" y="409686"/>
                </a:moveTo>
                <a:lnTo>
                  <a:pt x="1401226" y="410990"/>
                </a:lnTo>
                <a:lnTo>
                  <a:pt x="1396517" y="407379"/>
                </a:lnTo>
                <a:lnTo>
                  <a:pt x="1395314" y="376991"/>
                </a:lnTo>
                <a:lnTo>
                  <a:pt x="1398621" y="374284"/>
                </a:lnTo>
                <a:lnTo>
                  <a:pt x="1400825" y="374685"/>
                </a:lnTo>
                <a:lnTo>
                  <a:pt x="1403129" y="380201"/>
                </a:lnTo>
                <a:lnTo>
                  <a:pt x="1402929" y="393539"/>
                </a:lnTo>
                <a:lnTo>
                  <a:pt x="1403330" y="405273"/>
                </a:lnTo>
                <a:lnTo>
                  <a:pt x="1404232" y="409686"/>
                </a:lnTo>
                <a:close/>
                <a:moveTo>
                  <a:pt x="660886" y="518401"/>
                </a:moveTo>
                <a:lnTo>
                  <a:pt x="645856" y="525020"/>
                </a:lnTo>
                <a:lnTo>
                  <a:pt x="628823" y="518902"/>
                </a:lnTo>
                <a:lnTo>
                  <a:pt x="634334" y="509174"/>
                </a:lnTo>
                <a:lnTo>
                  <a:pt x="645656" y="506767"/>
                </a:lnTo>
                <a:lnTo>
                  <a:pt x="654774" y="509876"/>
                </a:lnTo>
                <a:lnTo>
                  <a:pt x="659984" y="512283"/>
                </a:lnTo>
                <a:lnTo>
                  <a:pt x="663491" y="514991"/>
                </a:lnTo>
                <a:lnTo>
                  <a:pt x="660886" y="518401"/>
                </a:lnTo>
                <a:close/>
                <a:moveTo>
                  <a:pt x="1780063" y="160465"/>
                </a:moveTo>
                <a:lnTo>
                  <a:pt x="1782868" y="163774"/>
                </a:lnTo>
                <a:lnTo>
                  <a:pt x="1788880" y="175408"/>
                </a:lnTo>
                <a:lnTo>
                  <a:pt x="1792787" y="187142"/>
                </a:lnTo>
                <a:lnTo>
                  <a:pt x="1793990" y="204993"/>
                </a:lnTo>
                <a:lnTo>
                  <a:pt x="1798799" y="212515"/>
                </a:lnTo>
                <a:lnTo>
                  <a:pt x="1797997" y="214120"/>
                </a:lnTo>
                <a:lnTo>
                  <a:pt x="1795192" y="215323"/>
                </a:lnTo>
                <a:lnTo>
                  <a:pt x="1790783" y="215925"/>
                </a:lnTo>
                <a:lnTo>
                  <a:pt x="1783169" y="214220"/>
                </a:lnTo>
                <a:lnTo>
                  <a:pt x="1776756" y="211613"/>
                </a:lnTo>
                <a:lnTo>
                  <a:pt x="1771245" y="192257"/>
                </a:lnTo>
                <a:lnTo>
                  <a:pt x="1768741" y="181425"/>
                </a:lnTo>
                <a:lnTo>
                  <a:pt x="1768941" y="168387"/>
                </a:lnTo>
                <a:lnTo>
                  <a:pt x="1768741" y="160465"/>
                </a:lnTo>
                <a:lnTo>
                  <a:pt x="1780063" y="160465"/>
                </a:lnTo>
                <a:close/>
                <a:moveTo>
                  <a:pt x="1768741" y="160465"/>
                </a:moveTo>
                <a:lnTo>
                  <a:pt x="1760525" y="164877"/>
                </a:lnTo>
                <a:lnTo>
                  <a:pt x="1752509" y="170293"/>
                </a:lnTo>
                <a:lnTo>
                  <a:pt x="1744393" y="175007"/>
                </a:lnTo>
                <a:lnTo>
                  <a:pt x="1740686" y="178717"/>
                </a:lnTo>
                <a:lnTo>
                  <a:pt x="1741989" y="183832"/>
                </a:lnTo>
                <a:lnTo>
                  <a:pt x="1743892" y="195265"/>
                </a:lnTo>
                <a:lnTo>
                  <a:pt x="1744994" y="204191"/>
                </a:lnTo>
                <a:lnTo>
                  <a:pt x="1747800" y="207701"/>
                </a:lnTo>
                <a:lnTo>
                  <a:pt x="1750004" y="211312"/>
                </a:lnTo>
                <a:lnTo>
                  <a:pt x="1749102" y="215223"/>
                </a:lnTo>
                <a:lnTo>
                  <a:pt x="1744293" y="222544"/>
                </a:lnTo>
                <a:lnTo>
                  <a:pt x="1746998" y="223948"/>
                </a:lnTo>
                <a:lnTo>
                  <a:pt x="1743592" y="233777"/>
                </a:lnTo>
                <a:lnTo>
                  <a:pt x="1738482" y="240998"/>
                </a:lnTo>
                <a:lnTo>
                  <a:pt x="1731368" y="246915"/>
                </a:lnTo>
                <a:lnTo>
                  <a:pt x="1726759" y="248319"/>
                </a:lnTo>
                <a:lnTo>
                  <a:pt x="1723152" y="245812"/>
                </a:lnTo>
                <a:lnTo>
                  <a:pt x="1717140" y="239293"/>
                </a:lnTo>
                <a:lnTo>
                  <a:pt x="1710628" y="230267"/>
                </a:lnTo>
                <a:lnTo>
                  <a:pt x="1707622" y="225052"/>
                </a:lnTo>
                <a:lnTo>
                  <a:pt x="1698203" y="224350"/>
                </a:lnTo>
                <a:lnTo>
                  <a:pt x="1694897" y="220238"/>
                </a:lnTo>
                <a:lnTo>
                  <a:pt x="1694697" y="215123"/>
                </a:lnTo>
                <a:lnTo>
                  <a:pt x="1691991" y="209206"/>
                </a:lnTo>
                <a:lnTo>
                  <a:pt x="1688284" y="202787"/>
                </a:lnTo>
                <a:lnTo>
                  <a:pt x="1682773" y="197873"/>
                </a:lnTo>
                <a:lnTo>
                  <a:pt x="1675359" y="194062"/>
                </a:lnTo>
                <a:lnTo>
                  <a:pt x="1672253" y="191254"/>
                </a:lnTo>
                <a:lnTo>
                  <a:pt x="1683675" y="191454"/>
                </a:lnTo>
                <a:lnTo>
                  <a:pt x="1695799" y="189850"/>
                </a:lnTo>
                <a:lnTo>
                  <a:pt x="1708323" y="184534"/>
                </a:lnTo>
                <a:lnTo>
                  <a:pt x="1720447" y="178015"/>
                </a:lnTo>
                <a:lnTo>
                  <a:pt x="1730566" y="170694"/>
                </a:lnTo>
                <a:lnTo>
                  <a:pt x="1740085" y="162370"/>
                </a:lnTo>
                <a:lnTo>
                  <a:pt x="1750104" y="155851"/>
                </a:lnTo>
                <a:lnTo>
                  <a:pt x="1765534" y="148229"/>
                </a:lnTo>
                <a:lnTo>
                  <a:pt x="1770845" y="148831"/>
                </a:lnTo>
                <a:lnTo>
                  <a:pt x="1770744" y="154247"/>
                </a:lnTo>
                <a:lnTo>
                  <a:pt x="1768741" y="160465"/>
                </a:lnTo>
                <a:close/>
                <a:moveTo>
                  <a:pt x="2774798" y="1605849"/>
                </a:moveTo>
                <a:lnTo>
                  <a:pt x="2771391" y="1592811"/>
                </a:lnTo>
                <a:lnTo>
                  <a:pt x="2767684" y="1587195"/>
                </a:lnTo>
                <a:lnTo>
                  <a:pt x="2764778" y="1583986"/>
                </a:lnTo>
                <a:lnTo>
                  <a:pt x="2763876" y="1580074"/>
                </a:lnTo>
                <a:lnTo>
                  <a:pt x="2763976" y="1575963"/>
                </a:lnTo>
                <a:lnTo>
                  <a:pt x="2765780" y="1574057"/>
                </a:lnTo>
                <a:lnTo>
                  <a:pt x="2778004" y="1573556"/>
                </a:lnTo>
                <a:lnTo>
                  <a:pt x="2782913" y="1566836"/>
                </a:lnTo>
                <a:lnTo>
                  <a:pt x="2782913" y="1558813"/>
                </a:lnTo>
                <a:lnTo>
                  <a:pt x="2780408" y="1556005"/>
                </a:lnTo>
                <a:lnTo>
                  <a:pt x="2778004" y="1554902"/>
                </a:lnTo>
                <a:lnTo>
                  <a:pt x="2765279" y="1560919"/>
                </a:lnTo>
                <a:lnTo>
                  <a:pt x="2761672" y="1559816"/>
                </a:lnTo>
                <a:lnTo>
                  <a:pt x="2759468" y="1557710"/>
                </a:lnTo>
                <a:lnTo>
                  <a:pt x="2760169" y="1548684"/>
                </a:lnTo>
                <a:lnTo>
                  <a:pt x="2770690" y="1540359"/>
                </a:lnTo>
                <a:lnTo>
                  <a:pt x="2779607" y="1525216"/>
                </a:lnTo>
                <a:lnTo>
                  <a:pt x="2785819" y="1519198"/>
                </a:lnTo>
                <a:lnTo>
                  <a:pt x="2800347" y="1513482"/>
                </a:lnTo>
                <a:lnTo>
                  <a:pt x="2806259" y="1511877"/>
                </a:lnTo>
                <a:lnTo>
                  <a:pt x="2848541" y="1503553"/>
                </a:lnTo>
                <a:lnTo>
                  <a:pt x="2858661" y="1503051"/>
                </a:lnTo>
                <a:lnTo>
                  <a:pt x="2885513" y="1503252"/>
                </a:lnTo>
                <a:lnTo>
                  <a:pt x="2921383" y="1501447"/>
                </a:lnTo>
                <a:lnTo>
                  <a:pt x="2930300" y="1500243"/>
                </a:lnTo>
                <a:lnTo>
                  <a:pt x="2941822" y="1496633"/>
                </a:lnTo>
                <a:lnTo>
                  <a:pt x="2952944" y="1492020"/>
                </a:lnTo>
                <a:lnTo>
                  <a:pt x="2958856" y="1488509"/>
                </a:lnTo>
                <a:lnTo>
                  <a:pt x="2964967" y="1485902"/>
                </a:lnTo>
                <a:lnTo>
                  <a:pt x="2974185" y="1489111"/>
                </a:lnTo>
                <a:lnTo>
                  <a:pt x="2989916" y="1491618"/>
                </a:lnTo>
                <a:lnTo>
                  <a:pt x="2994124" y="1493825"/>
                </a:lnTo>
                <a:lnTo>
                  <a:pt x="2998032" y="1496833"/>
                </a:lnTo>
                <a:lnTo>
                  <a:pt x="2979896" y="1512780"/>
                </a:lnTo>
                <a:lnTo>
                  <a:pt x="2959857" y="1525918"/>
                </a:lnTo>
                <a:lnTo>
                  <a:pt x="2947534" y="1529929"/>
                </a:lnTo>
                <a:lnTo>
                  <a:pt x="2934809" y="1532637"/>
                </a:lnTo>
                <a:lnTo>
                  <a:pt x="2925190" y="1537752"/>
                </a:lnTo>
                <a:lnTo>
                  <a:pt x="2916974" y="1545775"/>
                </a:lnTo>
                <a:lnTo>
                  <a:pt x="2906554" y="1550288"/>
                </a:lnTo>
                <a:lnTo>
                  <a:pt x="2894731" y="1551793"/>
                </a:lnTo>
                <a:lnTo>
                  <a:pt x="2884611" y="1554200"/>
                </a:lnTo>
                <a:lnTo>
                  <a:pt x="2875493" y="1558913"/>
                </a:lnTo>
                <a:lnTo>
                  <a:pt x="2862769" y="1566936"/>
                </a:lnTo>
                <a:lnTo>
                  <a:pt x="2857659" y="1567739"/>
                </a:lnTo>
                <a:lnTo>
                  <a:pt x="2852148" y="1567538"/>
                </a:lnTo>
                <a:lnTo>
                  <a:pt x="2841628" y="1570647"/>
                </a:lnTo>
                <a:lnTo>
                  <a:pt x="2808864" y="1582181"/>
                </a:lnTo>
                <a:lnTo>
                  <a:pt x="2789025" y="1595018"/>
                </a:lnTo>
                <a:lnTo>
                  <a:pt x="2774798" y="1605849"/>
                </a:lnTo>
                <a:close/>
                <a:moveTo>
                  <a:pt x="2671396" y="1588800"/>
                </a:moveTo>
                <a:lnTo>
                  <a:pt x="2687628" y="1580175"/>
                </a:lnTo>
                <a:lnTo>
                  <a:pt x="2712276" y="1573556"/>
                </a:lnTo>
                <a:lnTo>
                  <a:pt x="2711675" y="1578470"/>
                </a:lnTo>
                <a:lnTo>
                  <a:pt x="2709170" y="1585992"/>
                </a:lnTo>
                <a:lnTo>
                  <a:pt x="2705463" y="1589602"/>
                </a:lnTo>
                <a:lnTo>
                  <a:pt x="2699752" y="1596021"/>
                </a:lnTo>
                <a:lnTo>
                  <a:pt x="2696044" y="1597425"/>
                </a:lnTo>
                <a:lnTo>
                  <a:pt x="2681316" y="1596021"/>
                </a:lnTo>
                <a:lnTo>
                  <a:pt x="2679412" y="1596923"/>
                </a:lnTo>
                <a:lnTo>
                  <a:pt x="2676807" y="1596221"/>
                </a:lnTo>
                <a:lnTo>
                  <a:pt x="2672999" y="1592109"/>
                </a:lnTo>
                <a:lnTo>
                  <a:pt x="2671396" y="1588800"/>
                </a:lnTo>
                <a:close/>
                <a:moveTo>
                  <a:pt x="4368698" y="1566435"/>
                </a:moveTo>
                <a:lnTo>
                  <a:pt x="4368698" y="1565131"/>
                </a:lnTo>
                <a:lnTo>
                  <a:pt x="4368698" y="1544672"/>
                </a:lnTo>
                <a:lnTo>
                  <a:pt x="4368698" y="1524313"/>
                </a:lnTo>
                <a:lnTo>
                  <a:pt x="4368698" y="1503954"/>
                </a:lnTo>
                <a:lnTo>
                  <a:pt x="4368698" y="1483495"/>
                </a:lnTo>
                <a:lnTo>
                  <a:pt x="4368698" y="1463136"/>
                </a:lnTo>
                <a:lnTo>
                  <a:pt x="4368698" y="1442777"/>
                </a:lnTo>
                <a:lnTo>
                  <a:pt x="4368598" y="1422418"/>
                </a:lnTo>
                <a:lnTo>
                  <a:pt x="4368598" y="1401959"/>
                </a:lnTo>
                <a:lnTo>
                  <a:pt x="4368598" y="1381600"/>
                </a:lnTo>
                <a:lnTo>
                  <a:pt x="4368598" y="1361241"/>
                </a:lnTo>
                <a:lnTo>
                  <a:pt x="4368598" y="1344392"/>
                </a:lnTo>
                <a:lnTo>
                  <a:pt x="4363087" y="1337873"/>
                </a:lnTo>
                <a:lnTo>
                  <a:pt x="4357276" y="1327844"/>
                </a:lnTo>
                <a:lnTo>
                  <a:pt x="4358578" y="1315007"/>
                </a:lnTo>
                <a:lnTo>
                  <a:pt x="4365492" y="1298961"/>
                </a:lnTo>
                <a:lnTo>
                  <a:pt x="4368598" y="1288330"/>
                </a:lnTo>
                <a:lnTo>
                  <a:pt x="4368598" y="1279605"/>
                </a:lnTo>
                <a:lnTo>
                  <a:pt x="4368598" y="1259246"/>
                </a:lnTo>
                <a:lnTo>
                  <a:pt x="4368598" y="1238887"/>
                </a:lnTo>
                <a:lnTo>
                  <a:pt x="4368598" y="1218528"/>
                </a:lnTo>
                <a:lnTo>
                  <a:pt x="4368598" y="1198068"/>
                </a:lnTo>
                <a:lnTo>
                  <a:pt x="4368598" y="1177710"/>
                </a:lnTo>
                <a:lnTo>
                  <a:pt x="4368598" y="1157351"/>
                </a:lnTo>
                <a:lnTo>
                  <a:pt x="4368497" y="1136891"/>
                </a:lnTo>
                <a:lnTo>
                  <a:pt x="4368497" y="1116532"/>
                </a:lnTo>
                <a:lnTo>
                  <a:pt x="4368497" y="1096174"/>
                </a:lnTo>
                <a:lnTo>
                  <a:pt x="4368497" y="1075714"/>
                </a:lnTo>
                <a:lnTo>
                  <a:pt x="4368497" y="1055355"/>
                </a:lnTo>
                <a:lnTo>
                  <a:pt x="4368497" y="1034996"/>
                </a:lnTo>
                <a:lnTo>
                  <a:pt x="4368497" y="1014637"/>
                </a:lnTo>
                <a:lnTo>
                  <a:pt x="4368497" y="994178"/>
                </a:lnTo>
                <a:lnTo>
                  <a:pt x="4368497" y="973819"/>
                </a:lnTo>
                <a:lnTo>
                  <a:pt x="4368497" y="953460"/>
                </a:lnTo>
                <a:lnTo>
                  <a:pt x="4368497" y="933001"/>
                </a:lnTo>
                <a:lnTo>
                  <a:pt x="4368397" y="920766"/>
                </a:lnTo>
                <a:lnTo>
                  <a:pt x="4368397" y="914046"/>
                </a:lnTo>
                <a:lnTo>
                  <a:pt x="4368397" y="913645"/>
                </a:lnTo>
                <a:lnTo>
                  <a:pt x="4371403" y="913645"/>
                </a:lnTo>
                <a:lnTo>
                  <a:pt x="4381623" y="913745"/>
                </a:lnTo>
                <a:lnTo>
                  <a:pt x="4389739" y="915450"/>
                </a:lnTo>
                <a:lnTo>
                  <a:pt x="4421200" y="937213"/>
                </a:lnTo>
                <a:lnTo>
                  <a:pt x="4421200" y="945939"/>
                </a:lnTo>
                <a:lnTo>
                  <a:pt x="4421200" y="948045"/>
                </a:lnTo>
                <a:lnTo>
                  <a:pt x="4421200" y="949148"/>
                </a:lnTo>
                <a:lnTo>
                  <a:pt x="4421200" y="961082"/>
                </a:lnTo>
                <a:lnTo>
                  <a:pt x="4421200" y="973318"/>
                </a:lnTo>
                <a:lnTo>
                  <a:pt x="4421200" y="984952"/>
                </a:lnTo>
                <a:lnTo>
                  <a:pt x="4421200" y="987358"/>
                </a:lnTo>
                <a:lnTo>
                  <a:pt x="4421200" y="988361"/>
                </a:lnTo>
                <a:lnTo>
                  <a:pt x="4421200" y="992373"/>
                </a:lnTo>
                <a:lnTo>
                  <a:pt x="4421200" y="995983"/>
                </a:lnTo>
                <a:lnTo>
                  <a:pt x="4421200" y="1010225"/>
                </a:lnTo>
                <a:lnTo>
                  <a:pt x="4421200" y="1014637"/>
                </a:lnTo>
                <a:lnTo>
                  <a:pt x="4421200" y="1022661"/>
                </a:lnTo>
                <a:lnTo>
                  <a:pt x="4421200" y="1031386"/>
                </a:lnTo>
                <a:lnTo>
                  <a:pt x="4421200" y="1033492"/>
                </a:lnTo>
                <a:lnTo>
                  <a:pt x="4421200" y="1034495"/>
                </a:lnTo>
                <a:lnTo>
                  <a:pt x="4421200" y="1034796"/>
                </a:lnTo>
                <a:lnTo>
                  <a:pt x="4421200" y="1033291"/>
                </a:lnTo>
                <a:lnTo>
                  <a:pt x="4421200" y="1033993"/>
                </a:lnTo>
                <a:lnTo>
                  <a:pt x="4421200" y="1035498"/>
                </a:lnTo>
                <a:lnTo>
                  <a:pt x="4421200" y="1038507"/>
                </a:lnTo>
                <a:lnTo>
                  <a:pt x="4421200" y="1044323"/>
                </a:lnTo>
                <a:lnTo>
                  <a:pt x="4421200" y="1052347"/>
                </a:lnTo>
                <a:lnTo>
                  <a:pt x="4421200" y="1055957"/>
                </a:lnTo>
                <a:lnTo>
                  <a:pt x="4421200" y="1063178"/>
                </a:lnTo>
                <a:lnTo>
                  <a:pt x="4421200" y="1071903"/>
                </a:lnTo>
                <a:lnTo>
                  <a:pt x="4421200" y="1080628"/>
                </a:lnTo>
                <a:lnTo>
                  <a:pt x="4421200" y="1088050"/>
                </a:lnTo>
                <a:lnTo>
                  <a:pt x="4421200" y="1091159"/>
                </a:lnTo>
                <a:lnTo>
                  <a:pt x="4421200" y="1091660"/>
                </a:lnTo>
                <a:lnTo>
                  <a:pt x="4421200" y="1135588"/>
                </a:lnTo>
                <a:lnTo>
                  <a:pt x="4421200" y="1142407"/>
                </a:lnTo>
                <a:lnTo>
                  <a:pt x="4421200" y="1171191"/>
                </a:lnTo>
                <a:lnTo>
                  <a:pt x="4421200" y="1193656"/>
                </a:lnTo>
                <a:lnTo>
                  <a:pt x="4421200" y="1200576"/>
                </a:lnTo>
                <a:lnTo>
                  <a:pt x="4421200" y="1203183"/>
                </a:lnTo>
                <a:lnTo>
                  <a:pt x="4421200" y="1207997"/>
                </a:lnTo>
                <a:lnTo>
                  <a:pt x="4421200" y="1215218"/>
                </a:lnTo>
                <a:lnTo>
                  <a:pt x="4421200" y="1245506"/>
                </a:lnTo>
                <a:lnTo>
                  <a:pt x="4421200" y="1248113"/>
                </a:lnTo>
                <a:lnTo>
                  <a:pt x="4421200" y="1249116"/>
                </a:lnTo>
                <a:lnTo>
                  <a:pt x="4421200" y="1248715"/>
                </a:lnTo>
                <a:lnTo>
                  <a:pt x="4421200" y="1250219"/>
                </a:lnTo>
                <a:lnTo>
                  <a:pt x="4421200" y="1255735"/>
                </a:lnTo>
                <a:lnTo>
                  <a:pt x="4421200" y="1259346"/>
                </a:lnTo>
                <a:lnTo>
                  <a:pt x="4421200" y="1269174"/>
                </a:lnTo>
                <a:lnTo>
                  <a:pt x="4421200" y="1279805"/>
                </a:lnTo>
                <a:lnTo>
                  <a:pt x="4421200" y="1282914"/>
                </a:lnTo>
                <a:lnTo>
                  <a:pt x="4421200" y="1285221"/>
                </a:lnTo>
                <a:lnTo>
                  <a:pt x="4421200" y="1291038"/>
                </a:lnTo>
                <a:lnTo>
                  <a:pt x="4421200" y="1308889"/>
                </a:lnTo>
                <a:lnTo>
                  <a:pt x="4421200" y="1320022"/>
                </a:lnTo>
                <a:lnTo>
                  <a:pt x="4421200" y="1324234"/>
                </a:lnTo>
                <a:lnTo>
                  <a:pt x="4421200" y="1326240"/>
                </a:lnTo>
                <a:lnTo>
                  <a:pt x="4421200" y="1328045"/>
                </a:lnTo>
                <a:lnTo>
                  <a:pt x="4421200" y="1326039"/>
                </a:lnTo>
                <a:lnTo>
                  <a:pt x="4421200" y="1337271"/>
                </a:lnTo>
                <a:lnTo>
                  <a:pt x="4421200" y="1342186"/>
                </a:lnTo>
                <a:lnTo>
                  <a:pt x="4421200" y="1346799"/>
                </a:lnTo>
                <a:lnTo>
                  <a:pt x="4421200" y="1370668"/>
                </a:lnTo>
                <a:lnTo>
                  <a:pt x="4421200" y="1391829"/>
                </a:lnTo>
                <a:lnTo>
                  <a:pt x="4421200" y="1400454"/>
                </a:lnTo>
                <a:lnTo>
                  <a:pt x="4421200" y="1407475"/>
                </a:lnTo>
                <a:lnTo>
                  <a:pt x="4421200" y="1415699"/>
                </a:lnTo>
                <a:lnTo>
                  <a:pt x="4421200" y="1425226"/>
                </a:lnTo>
                <a:lnTo>
                  <a:pt x="4421200" y="1441774"/>
                </a:lnTo>
                <a:lnTo>
                  <a:pt x="4421200" y="1447992"/>
                </a:lnTo>
                <a:lnTo>
                  <a:pt x="4421200" y="1451703"/>
                </a:lnTo>
                <a:lnTo>
                  <a:pt x="4421200" y="1464640"/>
                </a:lnTo>
                <a:lnTo>
                  <a:pt x="4421200" y="1470256"/>
                </a:lnTo>
                <a:lnTo>
                  <a:pt x="4421200" y="1488208"/>
                </a:lnTo>
                <a:lnTo>
                  <a:pt x="4421200" y="1500344"/>
                </a:lnTo>
                <a:lnTo>
                  <a:pt x="4421200" y="1505358"/>
                </a:lnTo>
                <a:lnTo>
                  <a:pt x="4421200" y="1509771"/>
                </a:lnTo>
                <a:lnTo>
                  <a:pt x="4421200" y="1520803"/>
                </a:lnTo>
                <a:lnTo>
                  <a:pt x="4421200" y="1523912"/>
                </a:lnTo>
                <a:lnTo>
                  <a:pt x="4421200" y="1548383"/>
                </a:lnTo>
                <a:lnTo>
                  <a:pt x="4421200" y="1559715"/>
                </a:lnTo>
                <a:lnTo>
                  <a:pt x="4421200" y="1563727"/>
                </a:lnTo>
                <a:lnTo>
                  <a:pt x="4421200" y="1563426"/>
                </a:lnTo>
                <a:lnTo>
                  <a:pt x="4421200" y="1556205"/>
                </a:lnTo>
                <a:lnTo>
                  <a:pt x="4421200" y="1556005"/>
                </a:lnTo>
                <a:lnTo>
                  <a:pt x="4421200" y="1557609"/>
                </a:lnTo>
                <a:lnTo>
                  <a:pt x="4421200" y="1561621"/>
                </a:lnTo>
                <a:lnTo>
                  <a:pt x="4421200" y="1572653"/>
                </a:lnTo>
                <a:lnTo>
                  <a:pt x="4421200" y="1584186"/>
                </a:lnTo>
                <a:lnTo>
                  <a:pt x="4421200" y="1595319"/>
                </a:lnTo>
                <a:lnTo>
                  <a:pt x="4421200" y="1604445"/>
                </a:lnTo>
                <a:lnTo>
                  <a:pt x="4421200" y="1611566"/>
                </a:lnTo>
                <a:lnTo>
                  <a:pt x="4421200" y="1613471"/>
                </a:lnTo>
                <a:lnTo>
                  <a:pt x="4421200" y="1615778"/>
                </a:lnTo>
                <a:lnTo>
                  <a:pt x="4421200" y="1617683"/>
                </a:lnTo>
                <a:lnTo>
                  <a:pt x="4421200" y="1620792"/>
                </a:lnTo>
                <a:lnTo>
                  <a:pt x="4421200" y="1623500"/>
                </a:lnTo>
                <a:lnTo>
                  <a:pt x="4421200" y="1628414"/>
                </a:lnTo>
                <a:lnTo>
                  <a:pt x="4421200" y="1630821"/>
                </a:lnTo>
                <a:lnTo>
                  <a:pt x="4421200" y="1631824"/>
                </a:lnTo>
                <a:lnTo>
                  <a:pt x="4421200" y="1635334"/>
                </a:lnTo>
                <a:lnTo>
                  <a:pt x="4421200" y="1641653"/>
                </a:lnTo>
                <a:lnTo>
                  <a:pt x="4421200" y="1648172"/>
                </a:lnTo>
                <a:lnTo>
                  <a:pt x="4421200" y="1656095"/>
                </a:lnTo>
                <a:lnTo>
                  <a:pt x="4421200" y="1659003"/>
                </a:lnTo>
                <a:lnTo>
                  <a:pt x="4421200" y="1660908"/>
                </a:lnTo>
                <a:lnTo>
                  <a:pt x="4421200" y="1663616"/>
                </a:lnTo>
                <a:lnTo>
                  <a:pt x="4421200" y="1667427"/>
                </a:lnTo>
                <a:lnTo>
                  <a:pt x="4421200" y="1671138"/>
                </a:lnTo>
                <a:lnTo>
                  <a:pt x="4421200" y="1673846"/>
                </a:lnTo>
                <a:lnTo>
                  <a:pt x="4421200" y="1675551"/>
                </a:lnTo>
                <a:lnTo>
                  <a:pt x="4421200" y="1680565"/>
                </a:lnTo>
                <a:lnTo>
                  <a:pt x="4421200" y="1678459"/>
                </a:lnTo>
                <a:lnTo>
                  <a:pt x="4421200" y="1686683"/>
                </a:lnTo>
                <a:lnTo>
                  <a:pt x="4421200" y="1688689"/>
                </a:lnTo>
                <a:lnTo>
                  <a:pt x="4421200" y="1685580"/>
                </a:lnTo>
                <a:lnTo>
                  <a:pt x="4421200" y="1688789"/>
                </a:lnTo>
                <a:lnTo>
                  <a:pt x="4421200" y="1697514"/>
                </a:lnTo>
                <a:lnTo>
                  <a:pt x="4421200" y="1703331"/>
                </a:lnTo>
                <a:lnTo>
                  <a:pt x="4421200" y="1706741"/>
                </a:lnTo>
                <a:lnTo>
                  <a:pt x="4421200" y="1710753"/>
                </a:lnTo>
                <a:lnTo>
                  <a:pt x="4421200" y="1718676"/>
                </a:lnTo>
                <a:lnTo>
                  <a:pt x="4421200" y="1719879"/>
                </a:lnTo>
                <a:lnTo>
                  <a:pt x="4421200" y="1720481"/>
                </a:lnTo>
                <a:lnTo>
                  <a:pt x="4421200" y="1717071"/>
                </a:lnTo>
                <a:lnTo>
                  <a:pt x="4421200" y="1712658"/>
                </a:lnTo>
                <a:lnTo>
                  <a:pt x="4421200" y="1706741"/>
                </a:lnTo>
                <a:lnTo>
                  <a:pt x="4421200" y="1703231"/>
                </a:lnTo>
                <a:lnTo>
                  <a:pt x="4421200" y="1694807"/>
                </a:lnTo>
                <a:lnTo>
                  <a:pt x="4421200" y="1690193"/>
                </a:lnTo>
                <a:lnTo>
                  <a:pt x="4421200" y="1688689"/>
                </a:lnTo>
                <a:lnTo>
                  <a:pt x="4421200" y="1683875"/>
                </a:lnTo>
                <a:lnTo>
                  <a:pt x="4421200" y="1680365"/>
                </a:lnTo>
                <a:lnTo>
                  <a:pt x="4421200" y="1678259"/>
                </a:lnTo>
                <a:lnTo>
                  <a:pt x="4421200" y="1671539"/>
                </a:lnTo>
                <a:lnTo>
                  <a:pt x="4421200" y="1670536"/>
                </a:lnTo>
                <a:lnTo>
                  <a:pt x="4421200" y="1672642"/>
                </a:lnTo>
                <a:lnTo>
                  <a:pt x="4421200" y="1673946"/>
                </a:lnTo>
                <a:lnTo>
                  <a:pt x="4421200" y="1673344"/>
                </a:lnTo>
                <a:lnTo>
                  <a:pt x="4421200" y="1667628"/>
                </a:lnTo>
                <a:lnTo>
                  <a:pt x="4421200" y="1665522"/>
                </a:lnTo>
                <a:lnTo>
                  <a:pt x="4421200" y="1667327"/>
                </a:lnTo>
                <a:lnTo>
                  <a:pt x="4421200" y="1667628"/>
                </a:lnTo>
                <a:lnTo>
                  <a:pt x="4421200" y="1663516"/>
                </a:lnTo>
                <a:lnTo>
                  <a:pt x="4421200" y="1661811"/>
                </a:lnTo>
                <a:lnTo>
                  <a:pt x="4421200" y="1656095"/>
                </a:lnTo>
                <a:lnTo>
                  <a:pt x="4421200" y="1650779"/>
                </a:lnTo>
                <a:lnTo>
                  <a:pt x="4421200" y="1645965"/>
                </a:lnTo>
                <a:lnTo>
                  <a:pt x="4421200" y="1633730"/>
                </a:lnTo>
                <a:lnTo>
                  <a:pt x="4421200" y="1622196"/>
                </a:lnTo>
                <a:lnTo>
                  <a:pt x="4421200" y="1612669"/>
                </a:lnTo>
                <a:lnTo>
                  <a:pt x="4421200" y="1597224"/>
                </a:lnTo>
                <a:lnTo>
                  <a:pt x="4421200" y="1593413"/>
                </a:lnTo>
                <a:lnTo>
                  <a:pt x="4421200" y="1579272"/>
                </a:lnTo>
                <a:lnTo>
                  <a:pt x="4421200" y="1569945"/>
                </a:lnTo>
                <a:lnTo>
                  <a:pt x="4421200" y="1560518"/>
                </a:lnTo>
                <a:lnTo>
                  <a:pt x="4421200" y="1563727"/>
                </a:lnTo>
                <a:lnTo>
                  <a:pt x="4421200" y="1563326"/>
                </a:lnTo>
                <a:lnTo>
                  <a:pt x="4421200" y="1557008"/>
                </a:lnTo>
                <a:lnTo>
                  <a:pt x="4421200" y="1549586"/>
                </a:lnTo>
                <a:lnTo>
                  <a:pt x="4421200" y="1529428"/>
                </a:lnTo>
                <a:lnTo>
                  <a:pt x="4421200" y="1518797"/>
                </a:lnTo>
                <a:lnTo>
                  <a:pt x="4421200" y="1499942"/>
                </a:lnTo>
                <a:lnTo>
                  <a:pt x="4421200" y="1488710"/>
                </a:lnTo>
                <a:lnTo>
                  <a:pt x="4421200" y="1478881"/>
                </a:lnTo>
                <a:lnTo>
                  <a:pt x="4421200" y="1475271"/>
                </a:lnTo>
                <a:lnTo>
                  <a:pt x="4421200" y="1471059"/>
                </a:lnTo>
                <a:lnTo>
                  <a:pt x="4421200" y="1465643"/>
                </a:lnTo>
                <a:lnTo>
                  <a:pt x="4421200" y="1461832"/>
                </a:lnTo>
                <a:lnTo>
                  <a:pt x="4421200" y="1453508"/>
                </a:lnTo>
                <a:lnTo>
                  <a:pt x="4421200" y="1450800"/>
                </a:lnTo>
                <a:lnTo>
                  <a:pt x="4421200" y="1449396"/>
                </a:lnTo>
                <a:lnTo>
                  <a:pt x="4421200" y="1448594"/>
                </a:lnTo>
                <a:lnTo>
                  <a:pt x="4421200" y="1447190"/>
                </a:lnTo>
                <a:lnTo>
                  <a:pt x="4421200" y="1440370"/>
                </a:lnTo>
                <a:lnTo>
                  <a:pt x="4421200" y="1438264"/>
                </a:lnTo>
                <a:lnTo>
                  <a:pt x="4421200" y="1436960"/>
                </a:lnTo>
                <a:lnTo>
                  <a:pt x="4421200" y="1434353"/>
                </a:lnTo>
                <a:lnTo>
                  <a:pt x="4421200" y="1431845"/>
                </a:lnTo>
                <a:lnTo>
                  <a:pt x="4421200" y="1427533"/>
                </a:lnTo>
                <a:lnTo>
                  <a:pt x="4421200" y="1417303"/>
                </a:lnTo>
                <a:lnTo>
                  <a:pt x="4421200" y="1418306"/>
                </a:lnTo>
                <a:lnTo>
                  <a:pt x="4421200" y="1416601"/>
                </a:lnTo>
                <a:lnTo>
                  <a:pt x="4421200" y="1412991"/>
                </a:lnTo>
                <a:lnTo>
                  <a:pt x="4421200" y="1410784"/>
                </a:lnTo>
                <a:lnTo>
                  <a:pt x="4421200" y="1413893"/>
                </a:lnTo>
                <a:lnTo>
                  <a:pt x="4421200" y="1422017"/>
                </a:lnTo>
                <a:lnTo>
                  <a:pt x="4421200" y="1422518"/>
                </a:lnTo>
                <a:lnTo>
                  <a:pt x="4421200" y="1420813"/>
                </a:lnTo>
                <a:lnTo>
                  <a:pt x="4421200" y="1421816"/>
                </a:lnTo>
                <a:lnTo>
                  <a:pt x="4421200" y="1425527"/>
                </a:lnTo>
                <a:lnTo>
                  <a:pt x="4421200" y="1430642"/>
                </a:lnTo>
                <a:lnTo>
                  <a:pt x="4421200" y="1429839"/>
                </a:lnTo>
                <a:lnTo>
                  <a:pt x="4421200" y="1424725"/>
                </a:lnTo>
                <a:lnTo>
                  <a:pt x="4421200" y="1421515"/>
                </a:lnTo>
                <a:lnTo>
                  <a:pt x="4421200" y="1415699"/>
                </a:lnTo>
                <a:lnTo>
                  <a:pt x="4421200" y="1409079"/>
                </a:lnTo>
                <a:lnTo>
                  <a:pt x="4421200" y="1403864"/>
                </a:lnTo>
                <a:lnTo>
                  <a:pt x="4421200" y="1400053"/>
                </a:lnTo>
                <a:lnTo>
                  <a:pt x="4421200" y="1409079"/>
                </a:lnTo>
                <a:lnTo>
                  <a:pt x="4421200" y="1448594"/>
                </a:lnTo>
                <a:lnTo>
                  <a:pt x="4421200" y="1449396"/>
                </a:lnTo>
                <a:lnTo>
                  <a:pt x="4421200" y="1448393"/>
                </a:lnTo>
                <a:lnTo>
                  <a:pt x="4421200" y="1456015"/>
                </a:lnTo>
                <a:lnTo>
                  <a:pt x="4421200" y="1457118"/>
                </a:lnTo>
                <a:lnTo>
                  <a:pt x="4421200" y="1457018"/>
                </a:lnTo>
                <a:lnTo>
                  <a:pt x="4421200" y="1453809"/>
                </a:lnTo>
                <a:lnTo>
                  <a:pt x="4421200" y="1452706"/>
                </a:lnTo>
                <a:lnTo>
                  <a:pt x="4421200" y="1454310"/>
                </a:lnTo>
                <a:lnTo>
                  <a:pt x="4421200" y="1457118"/>
                </a:lnTo>
                <a:lnTo>
                  <a:pt x="4421200" y="1465543"/>
                </a:lnTo>
                <a:lnTo>
                  <a:pt x="4421200" y="1474268"/>
                </a:lnTo>
                <a:lnTo>
                  <a:pt x="4421200" y="1478280"/>
                </a:lnTo>
                <a:lnTo>
                  <a:pt x="4421200" y="1480687"/>
                </a:lnTo>
                <a:lnTo>
                  <a:pt x="4421200" y="1485400"/>
                </a:lnTo>
                <a:lnTo>
                  <a:pt x="4421200" y="1485701"/>
                </a:lnTo>
                <a:lnTo>
                  <a:pt x="4421200" y="1482993"/>
                </a:lnTo>
                <a:lnTo>
                  <a:pt x="4421200" y="1481489"/>
                </a:lnTo>
                <a:lnTo>
                  <a:pt x="4421200" y="1482993"/>
                </a:lnTo>
                <a:lnTo>
                  <a:pt x="4421200" y="1486504"/>
                </a:lnTo>
                <a:lnTo>
                  <a:pt x="4421200" y="1485902"/>
                </a:lnTo>
                <a:lnTo>
                  <a:pt x="4421200" y="1479784"/>
                </a:lnTo>
                <a:lnTo>
                  <a:pt x="4421200" y="1475070"/>
                </a:lnTo>
                <a:lnTo>
                  <a:pt x="4421200" y="1470959"/>
                </a:lnTo>
                <a:lnTo>
                  <a:pt x="4421200" y="1471661"/>
                </a:lnTo>
                <a:lnTo>
                  <a:pt x="4421200" y="1473867"/>
                </a:lnTo>
                <a:lnTo>
                  <a:pt x="4421200" y="1474068"/>
                </a:lnTo>
                <a:lnTo>
                  <a:pt x="4421200" y="1479283"/>
                </a:lnTo>
                <a:lnTo>
                  <a:pt x="4421200" y="1485601"/>
                </a:lnTo>
                <a:lnTo>
                  <a:pt x="4421200" y="1491217"/>
                </a:lnTo>
                <a:lnTo>
                  <a:pt x="4421200" y="1487908"/>
                </a:lnTo>
                <a:lnTo>
                  <a:pt x="4421200" y="1488810"/>
                </a:lnTo>
                <a:lnTo>
                  <a:pt x="4421200" y="1498739"/>
                </a:lnTo>
                <a:lnTo>
                  <a:pt x="4421200" y="1499842"/>
                </a:lnTo>
                <a:lnTo>
                  <a:pt x="4421200" y="1501848"/>
                </a:lnTo>
                <a:lnTo>
                  <a:pt x="4421200" y="1511576"/>
                </a:lnTo>
                <a:lnTo>
                  <a:pt x="4421200" y="1520502"/>
                </a:lnTo>
                <a:lnTo>
                  <a:pt x="4421200" y="1530631"/>
                </a:lnTo>
                <a:lnTo>
                  <a:pt x="4421200" y="1534643"/>
                </a:lnTo>
                <a:lnTo>
                  <a:pt x="4421200" y="1545274"/>
                </a:lnTo>
                <a:lnTo>
                  <a:pt x="4421200" y="1550589"/>
                </a:lnTo>
                <a:lnTo>
                  <a:pt x="4421200" y="1558111"/>
                </a:lnTo>
                <a:lnTo>
                  <a:pt x="4421200" y="1563727"/>
                </a:lnTo>
                <a:lnTo>
                  <a:pt x="4421200" y="1574859"/>
                </a:lnTo>
                <a:lnTo>
                  <a:pt x="4421200" y="1587396"/>
                </a:lnTo>
                <a:lnTo>
                  <a:pt x="4421200" y="1584888"/>
                </a:lnTo>
                <a:lnTo>
                  <a:pt x="4421200" y="1578269"/>
                </a:lnTo>
                <a:lnTo>
                  <a:pt x="4421200" y="1576464"/>
                </a:lnTo>
                <a:lnTo>
                  <a:pt x="4421200" y="1572854"/>
                </a:lnTo>
                <a:lnTo>
                  <a:pt x="4421200" y="1571550"/>
                </a:lnTo>
                <a:lnTo>
                  <a:pt x="4421200" y="1574358"/>
                </a:lnTo>
                <a:lnTo>
                  <a:pt x="4421200" y="1575862"/>
                </a:lnTo>
                <a:lnTo>
                  <a:pt x="4421200" y="1575662"/>
                </a:lnTo>
                <a:lnTo>
                  <a:pt x="4421200" y="1573556"/>
                </a:lnTo>
                <a:lnTo>
                  <a:pt x="4411782" y="1569644"/>
                </a:lnTo>
                <a:lnTo>
                  <a:pt x="4400560" y="1571349"/>
                </a:lnTo>
                <a:lnTo>
                  <a:pt x="4392845" y="1575963"/>
                </a:lnTo>
                <a:lnTo>
                  <a:pt x="4384428" y="1576665"/>
                </a:lnTo>
                <a:lnTo>
                  <a:pt x="4368698" y="1566435"/>
                </a:lnTo>
                <a:close/>
                <a:moveTo>
                  <a:pt x="2868780" y="0"/>
                </a:moveTo>
                <a:lnTo>
                  <a:pt x="2876996" y="0"/>
                </a:lnTo>
                <a:lnTo>
                  <a:pt x="2887517" y="0"/>
                </a:lnTo>
                <a:lnTo>
                  <a:pt x="2887417" y="0"/>
                </a:lnTo>
                <a:lnTo>
                  <a:pt x="2889120" y="0"/>
                </a:lnTo>
                <a:lnTo>
                  <a:pt x="2898739" y="0"/>
                </a:lnTo>
                <a:lnTo>
                  <a:pt x="2900242" y="0"/>
                </a:lnTo>
                <a:lnTo>
                  <a:pt x="2894530" y="0"/>
                </a:lnTo>
                <a:lnTo>
                  <a:pt x="2890222" y="0"/>
                </a:lnTo>
                <a:lnTo>
                  <a:pt x="2882407" y="0"/>
                </a:lnTo>
                <a:lnTo>
                  <a:pt x="2882206" y="0"/>
                </a:lnTo>
                <a:lnTo>
                  <a:pt x="2885513" y="0"/>
                </a:lnTo>
                <a:lnTo>
                  <a:pt x="2896434" y="0"/>
                </a:lnTo>
                <a:lnTo>
                  <a:pt x="2904750" y="0"/>
                </a:lnTo>
                <a:lnTo>
                  <a:pt x="2906253" y="0"/>
                </a:lnTo>
                <a:lnTo>
                  <a:pt x="2914169" y="0"/>
                </a:lnTo>
                <a:lnTo>
                  <a:pt x="2913968" y="0"/>
                </a:lnTo>
                <a:lnTo>
                  <a:pt x="2910762" y="0"/>
                </a:lnTo>
                <a:lnTo>
                  <a:pt x="2911764" y="0"/>
                </a:lnTo>
                <a:lnTo>
                  <a:pt x="2917675" y="0"/>
                </a:lnTo>
                <a:lnTo>
                  <a:pt x="2922685" y="0"/>
                </a:lnTo>
                <a:lnTo>
                  <a:pt x="2925290" y="0"/>
                </a:lnTo>
                <a:lnTo>
                  <a:pt x="2927595" y="0"/>
                </a:lnTo>
                <a:lnTo>
                  <a:pt x="2927194" y="0"/>
                </a:lnTo>
                <a:lnTo>
                  <a:pt x="2926493" y="0"/>
                </a:lnTo>
                <a:lnTo>
                  <a:pt x="2922986" y="0"/>
                </a:lnTo>
                <a:lnTo>
                  <a:pt x="2912165" y="0"/>
                </a:lnTo>
                <a:lnTo>
                  <a:pt x="2897636" y="0"/>
                </a:lnTo>
                <a:lnTo>
                  <a:pt x="2889921" y="0"/>
                </a:lnTo>
                <a:lnTo>
                  <a:pt x="2887417" y="0"/>
                </a:lnTo>
                <a:lnTo>
                  <a:pt x="2892226" y="0"/>
                </a:lnTo>
                <a:lnTo>
                  <a:pt x="2890322" y="1705"/>
                </a:lnTo>
                <a:lnTo>
                  <a:pt x="2887116" y="19055"/>
                </a:lnTo>
                <a:lnTo>
                  <a:pt x="2882407" y="10230"/>
                </a:lnTo>
                <a:lnTo>
                  <a:pt x="2879201" y="1003"/>
                </a:lnTo>
                <a:lnTo>
                  <a:pt x="2876195" y="0"/>
                </a:lnTo>
                <a:lnTo>
                  <a:pt x="2872488" y="0"/>
                </a:lnTo>
                <a:lnTo>
                  <a:pt x="2866676" y="0"/>
                </a:lnTo>
                <a:lnTo>
                  <a:pt x="2864372" y="0"/>
                </a:lnTo>
                <a:lnTo>
                  <a:pt x="2858260" y="0"/>
                </a:lnTo>
                <a:lnTo>
                  <a:pt x="2850545" y="0"/>
                </a:lnTo>
                <a:lnTo>
                  <a:pt x="2845535" y="0"/>
                </a:lnTo>
                <a:lnTo>
                  <a:pt x="2837019" y="0"/>
                </a:lnTo>
                <a:lnTo>
                  <a:pt x="2835115" y="0"/>
                </a:lnTo>
                <a:lnTo>
                  <a:pt x="2834113" y="0"/>
                </a:lnTo>
                <a:lnTo>
                  <a:pt x="2832209" y="0"/>
                </a:lnTo>
                <a:lnTo>
                  <a:pt x="2822290" y="0"/>
                </a:lnTo>
                <a:lnTo>
                  <a:pt x="2814575" y="0"/>
                </a:lnTo>
                <a:lnTo>
                  <a:pt x="2808162" y="0"/>
                </a:lnTo>
                <a:lnTo>
                  <a:pt x="2806159" y="0"/>
                </a:lnTo>
                <a:lnTo>
                  <a:pt x="2811369" y="0"/>
                </a:lnTo>
                <a:lnTo>
                  <a:pt x="2816779" y="0"/>
                </a:lnTo>
                <a:lnTo>
                  <a:pt x="2824594" y="0"/>
                </a:lnTo>
                <a:lnTo>
                  <a:pt x="2826899" y="3410"/>
                </a:lnTo>
                <a:lnTo>
                  <a:pt x="2835215" y="27580"/>
                </a:lnTo>
                <a:lnTo>
                  <a:pt x="2834914" y="52251"/>
                </a:lnTo>
                <a:lnTo>
                  <a:pt x="2828903" y="63183"/>
                </a:lnTo>
                <a:lnTo>
                  <a:pt x="2813673" y="83843"/>
                </a:lnTo>
                <a:lnTo>
                  <a:pt x="2802652" y="90362"/>
                </a:lnTo>
                <a:lnTo>
                  <a:pt x="2796840" y="87052"/>
                </a:lnTo>
                <a:lnTo>
                  <a:pt x="2792131" y="74516"/>
                </a:lnTo>
                <a:lnTo>
                  <a:pt x="2791330" y="69401"/>
                </a:lnTo>
                <a:lnTo>
                  <a:pt x="2794536" y="57567"/>
                </a:lnTo>
                <a:lnTo>
                  <a:pt x="2794836" y="46836"/>
                </a:lnTo>
                <a:lnTo>
                  <a:pt x="2791229" y="43125"/>
                </a:lnTo>
                <a:lnTo>
                  <a:pt x="2787121" y="43927"/>
                </a:lnTo>
                <a:lnTo>
                  <a:pt x="2785418" y="45432"/>
                </a:lnTo>
                <a:lnTo>
                  <a:pt x="2775599" y="59572"/>
                </a:lnTo>
                <a:lnTo>
                  <a:pt x="2771491" y="63083"/>
                </a:lnTo>
                <a:lnTo>
                  <a:pt x="2765479" y="63584"/>
                </a:lnTo>
                <a:lnTo>
                  <a:pt x="2760670" y="62681"/>
                </a:lnTo>
                <a:lnTo>
                  <a:pt x="2731513" y="50346"/>
                </a:lnTo>
                <a:lnTo>
                  <a:pt x="2707767" y="38110"/>
                </a:lnTo>
                <a:lnTo>
                  <a:pt x="2689131" y="26778"/>
                </a:lnTo>
                <a:lnTo>
                  <a:pt x="2675605" y="9628"/>
                </a:lnTo>
                <a:lnTo>
                  <a:pt x="2672799" y="0"/>
                </a:lnTo>
                <a:lnTo>
                  <a:pt x="2672599" y="0"/>
                </a:lnTo>
                <a:lnTo>
                  <a:pt x="2666587" y="0"/>
                </a:lnTo>
                <a:lnTo>
                  <a:pt x="2665886" y="0"/>
                </a:lnTo>
                <a:lnTo>
                  <a:pt x="2666286" y="0"/>
                </a:lnTo>
                <a:lnTo>
                  <a:pt x="2672298" y="0"/>
                </a:lnTo>
                <a:lnTo>
                  <a:pt x="2679612" y="0"/>
                </a:lnTo>
                <a:lnTo>
                  <a:pt x="2683620" y="0"/>
                </a:lnTo>
                <a:lnTo>
                  <a:pt x="2686927" y="0"/>
                </a:lnTo>
                <a:lnTo>
                  <a:pt x="2689131" y="0"/>
                </a:lnTo>
                <a:lnTo>
                  <a:pt x="2688530" y="0"/>
                </a:lnTo>
                <a:lnTo>
                  <a:pt x="2686025" y="0"/>
                </a:lnTo>
                <a:lnTo>
                  <a:pt x="2674603" y="0"/>
                </a:lnTo>
                <a:lnTo>
                  <a:pt x="2664583" y="0"/>
                </a:lnTo>
                <a:lnTo>
                  <a:pt x="2644244" y="0"/>
                </a:lnTo>
                <a:lnTo>
                  <a:pt x="2639434" y="0"/>
                </a:lnTo>
                <a:lnTo>
                  <a:pt x="2634324" y="0"/>
                </a:lnTo>
                <a:lnTo>
                  <a:pt x="2628613" y="0"/>
                </a:lnTo>
                <a:lnTo>
                  <a:pt x="2623002" y="0"/>
                </a:lnTo>
                <a:lnTo>
                  <a:pt x="2616991" y="0"/>
                </a:lnTo>
                <a:lnTo>
                  <a:pt x="2615387" y="0"/>
                </a:lnTo>
                <a:lnTo>
                  <a:pt x="2615888" y="0"/>
                </a:lnTo>
                <a:lnTo>
                  <a:pt x="2615287" y="0"/>
                </a:lnTo>
                <a:lnTo>
                  <a:pt x="2606771" y="0"/>
                </a:lnTo>
                <a:lnTo>
                  <a:pt x="2595849" y="0"/>
                </a:lnTo>
                <a:lnTo>
                  <a:pt x="2585429" y="0"/>
                </a:lnTo>
                <a:lnTo>
                  <a:pt x="2582724" y="0"/>
                </a:lnTo>
                <a:lnTo>
                  <a:pt x="2581522" y="0"/>
                </a:lnTo>
                <a:lnTo>
                  <a:pt x="2579718" y="0"/>
                </a:lnTo>
                <a:lnTo>
                  <a:pt x="2577313" y="0"/>
                </a:lnTo>
                <a:lnTo>
                  <a:pt x="2572504" y="0"/>
                </a:lnTo>
                <a:lnTo>
                  <a:pt x="2566593" y="0"/>
                </a:lnTo>
                <a:lnTo>
                  <a:pt x="2559278" y="0"/>
                </a:lnTo>
                <a:lnTo>
                  <a:pt x="2551864" y="0"/>
                </a:lnTo>
                <a:lnTo>
                  <a:pt x="2549459" y="0"/>
                </a:lnTo>
                <a:lnTo>
                  <a:pt x="2546754" y="0"/>
                </a:lnTo>
                <a:lnTo>
                  <a:pt x="2538939" y="0"/>
                </a:lnTo>
                <a:lnTo>
                  <a:pt x="2529120" y="0"/>
                </a:lnTo>
                <a:lnTo>
                  <a:pt x="2517297" y="0"/>
                </a:lnTo>
                <a:lnTo>
                  <a:pt x="2514892" y="0"/>
                </a:lnTo>
                <a:lnTo>
                  <a:pt x="2512387" y="0"/>
                </a:lnTo>
                <a:lnTo>
                  <a:pt x="2499462" y="0"/>
                </a:lnTo>
                <a:lnTo>
                  <a:pt x="2492548" y="0"/>
                </a:lnTo>
                <a:lnTo>
                  <a:pt x="2485034" y="0"/>
                </a:lnTo>
                <a:lnTo>
                  <a:pt x="2481627" y="0"/>
                </a:lnTo>
                <a:lnTo>
                  <a:pt x="2477219" y="0"/>
                </a:lnTo>
                <a:lnTo>
                  <a:pt x="2470205" y="0"/>
                </a:lnTo>
                <a:lnTo>
                  <a:pt x="2463793" y="0"/>
                </a:lnTo>
                <a:lnTo>
                  <a:pt x="2457781" y="0"/>
                </a:lnTo>
                <a:lnTo>
                  <a:pt x="2459885" y="0"/>
                </a:lnTo>
                <a:lnTo>
                  <a:pt x="2466498" y="0"/>
                </a:lnTo>
                <a:lnTo>
                  <a:pt x="2472109" y="0"/>
                </a:lnTo>
                <a:lnTo>
                  <a:pt x="2478922" y="0"/>
                </a:lnTo>
                <a:lnTo>
                  <a:pt x="2479423" y="0"/>
                </a:lnTo>
                <a:lnTo>
                  <a:pt x="2480625" y="0"/>
                </a:lnTo>
                <a:lnTo>
                  <a:pt x="2491747" y="0"/>
                </a:lnTo>
                <a:lnTo>
                  <a:pt x="2501165" y="0"/>
                </a:lnTo>
                <a:lnTo>
                  <a:pt x="2506175" y="0"/>
                </a:lnTo>
                <a:lnTo>
                  <a:pt x="2526414" y="0"/>
                </a:lnTo>
                <a:lnTo>
                  <a:pt x="2534831" y="0"/>
                </a:lnTo>
                <a:lnTo>
                  <a:pt x="2547956" y="0"/>
                </a:lnTo>
                <a:lnTo>
                  <a:pt x="2558677" y="0"/>
                </a:lnTo>
                <a:lnTo>
                  <a:pt x="2567194" y="0"/>
                </a:lnTo>
                <a:lnTo>
                  <a:pt x="2567895" y="0"/>
                </a:lnTo>
                <a:lnTo>
                  <a:pt x="2567494" y="0"/>
                </a:lnTo>
                <a:lnTo>
                  <a:pt x="2569398" y="0"/>
                </a:lnTo>
                <a:lnTo>
                  <a:pt x="2572704" y="0"/>
                </a:lnTo>
                <a:lnTo>
                  <a:pt x="2577213" y="0"/>
                </a:lnTo>
                <a:lnTo>
                  <a:pt x="2582323" y="0"/>
                </a:lnTo>
                <a:lnTo>
                  <a:pt x="2596952" y="0"/>
                </a:lnTo>
                <a:lnTo>
                  <a:pt x="2601761" y="0"/>
                </a:lnTo>
                <a:lnTo>
                  <a:pt x="2605669" y="0"/>
                </a:lnTo>
                <a:lnTo>
                  <a:pt x="2611179" y="0"/>
                </a:lnTo>
                <a:lnTo>
                  <a:pt x="2617592" y="0"/>
                </a:lnTo>
                <a:lnTo>
                  <a:pt x="2624104" y="0"/>
                </a:lnTo>
                <a:lnTo>
                  <a:pt x="2635727" y="0"/>
                </a:lnTo>
                <a:lnTo>
                  <a:pt x="2646047" y="0"/>
                </a:lnTo>
                <a:lnTo>
                  <a:pt x="2652660" y="0"/>
                </a:lnTo>
                <a:lnTo>
                  <a:pt x="2653862" y="0"/>
                </a:lnTo>
                <a:lnTo>
                  <a:pt x="2655465" y="0"/>
                </a:lnTo>
                <a:lnTo>
                  <a:pt x="2653061" y="0"/>
                </a:lnTo>
                <a:lnTo>
                  <a:pt x="2643041" y="0"/>
                </a:lnTo>
                <a:lnTo>
                  <a:pt x="2647650" y="0"/>
                </a:lnTo>
                <a:lnTo>
                  <a:pt x="2660876" y="0"/>
                </a:lnTo>
                <a:lnTo>
                  <a:pt x="2667489" y="0"/>
                </a:lnTo>
                <a:lnTo>
                  <a:pt x="2683720" y="0"/>
                </a:lnTo>
                <a:lnTo>
                  <a:pt x="2687628" y="0"/>
                </a:lnTo>
                <a:lnTo>
                  <a:pt x="2690433" y="0"/>
                </a:lnTo>
                <a:lnTo>
                  <a:pt x="2696145" y="0"/>
                </a:lnTo>
                <a:lnTo>
                  <a:pt x="2700353" y="0"/>
                </a:lnTo>
                <a:lnTo>
                  <a:pt x="2703659" y="0"/>
                </a:lnTo>
                <a:lnTo>
                  <a:pt x="2708368" y="0"/>
                </a:lnTo>
                <a:lnTo>
                  <a:pt x="2712977" y="0"/>
                </a:lnTo>
                <a:lnTo>
                  <a:pt x="2730111" y="0"/>
                </a:lnTo>
                <a:lnTo>
                  <a:pt x="2741032" y="0"/>
                </a:lnTo>
                <a:lnTo>
                  <a:pt x="2744138" y="0"/>
                </a:lnTo>
                <a:lnTo>
                  <a:pt x="2746643" y="0"/>
                </a:lnTo>
                <a:lnTo>
                  <a:pt x="2748546" y="0"/>
                </a:lnTo>
                <a:lnTo>
                  <a:pt x="2754859" y="0"/>
                </a:lnTo>
                <a:lnTo>
                  <a:pt x="2762373" y="0"/>
                </a:lnTo>
                <a:lnTo>
                  <a:pt x="2772593" y="0"/>
                </a:lnTo>
                <a:lnTo>
                  <a:pt x="2782112" y="0"/>
                </a:lnTo>
                <a:lnTo>
                  <a:pt x="2785619" y="0"/>
                </a:lnTo>
                <a:lnTo>
                  <a:pt x="2789025" y="0"/>
                </a:lnTo>
                <a:lnTo>
                  <a:pt x="2792833" y="0"/>
                </a:lnTo>
                <a:lnTo>
                  <a:pt x="2805658" y="0"/>
                </a:lnTo>
                <a:lnTo>
                  <a:pt x="2817982" y="0"/>
                </a:lnTo>
                <a:lnTo>
                  <a:pt x="2821388" y="0"/>
                </a:lnTo>
                <a:lnTo>
                  <a:pt x="2819084" y="0"/>
                </a:lnTo>
                <a:lnTo>
                  <a:pt x="2809465" y="0"/>
                </a:lnTo>
                <a:lnTo>
                  <a:pt x="2815176" y="0"/>
                </a:lnTo>
                <a:lnTo>
                  <a:pt x="2820186" y="0"/>
                </a:lnTo>
                <a:lnTo>
                  <a:pt x="2832309" y="0"/>
                </a:lnTo>
                <a:lnTo>
                  <a:pt x="2855855" y="0"/>
                </a:lnTo>
                <a:lnTo>
                  <a:pt x="2863670" y="0"/>
                </a:lnTo>
                <a:lnTo>
                  <a:pt x="2868780" y="0"/>
                </a:lnTo>
                <a:close/>
                <a:moveTo>
                  <a:pt x="2383136" y="42523"/>
                </a:moveTo>
                <a:lnTo>
                  <a:pt x="2388646" y="49744"/>
                </a:lnTo>
                <a:lnTo>
                  <a:pt x="2395560" y="47939"/>
                </a:lnTo>
                <a:lnTo>
                  <a:pt x="2406481" y="49945"/>
                </a:lnTo>
                <a:lnTo>
                  <a:pt x="2408786" y="53655"/>
                </a:lnTo>
                <a:lnTo>
                  <a:pt x="2408385" y="56163"/>
                </a:lnTo>
                <a:lnTo>
                  <a:pt x="2396662" y="63183"/>
                </a:lnTo>
                <a:lnTo>
                  <a:pt x="2389047" y="55862"/>
                </a:lnTo>
                <a:lnTo>
                  <a:pt x="2375521" y="60876"/>
                </a:lnTo>
                <a:lnTo>
                  <a:pt x="2369108" y="57868"/>
                </a:lnTo>
                <a:lnTo>
                  <a:pt x="2360291" y="60575"/>
                </a:lnTo>
                <a:lnTo>
                  <a:pt x="2354781" y="54859"/>
                </a:lnTo>
                <a:lnTo>
                  <a:pt x="2356985" y="49443"/>
                </a:lnTo>
                <a:lnTo>
                  <a:pt x="2371012" y="40517"/>
                </a:lnTo>
                <a:lnTo>
                  <a:pt x="2383136" y="42523"/>
                </a:lnTo>
                <a:close/>
                <a:moveTo>
                  <a:pt x="2292059" y="124661"/>
                </a:moveTo>
                <a:lnTo>
                  <a:pt x="2289353" y="130779"/>
                </a:lnTo>
                <a:lnTo>
                  <a:pt x="2286247" y="133587"/>
                </a:lnTo>
                <a:lnTo>
                  <a:pt x="2282039" y="131982"/>
                </a:lnTo>
                <a:lnTo>
                  <a:pt x="2278833" y="128873"/>
                </a:lnTo>
                <a:lnTo>
                  <a:pt x="2277129" y="133486"/>
                </a:lnTo>
                <a:lnTo>
                  <a:pt x="2268312" y="135292"/>
                </a:lnTo>
                <a:lnTo>
                  <a:pt x="2262802" y="142412"/>
                </a:lnTo>
                <a:lnTo>
                  <a:pt x="2254786" y="144418"/>
                </a:lnTo>
                <a:lnTo>
                  <a:pt x="2249075" y="143415"/>
                </a:lnTo>
                <a:lnTo>
                  <a:pt x="2249676" y="137097"/>
                </a:lnTo>
                <a:lnTo>
                  <a:pt x="2265306" y="127569"/>
                </a:lnTo>
                <a:lnTo>
                  <a:pt x="2275025" y="123959"/>
                </a:lnTo>
                <a:lnTo>
                  <a:pt x="2283542" y="117139"/>
                </a:lnTo>
                <a:lnTo>
                  <a:pt x="2287850" y="116337"/>
                </a:lnTo>
                <a:lnTo>
                  <a:pt x="2289954" y="121953"/>
                </a:lnTo>
                <a:lnTo>
                  <a:pt x="2292059" y="124661"/>
                </a:lnTo>
                <a:close/>
                <a:moveTo>
                  <a:pt x="2476718" y="7221"/>
                </a:moveTo>
                <a:lnTo>
                  <a:pt x="2466498" y="8525"/>
                </a:lnTo>
                <a:lnTo>
                  <a:pt x="2463292" y="8424"/>
                </a:lnTo>
                <a:lnTo>
                  <a:pt x="2455376" y="0"/>
                </a:lnTo>
                <a:lnTo>
                  <a:pt x="2454575" y="0"/>
                </a:lnTo>
                <a:lnTo>
                  <a:pt x="2448262" y="0"/>
                </a:lnTo>
                <a:lnTo>
                  <a:pt x="2450567" y="0"/>
                </a:lnTo>
                <a:lnTo>
                  <a:pt x="2458883" y="0"/>
                </a:lnTo>
                <a:lnTo>
                  <a:pt x="2473211" y="0"/>
                </a:lnTo>
                <a:lnTo>
                  <a:pt x="2496256" y="0"/>
                </a:lnTo>
                <a:lnTo>
                  <a:pt x="2499863" y="0"/>
                </a:lnTo>
                <a:lnTo>
                  <a:pt x="2492649" y="0"/>
                </a:lnTo>
                <a:lnTo>
                  <a:pt x="2487539" y="1705"/>
                </a:lnTo>
                <a:lnTo>
                  <a:pt x="2476718" y="7221"/>
                </a:lnTo>
                <a:close/>
                <a:moveTo>
                  <a:pt x="4421200" y="1805226"/>
                </a:moveTo>
                <a:lnTo>
                  <a:pt x="4420398" y="1805226"/>
                </a:lnTo>
                <a:lnTo>
                  <a:pt x="4413585" y="1805226"/>
                </a:lnTo>
                <a:lnTo>
                  <a:pt x="4392544" y="1805226"/>
                </a:lnTo>
                <a:lnTo>
                  <a:pt x="4372205" y="1805226"/>
                </a:lnTo>
                <a:lnTo>
                  <a:pt x="4333730" y="1805226"/>
                </a:lnTo>
                <a:lnTo>
                  <a:pt x="4309984" y="1805226"/>
                </a:lnTo>
                <a:lnTo>
                  <a:pt x="4292149" y="1805226"/>
                </a:lnTo>
                <a:lnTo>
                  <a:pt x="4258383" y="1805226"/>
                </a:lnTo>
                <a:lnTo>
                  <a:pt x="4249266" y="1805226"/>
                </a:lnTo>
                <a:lnTo>
                  <a:pt x="4245057" y="1805226"/>
                </a:lnTo>
                <a:lnTo>
                  <a:pt x="4244657" y="1805226"/>
                </a:lnTo>
                <a:lnTo>
                  <a:pt x="4249266" y="1805226"/>
                </a:lnTo>
                <a:lnTo>
                  <a:pt x="4255578" y="1805226"/>
                </a:lnTo>
                <a:lnTo>
                  <a:pt x="4256580" y="1805226"/>
                </a:lnTo>
                <a:lnTo>
                  <a:pt x="4243755" y="1805226"/>
                </a:lnTo>
                <a:lnTo>
                  <a:pt x="4225720" y="1805226"/>
                </a:lnTo>
                <a:lnTo>
                  <a:pt x="4217404" y="1805226"/>
                </a:lnTo>
                <a:lnTo>
                  <a:pt x="4195261" y="1805226"/>
                </a:lnTo>
                <a:lnTo>
                  <a:pt x="4174520" y="1805226"/>
                </a:lnTo>
                <a:lnTo>
                  <a:pt x="4169210" y="1805226"/>
                </a:lnTo>
                <a:lnTo>
                  <a:pt x="4167607" y="1805226"/>
                </a:lnTo>
                <a:lnTo>
                  <a:pt x="4177426" y="1805226"/>
                </a:lnTo>
                <a:lnTo>
                  <a:pt x="4182035" y="1805226"/>
                </a:lnTo>
                <a:lnTo>
                  <a:pt x="4188547" y="1805226"/>
                </a:lnTo>
                <a:lnTo>
                  <a:pt x="4193858" y="1805226"/>
                </a:lnTo>
                <a:lnTo>
                  <a:pt x="4199669" y="1805226"/>
                </a:lnTo>
                <a:lnTo>
                  <a:pt x="4199970" y="1805226"/>
                </a:lnTo>
                <a:lnTo>
                  <a:pt x="4203276" y="1805226"/>
                </a:lnTo>
                <a:lnTo>
                  <a:pt x="4201072" y="1805226"/>
                </a:lnTo>
                <a:lnTo>
                  <a:pt x="4199068" y="1805226"/>
                </a:lnTo>
                <a:lnTo>
                  <a:pt x="4190050" y="1805226"/>
                </a:lnTo>
                <a:lnTo>
                  <a:pt x="4180131" y="1805226"/>
                </a:lnTo>
                <a:lnTo>
                  <a:pt x="4172516" y="1805226"/>
                </a:lnTo>
                <a:lnTo>
                  <a:pt x="4162196" y="1805226"/>
                </a:lnTo>
                <a:lnTo>
                  <a:pt x="4158188" y="1805226"/>
                </a:lnTo>
                <a:lnTo>
                  <a:pt x="4147768" y="1805226"/>
                </a:lnTo>
                <a:lnTo>
                  <a:pt x="4143660" y="1805226"/>
                </a:lnTo>
                <a:lnTo>
                  <a:pt x="4122820" y="1805226"/>
                </a:lnTo>
                <a:lnTo>
                  <a:pt x="4109494" y="1805226"/>
                </a:lnTo>
                <a:lnTo>
                  <a:pt x="4088954" y="1805226"/>
                </a:lnTo>
                <a:lnTo>
                  <a:pt x="4095767" y="1805226"/>
                </a:lnTo>
                <a:lnTo>
                  <a:pt x="4103883" y="1805226"/>
                </a:lnTo>
                <a:lnTo>
                  <a:pt x="4110596" y="1805226"/>
                </a:lnTo>
                <a:lnTo>
                  <a:pt x="4121717" y="1805226"/>
                </a:lnTo>
                <a:lnTo>
                  <a:pt x="4119613" y="1805226"/>
                </a:lnTo>
                <a:lnTo>
                  <a:pt x="4114203" y="1805226"/>
                </a:lnTo>
                <a:lnTo>
                  <a:pt x="4096969" y="1805226"/>
                </a:lnTo>
                <a:lnTo>
                  <a:pt x="4089154" y="1805226"/>
                </a:lnTo>
                <a:lnTo>
                  <a:pt x="4079435" y="1805226"/>
                </a:lnTo>
                <a:lnTo>
                  <a:pt x="4074626" y="1805226"/>
                </a:lnTo>
                <a:lnTo>
                  <a:pt x="4071720" y="1805226"/>
                </a:lnTo>
                <a:lnTo>
                  <a:pt x="4062402" y="1805226"/>
                </a:lnTo>
                <a:lnTo>
                  <a:pt x="4057893" y="1805226"/>
                </a:lnTo>
                <a:lnTo>
                  <a:pt x="4039658" y="1805226"/>
                </a:lnTo>
                <a:lnTo>
                  <a:pt x="4027033" y="1805226"/>
                </a:lnTo>
                <a:lnTo>
                  <a:pt x="4016413" y="1805226"/>
                </a:lnTo>
                <a:lnTo>
                  <a:pt x="3997576" y="1805226"/>
                </a:lnTo>
                <a:lnTo>
                  <a:pt x="3984751" y="1805226"/>
                </a:lnTo>
                <a:lnTo>
                  <a:pt x="3973329" y="1805226"/>
                </a:lnTo>
                <a:lnTo>
                  <a:pt x="3967017" y="1805226"/>
                </a:lnTo>
                <a:lnTo>
                  <a:pt x="3958700" y="1805226"/>
                </a:lnTo>
                <a:lnTo>
                  <a:pt x="3971726" y="1805226"/>
                </a:lnTo>
                <a:lnTo>
                  <a:pt x="3983148" y="1805226"/>
                </a:lnTo>
                <a:lnTo>
                  <a:pt x="3995572" y="1805226"/>
                </a:lnTo>
                <a:lnTo>
                  <a:pt x="4001183" y="1805226"/>
                </a:lnTo>
                <a:lnTo>
                  <a:pt x="4009499" y="1805226"/>
                </a:lnTo>
                <a:lnTo>
                  <a:pt x="4015811" y="1805226"/>
                </a:lnTo>
                <a:lnTo>
                  <a:pt x="4019719" y="1805226"/>
                </a:lnTo>
                <a:lnTo>
                  <a:pt x="4017314" y="1805226"/>
                </a:lnTo>
                <a:lnTo>
                  <a:pt x="4016312" y="1805226"/>
                </a:lnTo>
                <a:lnTo>
                  <a:pt x="4018817" y="1805226"/>
                </a:lnTo>
                <a:lnTo>
                  <a:pt x="4019819" y="1805226"/>
                </a:lnTo>
                <a:lnTo>
                  <a:pt x="4035450" y="1805226"/>
                </a:lnTo>
                <a:lnTo>
                  <a:pt x="4048575" y="1805226"/>
                </a:lnTo>
                <a:lnTo>
                  <a:pt x="4063705" y="1805226"/>
                </a:lnTo>
                <a:lnTo>
                  <a:pt x="4061901" y="1805226"/>
                </a:lnTo>
                <a:lnTo>
                  <a:pt x="4057092" y="1805226"/>
                </a:lnTo>
                <a:lnTo>
                  <a:pt x="4055689" y="1805226"/>
                </a:lnTo>
                <a:lnTo>
                  <a:pt x="4062903" y="1805226"/>
                </a:lnTo>
                <a:lnTo>
                  <a:pt x="4069817" y="1805226"/>
                </a:lnTo>
                <a:lnTo>
                  <a:pt x="4061801" y="1805226"/>
                </a:lnTo>
                <a:lnTo>
                  <a:pt x="4056791" y="1805226"/>
                </a:lnTo>
                <a:lnTo>
                  <a:pt x="4048776" y="1805226"/>
                </a:lnTo>
                <a:lnTo>
                  <a:pt x="4048675" y="1805226"/>
                </a:lnTo>
                <a:lnTo>
                  <a:pt x="4049577" y="1805226"/>
                </a:lnTo>
                <a:lnTo>
                  <a:pt x="4038456" y="1805226"/>
                </a:lnTo>
                <a:lnTo>
                  <a:pt x="4024027" y="1805226"/>
                </a:lnTo>
                <a:lnTo>
                  <a:pt x="4014609" y="1805226"/>
                </a:lnTo>
                <a:lnTo>
                  <a:pt x="4005792" y="1805226"/>
                </a:lnTo>
                <a:lnTo>
                  <a:pt x="3994069" y="1805226"/>
                </a:lnTo>
                <a:lnTo>
                  <a:pt x="3983348" y="1805226"/>
                </a:lnTo>
                <a:lnTo>
                  <a:pt x="3973730" y="1805226"/>
                </a:lnTo>
                <a:lnTo>
                  <a:pt x="3964011" y="1805226"/>
                </a:lnTo>
                <a:lnTo>
                  <a:pt x="3948581" y="1805226"/>
                </a:lnTo>
                <a:lnTo>
                  <a:pt x="3933852" y="1805226"/>
                </a:lnTo>
                <a:lnTo>
                  <a:pt x="3922831" y="1805226"/>
                </a:lnTo>
                <a:lnTo>
                  <a:pt x="3913312" y="1805226"/>
                </a:lnTo>
                <a:lnTo>
                  <a:pt x="3882252" y="1805226"/>
                </a:lnTo>
                <a:lnTo>
                  <a:pt x="3868124" y="1805226"/>
                </a:lnTo>
                <a:lnTo>
                  <a:pt x="3865219" y="1805226"/>
                </a:lnTo>
                <a:lnTo>
                  <a:pt x="3859207" y="1805226"/>
                </a:lnTo>
                <a:lnTo>
                  <a:pt x="3860409" y="1805226"/>
                </a:lnTo>
                <a:lnTo>
                  <a:pt x="3865219" y="1805226"/>
                </a:lnTo>
                <a:lnTo>
                  <a:pt x="3870028" y="1805226"/>
                </a:lnTo>
                <a:lnTo>
                  <a:pt x="3867122" y="1805226"/>
                </a:lnTo>
                <a:lnTo>
                  <a:pt x="3862012" y="1805226"/>
                </a:lnTo>
                <a:lnTo>
                  <a:pt x="3849288" y="1805226"/>
                </a:lnTo>
                <a:lnTo>
                  <a:pt x="3841372" y="1805226"/>
                </a:lnTo>
                <a:lnTo>
                  <a:pt x="3834859" y="1805226"/>
                </a:lnTo>
                <a:lnTo>
                  <a:pt x="3818127" y="1805226"/>
                </a:lnTo>
                <a:lnTo>
                  <a:pt x="3811213" y="1805226"/>
                </a:lnTo>
                <a:lnTo>
                  <a:pt x="3802396" y="1805226"/>
                </a:lnTo>
                <a:lnTo>
                  <a:pt x="3793078" y="1805226"/>
                </a:lnTo>
                <a:lnTo>
                  <a:pt x="3789070" y="1805226"/>
                </a:lnTo>
                <a:lnTo>
                  <a:pt x="3782257" y="1805226"/>
                </a:lnTo>
                <a:lnTo>
                  <a:pt x="3782959" y="1805226"/>
                </a:lnTo>
                <a:lnTo>
                  <a:pt x="3787567" y="1805226"/>
                </a:lnTo>
                <a:lnTo>
                  <a:pt x="3791675" y="1805226"/>
                </a:lnTo>
                <a:lnTo>
                  <a:pt x="3799190" y="1805226"/>
                </a:lnTo>
                <a:lnTo>
                  <a:pt x="3807907" y="1805226"/>
                </a:lnTo>
                <a:lnTo>
                  <a:pt x="3812716" y="1805226"/>
                </a:lnTo>
                <a:lnTo>
                  <a:pt x="3815021" y="1805226"/>
                </a:lnTo>
                <a:lnTo>
                  <a:pt x="3806805" y="1805226"/>
                </a:lnTo>
                <a:lnTo>
                  <a:pt x="3801194" y="1805226"/>
                </a:lnTo>
                <a:lnTo>
                  <a:pt x="3798589" y="1805226"/>
                </a:lnTo>
                <a:lnTo>
                  <a:pt x="3791876" y="1805226"/>
                </a:lnTo>
                <a:lnTo>
                  <a:pt x="3788469" y="1805226"/>
                </a:lnTo>
                <a:lnTo>
                  <a:pt x="3774141" y="1805226"/>
                </a:lnTo>
                <a:lnTo>
                  <a:pt x="3758812" y="1805226"/>
                </a:lnTo>
                <a:lnTo>
                  <a:pt x="3754603" y="1805226"/>
                </a:lnTo>
                <a:lnTo>
                  <a:pt x="3748992" y="1805226"/>
                </a:lnTo>
                <a:lnTo>
                  <a:pt x="3741778" y="1805226"/>
                </a:lnTo>
                <a:lnTo>
                  <a:pt x="3730657" y="1805226"/>
                </a:lnTo>
                <a:lnTo>
                  <a:pt x="3699897" y="1805226"/>
                </a:lnTo>
                <a:lnTo>
                  <a:pt x="3687172" y="1805226"/>
                </a:lnTo>
                <a:lnTo>
                  <a:pt x="3679758" y="1805226"/>
                </a:lnTo>
                <a:lnTo>
                  <a:pt x="3685569" y="1805226"/>
                </a:lnTo>
                <a:lnTo>
                  <a:pt x="3692483" y="1805226"/>
                </a:lnTo>
                <a:lnTo>
                  <a:pt x="3694687" y="1805226"/>
                </a:lnTo>
                <a:lnTo>
                  <a:pt x="3693184" y="1805226"/>
                </a:lnTo>
                <a:lnTo>
                  <a:pt x="3662725" y="1805226"/>
                </a:lnTo>
                <a:lnTo>
                  <a:pt x="3648397" y="1805226"/>
                </a:lnTo>
                <a:lnTo>
                  <a:pt x="3636173" y="1805226"/>
                </a:lnTo>
                <a:lnTo>
                  <a:pt x="3624751" y="1805226"/>
                </a:lnTo>
                <a:lnTo>
                  <a:pt x="3609722" y="1805226"/>
                </a:lnTo>
                <a:lnTo>
                  <a:pt x="3590785" y="1805226"/>
                </a:lnTo>
                <a:lnTo>
                  <a:pt x="3545196" y="1805226"/>
                </a:lnTo>
                <a:lnTo>
                  <a:pt x="3534375" y="1805226"/>
                </a:lnTo>
                <a:lnTo>
                  <a:pt x="3501812" y="1805226"/>
                </a:lnTo>
                <a:lnTo>
                  <a:pt x="3490890" y="1805226"/>
                </a:lnTo>
                <a:lnTo>
                  <a:pt x="3441394" y="1805226"/>
                </a:lnTo>
                <a:lnTo>
                  <a:pt x="3408530" y="1805226"/>
                </a:lnTo>
                <a:lnTo>
                  <a:pt x="3397709" y="1805226"/>
                </a:lnTo>
                <a:lnTo>
                  <a:pt x="3383582" y="1805226"/>
                </a:lnTo>
                <a:lnTo>
                  <a:pt x="3372059" y="1805226"/>
                </a:lnTo>
                <a:lnTo>
                  <a:pt x="3363943" y="1805226"/>
                </a:lnTo>
                <a:lnTo>
                  <a:pt x="3347411" y="1805226"/>
                </a:lnTo>
                <a:lnTo>
                  <a:pt x="3281984" y="1805226"/>
                </a:lnTo>
                <a:lnTo>
                  <a:pt x="3225775" y="1805226"/>
                </a:lnTo>
                <a:lnTo>
                  <a:pt x="3187600" y="1805226"/>
                </a:lnTo>
                <a:lnTo>
                  <a:pt x="3163353" y="1805226"/>
                </a:lnTo>
                <a:lnTo>
                  <a:pt x="3123275" y="1805226"/>
                </a:lnTo>
                <a:lnTo>
                  <a:pt x="3075382" y="1805226"/>
                </a:lnTo>
                <a:lnTo>
                  <a:pt x="3036306" y="1805226"/>
                </a:lnTo>
                <a:lnTo>
                  <a:pt x="3000436" y="1805226"/>
                </a:lnTo>
                <a:lnTo>
                  <a:pt x="2976790" y="1805226"/>
                </a:lnTo>
                <a:lnTo>
                  <a:pt x="2946231" y="1805226"/>
                </a:lnTo>
                <a:lnTo>
                  <a:pt x="2881906" y="1805226"/>
                </a:lnTo>
                <a:lnTo>
                  <a:pt x="2859863" y="1805226"/>
                </a:lnTo>
                <a:lnTo>
                  <a:pt x="2824795" y="1805226"/>
                </a:lnTo>
                <a:lnTo>
                  <a:pt x="2814475" y="1805226"/>
                </a:lnTo>
                <a:lnTo>
                  <a:pt x="2794736" y="1805226"/>
                </a:lnTo>
                <a:lnTo>
                  <a:pt x="2743837" y="1805226"/>
                </a:lnTo>
                <a:lnTo>
                  <a:pt x="2720392" y="1805226"/>
                </a:lnTo>
                <a:lnTo>
                  <a:pt x="2705162" y="1805226"/>
                </a:lnTo>
                <a:lnTo>
                  <a:pt x="2692237" y="1805226"/>
                </a:lnTo>
                <a:lnTo>
                  <a:pt x="2680414" y="1805226"/>
                </a:lnTo>
                <a:lnTo>
                  <a:pt x="2664483" y="1805226"/>
                </a:lnTo>
                <a:lnTo>
                  <a:pt x="2654564" y="1805226"/>
                </a:lnTo>
                <a:lnTo>
                  <a:pt x="2632721" y="1805226"/>
                </a:lnTo>
                <a:lnTo>
                  <a:pt x="2618393" y="1805226"/>
                </a:lnTo>
                <a:lnTo>
                  <a:pt x="2604166" y="1805226"/>
                </a:lnTo>
                <a:lnTo>
                  <a:pt x="2588435" y="1805226"/>
                </a:lnTo>
                <a:lnTo>
                  <a:pt x="2574408" y="1805226"/>
                </a:lnTo>
                <a:lnTo>
                  <a:pt x="2563186" y="1805226"/>
                </a:lnTo>
                <a:lnTo>
                  <a:pt x="2545351" y="1805226"/>
                </a:lnTo>
                <a:lnTo>
                  <a:pt x="2482529" y="1805226"/>
                </a:lnTo>
                <a:lnTo>
                  <a:pt x="2473511" y="1805226"/>
                </a:lnTo>
                <a:lnTo>
                  <a:pt x="2461989" y="1805226"/>
                </a:lnTo>
                <a:lnTo>
                  <a:pt x="2440347" y="1805226"/>
                </a:lnTo>
                <a:lnTo>
                  <a:pt x="2407784" y="1805226"/>
                </a:lnTo>
                <a:lnTo>
                  <a:pt x="2348669" y="1805226"/>
                </a:lnTo>
                <a:lnTo>
                  <a:pt x="2320213" y="1805226"/>
                </a:lnTo>
                <a:lnTo>
                  <a:pt x="2308891" y="1805226"/>
                </a:lnTo>
                <a:lnTo>
                  <a:pt x="2287951" y="1805226"/>
                </a:lnTo>
                <a:lnTo>
                  <a:pt x="2252381" y="1805226"/>
                </a:lnTo>
                <a:lnTo>
                  <a:pt x="2239857" y="1805226"/>
                </a:lnTo>
                <a:lnTo>
                  <a:pt x="2230439" y="1805226"/>
                </a:lnTo>
                <a:lnTo>
                  <a:pt x="2212003" y="1805226"/>
                </a:lnTo>
                <a:lnTo>
                  <a:pt x="2191663" y="1805226"/>
                </a:lnTo>
                <a:lnTo>
                  <a:pt x="2174931" y="1805226"/>
                </a:lnTo>
                <a:lnTo>
                  <a:pt x="2156294" y="1805226"/>
                </a:lnTo>
                <a:lnTo>
                  <a:pt x="2118721" y="1805226"/>
                </a:lnTo>
                <a:lnTo>
                  <a:pt x="2080247" y="1805226"/>
                </a:lnTo>
                <a:lnTo>
                  <a:pt x="2067221" y="1805226"/>
                </a:lnTo>
                <a:lnTo>
                  <a:pt x="2052893" y="1805226"/>
                </a:lnTo>
                <a:lnTo>
                  <a:pt x="2034057" y="1805226"/>
                </a:lnTo>
                <a:lnTo>
                  <a:pt x="2024739" y="1805226"/>
                </a:lnTo>
                <a:lnTo>
                  <a:pt x="1980853" y="1805226"/>
                </a:lnTo>
                <a:lnTo>
                  <a:pt x="1952899" y="1805226"/>
                </a:lnTo>
                <a:lnTo>
                  <a:pt x="1918031" y="1805226"/>
                </a:lnTo>
                <a:lnTo>
                  <a:pt x="1887973" y="1805226"/>
                </a:lnTo>
                <a:lnTo>
                  <a:pt x="1864928" y="1805226"/>
                </a:lnTo>
                <a:lnTo>
                  <a:pt x="1838777" y="1805226"/>
                </a:lnTo>
                <a:lnTo>
                  <a:pt x="1822645" y="1805226"/>
                </a:lnTo>
                <a:lnTo>
                  <a:pt x="1793889" y="1805226"/>
                </a:lnTo>
                <a:lnTo>
                  <a:pt x="1785573" y="1805226"/>
                </a:lnTo>
                <a:lnTo>
                  <a:pt x="1778860" y="1805226"/>
                </a:lnTo>
                <a:lnTo>
                  <a:pt x="1766937" y="1805226"/>
                </a:lnTo>
                <a:lnTo>
                  <a:pt x="1766636" y="1805226"/>
                </a:lnTo>
                <a:lnTo>
                  <a:pt x="1763330" y="1805226"/>
                </a:lnTo>
                <a:lnTo>
                  <a:pt x="1763631" y="1805226"/>
                </a:lnTo>
                <a:lnTo>
                  <a:pt x="1765434" y="1805226"/>
                </a:lnTo>
                <a:lnTo>
                  <a:pt x="1775955" y="1805226"/>
                </a:lnTo>
                <a:lnTo>
                  <a:pt x="1784271" y="1805226"/>
                </a:lnTo>
                <a:lnTo>
                  <a:pt x="1802005" y="1805226"/>
                </a:lnTo>
                <a:lnTo>
                  <a:pt x="1817636" y="1805226"/>
                </a:lnTo>
                <a:lnTo>
                  <a:pt x="1826553" y="1805226"/>
                </a:lnTo>
                <a:lnTo>
                  <a:pt x="1834468" y="1805226"/>
                </a:lnTo>
                <a:lnTo>
                  <a:pt x="1833266" y="1805226"/>
                </a:lnTo>
                <a:lnTo>
                  <a:pt x="1828056" y="1805226"/>
                </a:lnTo>
                <a:lnTo>
                  <a:pt x="1831563" y="1805226"/>
                </a:lnTo>
                <a:lnTo>
                  <a:pt x="1836973" y="1805226"/>
                </a:lnTo>
                <a:lnTo>
                  <a:pt x="1838677" y="1805226"/>
                </a:lnTo>
                <a:lnTo>
                  <a:pt x="1839979" y="1805226"/>
                </a:lnTo>
                <a:lnTo>
                  <a:pt x="1835971" y="1805226"/>
                </a:lnTo>
                <a:lnTo>
                  <a:pt x="1811624" y="1805226"/>
                </a:lnTo>
                <a:lnTo>
                  <a:pt x="1795493" y="1805226"/>
                </a:lnTo>
                <a:lnTo>
                  <a:pt x="1783770" y="1805226"/>
                </a:lnTo>
                <a:lnTo>
                  <a:pt x="1773851" y="1805226"/>
                </a:lnTo>
                <a:lnTo>
                  <a:pt x="1765534" y="1805226"/>
                </a:lnTo>
                <a:lnTo>
                  <a:pt x="1762929" y="1805226"/>
                </a:lnTo>
                <a:lnTo>
                  <a:pt x="1760224" y="1805226"/>
                </a:lnTo>
                <a:lnTo>
                  <a:pt x="1763130" y="1805226"/>
                </a:lnTo>
                <a:lnTo>
                  <a:pt x="1761927" y="1805226"/>
                </a:lnTo>
                <a:lnTo>
                  <a:pt x="1751707" y="1805226"/>
                </a:lnTo>
                <a:lnTo>
                  <a:pt x="1728763" y="1805226"/>
                </a:lnTo>
                <a:lnTo>
                  <a:pt x="1725056" y="1805226"/>
                </a:lnTo>
                <a:lnTo>
                  <a:pt x="1725156" y="1805226"/>
                </a:lnTo>
                <a:lnTo>
                  <a:pt x="1719645" y="1805226"/>
                </a:lnTo>
                <a:lnTo>
                  <a:pt x="1701309" y="1805226"/>
                </a:lnTo>
                <a:lnTo>
                  <a:pt x="1682373" y="1805226"/>
                </a:lnTo>
                <a:lnTo>
                  <a:pt x="1679166" y="1805226"/>
                </a:lnTo>
                <a:lnTo>
                  <a:pt x="1675660" y="1805226"/>
                </a:lnTo>
                <a:lnTo>
                  <a:pt x="1668646" y="1805226"/>
                </a:lnTo>
                <a:lnTo>
                  <a:pt x="1636684" y="1805226"/>
                </a:lnTo>
                <a:lnTo>
                  <a:pt x="1599010" y="1805226"/>
                </a:lnTo>
                <a:lnTo>
                  <a:pt x="1588791" y="1805226"/>
                </a:lnTo>
                <a:lnTo>
                  <a:pt x="1584182" y="1805226"/>
                </a:lnTo>
                <a:lnTo>
                  <a:pt x="1586787" y="1805226"/>
                </a:lnTo>
                <a:lnTo>
                  <a:pt x="1590995" y="1805226"/>
                </a:lnTo>
                <a:lnTo>
                  <a:pt x="1595704" y="1805226"/>
                </a:lnTo>
                <a:lnTo>
                  <a:pt x="1598008" y="1805226"/>
                </a:lnTo>
                <a:lnTo>
                  <a:pt x="1600213" y="1805226"/>
                </a:lnTo>
                <a:lnTo>
                  <a:pt x="1600012" y="1805226"/>
                </a:lnTo>
                <a:lnTo>
                  <a:pt x="1601315" y="1805226"/>
                </a:lnTo>
                <a:lnTo>
                  <a:pt x="1604621" y="1805226"/>
                </a:lnTo>
                <a:lnTo>
                  <a:pt x="1608429" y="1805226"/>
                </a:lnTo>
                <a:lnTo>
                  <a:pt x="1620452" y="1805226"/>
                </a:lnTo>
                <a:lnTo>
                  <a:pt x="1623959" y="1805226"/>
                </a:lnTo>
                <a:lnTo>
                  <a:pt x="1639189" y="1805226"/>
                </a:lnTo>
                <a:lnTo>
                  <a:pt x="1643798" y="1805226"/>
                </a:lnTo>
                <a:lnTo>
                  <a:pt x="1649408" y="1805226"/>
                </a:lnTo>
                <a:lnTo>
                  <a:pt x="1651112" y="1805226"/>
                </a:lnTo>
                <a:lnTo>
                  <a:pt x="1643397" y="1805226"/>
                </a:lnTo>
                <a:lnTo>
                  <a:pt x="1636383" y="1805226"/>
                </a:lnTo>
                <a:lnTo>
                  <a:pt x="1624660" y="1805226"/>
                </a:lnTo>
                <a:lnTo>
                  <a:pt x="1617046" y="1805226"/>
                </a:lnTo>
                <a:lnTo>
                  <a:pt x="1605223" y="1805226"/>
                </a:lnTo>
                <a:lnTo>
                  <a:pt x="1605423" y="1805226"/>
                </a:lnTo>
                <a:lnTo>
                  <a:pt x="1610833" y="1805226"/>
                </a:lnTo>
                <a:lnTo>
                  <a:pt x="1619651" y="1805226"/>
                </a:lnTo>
                <a:lnTo>
                  <a:pt x="1627867" y="1805226"/>
                </a:lnTo>
                <a:lnTo>
                  <a:pt x="1637084" y="1805226"/>
                </a:lnTo>
                <a:lnTo>
                  <a:pt x="1635582" y="1805226"/>
                </a:lnTo>
                <a:lnTo>
                  <a:pt x="1634179" y="1805226"/>
                </a:lnTo>
                <a:lnTo>
                  <a:pt x="1634980" y="1805226"/>
                </a:lnTo>
                <a:lnTo>
                  <a:pt x="1638187" y="1805226"/>
                </a:lnTo>
                <a:lnTo>
                  <a:pt x="1642395" y="1805226"/>
                </a:lnTo>
                <a:lnTo>
                  <a:pt x="1647004" y="1805226"/>
                </a:lnTo>
                <a:lnTo>
                  <a:pt x="1651212" y="1805226"/>
                </a:lnTo>
                <a:lnTo>
                  <a:pt x="1653817" y="1805226"/>
                </a:lnTo>
                <a:lnTo>
                  <a:pt x="1660029" y="1805226"/>
                </a:lnTo>
                <a:lnTo>
                  <a:pt x="1665039" y="1805226"/>
                </a:lnTo>
                <a:lnTo>
                  <a:pt x="1674858" y="1805226"/>
                </a:lnTo>
                <a:lnTo>
                  <a:pt x="1683475" y="1805226"/>
                </a:lnTo>
                <a:lnTo>
                  <a:pt x="1687483" y="1805226"/>
                </a:lnTo>
                <a:lnTo>
                  <a:pt x="1686180" y="1805226"/>
                </a:lnTo>
                <a:lnTo>
                  <a:pt x="1688785" y="1805226"/>
                </a:lnTo>
                <a:lnTo>
                  <a:pt x="1687282" y="1805226"/>
                </a:lnTo>
                <a:lnTo>
                  <a:pt x="1665139" y="1805226"/>
                </a:lnTo>
                <a:lnTo>
                  <a:pt x="1645000" y="1805226"/>
                </a:lnTo>
                <a:lnTo>
                  <a:pt x="1632876" y="1805226"/>
                </a:lnTo>
                <a:lnTo>
                  <a:pt x="1622656" y="1805226"/>
                </a:lnTo>
                <a:lnTo>
                  <a:pt x="1616144" y="1805226"/>
                </a:lnTo>
                <a:lnTo>
                  <a:pt x="1607527" y="1805226"/>
                </a:lnTo>
                <a:lnTo>
                  <a:pt x="1607026" y="1805226"/>
                </a:lnTo>
                <a:lnTo>
                  <a:pt x="1607828" y="1805226"/>
                </a:lnTo>
                <a:lnTo>
                  <a:pt x="1614741" y="1805226"/>
                </a:lnTo>
                <a:lnTo>
                  <a:pt x="1621053" y="1805226"/>
                </a:lnTo>
                <a:lnTo>
                  <a:pt x="1641493" y="1805226"/>
                </a:lnTo>
                <a:lnTo>
                  <a:pt x="1642495" y="1805226"/>
                </a:lnTo>
                <a:lnTo>
                  <a:pt x="1642295" y="1805226"/>
                </a:lnTo>
                <a:lnTo>
                  <a:pt x="1645300" y="1805226"/>
                </a:lnTo>
                <a:lnTo>
                  <a:pt x="1642595" y="1805226"/>
                </a:lnTo>
                <a:lnTo>
                  <a:pt x="1634079" y="1805226"/>
                </a:lnTo>
                <a:lnTo>
                  <a:pt x="1645300" y="1805226"/>
                </a:lnTo>
                <a:lnTo>
                  <a:pt x="1661632" y="1805226"/>
                </a:lnTo>
                <a:lnTo>
                  <a:pt x="1668145" y="1805226"/>
                </a:lnTo>
                <a:lnTo>
                  <a:pt x="1678265" y="1805226"/>
                </a:lnTo>
                <a:lnTo>
                  <a:pt x="1680168" y="1805226"/>
                </a:lnTo>
                <a:lnTo>
                  <a:pt x="1675159" y="1805226"/>
                </a:lnTo>
                <a:lnTo>
                  <a:pt x="1682272" y="1805226"/>
                </a:lnTo>
                <a:lnTo>
                  <a:pt x="1680068" y="1805226"/>
                </a:lnTo>
                <a:lnTo>
                  <a:pt x="1686380" y="1805226"/>
                </a:lnTo>
                <a:lnTo>
                  <a:pt x="1696300" y="1805226"/>
                </a:lnTo>
                <a:lnTo>
                  <a:pt x="1703714" y="1805226"/>
                </a:lnTo>
                <a:lnTo>
                  <a:pt x="1707622" y="1805226"/>
                </a:lnTo>
                <a:lnTo>
                  <a:pt x="1726258" y="1805226"/>
                </a:lnTo>
                <a:lnTo>
                  <a:pt x="1736879" y="1805226"/>
                </a:lnTo>
                <a:lnTo>
                  <a:pt x="1751908" y="1805226"/>
                </a:lnTo>
                <a:lnTo>
                  <a:pt x="1782267" y="1805226"/>
                </a:lnTo>
                <a:lnTo>
                  <a:pt x="1811724" y="1805226"/>
                </a:lnTo>
                <a:lnTo>
                  <a:pt x="1825751" y="1805226"/>
                </a:lnTo>
                <a:lnTo>
                  <a:pt x="1843286" y="1805226"/>
                </a:lnTo>
                <a:lnTo>
                  <a:pt x="1855610" y="1805226"/>
                </a:lnTo>
                <a:lnTo>
                  <a:pt x="1867332" y="1805226"/>
                </a:lnTo>
                <a:lnTo>
                  <a:pt x="1926948" y="1805226"/>
                </a:lnTo>
                <a:lnTo>
                  <a:pt x="1937068" y="1805226"/>
                </a:lnTo>
                <a:lnTo>
                  <a:pt x="1949993" y="1805226"/>
                </a:lnTo>
                <a:lnTo>
                  <a:pt x="1965924" y="1805226"/>
                </a:lnTo>
                <a:lnTo>
                  <a:pt x="1980352" y="1805226"/>
                </a:lnTo>
                <a:lnTo>
                  <a:pt x="1995782" y="1805226"/>
                </a:lnTo>
                <a:lnTo>
                  <a:pt x="2007104" y="1805226"/>
                </a:lnTo>
                <a:lnTo>
                  <a:pt x="2034958" y="1805226"/>
                </a:lnTo>
                <a:lnTo>
                  <a:pt x="2049787" y="1805226"/>
                </a:lnTo>
                <a:lnTo>
                  <a:pt x="2075337" y="1805226"/>
                </a:lnTo>
                <a:lnTo>
                  <a:pt x="2086559" y="1805226"/>
                </a:lnTo>
                <a:lnTo>
                  <a:pt x="2112509" y="1805226"/>
                </a:lnTo>
                <a:lnTo>
                  <a:pt x="2141866" y="1805226"/>
                </a:lnTo>
                <a:lnTo>
                  <a:pt x="2177235" y="1805226"/>
                </a:lnTo>
                <a:lnTo>
                  <a:pt x="2202785" y="1805226"/>
                </a:lnTo>
                <a:lnTo>
                  <a:pt x="2225529" y="1805226"/>
                </a:lnTo>
                <a:lnTo>
                  <a:pt x="2243765" y="1805226"/>
                </a:lnTo>
                <a:lnTo>
                  <a:pt x="2286648" y="1805226"/>
                </a:lnTo>
                <a:lnTo>
                  <a:pt x="2310494" y="1805226"/>
                </a:lnTo>
                <a:lnTo>
                  <a:pt x="2354981" y="1805226"/>
                </a:lnTo>
                <a:lnTo>
                  <a:pt x="2367004" y="1805226"/>
                </a:lnTo>
                <a:lnTo>
                  <a:pt x="2385240" y="1805226"/>
                </a:lnTo>
                <a:lnTo>
                  <a:pt x="2401071" y="1805226"/>
                </a:lnTo>
                <a:lnTo>
                  <a:pt x="2416701" y="1805226"/>
                </a:lnTo>
                <a:lnTo>
                  <a:pt x="2426219" y="1805226"/>
                </a:lnTo>
                <a:lnTo>
                  <a:pt x="2430428" y="1805226"/>
                </a:lnTo>
                <a:lnTo>
                  <a:pt x="2439545" y="1805226"/>
                </a:lnTo>
                <a:lnTo>
                  <a:pt x="2445858" y="1805226"/>
                </a:lnTo>
                <a:lnTo>
                  <a:pt x="2450767" y="1805226"/>
                </a:lnTo>
                <a:lnTo>
                  <a:pt x="2468001" y="1805226"/>
                </a:lnTo>
                <a:lnTo>
                  <a:pt x="2493651" y="1805226"/>
                </a:lnTo>
                <a:lnTo>
                  <a:pt x="2501967" y="1805226"/>
                </a:lnTo>
                <a:lnTo>
                  <a:pt x="2503570" y="1805226"/>
                </a:lnTo>
                <a:lnTo>
                  <a:pt x="2498059" y="1805226"/>
                </a:lnTo>
                <a:lnTo>
                  <a:pt x="2491146" y="1805226"/>
                </a:lnTo>
                <a:lnTo>
                  <a:pt x="2486537" y="1805226"/>
                </a:lnTo>
                <a:lnTo>
                  <a:pt x="2482128" y="1805226"/>
                </a:lnTo>
                <a:lnTo>
                  <a:pt x="2481727" y="1805226"/>
                </a:lnTo>
                <a:lnTo>
                  <a:pt x="2483431" y="1805226"/>
                </a:lnTo>
                <a:lnTo>
                  <a:pt x="2493550" y="1805226"/>
                </a:lnTo>
                <a:lnTo>
                  <a:pt x="2500764" y="1805226"/>
                </a:lnTo>
                <a:lnTo>
                  <a:pt x="2510684" y="1805226"/>
                </a:lnTo>
                <a:lnTo>
                  <a:pt x="2519802" y="1805226"/>
                </a:lnTo>
                <a:lnTo>
                  <a:pt x="2527316" y="1805226"/>
                </a:lnTo>
                <a:lnTo>
                  <a:pt x="2539540" y="1805226"/>
                </a:lnTo>
                <a:lnTo>
                  <a:pt x="2544750" y="1805226"/>
                </a:lnTo>
                <a:lnTo>
                  <a:pt x="2552365" y="1805226"/>
                </a:lnTo>
                <a:lnTo>
                  <a:pt x="2559278" y="1805226"/>
                </a:lnTo>
                <a:lnTo>
                  <a:pt x="2564689" y="1805226"/>
                </a:lnTo>
                <a:lnTo>
                  <a:pt x="2575009" y="1805226"/>
                </a:lnTo>
                <a:lnTo>
                  <a:pt x="2581822" y="1805226"/>
                </a:lnTo>
                <a:lnTo>
                  <a:pt x="2594246" y="1805226"/>
                </a:lnTo>
                <a:lnTo>
                  <a:pt x="2605969" y="1805226"/>
                </a:lnTo>
                <a:lnTo>
                  <a:pt x="2615588" y="1805226"/>
                </a:lnTo>
                <a:lnTo>
                  <a:pt x="2620197" y="1805226"/>
                </a:lnTo>
                <a:lnTo>
                  <a:pt x="2624004" y="1805226"/>
                </a:lnTo>
                <a:lnTo>
                  <a:pt x="2624806" y="1805226"/>
                </a:lnTo>
                <a:lnTo>
                  <a:pt x="2623904" y="1805226"/>
                </a:lnTo>
                <a:lnTo>
                  <a:pt x="2628513" y="1805226"/>
                </a:lnTo>
                <a:lnTo>
                  <a:pt x="2626309" y="1805226"/>
                </a:lnTo>
                <a:lnTo>
                  <a:pt x="2627110" y="1805226"/>
                </a:lnTo>
                <a:lnTo>
                  <a:pt x="2629515" y="1805226"/>
                </a:lnTo>
                <a:lnTo>
                  <a:pt x="2634124" y="1805226"/>
                </a:lnTo>
                <a:lnTo>
                  <a:pt x="2643141" y="1805226"/>
                </a:lnTo>
                <a:lnTo>
                  <a:pt x="2647650" y="1805226"/>
                </a:lnTo>
                <a:lnTo>
                  <a:pt x="2650856" y="1805226"/>
                </a:lnTo>
                <a:lnTo>
                  <a:pt x="2650656" y="1805226"/>
                </a:lnTo>
                <a:lnTo>
                  <a:pt x="2655165" y="1805226"/>
                </a:lnTo>
                <a:lnTo>
                  <a:pt x="2653361" y="1805226"/>
                </a:lnTo>
                <a:lnTo>
                  <a:pt x="2645546" y="1805226"/>
                </a:lnTo>
                <a:lnTo>
                  <a:pt x="2642240" y="1805226"/>
                </a:lnTo>
                <a:lnTo>
                  <a:pt x="2635727" y="1805226"/>
                </a:lnTo>
                <a:lnTo>
                  <a:pt x="2628413" y="1805226"/>
                </a:lnTo>
                <a:lnTo>
                  <a:pt x="2619495" y="1805226"/>
                </a:lnTo>
                <a:lnTo>
                  <a:pt x="2616690" y="1805226"/>
                </a:lnTo>
                <a:lnTo>
                  <a:pt x="2620197" y="1805226"/>
                </a:lnTo>
                <a:lnTo>
                  <a:pt x="2625808" y="1805226"/>
                </a:lnTo>
                <a:lnTo>
                  <a:pt x="2630316" y="1805226"/>
                </a:lnTo>
                <a:lnTo>
                  <a:pt x="2632320" y="1805226"/>
                </a:lnTo>
                <a:lnTo>
                  <a:pt x="2628413" y="1805226"/>
                </a:lnTo>
                <a:lnTo>
                  <a:pt x="2632421" y="1805226"/>
                </a:lnTo>
                <a:lnTo>
                  <a:pt x="2640637" y="1805226"/>
                </a:lnTo>
                <a:lnTo>
                  <a:pt x="2653662" y="1805226"/>
                </a:lnTo>
                <a:lnTo>
                  <a:pt x="2659273" y="1805226"/>
                </a:lnTo>
                <a:lnTo>
                  <a:pt x="2663882" y="1805226"/>
                </a:lnTo>
                <a:lnTo>
                  <a:pt x="2672198" y="1805226"/>
                </a:lnTo>
                <a:lnTo>
                  <a:pt x="2680815" y="1805226"/>
                </a:lnTo>
                <a:lnTo>
                  <a:pt x="2686426" y="1805226"/>
                </a:lnTo>
                <a:lnTo>
                  <a:pt x="2697848" y="1805226"/>
                </a:lnTo>
                <a:lnTo>
                  <a:pt x="2713178" y="1805226"/>
                </a:lnTo>
                <a:lnTo>
                  <a:pt x="2720893" y="1805226"/>
                </a:lnTo>
                <a:lnTo>
                  <a:pt x="2737124" y="1805226"/>
                </a:lnTo>
                <a:lnTo>
                  <a:pt x="2745140" y="1805226"/>
                </a:lnTo>
                <a:lnTo>
                  <a:pt x="2743637" y="1805226"/>
                </a:lnTo>
                <a:lnTo>
                  <a:pt x="2734820" y="1805226"/>
                </a:lnTo>
                <a:lnTo>
                  <a:pt x="2724900" y="1805226"/>
                </a:lnTo>
                <a:lnTo>
                  <a:pt x="2713278" y="1805226"/>
                </a:lnTo>
                <a:lnTo>
                  <a:pt x="2708368" y="1805226"/>
                </a:lnTo>
                <a:lnTo>
                  <a:pt x="2706665" y="1805226"/>
                </a:lnTo>
                <a:lnTo>
                  <a:pt x="2709470" y="1805226"/>
                </a:lnTo>
                <a:lnTo>
                  <a:pt x="2711374" y="1805226"/>
                </a:lnTo>
                <a:lnTo>
                  <a:pt x="2718889" y="1805226"/>
                </a:lnTo>
                <a:lnTo>
                  <a:pt x="2725602" y="1805226"/>
                </a:lnTo>
                <a:lnTo>
                  <a:pt x="2726403" y="1805226"/>
                </a:lnTo>
                <a:lnTo>
                  <a:pt x="2728808" y="1805226"/>
                </a:lnTo>
                <a:lnTo>
                  <a:pt x="2732816" y="1805226"/>
                </a:lnTo>
                <a:lnTo>
                  <a:pt x="2732716" y="1805226"/>
                </a:lnTo>
                <a:lnTo>
                  <a:pt x="2728608" y="1805226"/>
                </a:lnTo>
                <a:lnTo>
                  <a:pt x="2718288" y="1805226"/>
                </a:lnTo>
                <a:lnTo>
                  <a:pt x="2713378" y="1805226"/>
                </a:lnTo>
                <a:lnTo>
                  <a:pt x="2706064" y="1805226"/>
                </a:lnTo>
                <a:lnTo>
                  <a:pt x="2707567" y="1805226"/>
                </a:lnTo>
                <a:lnTo>
                  <a:pt x="2711875" y="1805226"/>
                </a:lnTo>
                <a:lnTo>
                  <a:pt x="2718488" y="1805226"/>
                </a:lnTo>
                <a:lnTo>
                  <a:pt x="2724099" y="1805226"/>
                </a:lnTo>
                <a:lnTo>
                  <a:pt x="2732315" y="1805226"/>
                </a:lnTo>
                <a:lnTo>
                  <a:pt x="2737024" y="1805226"/>
                </a:lnTo>
                <a:lnTo>
                  <a:pt x="2735922" y="1805226"/>
                </a:lnTo>
                <a:lnTo>
                  <a:pt x="2737224" y="1805226"/>
                </a:lnTo>
                <a:lnTo>
                  <a:pt x="2742936" y="1805226"/>
                </a:lnTo>
                <a:lnTo>
                  <a:pt x="2765179" y="1805226"/>
                </a:lnTo>
                <a:lnTo>
                  <a:pt x="2769587" y="1805226"/>
                </a:lnTo>
                <a:lnTo>
                  <a:pt x="2774297" y="1805226"/>
                </a:lnTo>
                <a:lnTo>
                  <a:pt x="2775799" y="1805226"/>
                </a:lnTo>
                <a:lnTo>
                  <a:pt x="2775298" y="1805226"/>
                </a:lnTo>
                <a:lnTo>
                  <a:pt x="2770389" y="1805226"/>
                </a:lnTo>
                <a:lnTo>
                  <a:pt x="2758867" y="1805226"/>
                </a:lnTo>
                <a:lnTo>
                  <a:pt x="2756261" y="1805226"/>
                </a:lnTo>
                <a:lnTo>
                  <a:pt x="2757263" y="1805226"/>
                </a:lnTo>
                <a:lnTo>
                  <a:pt x="2751853" y="1805226"/>
                </a:lnTo>
                <a:lnTo>
                  <a:pt x="2759367" y="1805226"/>
                </a:lnTo>
                <a:lnTo>
                  <a:pt x="2765880" y="1805226"/>
                </a:lnTo>
                <a:lnTo>
                  <a:pt x="2770289" y="1805226"/>
                </a:lnTo>
                <a:lnTo>
                  <a:pt x="2770389" y="1805226"/>
                </a:lnTo>
                <a:lnTo>
                  <a:pt x="2771792" y="1805226"/>
                </a:lnTo>
                <a:lnTo>
                  <a:pt x="2775298" y="1805226"/>
                </a:lnTo>
                <a:lnTo>
                  <a:pt x="2786921" y="1805226"/>
                </a:lnTo>
                <a:lnTo>
                  <a:pt x="2798243" y="1805226"/>
                </a:lnTo>
                <a:lnTo>
                  <a:pt x="2803654" y="1805226"/>
                </a:lnTo>
                <a:lnTo>
                  <a:pt x="2805658" y="1805226"/>
                </a:lnTo>
                <a:lnTo>
                  <a:pt x="2806459" y="1805226"/>
                </a:lnTo>
                <a:lnTo>
                  <a:pt x="2792332" y="1805226"/>
                </a:lnTo>
                <a:lnTo>
                  <a:pt x="2791931" y="1805226"/>
                </a:lnTo>
                <a:lnTo>
                  <a:pt x="2786019" y="1805226"/>
                </a:lnTo>
                <a:lnTo>
                  <a:pt x="2785919" y="1805226"/>
                </a:lnTo>
                <a:lnTo>
                  <a:pt x="2794736" y="1805226"/>
                </a:lnTo>
                <a:lnTo>
                  <a:pt x="2796540" y="1805226"/>
                </a:lnTo>
                <a:lnTo>
                  <a:pt x="2801550" y="1805226"/>
                </a:lnTo>
                <a:lnTo>
                  <a:pt x="2811669" y="1805226"/>
                </a:lnTo>
                <a:lnTo>
                  <a:pt x="2818482" y="1805226"/>
                </a:lnTo>
                <a:lnTo>
                  <a:pt x="2826097" y="1805226"/>
                </a:lnTo>
                <a:lnTo>
                  <a:pt x="2827901" y="1805226"/>
                </a:lnTo>
                <a:lnTo>
                  <a:pt x="2827801" y="1805226"/>
                </a:lnTo>
                <a:lnTo>
                  <a:pt x="2830907" y="1805226"/>
                </a:lnTo>
                <a:lnTo>
                  <a:pt x="2838622" y="1805226"/>
                </a:lnTo>
                <a:lnTo>
                  <a:pt x="2836217" y="1805226"/>
                </a:lnTo>
                <a:lnTo>
                  <a:pt x="2834313" y="1805226"/>
                </a:lnTo>
                <a:lnTo>
                  <a:pt x="2837219" y="1805226"/>
                </a:lnTo>
                <a:lnTo>
                  <a:pt x="2838922" y="1805226"/>
                </a:lnTo>
                <a:lnTo>
                  <a:pt x="2841928" y="1805226"/>
                </a:lnTo>
                <a:lnTo>
                  <a:pt x="2850144" y="1805226"/>
                </a:lnTo>
                <a:lnTo>
                  <a:pt x="2852148" y="1805226"/>
                </a:lnTo>
                <a:lnTo>
                  <a:pt x="2853150" y="1805226"/>
                </a:lnTo>
                <a:lnTo>
                  <a:pt x="2857258" y="1805226"/>
                </a:lnTo>
                <a:lnTo>
                  <a:pt x="2862769" y="1805226"/>
                </a:lnTo>
                <a:lnTo>
                  <a:pt x="2870283" y="1805226"/>
                </a:lnTo>
                <a:lnTo>
                  <a:pt x="2869882" y="1805226"/>
                </a:lnTo>
                <a:lnTo>
                  <a:pt x="2872688" y="1805226"/>
                </a:lnTo>
                <a:lnTo>
                  <a:pt x="2873590" y="1805226"/>
                </a:lnTo>
                <a:lnTo>
                  <a:pt x="2878299" y="1805226"/>
                </a:lnTo>
                <a:lnTo>
                  <a:pt x="2879301" y="1805226"/>
                </a:lnTo>
                <a:lnTo>
                  <a:pt x="2875493" y="1805226"/>
                </a:lnTo>
                <a:lnTo>
                  <a:pt x="2873590" y="1805226"/>
                </a:lnTo>
                <a:lnTo>
                  <a:pt x="2880102" y="1805226"/>
                </a:lnTo>
                <a:lnTo>
                  <a:pt x="2886615" y="1805226"/>
                </a:lnTo>
                <a:lnTo>
                  <a:pt x="2891024" y="1805226"/>
                </a:lnTo>
                <a:lnTo>
                  <a:pt x="2894029" y="1805226"/>
                </a:lnTo>
                <a:lnTo>
                  <a:pt x="2898137" y="1805226"/>
                </a:lnTo>
                <a:lnTo>
                  <a:pt x="2900542" y="1805226"/>
                </a:lnTo>
                <a:lnTo>
                  <a:pt x="2908558" y="1805226"/>
                </a:lnTo>
                <a:lnTo>
                  <a:pt x="2916473" y="1805226"/>
                </a:lnTo>
                <a:lnTo>
                  <a:pt x="2925290" y="1805226"/>
                </a:lnTo>
                <a:lnTo>
                  <a:pt x="2936211" y="1805226"/>
                </a:lnTo>
                <a:lnTo>
                  <a:pt x="2946431" y="1805226"/>
                </a:lnTo>
                <a:lnTo>
                  <a:pt x="2944728" y="1805226"/>
                </a:lnTo>
                <a:lnTo>
                  <a:pt x="2945930" y="1805226"/>
                </a:lnTo>
                <a:lnTo>
                  <a:pt x="2958655" y="1805226"/>
                </a:lnTo>
                <a:lnTo>
                  <a:pt x="2968975" y="1805226"/>
                </a:lnTo>
                <a:lnTo>
                  <a:pt x="2978293" y="1805226"/>
                </a:lnTo>
                <a:lnTo>
                  <a:pt x="2997731" y="1805226"/>
                </a:lnTo>
                <a:lnTo>
                  <a:pt x="3014263" y="1805226"/>
                </a:lnTo>
                <a:lnTo>
                  <a:pt x="3021578" y="1805226"/>
                </a:lnTo>
                <a:lnTo>
                  <a:pt x="3035805" y="1805226"/>
                </a:lnTo>
                <a:lnTo>
                  <a:pt x="3044823" y="1805226"/>
                </a:lnTo>
                <a:lnTo>
                  <a:pt x="3057347" y="1805226"/>
                </a:lnTo>
                <a:lnTo>
                  <a:pt x="3086604" y="1805226"/>
                </a:lnTo>
                <a:lnTo>
                  <a:pt x="3088508" y="1805226"/>
                </a:lnTo>
                <a:lnTo>
                  <a:pt x="3084600" y="1805226"/>
                </a:lnTo>
                <a:lnTo>
                  <a:pt x="3080993" y="1805226"/>
                </a:lnTo>
                <a:lnTo>
                  <a:pt x="3076585" y="1805226"/>
                </a:lnTo>
                <a:lnTo>
                  <a:pt x="3075482" y="1805226"/>
                </a:lnTo>
                <a:lnTo>
                  <a:pt x="3079791" y="1805226"/>
                </a:lnTo>
                <a:lnTo>
                  <a:pt x="3084099" y="1805226"/>
                </a:lnTo>
                <a:lnTo>
                  <a:pt x="3088808" y="1805226"/>
                </a:lnTo>
                <a:lnTo>
                  <a:pt x="3094119" y="1805226"/>
                </a:lnTo>
                <a:lnTo>
                  <a:pt x="3094519" y="1805226"/>
                </a:lnTo>
                <a:lnTo>
                  <a:pt x="3091313" y="1805226"/>
                </a:lnTo>
                <a:lnTo>
                  <a:pt x="3085903" y="1805226"/>
                </a:lnTo>
                <a:lnTo>
                  <a:pt x="3086103" y="1805226"/>
                </a:lnTo>
                <a:lnTo>
                  <a:pt x="3090411" y="1805226"/>
                </a:lnTo>
                <a:lnTo>
                  <a:pt x="3097124" y="1805226"/>
                </a:lnTo>
                <a:lnTo>
                  <a:pt x="3104439" y="1805226"/>
                </a:lnTo>
                <a:lnTo>
                  <a:pt x="3108947" y="1805226"/>
                </a:lnTo>
                <a:lnTo>
                  <a:pt x="3109649" y="1805226"/>
                </a:lnTo>
                <a:lnTo>
                  <a:pt x="3116362" y="1805226"/>
                </a:lnTo>
                <a:lnTo>
                  <a:pt x="3126281" y="1805226"/>
                </a:lnTo>
                <a:lnTo>
                  <a:pt x="3132293" y="1805226"/>
                </a:lnTo>
                <a:lnTo>
                  <a:pt x="3174575" y="1805226"/>
                </a:lnTo>
                <a:lnTo>
                  <a:pt x="3185296" y="1805226"/>
                </a:lnTo>
                <a:lnTo>
                  <a:pt x="3186298" y="1805226"/>
                </a:lnTo>
                <a:lnTo>
                  <a:pt x="3190406" y="1805226"/>
                </a:lnTo>
                <a:lnTo>
                  <a:pt x="3192610" y="1805226"/>
                </a:lnTo>
                <a:lnTo>
                  <a:pt x="3192209" y="1805226"/>
                </a:lnTo>
                <a:lnTo>
                  <a:pt x="3195616" y="1805226"/>
                </a:lnTo>
                <a:lnTo>
                  <a:pt x="3206938" y="1805226"/>
                </a:lnTo>
                <a:lnTo>
                  <a:pt x="3214753" y="1805226"/>
                </a:lnTo>
                <a:lnTo>
                  <a:pt x="3225574" y="1805226"/>
                </a:lnTo>
                <a:lnTo>
                  <a:pt x="3227678" y="1805226"/>
                </a:lnTo>
                <a:lnTo>
                  <a:pt x="3232388" y="1805226"/>
                </a:lnTo>
                <a:lnTo>
                  <a:pt x="3233891" y="1805226"/>
                </a:lnTo>
                <a:lnTo>
                  <a:pt x="3231686" y="1805226"/>
                </a:lnTo>
                <a:lnTo>
                  <a:pt x="3230183" y="1805226"/>
                </a:lnTo>
                <a:lnTo>
                  <a:pt x="3232588" y="1805226"/>
                </a:lnTo>
                <a:lnTo>
                  <a:pt x="3245213" y="1805226"/>
                </a:lnTo>
                <a:lnTo>
                  <a:pt x="3253829" y="1805226"/>
                </a:lnTo>
                <a:lnTo>
                  <a:pt x="3249721" y="1805226"/>
                </a:lnTo>
                <a:lnTo>
                  <a:pt x="3244311" y="1805226"/>
                </a:lnTo>
                <a:lnTo>
                  <a:pt x="3235193" y="1805226"/>
                </a:lnTo>
                <a:lnTo>
                  <a:pt x="3229382" y="1805226"/>
                </a:lnTo>
                <a:lnTo>
                  <a:pt x="3238800" y="1805226"/>
                </a:lnTo>
                <a:lnTo>
                  <a:pt x="3238700" y="1805226"/>
                </a:lnTo>
                <a:lnTo>
                  <a:pt x="3229682" y="1805226"/>
                </a:lnTo>
                <a:lnTo>
                  <a:pt x="3217258" y="1805226"/>
                </a:lnTo>
                <a:lnTo>
                  <a:pt x="3206738" y="1805226"/>
                </a:lnTo>
                <a:lnTo>
                  <a:pt x="3214753" y="1805226"/>
                </a:lnTo>
                <a:lnTo>
                  <a:pt x="3230885" y="1805226"/>
                </a:lnTo>
                <a:lnTo>
                  <a:pt x="3239902" y="1805226"/>
                </a:lnTo>
                <a:lnTo>
                  <a:pt x="3240704" y="1805226"/>
                </a:lnTo>
                <a:lnTo>
                  <a:pt x="3245112" y="1805226"/>
                </a:lnTo>
                <a:lnTo>
                  <a:pt x="3247818" y="1805226"/>
                </a:lnTo>
                <a:lnTo>
                  <a:pt x="3248619" y="1805226"/>
                </a:lnTo>
                <a:lnTo>
                  <a:pt x="3252827" y="1805226"/>
                </a:lnTo>
                <a:lnTo>
                  <a:pt x="3262747" y="1805226"/>
                </a:lnTo>
                <a:lnTo>
                  <a:pt x="3276273" y="1805226"/>
                </a:lnTo>
                <a:lnTo>
                  <a:pt x="3282585" y="1805226"/>
                </a:lnTo>
                <a:lnTo>
                  <a:pt x="3288898" y="1805226"/>
                </a:lnTo>
                <a:lnTo>
                  <a:pt x="3295009" y="1805226"/>
                </a:lnTo>
                <a:lnTo>
                  <a:pt x="3282485" y="1805226"/>
                </a:lnTo>
                <a:lnTo>
                  <a:pt x="3283487" y="1805226"/>
                </a:lnTo>
                <a:lnTo>
                  <a:pt x="3285791" y="1805226"/>
                </a:lnTo>
                <a:lnTo>
                  <a:pt x="3300821" y="1805226"/>
                </a:lnTo>
                <a:lnTo>
                  <a:pt x="3309037" y="1805226"/>
                </a:lnTo>
                <a:lnTo>
                  <a:pt x="3314447" y="1805226"/>
                </a:lnTo>
                <a:lnTo>
                  <a:pt x="3326270" y="1805226"/>
                </a:lnTo>
                <a:lnTo>
                  <a:pt x="3330779" y="1805226"/>
                </a:lnTo>
                <a:lnTo>
                  <a:pt x="3330078" y="1805226"/>
                </a:lnTo>
                <a:lnTo>
                  <a:pt x="3331380" y="1805226"/>
                </a:lnTo>
                <a:lnTo>
                  <a:pt x="3336290" y="1805226"/>
                </a:lnTo>
                <a:lnTo>
                  <a:pt x="3342702" y="1805226"/>
                </a:lnTo>
                <a:lnTo>
                  <a:pt x="3346810" y="1805226"/>
                </a:lnTo>
                <a:lnTo>
                  <a:pt x="3355828" y="1805226"/>
                </a:lnTo>
                <a:lnTo>
                  <a:pt x="3358934" y="1805226"/>
                </a:lnTo>
                <a:lnTo>
                  <a:pt x="3357431" y="1805226"/>
                </a:lnTo>
                <a:lnTo>
                  <a:pt x="3356529" y="1805226"/>
                </a:lnTo>
                <a:lnTo>
                  <a:pt x="3364845" y="1805226"/>
                </a:lnTo>
                <a:lnTo>
                  <a:pt x="3371458" y="1805226"/>
                </a:lnTo>
                <a:lnTo>
                  <a:pt x="3372159" y="1805226"/>
                </a:lnTo>
                <a:lnTo>
                  <a:pt x="3371158" y="1805226"/>
                </a:lnTo>
                <a:lnTo>
                  <a:pt x="3373763" y="1805226"/>
                </a:lnTo>
                <a:lnTo>
                  <a:pt x="3391196" y="1805226"/>
                </a:lnTo>
                <a:lnTo>
                  <a:pt x="3395705" y="1805226"/>
                </a:lnTo>
                <a:lnTo>
                  <a:pt x="3398411" y="1805226"/>
                </a:lnTo>
                <a:lnTo>
                  <a:pt x="3400615" y="1805226"/>
                </a:lnTo>
                <a:lnTo>
                  <a:pt x="3403420" y="1805226"/>
                </a:lnTo>
                <a:lnTo>
                  <a:pt x="3413039" y="1805226"/>
                </a:lnTo>
                <a:lnTo>
                  <a:pt x="3441895" y="1805226"/>
                </a:lnTo>
                <a:lnTo>
                  <a:pt x="3458127" y="1805226"/>
                </a:lnTo>
                <a:lnTo>
                  <a:pt x="3465040" y="1805226"/>
                </a:lnTo>
                <a:lnTo>
                  <a:pt x="3475761" y="1805226"/>
                </a:lnTo>
                <a:lnTo>
                  <a:pt x="3487584" y="1805226"/>
                </a:lnTo>
                <a:lnTo>
                  <a:pt x="3494698" y="1805226"/>
                </a:lnTo>
                <a:lnTo>
                  <a:pt x="3506621" y="1805226"/>
                </a:lnTo>
                <a:lnTo>
                  <a:pt x="3510529" y="1805226"/>
                </a:lnTo>
                <a:lnTo>
                  <a:pt x="3513635" y="1805226"/>
                </a:lnTo>
                <a:lnTo>
                  <a:pt x="3520548" y="1805226"/>
                </a:lnTo>
                <a:lnTo>
                  <a:pt x="3527862" y="1805226"/>
                </a:lnTo>
                <a:lnTo>
                  <a:pt x="3537080" y="1805226"/>
                </a:lnTo>
                <a:lnTo>
                  <a:pt x="3540787" y="1805226"/>
                </a:lnTo>
                <a:lnTo>
                  <a:pt x="3532471" y="1805226"/>
                </a:lnTo>
                <a:lnTo>
                  <a:pt x="3532972" y="1805226"/>
                </a:lnTo>
                <a:lnTo>
                  <a:pt x="3532471" y="1805226"/>
                </a:lnTo>
                <a:lnTo>
                  <a:pt x="3533974" y="1805226"/>
                </a:lnTo>
                <a:lnTo>
                  <a:pt x="3536880" y="1805226"/>
                </a:lnTo>
                <a:lnTo>
                  <a:pt x="3516941" y="1804424"/>
                </a:lnTo>
                <a:lnTo>
                  <a:pt x="3497203" y="1802017"/>
                </a:lnTo>
                <a:lnTo>
                  <a:pt x="3482775" y="1805226"/>
                </a:lnTo>
                <a:lnTo>
                  <a:pt x="3476663" y="1802719"/>
                </a:lnTo>
                <a:lnTo>
                  <a:pt x="3463838" y="1790082"/>
                </a:lnTo>
                <a:lnTo>
                  <a:pt x="3451514" y="1785369"/>
                </a:lnTo>
                <a:lnTo>
                  <a:pt x="3450512" y="1782260"/>
                </a:lnTo>
                <a:lnTo>
                  <a:pt x="3465541" y="1773234"/>
                </a:lnTo>
                <a:lnTo>
                  <a:pt x="3471252" y="1774738"/>
                </a:lnTo>
                <a:lnTo>
                  <a:pt x="3479969" y="1783263"/>
                </a:lnTo>
                <a:lnTo>
                  <a:pt x="3484879" y="1786271"/>
                </a:lnTo>
                <a:lnTo>
                  <a:pt x="3489187" y="1785670"/>
                </a:lnTo>
                <a:lnTo>
                  <a:pt x="3491892" y="1779050"/>
                </a:lnTo>
                <a:lnTo>
                  <a:pt x="3495700" y="1775540"/>
                </a:lnTo>
                <a:lnTo>
                  <a:pt x="3502814" y="1777546"/>
                </a:lnTo>
                <a:lnTo>
                  <a:pt x="3525157" y="1791888"/>
                </a:lnTo>
                <a:lnTo>
                  <a:pt x="3537782" y="1805226"/>
                </a:lnTo>
                <a:lnTo>
                  <a:pt x="3544194" y="1802117"/>
                </a:lnTo>
                <a:lnTo>
                  <a:pt x="3555216" y="1794295"/>
                </a:lnTo>
                <a:lnTo>
                  <a:pt x="3565636" y="1795899"/>
                </a:lnTo>
                <a:lnTo>
                  <a:pt x="3572048" y="1800513"/>
                </a:lnTo>
                <a:lnTo>
                  <a:pt x="3580966" y="1805226"/>
                </a:lnTo>
                <a:lnTo>
                  <a:pt x="3588079" y="1805226"/>
                </a:lnTo>
                <a:lnTo>
                  <a:pt x="3605213" y="1805226"/>
                </a:lnTo>
                <a:lnTo>
                  <a:pt x="3613930" y="1805226"/>
                </a:lnTo>
                <a:lnTo>
                  <a:pt x="3622947" y="1805226"/>
                </a:lnTo>
                <a:lnTo>
                  <a:pt x="3635071" y="1805226"/>
                </a:lnTo>
                <a:lnTo>
                  <a:pt x="3660120" y="1805226"/>
                </a:lnTo>
                <a:lnTo>
                  <a:pt x="3683665" y="1805226"/>
                </a:lnTo>
                <a:lnTo>
                  <a:pt x="3693484" y="1805226"/>
                </a:lnTo>
                <a:lnTo>
                  <a:pt x="3704907" y="1805226"/>
                </a:lnTo>
                <a:lnTo>
                  <a:pt x="3711520" y="1805226"/>
                </a:lnTo>
                <a:lnTo>
                  <a:pt x="3723643" y="1805226"/>
                </a:lnTo>
                <a:lnTo>
                  <a:pt x="3742881" y="1805226"/>
                </a:lnTo>
                <a:lnTo>
                  <a:pt x="3751497" y="1805226"/>
                </a:lnTo>
                <a:lnTo>
                  <a:pt x="3755405" y="1805226"/>
                </a:lnTo>
                <a:lnTo>
                  <a:pt x="3772939" y="1805226"/>
                </a:lnTo>
                <a:lnTo>
                  <a:pt x="3791776" y="1805226"/>
                </a:lnTo>
                <a:lnTo>
                  <a:pt x="3805202" y="1805226"/>
                </a:lnTo>
                <a:lnTo>
                  <a:pt x="3824940" y="1805226"/>
                </a:lnTo>
                <a:lnTo>
                  <a:pt x="3838667" y="1805226"/>
                </a:lnTo>
                <a:lnTo>
                  <a:pt x="3848887" y="1805226"/>
                </a:lnTo>
                <a:lnTo>
                  <a:pt x="3858606" y="1805226"/>
                </a:lnTo>
                <a:lnTo>
                  <a:pt x="3862313" y="1805226"/>
                </a:lnTo>
                <a:lnTo>
                  <a:pt x="3854498" y="1805226"/>
                </a:lnTo>
                <a:lnTo>
                  <a:pt x="3853496" y="1805226"/>
                </a:lnTo>
                <a:lnTo>
                  <a:pt x="3859708" y="1805226"/>
                </a:lnTo>
                <a:lnTo>
                  <a:pt x="3859006" y="1805226"/>
                </a:lnTo>
                <a:lnTo>
                  <a:pt x="3850490" y="1805226"/>
                </a:lnTo>
                <a:lnTo>
                  <a:pt x="3840370" y="1805226"/>
                </a:lnTo>
                <a:lnTo>
                  <a:pt x="3840470" y="1805226"/>
                </a:lnTo>
                <a:lnTo>
                  <a:pt x="3844478" y="1805226"/>
                </a:lnTo>
                <a:lnTo>
                  <a:pt x="3849187" y="1805226"/>
                </a:lnTo>
                <a:lnTo>
                  <a:pt x="3855800" y="1805226"/>
                </a:lnTo>
                <a:lnTo>
                  <a:pt x="3863916" y="1805226"/>
                </a:lnTo>
                <a:lnTo>
                  <a:pt x="3870930" y="1805226"/>
                </a:lnTo>
                <a:lnTo>
                  <a:pt x="3873234" y="1805226"/>
                </a:lnTo>
                <a:lnTo>
                  <a:pt x="3878344" y="1805226"/>
                </a:lnTo>
                <a:lnTo>
                  <a:pt x="3889466" y="1805226"/>
                </a:lnTo>
                <a:lnTo>
                  <a:pt x="3896279" y="1805226"/>
                </a:lnTo>
                <a:lnTo>
                  <a:pt x="3903092" y="1805226"/>
                </a:lnTo>
                <a:lnTo>
                  <a:pt x="3899385" y="1805226"/>
                </a:lnTo>
                <a:lnTo>
                  <a:pt x="3895177" y="1805226"/>
                </a:lnTo>
                <a:lnTo>
                  <a:pt x="3897181" y="1805226"/>
                </a:lnTo>
                <a:lnTo>
                  <a:pt x="3914514" y="1805226"/>
                </a:lnTo>
                <a:lnTo>
                  <a:pt x="3924233" y="1805226"/>
                </a:lnTo>
                <a:lnTo>
                  <a:pt x="3931247" y="1805226"/>
                </a:lnTo>
                <a:lnTo>
                  <a:pt x="3942168" y="1805226"/>
                </a:lnTo>
                <a:lnTo>
                  <a:pt x="3953891" y="1805226"/>
                </a:lnTo>
                <a:lnTo>
                  <a:pt x="3960003" y="1805226"/>
                </a:lnTo>
                <a:lnTo>
                  <a:pt x="3965013" y="1805226"/>
                </a:lnTo>
                <a:lnTo>
                  <a:pt x="3923933" y="1805226"/>
                </a:lnTo>
                <a:lnTo>
                  <a:pt x="3922029" y="1805226"/>
                </a:lnTo>
                <a:lnTo>
                  <a:pt x="3927540" y="1805226"/>
                </a:lnTo>
                <a:lnTo>
                  <a:pt x="3929644" y="1805226"/>
                </a:lnTo>
                <a:lnTo>
                  <a:pt x="3916318" y="1805226"/>
                </a:lnTo>
                <a:lnTo>
                  <a:pt x="3911408" y="1805226"/>
                </a:lnTo>
                <a:lnTo>
                  <a:pt x="3906699" y="1805226"/>
                </a:lnTo>
                <a:lnTo>
                  <a:pt x="3899585" y="1805226"/>
                </a:lnTo>
                <a:lnTo>
                  <a:pt x="3893373" y="1805226"/>
                </a:lnTo>
                <a:lnTo>
                  <a:pt x="3886760" y="1805226"/>
                </a:lnTo>
                <a:lnTo>
                  <a:pt x="3862814" y="1805226"/>
                </a:lnTo>
                <a:lnTo>
                  <a:pt x="3863014" y="1805226"/>
                </a:lnTo>
                <a:lnTo>
                  <a:pt x="3869126" y="1805226"/>
                </a:lnTo>
                <a:lnTo>
                  <a:pt x="3865519" y="1805226"/>
                </a:lnTo>
                <a:lnTo>
                  <a:pt x="3858405" y="1805226"/>
                </a:lnTo>
                <a:lnTo>
                  <a:pt x="3850690" y="1805226"/>
                </a:lnTo>
                <a:lnTo>
                  <a:pt x="3844578" y="1805226"/>
                </a:lnTo>
                <a:lnTo>
                  <a:pt x="3823938" y="1805226"/>
                </a:lnTo>
                <a:lnTo>
                  <a:pt x="3817325" y="1805226"/>
                </a:lnTo>
                <a:lnTo>
                  <a:pt x="3810512" y="1805226"/>
                </a:lnTo>
                <a:lnTo>
                  <a:pt x="3812817" y="1805226"/>
                </a:lnTo>
                <a:lnTo>
                  <a:pt x="3815321" y="1805226"/>
                </a:lnTo>
                <a:lnTo>
                  <a:pt x="3823137" y="1805226"/>
                </a:lnTo>
                <a:lnTo>
                  <a:pt x="3853396" y="1805226"/>
                </a:lnTo>
                <a:lnTo>
                  <a:pt x="3867122" y="1805226"/>
                </a:lnTo>
                <a:lnTo>
                  <a:pt x="3890668" y="1805226"/>
                </a:lnTo>
                <a:lnTo>
                  <a:pt x="3896079" y="1805226"/>
                </a:lnTo>
                <a:lnTo>
                  <a:pt x="3899285" y="1805226"/>
                </a:lnTo>
                <a:lnTo>
                  <a:pt x="3916418" y="1805226"/>
                </a:lnTo>
                <a:lnTo>
                  <a:pt x="3928642" y="1805226"/>
                </a:lnTo>
                <a:lnTo>
                  <a:pt x="3932149" y="1805226"/>
                </a:lnTo>
                <a:lnTo>
                  <a:pt x="3934654" y="1805226"/>
                </a:lnTo>
                <a:lnTo>
                  <a:pt x="3937760" y="1805226"/>
                </a:lnTo>
                <a:lnTo>
                  <a:pt x="3940765" y="1805226"/>
                </a:lnTo>
                <a:lnTo>
                  <a:pt x="3940265" y="1805226"/>
                </a:lnTo>
                <a:lnTo>
                  <a:pt x="3938962" y="1805226"/>
                </a:lnTo>
                <a:lnTo>
                  <a:pt x="3940064" y="1805226"/>
                </a:lnTo>
                <a:lnTo>
                  <a:pt x="3948781" y="1805226"/>
                </a:lnTo>
                <a:lnTo>
                  <a:pt x="3962608" y="1805226"/>
                </a:lnTo>
                <a:lnTo>
                  <a:pt x="3970523" y="1805226"/>
                </a:lnTo>
                <a:lnTo>
                  <a:pt x="3979341" y="1805226"/>
                </a:lnTo>
                <a:lnTo>
                  <a:pt x="3987256" y="1805226"/>
                </a:lnTo>
                <a:lnTo>
                  <a:pt x="4000281" y="1805226"/>
                </a:lnTo>
                <a:lnTo>
                  <a:pt x="4023025" y="1805226"/>
                </a:lnTo>
                <a:lnTo>
                  <a:pt x="4040860" y="1805226"/>
                </a:lnTo>
                <a:lnTo>
                  <a:pt x="4061801" y="1805226"/>
                </a:lnTo>
                <a:lnTo>
                  <a:pt x="4077732" y="1805226"/>
                </a:lnTo>
                <a:lnTo>
                  <a:pt x="4095066" y="1805226"/>
                </a:lnTo>
                <a:lnTo>
                  <a:pt x="4121216" y="1805226"/>
                </a:lnTo>
                <a:lnTo>
                  <a:pt x="4133240" y="1805226"/>
                </a:lnTo>
                <a:lnTo>
                  <a:pt x="4152678" y="1805226"/>
                </a:lnTo>
                <a:lnTo>
                  <a:pt x="4171715" y="1805226"/>
                </a:lnTo>
                <a:lnTo>
                  <a:pt x="4181734" y="1805226"/>
                </a:lnTo>
                <a:lnTo>
                  <a:pt x="4185241" y="1805226"/>
                </a:lnTo>
                <a:lnTo>
                  <a:pt x="4186143" y="1805226"/>
                </a:lnTo>
                <a:lnTo>
                  <a:pt x="4195561" y="1805226"/>
                </a:lnTo>
                <a:lnTo>
                  <a:pt x="4214899" y="1805226"/>
                </a:lnTo>
                <a:lnTo>
                  <a:pt x="4239847" y="1805226"/>
                </a:lnTo>
                <a:lnTo>
                  <a:pt x="4260387" y="1805226"/>
                </a:lnTo>
                <a:lnTo>
                  <a:pt x="4265497" y="1805226"/>
                </a:lnTo>
                <a:lnTo>
                  <a:pt x="4274515" y="1805226"/>
                </a:lnTo>
                <a:lnTo>
                  <a:pt x="4291949" y="1805226"/>
                </a:lnTo>
                <a:lnTo>
                  <a:pt x="4322107" y="1805226"/>
                </a:lnTo>
                <a:lnTo>
                  <a:pt x="4335834" y="1805226"/>
                </a:lnTo>
                <a:lnTo>
                  <a:pt x="4354069" y="1805226"/>
                </a:lnTo>
                <a:lnTo>
                  <a:pt x="4362686" y="1805226"/>
                </a:lnTo>
                <a:lnTo>
                  <a:pt x="4367696" y="1805226"/>
                </a:lnTo>
                <a:lnTo>
                  <a:pt x="4393045" y="1805226"/>
                </a:lnTo>
                <a:lnTo>
                  <a:pt x="4400259" y="1805226"/>
                </a:lnTo>
                <a:lnTo>
                  <a:pt x="4406772" y="1805226"/>
                </a:lnTo>
                <a:lnTo>
                  <a:pt x="4412383" y="1805226"/>
                </a:lnTo>
                <a:lnTo>
                  <a:pt x="4410479" y="1805226"/>
                </a:lnTo>
                <a:lnTo>
                  <a:pt x="4416391" y="1805226"/>
                </a:lnTo>
                <a:lnTo>
                  <a:pt x="4421200" y="1805226"/>
                </a:lnTo>
                <a:lnTo>
                  <a:pt x="4419296" y="1805226"/>
                </a:lnTo>
                <a:lnTo>
                  <a:pt x="4418495" y="1805226"/>
                </a:lnTo>
                <a:lnTo>
                  <a:pt x="4421200" y="1805226"/>
                </a:lnTo>
                <a:lnTo>
                  <a:pt x="4421200" y="1782460"/>
                </a:lnTo>
                <a:lnTo>
                  <a:pt x="4421200" y="1749766"/>
                </a:lnTo>
                <a:lnTo>
                  <a:pt x="4421200" y="1743447"/>
                </a:lnTo>
                <a:lnTo>
                  <a:pt x="4421200" y="1735224"/>
                </a:lnTo>
                <a:lnTo>
                  <a:pt x="4421200" y="1725696"/>
                </a:lnTo>
                <a:lnTo>
                  <a:pt x="4421200" y="1729808"/>
                </a:lnTo>
                <a:lnTo>
                  <a:pt x="4421200" y="1736929"/>
                </a:lnTo>
                <a:lnTo>
                  <a:pt x="4421200" y="1742445"/>
                </a:lnTo>
                <a:lnTo>
                  <a:pt x="4421200" y="1756084"/>
                </a:lnTo>
                <a:lnTo>
                  <a:pt x="4421200" y="1766614"/>
                </a:lnTo>
                <a:lnTo>
                  <a:pt x="4421200" y="1776543"/>
                </a:lnTo>
                <a:lnTo>
                  <a:pt x="4421200" y="1785870"/>
                </a:lnTo>
                <a:lnTo>
                  <a:pt x="4421200" y="1798407"/>
                </a:lnTo>
                <a:lnTo>
                  <a:pt x="4421200" y="1805226"/>
                </a:lnTo>
                <a:close/>
                <a:moveTo>
                  <a:pt x="3314948" y="1805226"/>
                </a:moveTo>
                <a:lnTo>
                  <a:pt x="3323264" y="1805226"/>
                </a:lnTo>
                <a:lnTo>
                  <a:pt x="3327072" y="1805226"/>
                </a:lnTo>
                <a:lnTo>
                  <a:pt x="3329376" y="1805226"/>
                </a:lnTo>
                <a:lnTo>
                  <a:pt x="3329677" y="1805226"/>
                </a:lnTo>
                <a:lnTo>
                  <a:pt x="3319357" y="1805226"/>
                </a:lnTo>
                <a:lnTo>
                  <a:pt x="3300721" y="1805226"/>
                </a:lnTo>
                <a:lnTo>
                  <a:pt x="3282084" y="1805226"/>
                </a:lnTo>
                <a:lnTo>
                  <a:pt x="3276674" y="1805226"/>
                </a:lnTo>
                <a:lnTo>
                  <a:pt x="3273267" y="1805226"/>
                </a:lnTo>
                <a:lnTo>
                  <a:pt x="3276173" y="1805226"/>
                </a:lnTo>
                <a:lnTo>
                  <a:pt x="3282886" y="1805226"/>
                </a:lnTo>
                <a:lnTo>
                  <a:pt x="3288797" y="1805226"/>
                </a:lnTo>
                <a:lnTo>
                  <a:pt x="3287695" y="1805226"/>
                </a:lnTo>
                <a:lnTo>
                  <a:pt x="3284289" y="1803020"/>
                </a:lnTo>
                <a:lnTo>
                  <a:pt x="3294108" y="1791286"/>
                </a:lnTo>
                <a:lnTo>
                  <a:pt x="3298516" y="1788879"/>
                </a:lnTo>
                <a:lnTo>
                  <a:pt x="3302925" y="1788879"/>
                </a:lnTo>
                <a:lnTo>
                  <a:pt x="3306732" y="1797203"/>
                </a:lnTo>
                <a:lnTo>
                  <a:pt x="3307634" y="1805226"/>
                </a:lnTo>
                <a:lnTo>
                  <a:pt x="3312343" y="1805226"/>
                </a:lnTo>
                <a:lnTo>
                  <a:pt x="3314948" y="1805226"/>
                </a:lnTo>
                <a:close/>
                <a:moveTo>
                  <a:pt x="3330979" y="1792790"/>
                </a:moveTo>
                <a:lnTo>
                  <a:pt x="3344305" y="1793593"/>
                </a:lnTo>
                <a:lnTo>
                  <a:pt x="3360437" y="1786071"/>
                </a:lnTo>
                <a:lnTo>
                  <a:pt x="3367851" y="1789180"/>
                </a:lnTo>
                <a:lnTo>
                  <a:pt x="3371458" y="1788578"/>
                </a:lnTo>
                <a:lnTo>
                  <a:pt x="3383281" y="1781457"/>
                </a:lnTo>
                <a:lnTo>
                  <a:pt x="3390896" y="1779452"/>
                </a:lnTo>
                <a:lnTo>
                  <a:pt x="3396006" y="1774136"/>
                </a:lnTo>
                <a:lnTo>
                  <a:pt x="3401316" y="1779853"/>
                </a:lnTo>
                <a:lnTo>
                  <a:pt x="3412939" y="1786472"/>
                </a:lnTo>
                <a:lnTo>
                  <a:pt x="3416546" y="1793492"/>
                </a:lnTo>
                <a:lnTo>
                  <a:pt x="3421455" y="1796702"/>
                </a:lnTo>
                <a:lnTo>
                  <a:pt x="3423159" y="1798908"/>
                </a:lnTo>
                <a:lnTo>
                  <a:pt x="3416045" y="1805226"/>
                </a:lnTo>
                <a:lnTo>
                  <a:pt x="3415143" y="1805226"/>
                </a:lnTo>
                <a:lnTo>
                  <a:pt x="3407528" y="1805226"/>
                </a:lnTo>
                <a:lnTo>
                  <a:pt x="3398411" y="1805226"/>
                </a:lnTo>
                <a:lnTo>
                  <a:pt x="3364244" y="1805226"/>
                </a:lnTo>
                <a:lnTo>
                  <a:pt x="3333584" y="1805226"/>
                </a:lnTo>
                <a:lnTo>
                  <a:pt x="3320259" y="1805226"/>
                </a:lnTo>
                <a:lnTo>
                  <a:pt x="3311341" y="1799811"/>
                </a:lnTo>
                <a:lnTo>
                  <a:pt x="3309538" y="1785670"/>
                </a:lnTo>
                <a:lnTo>
                  <a:pt x="3305931" y="1776644"/>
                </a:lnTo>
                <a:lnTo>
                  <a:pt x="3307534" y="1774337"/>
                </a:lnTo>
                <a:lnTo>
                  <a:pt x="3309337" y="1773133"/>
                </a:lnTo>
                <a:lnTo>
                  <a:pt x="3311742" y="1773434"/>
                </a:lnTo>
                <a:lnTo>
                  <a:pt x="3320960" y="1783062"/>
                </a:lnTo>
                <a:lnTo>
                  <a:pt x="3325068" y="1785770"/>
                </a:lnTo>
                <a:lnTo>
                  <a:pt x="3330979" y="1792790"/>
                </a:lnTo>
                <a:close/>
                <a:moveTo>
                  <a:pt x="3930145" y="1793091"/>
                </a:moveTo>
                <a:lnTo>
                  <a:pt x="3922931" y="1799109"/>
                </a:lnTo>
                <a:lnTo>
                  <a:pt x="3922430" y="1794595"/>
                </a:lnTo>
                <a:lnTo>
                  <a:pt x="3926237" y="1790985"/>
                </a:lnTo>
                <a:lnTo>
                  <a:pt x="3935155" y="1776343"/>
                </a:lnTo>
                <a:lnTo>
                  <a:pt x="3939062" y="1772933"/>
                </a:lnTo>
                <a:lnTo>
                  <a:pt x="3941367" y="1770927"/>
                </a:lnTo>
                <a:lnTo>
                  <a:pt x="3942970" y="1765612"/>
                </a:lnTo>
                <a:lnTo>
                  <a:pt x="3943471" y="1757588"/>
                </a:lnTo>
                <a:lnTo>
                  <a:pt x="3948280" y="1756285"/>
                </a:lnTo>
                <a:lnTo>
                  <a:pt x="3944373" y="1774638"/>
                </a:lnTo>
                <a:lnTo>
                  <a:pt x="3930145" y="1793091"/>
                </a:lnTo>
                <a:close/>
                <a:moveTo>
                  <a:pt x="3528764" y="1785469"/>
                </a:moveTo>
                <a:lnTo>
                  <a:pt x="3526860" y="1786973"/>
                </a:lnTo>
                <a:lnTo>
                  <a:pt x="3518845" y="1771529"/>
                </a:lnTo>
                <a:lnTo>
                  <a:pt x="3521049" y="1766715"/>
                </a:lnTo>
                <a:lnTo>
                  <a:pt x="3517843" y="1758792"/>
                </a:lnTo>
                <a:lnTo>
                  <a:pt x="3523253" y="1757889"/>
                </a:lnTo>
                <a:lnTo>
                  <a:pt x="3527361" y="1751972"/>
                </a:lnTo>
                <a:lnTo>
                  <a:pt x="3528764" y="1754881"/>
                </a:lnTo>
                <a:lnTo>
                  <a:pt x="3529165" y="1765712"/>
                </a:lnTo>
                <a:lnTo>
                  <a:pt x="3532371" y="1772030"/>
                </a:lnTo>
                <a:lnTo>
                  <a:pt x="3528764" y="1785469"/>
                </a:lnTo>
                <a:close/>
                <a:moveTo>
                  <a:pt x="275336" y="0"/>
                </a:moveTo>
                <a:lnTo>
                  <a:pt x="274634" y="0"/>
                </a:lnTo>
                <a:lnTo>
                  <a:pt x="277139" y="0"/>
                </a:lnTo>
                <a:lnTo>
                  <a:pt x="280546" y="0"/>
                </a:lnTo>
                <a:lnTo>
                  <a:pt x="284954" y="0"/>
                </a:lnTo>
                <a:lnTo>
                  <a:pt x="289764" y="0"/>
                </a:lnTo>
                <a:lnTo>
                  <a:pt x="294974" y="0"/>
                </a:lnTo>
                <a:lnTo>
                  <a:pt x="300485" y="0"/>
                </a:lnTo>
                <a:lnTo>
                  <a:pt x="306396" y="0"/>
                </a:lnTo>
                <a:lnTo>
                  <a:pt x="312408" y="0"/>
                </a:lnTo>
                <a:lnTo>
                  <a:pt x="315213" y="0"/>
                </a:lnTo>
                <a:lnTo>
                  <a:pt x="317217" y="0"/>
                </a:lnTo>
                <a:lnTo>
                  <a:pt x="317518" y="0"/>
                </a:lnTo>
                <a:lnTo>
                  <a:pt x="314712" y="0"/>
                </a:lnTo>
                <a:lnTo>
                  <a:pt x="309803" y="0"/>
                </a:lnTo>
                <a:lnTo>
                  <a:pt x="302989" y="0"/>
                </a:lnTo>
                <a:lnTo>
                  <a:pt x="305194" y="0"/>
                </a:lnTo>
                <a:lnTo>
                  <a:pt x="314612" y="0"/>
                </a:lnTo>
                <a:lnTo>
                  <a:pt x="325734" y="0"/>
                </a:lnTo>
                <a:lnTo>
                  <a:pt x="337657" y="0"/>
                </a:lnTo>
                <a:lnTo>
                  <a:pt x="343969" y="0"/>
                </a:lnTo>
                <a:lnTo>
                  <a:pt x="349079" y="0"/>
                </a:lnTo>
                <a:lnTo>
                  <a:pt x="353888" y="0"/>
                </a:lnTo>
                <a:lnTo>
                  <a:pt x="360000" y="0"/>
                </a:lnTo>
                <a:lnTo>
                  <a:pt x="378837" y="0"/>
                </a:lnTo>
                <a:lnTo>
                  <a:pt x="384548" y="0"/>
                </a:lnTo>
                <a:lnTo>
                  <a:pt x="385450" y="0"/>
                </a:lnTo>
                <a:lnTo>
                  <a:pt x="383145" y="0"/>
                </a:lnTo>
                <a:lnTo>
                  <a:pt x="386051" y="0"/>
                </a:lnTo>
                <a:lnTo>
                  <a:pt x="391361" y="0"/>
                </a:lnTo>
                <a:lnTo>
                  <a:pt x="391963" y="0"/>
                </a:lnTo>
                <a:lnTo>
                  <a:pt x="385450" y="0"/>
                </a:lnTo>
                <a:lnTo>
                  <a:pt x="379939" y="0"/>
                </a:lnTo>
                <a:lnTo>
                  <a:pt x="373927" y="0"/>
                </a:lnTo>
                <a:lnTo>
                  <a:pt x="369319" y="0"/>
                </a:lnTo>
                <a:lnTo>
                  <a:pt x="368016" y="0"/>
                </a:lnTo>
                <a:lnTo>
                  <a:pt x="368417" y="0"/>
                </a:lnTo>
                <a:lnTo>
                  <a:pt x="372625" y="0"/>
                </a:lnTo>
                <a:lnTo>
                  <a:pt x="377134" y="0"/>
                </a:lnTo>
                <a:lnTo>
                  <a:pt x="378236" y="0"/>
                </a:lnTo>
                <a:lnTo>
                  <a:pt x="377735" y="0"/>
                </a:lnTo>
                <a:lnTo>
                  <a:pt x="374629" y="0"/>
                </a:lnTo>
                <a:lnTo>
                  <a:pt x="363207" y="0"/>
                </a:lnTo>
                <a:lnTo>
                  <a:pt x="354089" y="0"/>
                </a:lnTo>
                <a:lnTo>
                  <a:pt x="358898" y="0"/>
                </a:lnTo>
                <a:lnTo>
                  <a:pt x="367916" y="0"/>
                </a:lnTo>
                <a:lnTo>
                  <a:pt x="373827" y="0"/>
                </a:lnTo>
                <a:lnTo>
                  <a:pt x="380039" y="0"/>
                </a:lnTo>
                <a:lnTo>
                  <a:pt x="393365" y="0"/>
                </a:lnTo>
                <a:lnTo>
                  <a:pt x="404787" y="0"/>
                </a:lnTo>
                <a:lnTo>
                  <a:pt x="418915" y="0"/>
                </a:lnTo>
                <a:lnTo>
                  <a:pt x="419817" y="0"/>
                </a:lnTo>
                <a:lnTo>
                  <a:pt x="432241" y="0"/>
                </a:lnTo>
                <a:lnTo>
                  <a:pt x="437852" y="0"/>
                </a:lnTo>
                <a:lnTo>
                  <a:pt x="440958" y="0"/>
                </a:lnTo>
                <a:lnTo>
                  <a:pt x="445366" y="0"/>
                </a:lnTo>
                <a:lnTo>
                  <a:pt x="450977" y="0"/>
                </a:lnTo>
                <a:lnTo>
                  <a:pt x="458191" y="0"/>
                </a:lnTo>
                <a:lnTo>
                  <a:pt x="467009" y="0"/>
                </a:lnTo>
                <a:lnTo>
                  <a:pt x="473621" y="0"/>
                </a:lnTo>
                <a:lnTo>
                  <a:pt x="478331" y="0"/>
                </a:lnTo>
                <a:lnTo>
                  <a:pt x="486747" y="0"/>
                </a:lnTo>
                <a:lnTo>
                  <a:pt x="498770" y="0"/>
                </a:lnTo>
                <a:lnTo>
                  <a:pt x="509491" y="0"/>
                </a:lnTo>
                <a:lnTo>
                  <a:pt x="518909" y="0"/>
                </a:lnTo>
                <a:lnTo>
                  <a:pt x="523418" y="0"/>
                </a:lnTo>
                <a:lnTo>
                  <a:pt x="523218" y="0"/>
                </a:lnTo>
                <a:lnTo>
                  <a:pt x="525322" y="0"/>
                </a:lnTo>
                <a:lnTo>
                  <a:pt x="529731" y="0"/>
                </a:lnTo>
                <a:lnTo>
                  <a:pt x="531634" y="0"/>
                </a:lnTo>
                <a:lnTo>
                  <a:pt x="531133" y="0"/>
                </a:lnTo>
                <a:lnTo>
                  <a:pt x="535442" y="0"/>
                </a:lnTo>
                <a:lnTo>
                  <a:pt x="544359" y="0"/>
                </a:lnTo>
                <a:lnTo>
                  <a:pt x="553577" y="0"/>
                </a:lnTo>
                <a:lnTo>
                  <a:pt x="562795" y="0"/>
                </a:lnTo>
                <a:lnTo>
                  <a:pt x="568807" y="0"/>
                </a:lnTo>
                <a:lnTo>
                  <a:pt x="572814" y="0"/>
                </a:lnTo>
                <a:lnTo>
                  <a:pt x="578626" y="0"/>
                </a:lnTo>
                <a:lnTo>
                  <a:pt x="583736" y="0"/>
                </a:lnTo>
                <a:lnTo>
                  <a:pt x="590048" y="0"/>
                </a:lnTo>
                <a:lnTo>
                  <a:pt x="591751" y="0"/>
                </a:lnTo>
                <a:lnTo>
                  <a:pt x="588645" y="0"/>
                </a:lnTo>
                <a:lnTo>
                  <a:pt x="588946" y="0"/>
                </a:lnTo>
                <a:lnTo>
                  <a:pt x="592553" y="0"/>
                </a:lnTo>
                <a:lnTo>
                  <a:pt x="600468" y="0"/>
                </a:lnTo>
                <a:lnTo>
                  <a:pt x="612592" y="0"/>
                </a:lnTo>
                <a:lnTo>
                  <a:pt x="626819" y="0"/>
                </a:lnTo>
                <a:lnTo>
                  <a:pt x="643051" y="0"/>
                </a:lnTo>
                <a:lnTo>
                  <a:pt x="653772" y="0"/>
                </a:lnTo>
                <a:lnTo>
                  <a:pt x="658882" y="0"/>
                </a:lnTo>
                <a:lnTo>
                  <a:pt x="668801" y="0"/>
                </a:lnTo>
                <a:lnTo>
                  <a:pt x="683530" y="0"/>
                </a:lnTo>
                <a:lnTo>
                  <a:pt x="696254" y="0"/>
                </a:lnTo>
                <a:lnTo>
                  <a:pt x="706775" y="0"/>
                </a:lnTo>
                <a:lnTo>
                  <a:pt x="717897" y="0"/>
                </a:lnTo>
                <a:lnTo>
                  <a:pt x="729619" y="0"/>
                </a:lnTo>
                <a:lnTo>
                  <a:pt x="738036" y="0"/>
                </a:lnTo>
                <a:lnTo>
                  <a:pt x="745651" y="0"/>
                </a:lnTo>
                <a:lnTo>
                  <a:pt x="739939" y="0"/>
                </a:lnTo>
                <a:lnTo>
                  <a:pt x="738436" y="0"/>
                </a:lnTo>
                <a:lnTo>
                  <a:pt x="739138" y="0"/>
                </a:lnTo>
                <a:lnTo>
                  <a:pt x="745951" y="0"/>
                </a:lnTo>
                <a:lnTo>
                  <a:pt x="759077" y="0"/>
                </a:lnTo>
                <a:lnTo>
                  <a:pt x="766691" y="0"/>
                </a:lnTo>
                <a:lnTo>
                  <a:pt x="768796" y="0"/>
                </a:lnTo>
                <a:lnTo>
                  <a:pt x="779015" y="0"/>
                </a:lnTo>
                <a:lnTo>
                  <a:pt x="797251" y="0"/>
                </a:lnTo>
                <a:lnTo>
                  <a:pt x="804766" y="0"/>
                </a:lnTo>
                <a:lnTo>
                  <a:pt x="801760" y="0"/>
                </a:lnTo>
                <a:lnTo>
                  <a:pt x="801459" y="0"/>
                </a:lnTo>
                <a:lnTo>
                  <a:pt x="804064" y="0"/>
                </a:lnTo>
                <a:lnTo>
                  <a:pt x="810376" y="0"/>
                </a:lnTo>
                <a:lnTo>
                  <a:pt x="820396" y="0"/>
                </a:lnTo>
                <a:lnTo>
                  <a:pt x="826408" y="0"/>
                </a:lnTo>
                <a:lnTo>
                  <a:pt x="828311" y="0"/>
                </a:lnTo>
                <a:lnTo>
                  <a:pt x="828111" y="0"/>
                </a:lnTo>
                <a:lnTo>
                  <a:pt x="825806" y="0"/>
                </a:lnTo>
                <a:lnTo>
                  <a:pt x="821598" y="0"/>
                </a:lnTo>
                <a:lnTo>
                  <a:pt x="815486" y="0"/>
                </a:lnTo>
                <a:lnTo>
                  <a:pt x="814785" y="0"/>
                </a:lnTo>
                <a:lnTo>
                  <a:pt x="813182" y="0"/>
                </a:lnTo>
                <a:lnTo>
                  <a:pt x="817490" y="0"/>
                </a:lnTo>
                <a:lnTo>
                  <a:pt x="818893" y="0"/>
                </a:lnTo>
                <a:lnTo>
                  <a:pt x="816488" y="0"/>
                </a:lnTo>
                <a:lnTo>
                  <a:pt x="814184" y="0"/>
                </a:lnTo>
                <a:lnTo>
                  <a:pt x="813883" y="0"/>
                </a:lnTo>
                <a:lnTo>
                  <a:pt x="811779" y="0"/>
                </a:lnTo>
                <a:lnTo>
                  <a:pt x="806469" y="0"/>
                </a:lnTo>
                <a:lnTo>
                  <a:pt x="798353" y="0"/>
                </a:lnTo>
                <a:lnTo>
                  <a:pt x="788534" y="0"/>
                </a:lnTo>
                <a:lnTo>
                  <a:pt x="782422" y="0"/>
                </a:lnTo>
                <a:lnTo>
                  <a:pt x="781019" y="0"/>
                </a:lnTo>
                <a:lnTo>
                  <a:pt x="776711" y="0"/>
                </a:lnTo>
                <a:lnTo>
                  <a:pt x="771501" y="0"/>
                </a:lnTo>
                <a:lnTo>
                  <a:pt x="767493" y="0"/>
                </a:lnTo>
                <a:lnTo>
                  <a:pt x="764387" y="0"/>
                </a:lnTo>
                <a:lnTo>
                  <a:pt x="762283" y="0"/>
                </a:lnTo>
                <a:lnTo>
                  <a:pt x="761081" y="0"/>
                </a:lnTo>
                <a:lnTo>
                  <a:pt x="751963" y="0"/>
                </a:lnTo>
                <a:lnTo>
                  <a:pt x="741943" y="0"/>
                </a:lnTo>
                <a:lnTo>
                  <a:pt x="721604" y="0"/>
                </a:lnTo>
                <a:lnTo>
                  <a:pt x="705172" y="0"/>
                </a:lnTo>
                <a:lnTo>
                  <a:pt x="686736" y="0"/>
                </a:lnTo>
                <a:lnTo>
                  <a:pt x="669302" y="0"/>
                </a:lnTo>
                <a:lnTo>
                  <a:pt x="662088" y="0"/>
                </a:lnTo>
                <a:lnTo>
                  <a:pt x="653772" y="0"/>
                </a:lnTo>
                <a:lnTo>
                  <a:pt x="645656" y="0"/>
                </a:lnTo>
                <a:lnTo>
                  <a:pt x="638041" y="0"/>
                </a:lnTo>
                <a:lnTo>
                  <a:pt x="623814" y="0"/>
                </a:lnTo>
                <a:lnTo>
                  <a:pt x="618403" y="0"/>
                </a:lnTo>
                <a:lnTo>
                  <a:pt x="606981" y="0"/>
                </a:lnTo>
                <a:lnTo>
                  <a:pt x="595058" y="0"/>
                </a:lnTo>
                <a:lnTo>
                  <a:pt x="583635" y="0"/>
                </a:lnTo>
                <a:lnTo>
                  <a:pt x="566803" y="0"/>
                </a:lnTo>
                <a:lnTo>
                  <a:pt x="554579" y="0"/>
                </a:lnTo>
                <a:lnTo>
                  <a:pt x="550972" y="0"/>
                </a:lnTo>
                <a:lnTo>
                  <a:pt x="544960" y="0"/>
                </a:lnTo>
                <a:lnTo>
                  <a:pt x="536544" y="0"/>
                </a:lnTo>
                <a:lnTo>
                  <a:pt x="525623" y="0"/>
                </a:lnTo>
                <a:lnTo>
                  <a:pt x="518108" y="0"/>
                </a:lnTo>
                <a:lnTo>
                  <a:pt x="520212" y="0"/>
                </a:lnTo>
                <a:lnTo>
                  <a:pt x="518308" y="0"/>
                </a:lnTo>
                <a:lnTo>
                  <a:pt x="506485" y="0"/>
                </a:lnTo>
                <a:lnTo>
                  <a:pt x="497167" y="0"/>
                </a:lnTo>
                <a:lnTo>
                  <a:pt x="495564" y="0"/>
                </a:lnTo>
                <a:lnTo>
                  <a:pt x="496666" y="0"/>
                </a:lnTo>
                <a:lnTo>
                  <a:pt x="499872" y="0"/>
                </a:lnTo>
                <a:lnTo>
                  <a:pt x="505884" y="0"/>
                </a:lnTo>
                <a:lnTo>
                  <a:pt x="509792" y="0"/>
                </a:lnTo>
                <a:lnTo>
                  <a:pt x="512697" y="0"/>
                </a:lnTo>
                <a:lnTo>
                  <a:pt x="513599" y="0"/>
                </a:lnTo>
                <a:lnTo>
                  <a:pt x="526624" y="0"/>
                </a:lnTo>
                <a:lnTo>
                  <a:pt x="533939" y="0"/>
                </a:lnTo>
                <a:lnTo>
                  <a:pt x="539249" y="0"/>
                </a:lnTo>
                <a:lnTo>
                  <a:pt x="537345" y="0"/>
                </a:lnTo>
                <a:lnTo>
                  <a:pt x="534239" y="0"/>
                </a:lnTo>
                <a:lnTo>
                  <a:pt x="537345" y="0"/>
                </a:lnTo>
                <a:lnTo>
                  <a:pt x="555481" y="0"/>
                </a:lnTo>
                <a:lnTo>
                  <a:pt x="557084" y="0"/>
                </a:lnTo>
                <a:lnTo>
                  <a:pt x="554879" y="0"/>
                </a:lnTo>
                <a:lnTo>
                  <a:pt x="552074" y="0"/>
                </a:lnTo>
                <a:lnTo>
                  <a:pt x="542856" y="0"/>
                </a:lnTo>
                <a:lnTo>
                  <a:pt x="539950" y="0"/>
                </a:lnTo>
                <a:lnTo>
                  <a:pt x="529129" y="0"/>
                </a:lnTo>
                <a:lnTo>
                  <a:pt x="523017" y="0"/>
                </a:lnTo>
                <a:lnTo>
                  <a:pt x="521114" y="0"/>
                </a:lnTo>
                <a:lnTo>
                  <a:pt x="517607" y="0"/>
                </a:lnTo>
                <a:lnTo>
                  <a:pt x="506986" y="0"/>
                </a:lnTo>
                <a:lnTo>
                  <a:pt x="497869" y="0"/>
                </a:lnTo>
                <a:lnTo>
                  <a:pt x="489452" y="0"/>
                </a:lnTo>
                <a:lnTo>
                  <a:pt x="488350" y="0"/>
                </a:lnTo>
                <a:lnTo>
                  <a:pt x="486547" y="0"/>
                </a:lnTo>
                <a:lnTo>
                  <a:pt x="476928" y="0"/>
                </a:lnTo>
                <a:lnTo>
                  <a:pt x="466908" y="0"/>
                </a:lnTo>
                <a:lnTo>
                  <a:pt x="457991" y="0"/>
                </a:lnTo>
                <a:lnTo>
                  <a:pt x="452380" y="0"/>
                </a:lnTo>
                <a:lnTo>
                  <a:pt x="447070" y="0"/>
                </a:lnTo>
                <a:lnTo>
                  <a:pt x="435848" y="0"/>
                </a:lnTo>
                <a:lnTo>
                  <a:pt x="407894" y="0"/>
                </a:lnTo>
                <a:lnTo>
                  <a:pt x="372324" y="0"/>
                </a:lnTo>
                <a:lnTo>
                  <a:pt x="358698" y="0"/>
                </a:lnTo>
                <a:lnTo>
                  <a:pt x="353087" y="0"/>
                </a:lnTo>
                <a:lnTo>
                  <a:pt x="349580" y="0"/>
                </a:lnTo>
                <a:lnTo>
                  <a:pt x="352887" y="0"/>
                </a:lnTo>
                <a:lnTo>
                  <a:pt x="353688" y="0"/>
                </a:lnTo>
                <a:lnTo>
                  <a:pt x="357896" y="0"/>
                </a:lnTo>
                <a:lnTo>
                  <a:pt x="355892" y="0"/>
                </a:lnTo>
                <a:lnTo>
                  <a:pt x="357996" y="0"/>
                </a:lnTo>
                <a:lnTo>
                  <a:pt x="359600" y="0"/>
                </a:lnTo>
                <a:lnTo>
                  <a:pt x="353989" y="0"/>
                </a:lnTo>
                <a:lnTo>
                  <a:pt x="328840" y="0"/>
                </a:lnTo>
                <a:lnTo>
                  <a:pt x="323529" y="0"/>
                </a:lnTo>
                <a:lnTo>
                  <a:pt x="316816" y="0"/>
                </a:lnTo>
                <a:lnTo>
                  <a:pt x="286758" y="0"/>
                </a:lnTo>
                <a:lnTo>
                  <a:pt x="275336" y="0"/>
                </a:lnTo>
                <a:lnTo>
                  <a:pt x="264815" y="0"/>
                </a:lnTo>
                <a:lnTo>
                  <a:pt x="262210" y="0"/>
                </a:lnTo>
                <a:lnTo>
                  <a:pt x="268222" y="0"/>
                </a:lnTo>
                <a:lnTo>
                  <a:pt x="272129" y="0"/>
                </a:lnTo>
                <a:lnTo>
                  <a:pt x="261308" y="0"/>
                </a:lnTo>
                <a:lnTo>
                  <a:pt x="259505" y="0"/>
                </a:lnTo>
                <a:lnTo>
                  <a:pt x="263713" y="0"/>
                </a:lnTo>
                <a:lnTo>
                  <a:pt x="262010" y="0"/>
                </a:lnTo>
                <a:lnTo>
                  <a:pt x="256098" y="0"/>
                </a:lnTo>
                <a:lnTo>
                  <a:pt x="246780" y="0"/>
                </a:lnTo>
                <a:lnTo>
                  <a:pt x="242973" y="0"/>
                </a:lnTo>
                <a:lnTo>
                  <a:pt x="235558" y="0"/>
                </a:lnTo>
                <a:lnTo>
                  <a:pt x="225739" y="0"/>
                </a:lnTo>
                <a:lnTo>
                  <a:pt x="219126" y="0"/>
                </a:lnTo>
                <a:lnTo>
                  <a:pt x="214417" y="0"/>
                </a:lnTo>
                <a:lnTo>
                  <a:pt x="211712" y="0"/>
                </a:lnTo>
                <a:lnTo>
                  <a:pt x="191473" y="0"/>
                </a:lnTo>
                <a:lnTo>
                  <a:pt x="186663" y="0"/>
                </a:lnTo>
                <a:lnTo>
                  <a:pt x="179449" y="0"/>
                </a:lnTo>
                <a:lnTo>
                  <a:pt x="181954" y="0"/>
                </a:lnTo>
                <a:lnTo>
                  <a:pt x="182455" y="0"/>
                </a:lnTo>
                <a:lnTo>
                  <a:pt x="179850" y="0"/>
                </a:lnTo>
                <a:lnTo>
                  <a:pt x="179048" y="0"/>
                </a:lnTo>
                <a:lnTo>
                  <a:pt x="182054" y="0"/>
                </a:lnTo>
                <a:lnTo>
                  <a:pt x="191773" y="0"/>
                </a:lnTo>
                <a:lnTo>
                  <a:pt x="189469" y="0"/>
                </a:lnTo>
                <a:lnTo>
                  <a:pt x="188367" y="0"/>
                </a:lnTo>
                <a:lnTo>
                  <a:pt x="196482" y="0"/>
                </a:lnTo>
                <a:lnTo>
                  <a:pt x="202394" y="0"/>
                </a:lnTo>
                <a:lnTo>
                  <a:pt x="235458" y="0"/>
                </a:lnTo>
                <a:lnTo>
                  <a:pt x="246680" y="0"/>
                </a:lnTo>
                <a:lnTo>
                  <a:pt x="250888" y="0"/>
                </a:lnTo>
                <a:lnTo>
                  <a:pt x="253593" y="0"/>
                </a:lnTo>
                <a:lnTo>
                  <a:pt x="259204" y="0"/>
                </a:lnTo>
                <a:lnTo>
                  <a:pt x="262110" y="0"/>
                </a:lnTo>
                <a:lnTo>
                  <a:pt x="268723" y="0"/>
                </a:lnTo>
                <a:lnTo>
                  <a:pt x="276037" y="0"/>
                </a:lnTo>
                <a:lnTo>
                  <a:pt x="278542" y="0"/>
                </a:lnTo>
                <a:lnTo>
                  <a:pt x="279043" y="0"/>
                </a:lnTo>
                <a:lnTo>
                  <a:pt x="279444" y="0"/>
                </a:lnTo>
                <a:lnTo>
                  <a:pt x="286057" y="0"/>
                </a:lnTo>
                <a:lnTo>
                  <a:pt x="291066" y="0"/>
                </a:lnTo>
                <a:lnTo>
                  <a:pt x="308600" y="0"/>
                </a:lnTo>
                <a:lnTo>
                  <a:pt x="313610" y="0"/>
                </a:lnTo>
                <a:lnTo>
                  <a:pt x="317718" y="0"/>
                </a:lnTo>
                <a:lnTo>
                  <a:pt x="307097" y="0"/>
                </a:lnTo>
                <a:lnTo>
                  <a:pt x="304292" y="0"/>
                </a:lnTo>
                <a:lnTo>
                  <a:pt x="301186" y="0"/>
                </a:lnTo>
                <a:lnTo>
                  <a:pt x="297479" y="0"/>
                </a:lnTo>
                <a:lnTo>
                  <a:pt x="291567" y="0"/>
                </a:lnTo>
                <a:lnTo>
                  <a:pt x="291166" y="0"/>
                </a:lnTo>
                <a:lnTo>
                  <a:pt x="295575" y="0"/>
                </a:lnTo>
                <a:lnTo>
                  <a:pt x="294874" y="0"/>
                </a:lnTo>
                <a:lnTo>
                  <a:pt x="288862" y="0"/>
                </a:lnTo>
                <a:lnTo>
                  <a:pt x="278943" y="0"/>
                </a:lnTo>
                <a:lnTo>
                  <a:pt x="279243" y="0"/>
                </a:lnTo>
                <a:lnTo>
                  <a:pt x="283652" y="0"/>
                </a:lnTo>
                <a:lnTo>
                  <a:pt x="300284" y="0"/>
                </a:lnTo>
                <a:lnTo>
                  <a:pt x="305595" y="0"/>
                </a:lnTo>
                <a:lnTo>
                  <a:pt x="312207" y="0"/>
                </a:lnTo>
                <a:lnTo>
                  <a:pt x="321826" y="0"/>
                </a:lnTo>
                <a:lnTo>
                  <a:pt x="333449" y="0"/>
                </a:lnTo>
                <a:lnTo>
                  <a:pt x="342566" y="0"/>
                </a:lnTo>
                <a:lnTo>
                  <a:pt x="365110" y="0"/>
                </a:lnTo>
                <a:lnTo>
                  <a:pt x="378737" y="0"/>
                </a:lnTo>
                <a:lnTo>
                  <a:pt x="393566" y="0"/>
                </a:lnTo>
                <a:lnTo>
                  <a:pt x="403485" y="0"/>
                </a:lnTo>
                <a:lnTo>
                  <a:pt x="413204" y="0"/>
                </a:lnTo>
                <a:lnTo>
                  <a:pt x="424826" y="0"/>
                </a:lnTo>
                <a:lnTo>
                  <a:pt x="443363" y="2507"/>
                </a:lnTo>
                <a:lnTo>
                  <a:pt x="473621" y="25875"/>
                </a:lnTo>
                <a:lnTo>
                  <a:pt x="470315" y="31591"/>
                </a:lnTo>
                <a:lnTo>
                  <a:pt x="469012" y="40417"/>
                </a:lnTo>
                <a:lnTo>
                  <a:pt x="457089" y="52251"/>
                </a:lnTo>
                <a:lnTo>
                  <a:pt x="455186" y="59071"/>
                </a:lnTo>
                <a:lnTo>
                  <a:pt x="450877" y="67696"/>
                </a:lnTo>
                <a:lnTo>
                  <a:pt x="442561" y="72309"/>
                </a:lnTo>
                <a:lnTo>
                  <a:pt x="435447" y="73112"/>
                </a:lnTo>
                <a:lnTo>
                  <a:pt x="431239" y="72309"/>
                </a:lnTo>
                <a:lnTo>
                  <a:pt x="428433" y="70604"/>
                </a:lnTo>
                <a:lnTo>
                  <a:pt x="423524" y="62481"/>
                </a:lnTo>
                <a:lnTo>
                  <a:pt x="421119" y="59974"/>
                </a:lnTo>
                <a:lnTo>
                  <a:pt x="419015" y="59372"/>
                </a:lnTo>
                <a:lnTo>
                  <a:pt x="403786" y="64988"/>
                </a:lnTo>
                <a:lnTo>
                  <a:pt x="389057" y="71306"/>
                </a:lnTo>
                <a:lnTo>
                  <a:pt x="386352" y="76822"/>
                </a:lnTo>
                <a:lnTo>
                  <a:pt x="382444" y="83341"/>
                </a:lnTo>
                <a:lnTo>
                  <a:pt x="378136" y="85949"/>
                </a:lnTo>
                <a:lnTo>
                  <a:pt x="374729" y="86551"/>
                </a:lnTo>
                <a:lnTo>
                  <a:pt x="371523" y="82740"/>
                </a:lnTo>
                <a:lnTo>
                  <a:pt x="365812" y="77725"/>
                </a:lnTo>
                <a:lnTo>
                  <a:pt x="361503" y="73112"/>
                </a:lnTo>
                <a:lnTo>
                  <a:pt x="362605" y="65590"/>
                </a:lnTo>
                <a:lnTo>
                  <a:pt x="370922" y="54558"/>
                </a:lnTo>
                <a:lnTo>
                  <a:pt x="372024" y="46735"/>
                </a:lnTo>
                <a:lnTo>
                  <a:pt x="370922" y="33497"/>
                </a:lnTo>
                <a:lnTo>
                  <a:pt x="368717" y="25775"/>
                </a:lnTo>
                <a:lnTo>
                  <a:pt x="366212" y="25574"/>
                </a:lnTo>
                <a:lnTo>
                  <a:pt x="362205" y="24270"/>
                </a:lnTo>
                <a:lnTo>
                  <a:pt x="350682" y="25574"/>
                </a:lnTo>
                <a:lnTo>
                  <a:pt x="344971" y="16849"/>
                </a:lnTo>
                <a:lnTo>
                  <a:pt x="342667" y="7421"/>
                </a:lnTo>
                <a:lnTo>
                  <a:pt x="338659" y="4012"/>
                </a:lnTo>
                <a:lnTo>
                  <a:pt x="334851" y="1906"/>
                </a:lnTo>
                <a:lnTo>
                  <a:pt x="326135" y="5215"/>
                </a:lnTo>
                <a:lnTo>
                  <a:pt x="319622" y="3209"/>
                </a:lnTo>
                <a:lnTo>
                  <a:pt x="297679" y="0"/>
                </a:lnTo>
                <a:lnTo>
                  <a:pt x="289263" y="0"/>
                </a:lnTo>
                <a:lnTo>
                  <a:pt x="284854" y="0"/>
                </a:lnTo>
                <a:lnTo>
                  <a:pt x="280846" y="0"/>
                </a:lnTo>
                <a:lnTo>
                  <a:pt x="279243" y="0"/>
                </a:lnTo>
                <a:lnTo>
                  <a:pt x="276939" y="1103"/>
                </a:lnTo>
                <a:lnTo>
                  <a:pt x="275035" y="5817"/>
                </a:lnTo>
                <a:lnTo>
                  <a:pt x="249986" y="0"/>
                </a:lnTo>
                <a:lnTo>
                  <a:pt x="232653" y="0"/>
                </a:lnTo>
                <a:lnTo>
                  <a:pt x="235057" y="0"/>
                </a:lnTo>
                <a:lnTo>
                  <a:pt x="229847" y="0"/>
                </a:lnTo>
                <a:lnTo>
                  <a:pt x="223234" y="0"/>
                </a:lnTo>
                <a:lnTo>
                  <a:pt x="218325" y="0"/>
                </a:lnTo>
                <a:lnTo>
                  <a:pt x="222733" y="0"/>
                </a:lnTo>
                <a:lnTo>
                  <a:pt x="215920" y="0"/>
                </a:lnTo>
                <a:lnTo>
                  <a:pt x="206502" y="0"/>
                </a:lnTo>
                <a:lnTo>
                  <a:pt x="198887" y="0"/>
                </a:lnTo>
                <a:lnTo>
                  <a:pt x="192975" y="0"/>
                </a:lnTo>
                <a:lnTo>
                  <a:pt x="189368" y="0"/>
                </a:lnTo>
                <a:lnTo>
                  <a:pt x="181253" y="0"/>
                </a:lnTo>
                <a:lnTo>
                  <a:pt x="170732" y="0"/>
                </a:lnTo>
                <a:lnTo>
                  <a:pt x="167225" y="0"/>
                </a:lnTo>
                <a:lnTo>
                  <a:pt x="168027" y="0"/>
                </a:lnTo>
                <a:lnTo>
                  <a:pt x="160312" y="0"/>
                </a:lnTo>
                <a:lnTo>
                  <a:pt x="150092" y="0"/>
                </a:lnTo>
                <a:lnTo>
                  <a:pt x="141776" y="0"/>
                </a:lnTo>
                <a:lnTo>
                  <a:pt x="133259" y="0"/>
                </a:lnTo>
                <a:lnTo>
                  <a:pt x="126446" y="0"/>
                </a:lnTo>
                <a:lnTo>
                  <a:pt x="120735" y="0"/>
                </a:lnTo>
                <a:lnTo>
                  <a:pt x="112820" y="0"/>
                </a:lnTo>
                <a:lnTo>
                  <a:pt x="110215" y="0"/>
                </a:lnTo>
                <a:lnTo>
                  <a:pt x="104904" y="0"/>
                </a:lnTo>
                <a:lnTo>
                  <a:pt x="98892" y="0"/>
                </a:lnTo>
                <a:lnTo>
                  <a:pt x="93282" y="0"/>
                </a:lnTo>
                <a:lnTo>
                  <a:pt x="86569" y="0"/>
                </a:lnTo>
                <a:lnTo>
                  <a:pt x="85466" y="0"/>
                </a:lnTo>
                <a:lnTo>
                  <a:pt x="86969" y="0"/>
                </a:lnTo>
                <a:lnTo>
                  <a:pt x="95386" y="0"/>
                </a:lnTo>
                <a:lnTo>
                  <a:pt x="99894" y="0"/>
                </a:lnTo>
                <a:lnTo>
                  <a:pt x="107108" y="0"/>
                </a:lnTo>
                <a:lnTo>
                  <a:pt x="112118" y="0"/>
                </a:lnTo>
                <a:lnTo>
                  <a:pt x="119032" y="0"/>
                </a:lnTo>
                <a:lnTo>
                  <a:pt x="133159" y="0"/>
                </a:lnTo>
                <a:lnTo>
                  <a:pt x="134662" y="0"/>
                </a:lnTo>
                <a:lnTo>
                  <a:pt x="137568" y="0"/>
                </a:lnTo>
                <a:lnTo>
                  <a:pt x="139672" y="0"/>
                </a:lnTo>
                <a:lnTo>
                  <a:pt x="140373" y="0"/>
                </a:lnTo>
                <a:lnTo>
                  <a:pt x="138570" y="0"/>
                </a:lnTo>
                <a:lnTo>
                  <a:pt x="141576" y="0"/>
                </a:lnTo>
                <a:lnTo>
                  <a:pt x="151595" y="0"/>
                </a:lnTo>
                <a:lnTo>
                  <a:pt x="165422" y="0"/>
                </a:lnTo>
                <a:lnTo>
                  <a:pt x="181954" y="0"/>
                </a:lnTo>
                <a:lnTo>
                  <a:pt x="198887" y="0"/>
                </a:lnTo>
                <a:lnTo>
                  <a:pt x="207303" y="0"/>
                </a:lnTo>
                <a:lnTo>
                  <a:pt x="210810" y="0"/>
                </a:lnTo>
                <a:lnTo>
                  <a:pt x="214517" y="0"/>
                </a:lnTo>
                <a:lnTo>
                  <a:pt x="220329" y="0"/>
                </a:lnTo>
                <a:lnTo>
                  <a:pt x="224236" y="0"/>
                </a:lnTo>
                <a:lnTo>
                  <a:pt x="224537" y="0"/>
                </a:lnTo>
                <a:lnTo>
                  <a:pt x="215319" y="0"/>
                </a:lnTo>
                <a:lnTo>
                  <a:pt x="209307" y="0"/>
                </a:lnTo>
                <a:lnTo>
                  <a:pt x="206201" y="0"/>
                </a:lnTo>
                <a:lnTo>
                  <a:pt x="204598" y="0"/>
                </a:lnTo>
                <a:lnTo>
                  <a:pt x="202394" y="0"/>
                </a:lnTo>
                <a:lnTo>
                  <a:pt x="203496" y="0"/>
                </a:lnTo>
                <a:lnTo>
                  <a:pt x="200190" y="0"/>
                </a:lnTo>
                <a:lnTo>
                  <a:pt x="192675" y="0"/>
                </a:lnTo>
                <a:lnTo>
                  <a:pt x="184960" y="0"/>
                </a:lnTo>
                <a:lnTo>
                  <a:pt x="180351" y="0"/>
                </a:lnTo>
                <a:lnTo>
                  <a:pt x="175341" y="0"/>
                </a:lnTo>
                <a:lnTo>
                  <a:pt x="173638" y="0"/>
                </a:lnTo>
                <a:lnTo>
                  <a:pt x="176644" y="0"/>
                </a:lnTo>
                <a:lnTo>
                  <a:pt x="180551" y="0"/>
                </a:lnTo>
                <a:lnTo>
                  <a:pt x="180151" y="0"/>
                </a:lnTo>
                <a:lnTo>
                  <a:pt x="178547" y="0"/>
                </a:lnTo>
                <a:lnTo>
                  <a:pt x="176644" y="0"/>
                </a:lnTo>
                <a:lnTo>
                  <a:pt x="171534" y="0"/>
                </a:lnTo>
                <a:lnTo>
                  <a:pt x="164420" y="0"/>
                </a:lnTo>
                <a:lnTo>
                  <a:pt x="156304" y="0"/>
                </a:lnTo>
                <a:lnTo>
                  <a:pt x="134963" y="0"/>
                </a:lnTo>
                <a:lnTo>
                  <a:pt x="119833" y="0"/>
                </a:lnTo>
                <a:lnTo>
                  <a:pt x="112319" y="0"/>
                </a:lnTo>
                <a:lnTo>
                  <a:pt x="102800" y="0"/>
                </a:lnTo>
                <a:lnTo>
                  <a:pt x="95987" y="0"/>
                </a:lnTo>
                <a:lnTo>
                  <a:pt x="87370" y="0"/>
                </a:lnTo>
                <a:lnTo>
                  <a:pt x="82961" y="0"/>
                </a:lnTo>
                <a:lnTo>
                  <a:pt x="80557" y="0"/>
                </a:lnTo>
                <a:lnTo>
                  <a:pt x="81859" y="0"/>
                </a:lnTo>
                <a:lnTo>
                  <a:pt x="85967" y="0"/>
                </a:lnTo>
                <a:lnTo>
                  <a:pt x="91378" y="0"/>
                </a:lnTo>
                <a:lnTo>
                  <a:pt x="95686" y="0"/>
                </a:lnTo>
                <a:lnTo>
                  <a:pt x="108010" y="0"/>
                </a:lnTo>
                <a:lnTo>
                  <a:pt x="116527" y="0"/>
                </a:lnTo>
                <a:lnTo>
                  <a:pt x="118531" y="0"/>
                </a:lnTo>
                <a:lnTo>
                  <a:pt x="119332" y="0"/>
                </a:lnTo>
                <a:lnTo>
                  <a:pt x="118230" y="0"/>
                </a:lnTo>
                <a:lnTo>
                  <a:pt x="118631" y="0"/>
                </a:lnTo>
                <a:lnTo>
                  <a:pt x="120234" y="0"/>
                </a:lnTo>
                <a:lnTo>
                  <a:pt x="122038" y="0"/>
                </a:lnTo>
                <a:lnTo>
                  <a:pt x="144682" y="0"/>
                </a:lnTo>
                <a:lnTo>
                  <a:pt x="149491" y="0"/>
                </a:lnTo>
                <a:lnTo>
                  <a:pt x="151695" y="0"/>
                </a:lnTo>
                <a:lnTo>
                  <a:pt x="149791" y="0"/>
                </a:lnTo>
                <a:lnTo>
                  <a:pt x="146385" y="0"/>
                </a:lnTo>
                <a:lnTo>
                  <a:pt x="131756" y="0"/>
                </a:lnTo>
                <a:lnTo>
                  <a:pt x="128951" y="0"/>
                </a:lnTo>
                <a:lnTo>
                  <a:pt x="122238" y="0"/>
                </a:lnTo>
                <a:lnTo>
                  <a:pt x="119332" y="0"/>
                </a:lnTo>
                <a:lnTo>
                  <a:pt x="115124" y="0"/>
                </a:lnTo>
                <a:lnTo>
                  <a:pt x="110615" y="0"/>
                </a:lnTo>
                <a:lnTo>
                  <a:pt x="109914" y="0"/>
                </a:lnTo>
                <a:lnTo>
                  <a:pt x="106708" y="0"/>
                </a:lnTo>
                <a:lnTo>
                  <a:pt x="88472" y="0"/>
                </a:lnTo>
                <a:lnTo>
                  <a:pt x="80256" y="0"/>
                </a:lnTo>
                <a:lnTo>
                  <a:pt x="69034" y="0"/>
                </a:lnTo>
                <a:lnTo>
                  <a:pt x="55608" y="0"/>
                </a:lnTo>
                <a:lnTo>
                  <a:pt x="41982" y="0"/>
                </a:lnTo>
                <a:lnTo>
                  <a:pt x="35569" y="0"/>
                </a:lnTo>
                <a:lnTo>
                  <a:pt x="33265" y="0"/>
                </a:lnTo>
                <a:lnTo>
                  <a:pt x="32563" y="0"/>
                </a:lnTo>
                <a:lnTo>
                  <a:pt x="36671" y="0"/>
                </a:lnTo>
                <a:lnTo>
                  <a:pt x="34668" y="0"/>
                </a:lnTo>
                <a:lnTo>
                  <a:pt x="27854" y="0"/>
                </a:lnTo>
                <a:lnTo>
                  <a:pt x="24848" y="0"/>
                </a:lnTo>
                <a:lnTo>
                  <a:pt x="25850" y="0"/>
                </a:lnTo>
                <a:lnTo>
                  <a:pt x="22544" y="0"/>
                </a:lnTo>
                <a:lnTo>
                  <a:pt x="15029" y="0"/>
                </a:lnTo>
                <a:lnTo>
                  <a:pt x="7715" y="0"/>
                </a:lnTo>
                <a:lnTo>
                  <a:pt x="701" y="0"/>
                </a:lnTo>
                <a:lnTo>
                  <a:pt x="0" y="0"/>
                </a:lnTo>
                <a:lnTo>
                  <a:pt x="2305" y="0"/>
                </a:lnTo>
                <a:lnTo>
                  <a:pt x="11122" y="0"/>
                </a:lnTo>
                <a:lnTo>
                  <a:pt x="14128" y="0"/>
                </a:lnTo>
                <a:lnTo>
                  <a:pt x="20340" y="0"/>
                </a:lnTo>
                <a:lnTo>
                  <a:pt x="29858" y="0"/>
                </a:lnTo>
                <a:lnTo>
                  <a:pt x="35469" y="0"/>
                </a:lnTo>
                <a:lnTo>
                  <a:pt x="37273" y="0"/>
                </a:lnTo>
                <a:lnTo>
                  <a:pt x="38074" y="0"/>
                </a:lnTo>
                <a:lnTo>
                  <a:pt x="33265" y="0"/>
                </a:lnTo>
                <a:lnTo>
                  <a:pt x="34066" y="0"/>
                </a:lnTo>
                <a:lnTo>
                  <a:pt x="43084" y="0"/>
                </a:lnTo>
                <a:lnTo>
                  <a:pt x="42082" y="0"/>
                </a:lnTo>
                <a:lnTo>
                  <a:pt x="44386" y="0"/>
                </a:lnTo>
                <a:lnTo>
                  <a:pt x="54306" y="0"/>
                </a:lnTo>
                <a:lnTo>
                  <a:pt x="61820" y="0"/>
                </a:lnTo>
                <a:lnTo>
                  <a:pt x="64225" y="0"/>
                </a:lnTo>
                <a:lnTo>
                  <a:pt x="67632" y="0"/>
                </a:lnTo>
                <a:lnTo>
                  <a:pt x="73844" y="0"/>
                </a:lnTo>
                <a:lnTo>
                  <a:pt x="86669" y="0"/>
                </a:lnTo>
                <a:lnTo>
                  <a:pt x="92179" y="0"/>
                </a:lnTo>
                <a:lnTo>
                  <a:pt x="99894" y="0"/>
                </a:lnTo>
                <a:lnTo>
                  <a:pt x="108311" y="0"/>
                </a:lnTo>
                <a:lnTo>
                  <a:pt x="112218" y="0"/>
                </a:lnTo>
                <a:lnTo>
                  <a:pt x="138970" y="0"/>
                </a:lnTo>
                <a:lnTo>
                  <a:pt x="144882" y="0"/>
                </a:lnTo>
                <a:lnTo>
                  <a:pt x="150493" y="0"/>
                </a:lnTo>
                <a:lnTo>
                  <a:pt x="154601" y="0"/>
                </a:lnTo>
                <a:lnTo>
                  <a:pt x="158709" y="0"/>
                </a:lnTo>
                <a:lnTo>
                  <a:pt x="161614" y="0"/>
                </a:lnTo>
                <a:lnTo>
                  <a:pt x="165021" y="0"/>
                </a:lnTo>
                <a:lnTo>
                  <a:pt x="166925" y="0"/>
                </a:lnTo>
                <a:lnTo>
                  <a:pt x="170331" y="0"/>
                </a:lnTo>
                <a:lnTo>
                  <a:pt x="176043" y="0"/>
                </a:lnTo>
                <a:lnTo>
                  <a:pt x="182655" y="0"/>
                </a:lnTo>
                <a:lnTo>
                  <a:pt x="191372" y="0"/>
                </a:lnTo>
                <a:lnTo>
                  <a:pt x="196783" y="0"/>
                </a:lnTo>
                <a:lnTo>
                  <a:pt x="202895" y="0"/>
                </a:lnTo>
                <a:lnTo>
                  <a:pt x="208205" y="0"/>
                </a:lnTo>
                <a:lnTo>
                  <a:pt x="211612" y="0"/>
                </a:lnTo>
                <a:lnTo>
                  <a:pt x="213215" y="0"/>
                </a:lnTo>
                <a:lnTo>
                  <a:pt x="211712" y="0"/>
                </a:lnTo>
                <a:lnTo>
                  <a:pt x="207804" y="0"/>
                </a:lnTo>
                <a:lnTo>
                  <a:pt x="208906" y="0"/>
                </a:lnTo>
                <a:lnTo>
                  <a:pt x="216221" y="0"/>
                </a:lnTo>
                <a:lnTo>
                  <a:pt x="226942" y="0"/>
                </a:lnTo>
                <a:lnTo>
                  <a:pt x="235057" y="0"/>
                </a:lnTo>
                <a:lnTo>
                  <a:pt x="240368" y="0"/>
                </a:lnTo>
                <a:lnTo>
                  <a:pt x="245578" y="0"/>
                </a:lnTo>
                <a:lnTo>
                  <a:pt x="252090" y="0"/>
                </a:lnTo>
                <a:lnTo>
                  <a:pt x="258503" y="0"/>
                </a:lnTo>
                <a:lnTo>
                  <a:pt x="263513" y="0"/>
                </a:lnTo>
                <a:lnTo>
                  <a:pt x="275336" y="0"/>
                </a:lnTo>
                <a:close/>
              </a:path>
            </a:pathLst>
          </a:custGeom>
          <a:solidFill>
            <a:srgbClr val="E8E9EA"/>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ap - Indonesia"/>
          <p:cNvSpPr/>
          <p:nvPr/>
        </p:nvSpPr>
        <p:spPr>
          <a:xfrm>
            <a:off x="582902" y="1138913"/>
            <a:ext cx="4585820" cy="1658702"/>
          </a:xfrm>
          <a:custGeom>
            <a:avLst/>
            <a:gdLst/>
            <a:ahLst/>
            <a:cxnLst/>
            <a:rect l="l" t="t" r="r" b="b"/>
            <a:pathLst>
              <a:path w="4585820" h="1658702">
                <a:moveTo>
                  <a:pt x="227943" y="417609"/>
                </a:moveTo>
                <a:lnTo>
                  <a:pt x="249585" y="445790"/>
                </a:lnTo>
                <a:lnTo>
                  <a:pt x="258402" y="449602"/>
                </a:lnTo>
                <a:lnTo>
                  <a:pt x="270125" y="462439"/>
                </a:lnTo>
                <a:lnTo>
                  <a:pt x="273031" y="466851"/>
                </a:lnTo>
                <a:lnTo>
                  <a:pt x="270025" y="475878"/>
                </a:lnTo>
                <a:lnTo>
                  <a:pt x="267420" y="501552"/>
                </a:lnTo>
                <a:lnTo>
                  <a:pt x="261809" y="507971"/>
                </a:lnTo>
                <a:lnTo>
                  <a:pt x="248183" y="504761"/>
                </a:lnTo>
                <a:lnTo>
                  <a:pt x="248082" y="500248"/>
                </a:lnTo>
                <a:lnTo>
                  <a:pt x="240167" y="480892"/>
                </a:lnTo>
                <a:lnTo>
                  <a:pt x="225839" y="470161"/>
                </a:lnTo>
                <a:lnTo>
                  <a:pt x="220228" y="469559"/>
                </a:lnTo>
                <a:lnTo>
                  <a:pt x="216621" y="458527"/>
                </a:lnTo>
                <a:lnTo>
                  <a:pt x="209407" y="445490"/>
                </a:lnTo>
                <a:lnTo>
                  <a:pt x="187565" y="421621"/>
                </a:lnTo>
                <a:lnTo>
                  <a:pt x="204097" y="421721"/>
                </a:lnTo>
                <a:lnTo>
                  <a:pt x="212112" y="415904"/>
                </a:lnTo>
                <a:lnTo>
                  <a:pt x="214016" y="411291"/>
                </a:lnTo>
                <a:lnTo>
                  <a:pt x="215319" y="410087"/>
                </a:lnTo>
                <a:lnTo>
                  <a:pt x="227943" y="417609"/>
                </a:lnTo>
                <a:close/>
                <a:moveTo>
                  <a:pt x="396471" y="742850"/>
                </a:moveTo>
                <a:lnTo>
                  <a:pt x="387253" y="743352"/>
                </a:lnTo>
                <a:lnTo>
                  <a:pt x="367414" y="731417"/>
                </a:lnTo>
                <a:lnTo>
                  <a:pt x="362805" y="726002"/>
                </a:lnTo>
                <a:lnTo>
                  <a:pt x="361603" y="718781"/>
                </a:lnTo>
                <a:lnTo>
                  <a:pt x="342666" y="691000"/>
                </a:lnTo>
                <a:lnTo>
                  <a:pt x="340161" y="684682"/>
                </a:lnTo>
                <a:lnTo>
                  <a:pt x="347576" y="661916"/>
                </a:lnTo>
                <a:lnTo>
                  <a:pt x="366913" y="656400"/>
                </a:lnTo>
                <a:lnTo>
                  <a:pt x="373326" y="660211"/>
                </a:lnTo>
                <a:lnTo>
                  <a:pt x="375530" y="670441"/>
                </a:lnTo>
                <a:lnTo>
                  <a:pt x="386552" y="688995"/>
                </a:lnTo>
                <a:lnTo>
                  <a:pt x="390159" y="698923"/>
                </a:lnTo>
                <a:lnTo>
                  <a:pt x="392964" y="703336"/>
                </a:lnTo>
                <a:lnTo>
                  <a:pt x="394066" y="706746"/>
                </a:lnTo>
                <a:lnTo>
                  <a:pt x="393165" y="709153"/>
                </a:lnTo>
                <a:lnTo>
                  <a:pt x="401080" y="720887"/>
                </a:lnTo>
                <a:lnTo>
                  <a:pt x="406791" y="727807"/>
                </a:lnTo>
                <a:lnTo>
                  <a:pt x="407192" y="738839"/>
                </a:lnTo>
                <a:lnTo>
                  <a:pt x="396471" y="742850"/>
                </a:lnTo>
                <a:close/>
                <a:moveTo>
                  <a:pt x="2147577" y="1428435"/>
                </a:moveTo>
                <a:lnTo>
                  <a:pt x="2134852" y="1449195"/>
                </a:lnTo>
                <a:lnTo>
                  <a:pt x="2139361" y="1452505"/>
                </a:lnTo>
                <a:lnTo>
                  <a:pt x="2142167" y="1455714"/>
                </a:lnTo>
                <a:lnTo>
                  <a:pt x="2121126" y="1460027"/>
                </a:lnTo>
                <a:lnTo>
                  <a:pt x="2112409" y="1457720"/>
                </a:lnTo>
                <a:lnTo>
                  <a:pt x="2107299" y="1458322"/>
                </a:lnTo>
                <a:lnTo>
                  <a:pt x="2086057" y="1454411"/>
                </a:lnTo>
                <a:lnTo>
                  <a:pt x="2070828" y="1449697"/>
                </a:lnTo>
                <a:lnTo>
                  <a:pt x="2069024" y="1445886"/>
                </a:lnTo>
                <a:lnTo>
                  <a:pt x="2070227" y="1441373"/>
                </a:lnTo>
                <a:lnTo>
                  <a:pt x="2074735" y="1442877"/>
                </a:lnTo>
                <a:lnTo>
                  <a:pt x="2086558" y="1443579"/>
                </a:lnTo>
                <a:lnTo>
                  <a:pt x="2090967" y="1441573"/>
                </a:lnTo>
                <a:lnTo>
                  <a:pt x="2091167" y="1428134"/>
                </a:lnTo>
                <a:lnTo>
                  <a:pt x="2089464" y="1410684"/>
                </a:lnTo>
                <a:lnTo>
                  <a:pt x="2105395" y="1396443"/>
                </a:lnTo>
                <a:lnTo>
                  <a:pt x="2113811" y="1390726"/>
                </a:lnTo>
                <a:lnTo>
                  <a:pt x="2123631" y="1387316"/>
                </a:lnTo>
                <a:lnTo>
                  <a:pt x="2148178" y="1395239"/>
                </a:lnTo>
                <a:lnTo>
                  <a:pt x="2152286" y="1397345"/>
                </a:lnTo>
                <a:lnTo>
                  <a:pt x="2155392" y="1400555"/>
                </a:lnTo>
                <a:lnTo>
                  <a:pt x="2156895" y="1405669"/>
                </a:lnTo>
                <a:lnTo>
                  <a:pt x="2147577" y="1428435"/>
                </a:lnTo>
                <a:close/>
                <a:moveTo>
                  <a:pt x="2028045" y="1382402"/>
                </a:moveTo>
                <a:lnTo>
                  <a:pt x="2038164" y="1387717"/>
                </a:lnTo>
                <a:lnTo>
                  <a:pt x="2052392" y="1403363"/>
                </a:lnTo>
                <a:lnTo>
                  <a:pt x="2053695" y="1407675"/>
                </a:lnTo>
                <a:lnTo>
                  <a:pt x="2049386" y="1411787"/>
                </a:lnTo>
                <a:lnTo>
                  <a:pt x="2039266" y="1418406"/>
                </a:lnTo>
                <a:lnTo>
                  <a:pt x="2016622" y="1428636"/>
                </a:lnTo>
                <a:lnTo>
                  <a:pt x="2012715" y="1433450"/>
                </a:lnTo>
                <a:lnTo>
                  <a:pt x="2007905" y="1442877"/>
                </a:lnTo>
                <a:lnTo>
                  <a:pt x="2006803" y="1446889"/>
                </a:lnTo>
                <a:lnTo>
                  <a:pt x="2005200" y="1449095"/>
                </a:lnTo>
                <a:lnTo>
                  <a:pt x="2002595" y="1450599"/>
                </a:lnTo>
                <a:lnTo>
                  <a:pt x="1997686" y="1452004"/>
                </a:lnTo>
                <a:lnTo>
                  <a:pt x="1992375" y="1449998"/>
                </a:lnTo>
                <a:lnTo>
                  <a:pt x="1997185" y="1443980"/>
                </a:lnTo>
                <a:lnTo>
                  <a:pt x="1997385" y="1436759"/>
                </a:lnTo>
                <a:lnTo>
                  <a:pt x="1993778" y="1429940"/>
                </a:lnTo>
                <a:lnTo>
                  <a:pt x="1988668" y="1424323"/>
                </a:lnTo>
                <a:lnTo>
                  <a:pt x="1978348" y="1416601"/>
                </a:lnTo>
                <a:lnTo>
                  <a:pt x="1967327" y="1409882"/>
                </a:lnTo>
                <a:lnTo>
                  <a:pt x="1956205" y="1406371"/>
                </a:lnTo>
                <a:lnTo>
                  <a:pt x="1944382" y="1404767"/>
                </a:lnTo>
                <a:lnTo>
                  <a:pt x="1940174" y="1401457"/>
                </a:lnTo>
                <a:lnTo>
                  <a:pt x="1933260" y="1393033"/>
                </a:lnTo>
                <a:lnTo>
                  <a:pt x="1930956" y="1388419"/>
                </a:lnTo>
                <a:lnTo>
                  <a:pt x="1929854" y="1383505"/>
                </a:lnTo>
                <a:lnTo>
                  <a:pt x="1930555" y="1378792"/>
                </a:lnTo>
                <a:lnTo>
                  <a:pt x="1933461" y="1378591"/>
                </a:lnTo>
                <a:lnTo>
                  <a:pt x="1945083" y="1379694"/>
                </a:lnTo>
                <a:lnTo>
                  <a:pt x="1966425" y="1385210"/>
                </a:lnTo>
                <a:lnTo>
                  <a:pt x="1976945" y="1385611"/>
                </a:lnTo>
                <a:lnTo>
                  <a:pt x="1982957" y="1384308"/>
                </a:lnTo>
                <a:lnTo>
                  <a:pt x="1998587" y="1373476"/>
                </a:lnTo>
                <a:lnTo>
                  <a:pt x="2002295" y="1373576"/>
                </a:lnTo>
                <a:lnTo>
                  <a:pt x="2017224" y="1378390"/>
                </a:lnTo>
                <a:lnTo>
                  <a:pt x="2028045" y="1382402"/>
                </a:lnTo>
                <a:close/>
                <a:moveTo>
                  <a:pt x="1086012" y="731919"/>
                </a:moveTo>
                <a:lnTo>
                  <a:pt x="1089419" y="738839"/>
                </a:lnTo>
                <a:lnTo>
                  <a:pt x="1094128" y="745057"/>
                </a:lnTo>
                <a:lnTo>
                  <a:pt x="1097635" y="751776"/>
                </a:lnTo>
                <a:lnTo>
                  <a:pt x="1102344" y="784070"/>
                </a:lnTo>
                <a:lnTo>
                  <a:pt x="1118075" y="811750"/>
                </a:lnTo>
                <a:lnTo>
                  <a:pt x="1163363" y="822581"/>
                </a:lnTo>
                <a:lnTo>
                  <a:pt x="1155948" y="827094"/>
                </a:lnTo>
                <a:lnTo>
                  <a:pt x="1152241" y="831106"/>
                </a:lnTo>
                <a:lnTo>
                  <a:pt x="1149436" y="835719"/>
                </a:lnTo>
                <a:lnTo>
                  <a:pt x="1142723" y="854975"/>
                </a:lnTo>
                <a:lnTo>
                  <a:pt x="1143424" y="858987"/>
                </a:lnTo>
                <a:lnTo>
                  <a:pt x="1147332" y="865506"/>
                </a:lnTo>
                <a:lnTo>
                  <a:pt x="1148233" y="872626"/>
                </a:lnTo>
                <a:lnTo>
                  <a:pt x="1142622" y="872526"/>
                </a:lnTo>
                <a:lnTo>
                  <a:pt x="1136210" y="871022"/>
                </a:lnTo>
                <a:lnTo>
                  <a:pt x="1131100" y="868314"/>
                </a:lnTo>
                <a:lnTo>
                  <a:pt x="1126391" y="864804"/>
                </a:lnTo>
                <a:lnTo>
                  <a:pt x="1121181" y="862096"/>
                </a:lnTo>
                <a:lnTo>
                  <a:pt x="1115670" y="860290"/>
                </a:lnTo>
                <a:lnTo>
                  <a:pt x="1106452" y="854775"/>
                </a:lnTo>
                <a:lnTo>
                  <a:pt x="1094028" y="850863"/>
                </a:lnTo>
                <a:lnTo>
                  <a:pt x="1081303" y="847854"/>
                </a:lnTo>
                <a:lnTo>
                  <a:pt x="1075091" y="839731"/>
                </a:lnTo>
                <a:lnTo>
                  <a:pt x="1072185" y="829602"/>
                </a:lnTo>
                <a:lnTo>
                  <a:pt x="1075291" y="814558"/>
                </a:lnTo>
                <a:lnTo>
                  <a:pt x="1072185" y="810446"/>
                </a:lnTo>
                <a:lnTo>
                  <a:pt x="1067576" y="806735"/>
                </a:lnTo>
                <a:lnTo>
                  <a:pt x="1062066" y="795904"/>
                </a:lnTo>
                <a:lnTo>
                  <a:pt x="1059962" y="783268"/>
                </a:lnTo>
                <a:lnTo>
                  <a:pt x="1051846" y="778454"/>
                </a:lnTo>
                <a:lnTo>
                  <a:pt x="1041225" y="775445"/>
                </a:lnTo>
                <a:lnTo>
                  <a:pt x="1036616" y="773038"/>
                </a:lnTo>
                <a:lnTo>
                  <a:pt x="1015575" y="777651"/>
                </a:lnTo>
                <a:lnTo>
                  <a:pt x="1010565" y="776548"/>
                </a:lnTo>
                <a:lnTo>
                  <a:pt x="1006057" y="773038"/>
                </a:lnTo>
                <a:lnTo>
                  <a:pt x="994534" y="769427"/>
                </a:lnTo>
                <a:lnTo>
                  <a:pt x="995035" y="762407"/>
                </a:lnTo>
                <a:lnTo>
                  <a:pt x="1000346" y="756791"/>
                </a:lnTo>
                <a:lnTo>
                  <a:pt x="1012870" y="751175"/>
                </a:lnTo>
                <a:lnTo>
                  <a:pt x="1018781" y="746361"/>
                </a:lnTo>
                <a:lnTo>
                  <a:pt x="1019984" y="740143"/>
                </a:lnTo>
                <a:lnTo>
                  <a:pt x="1017679" y="735529"/>
                </a:lnTo>
                <a:lnTo>
                  <a:pt x="1018581" y="730715"/>
                </a:lnTo>
                <a:lnTo>
                  <a:pt x="1022589" y="726102"/>
                </a:lnTo>
                <a:lnTo>
                  <a:pt x="1027298" y="722492"/>
                </a:lnTo>
                <a:lnTo>
                  <a:pt x="1039822" y="717678"/>
                </a:lnTo>
                <a:lnTo>
                  <a:pt x="1045333" y="726002"/>
                </a:lnTo>
                <a:lnTo>
                  <a:pt x="1048139" y="733022"/>
                </a:lnTo>
                <a:lnTo>
                  <a:pt x="1051445" y="738137"/>
                </a:lnTo>
                <a:lnTo>
                  <a:pt x="1056755" y="730916"/>
                </a:lnTo>
                <a:lnTo>
                  <a:pt x="1053349" y="718380"/>
                </a:lnTo>
                <a:lnTo>
                  <a:pt x="1062967" y="715572"/>
                </a:lnTo>
                <a:lnTo>
                  <a:pt x="1072386" y="715471"/>
                </a:lnTo>
                <a:lnTo>
                  <a:pt x="1079500" y="718881"/>
                </a:lnTo>
                <a:lnTo>
                  <a:pt x="1084109" y="724297"/>
                </a:lnTo>
                <a:lnTo>
                  <a:pt x="1086012" y="731919"/>
                </a:lnTo>
                <a:close/>
                <a:moveTo>
                  <a:pt x="2802752" y="1020956"/>
                </a:moveTo>
                <a:lnTo>
                  <a:pt x="2805056" y="1042518"/>
                </a:lnTo>
                <a:lnTo>
                  <a:pt x="2804355" y="1048235"/>
                </a:lnTo>
                <a:lnTo>
                  <a:pt x="2798644" y="1039911"/>
                </a:lnTo>
                <a:lnTo>
                  <a:pt x="2796640" y="1038206"/>
                </a:lnTo>
                <a:lnTo>
                  <a:pt x="2795137" y="1039911"/>
                </a:lnTo>
                <a:lnTo>
                  <a:pt x="2793133" y="1040813"/>
                </a:lnTo>
                <a:lnTo>
                  <a:pt x="2790227" y="1040713"/>
                </a:lnTo>
                <a:lnTo>
                  <a:pt x="2786520" y="1049137"/>
                </a:lnTo>
                <a:lnTo>
                  <a:pt x="2786219" y="1056960"/>
                </a:lnTo>
                <a:lnTo>
                  <a:pt x="2783414" y="1062275"/>
                </a:lnTo>
                <a:lnTo>
                  <a:pt x="2781911" y="1079826"/>
                </a:lnTo>
                <a:lnTo>
                  <a:pt x="2782813" y="1084640"/>
                </a:lnTo>
                <a:lnTo>
                  <a:pt x="2787221" y="1082233"/>
                </a:lnTo>
                <a:lnTo>
                  <a:pt x="2789826" y="1081631"/>
                </a:lnTo>
                <a:lnTo>
                  <a:pt x="2799746" y="1088451"/>
                </a:lnTo>
                <a:lnTo>
                  <a:pt x="2804956" y="1093365"/>
                </a:lnTo>
                <a:lnTo>
                  <a:pt x="2803453" y="1099383"/>
                </a:lnTo>
                <a:lnTo>
                  <a:pt x="2796840" y="1105400"/>
                </a:lnTo>
                <a:lnTo>
                  <a:pt x="2789025" y="1108008"/>
                </a:lnTo>
                <a:lnTo>
                  <a:pt x="2783314" y="1105500"/>
                </a:lnTo>
                <a:lnTo>
                  <a:pt x="2781610" y="1106704"/>
                </a:lnTo>
                <a:lnTo>
                  <a:pt x="2778204" y="1109813"/>
                </a:lnTo>
                <a:lnTo>
                  <a:pt x="2775599" y="1113824"/>
                </a:lnTo>
                <a:lnTo>
                  <a:pt x="2776300" y="1118037"/>
                </a:lnTo>
                <a:lnTo>
                  <a:pt x="2769687" y="1129971"/>
                </a:lnTo>
                <a:lnTo>
                  <a:pt x="2765880" y="1133281"/>
                </a:lnTo>
                <a:lnTo>
                  <a:pt x="2757964" y="1129670"/>
                </a:lnTo>
                <a:lnTo>
                  <a:pt x="2753055" y="1132779"/>
                </a:lnTo>
                <a:lnTo>
                  <a:pt x="2749147" y="1132479"/>
                </a:lnTo>
                <a:lnTo>
                  <a:pt x="2743136" y="1120644"/>
                </a:lnTo>
                <a:lnTo>
                  <a:pt x="2743236" y="1115028"/>
                </a:lnTo>
                <a:lnTo>
                  <a:pt x="2748847" y="1108710"/>
                </a:lnTo>
                <a:lnTo>
                  <a:pt x="2748947" y="1104197"/>
                </a:lnTo>
                <a:lnTo>
                  <a:pt x="2751652" y="1099182"/>
                </a:lnTo>
                <a:lnTo>
                  <a:pt x="2757764" y="1092262"/>
                </a:lnTo>
                <a:lnTo>
                  <a:pt x="2761371" y="1087047"/>
                </a:lnTo>
                <a:lnTo>
                  <a:pt x="2761471" y="1083737"/>
                </a:lnTo>
                <a:lnTo>
                  <a:pt x="2764076" y="1071201"/>
                </a:lnTo>
                <a:lnTo>
                  <a:pt x="2765078" y="1065986"/>
                </a:lnTo>
                <a:lnTo>
                  <a:pt x="2766782" y="1060370"/>
                </a:lnTo>
                <a:lnTo>
                  <a:pt x="2769587" y="1049037"/>
                </a:lnTo>
                <a:lnTo>
                  <a:pt x="2769988" y="1027675"/>
                </a:lnTo>
                <a:lnTo>
                  <a:pt x="2779406" y="1010124"/>
                </a:lnTo>
                <a:lnTo>
                  <a:pt x="2788524" y="1005310"/>
                </a:lnTo>
                <a:lnTo>
                  <a:pt x="2792231" y="1004508"/>
                </a:lnTo>
                <a:lnTo>
                  <a:pt x="2791630" y="1009222"/>
                </a:lnTo>
                <a:lnTo>
                  <a:pt x="2802752" y="1020956"/>
                </a:lnTo>
                <a:close/>
                <a:moveTo>
                  <a:pt x="2749147" y="1092964"/>
                </a:moveTo>
                <a:lnTo>
                  <a:pt x="2746542" y="1099684"/>
                </a:lnTo>
                <a:lnTo>
                  <a:pt x="2741031" y="1104899"/>
                </a:lnTo>
                <a:lnTo>
                  <a:pt x="2736623" y="1105200"/>
                </a:lnTo>
                <a:lnTo>
                  <a:pt x="2732014" y="1104197"/>
                </a:lnTo>
                <a:lnTo>
                  <a:pt x="2723798" y="1099583"/>
                </a:lnTo>
                <a:lnTo>
                  <a:pt x="2721694" y="1104397"/>
                </a:lnTo>
                <a:lnTo>
                  <a:pt x="2715281" y="1104197"/>
                </a:lnTo>
                <a:lnTo>
                  <a:pt x="2712877" y="1098079"/>
                </a:lnTo>
                <a:lnTo>
                  <a:pt x="2717486" y="1079826"/>
                </a:lnTo>
                <a:lnTo>
                  <a:pt x="2724199" y="1073006"/>
                </a:lnTo>
                <a:lnTo>
                  <a:pt x="2723598" y="1065886"/>
                </a:lnTo>
                <a:lnTo>
                  <a:pt x="2717987" y="1050642"/>
                </a:lnTo>
                <a:lnTo>
                  <a:pt x="2721493" y="1042618"/>
                </a:lnTo>
                <a:lnTo>
                  <a:pt x="2737024" y="1036601"/>
                </a:lnTo>
                <a:lnTo>
                  <a:pt x="2750650" y="1029280"/>
                </a:lnTo>
                <a:lnTo>
                  <a:pt x="2754858" y="1027775"/>
                </a:lnTo>
                <a:lnTo>
                  <a:pt x="2758666" y="1033392"/>
                </a:lnTo>
                <a:lnTo>
                  <a:pt x="2760670" y="1059367"/>
                </a:lnTo>
                <a:lnTo>
                  <a:pt x="2746041" y="1079926"/>
                </a:lnTo>
                <a:lnTo>
                  <a:pt x="2749147" y="1092964"/>
                </a:lnTo>
                <a:close/>
                <a:moveTo>
                  <a:pt x="1313455" y="194463"/>
                </a:moveTo>
                <a:lnTo>
                  <a:pt x="1299828" y="198174"/>
                </a:lnTo>
                <a:lnTo>
                  <a:pt x="1291813" y="192959"/>
                </a:lnTo>
                <a:lnTo>
                  <a:pt x="1300429" y="186640"/>
                </a:lnTo>
                <a:lnTo>
                  <a:pt x="1303435" y="186239"/>
                </a:lnTo>
                <a:lnTo>
                  <a:pt x="1305439" y="184935"/>
                </a:lnTo>
                <a:lnTo>
                  <a:pt x="1306140" y="182428"/>
                </a:lnTo>
                <a:lnTo>
                  <a:pt x="1290610" y="178216"/>
                </a:lnTo>
                <a:lnTo>
                  <a:pt x="1286302" y="174505"/>
                </a:lnTo>
                <a:lnTo>
                  <a:pt x="1281993" y="165078"/>
                </a:lnTo>
                <a:lnTo>
                  <a:pt x="1282194" y="159060"/>
                </a:lnTo>
                <a:lnTo>
                  <a:pt x="1302032" y="143315"/>
                </a:lnTo>
                <a:lnTo>
                  <a:pt x="1306641" y="141610"/>
                </a:lnTo>
                <a:lnTo>
                  <a:pt x="1307443" y="148129"/>
                </a:lnTo>
                <a:lnTo>
                  <a:pt x="1321170" y="164777"/>
                </a:lnTo>
                <a:lnTo>
                  <a:pt x="1321771" y="175809"/>
                </a:lnTo>
                <a:lnTo>
                  <a:pt x="1321270" y="179820"/>
                </a:lnTo>
                <a:lnTo>
                  <a:pt x="1313455" y="194463"/>
                </a:lnTo>
                <a:close/>
                <a:moveTo>
                  <a:pt x="1302533" y="865205"/>
                </a:moveTo>
                <a:lnTo>
                  <a:pt x="1301030" y="875735"/>
                </a:lnTo>
                <a:lnTo>
                  <a:pt x="1298526" y="879747"/>
                </a:lnTo>
                <a:lnTo>
                  <a:pt x="1290209" y="884962"/>
                </a:lnTo>
                <a:lnTo>
                  <a:pt x="1287304" y="888171"/>
                </a:lnTo>
                <a:lnTo>
                  <a:pt x="1279489" y="887670"/>
                </a:lnTo>
                <a:lnTo>
                  <a:pt x="1278487" y="882154"/>
                </a:lnTo>
                <a:lnTo>
                  <a:pt x="1275882" y="878343"/>
                </a:lnTo>
                <a:lnTo>
                  <a:pt x="1267565" y="874030"/>
                </a:lnTo>
                <a:lnTo>
                  <a:pt x="1265461" y="875133"/>
                </a:lnTo>
                <a:lnTo>
                  <a:pt x="1263958" y="881552"/>
                </a:lnTo>
                <a:lnTo>
                  <a:pt x="1247727" y="886065"/>
                </a:lnTo>
                <a:lnTo>
                  <a:pt x="1243118" y="886366"/>
                </a:lnTo>
                <a:lnTo>
                  <a:pt x="1245422" y="877942"/>
                </a:lnTo>
                <a:lnTo>
                  <a:pt x="1241214" y="871222"/>
                </a:lnTo>
                <a:lnTo>
                  <a:pt x="1240914" y="863099"/>
                </a:lnTo>
                <a:lnTo>
                  <a:pt x="1240112" y="859488"/>
                </a:lnTo>
                <a:lnTo>
                  <a:pt x="1238008" y="857382"/>
                </a:lnTo>
                <a:lnTo>
                  <a:pt x="1242216" y="851666"/>
                </a:lnTo>
                <a:lnTo>
                  <a:pt x="1241515" y="845347"/>
                </a:lnTo>
                <a:lnTo>
                  <a:pt x="1245923" y="838527"/>
                </a:lnTo>
                <a:lnTo>
                  <a:pt x="1248328" y="821879"/>
                </a:lnTo>
                <a:lnTo>
                  <a:pt x="1265561" y="818269"/>
                </a:lnTo>
                <a:lnTo>
                  <a:pt x="1269269" y="821278"/>
                </a:lnTo>
                <a:lnTo>
                  <a:pt x="1289207" y="824988"/>
                </a:lnTo>
                <a:lnTo>
                  <a:pt x="1303335" y="835017"/>
                </a:lnTo>
                <a:lnTo>
                  <a:pt x="1310950" y="848356"/>
                </a:lnTo>
                <a:lnTo>
                  <a:pt x="1302533" y="865205"/>
                </a:lnTo>
                <a:close/>
                <a:moveTo>
                  <a:pt x="4025430" y="629823"/>
                </a:moveTo>
                <a:lnTo>
                  <a:pt x="4046771" y="633735"/>
                </a:lnTo>
                <a:lnTo>
                  <a:pt x="4054486" y="633534"/>
                </a:lnTo>
                <a:lnTo>
                  <a:pt x="4062101" y="638047"/>
                </a:lnTo>
                <a:lnTo>
                  <a:pt x="4071319" y="635941"/>
                </a:lnTo>
                <a:lnTo>
                  <a:pt x="4076629" y="637345"/>
                </a:lnTo>
                <a:lnTo>
                  <a:pt x="4094164" y="652589"/>
                </a:lnTo>
                <a:lnTo>
                  <a:pt x="4102780" y="662618"/>
                </a:lnTo>
                <a:lnTo>
                  <a:pt x="4115605" y="671343"/>
                </a:lnTo>
                <a:lnTo>
                  <a:pt x="4124823" y="674252"/>
                </a:lnTo>
                <a:lnTo>
                  <a:pt x="4117810" y="682175"/>
                </a:lnTo>
                <a:lnTo>
                  <a:pt x="4103782" y="686387"/>
                </a:lnTo>
                <a:lnTo>
                  <a:pt x="4098272" y="686588"/>
                </a:lnTo>
                <a:lnTo>
                  <a:pt x="4087551" y="681874"/>
                </a:lnTo>
                <a:lnTo>
                  <a:pt x="4078734" y="682676"/>
                </a:lnTo>
                <a:lnTo>
                  <a:pt x="4071119" y="676759"/>
                </a:lnTo>
                <a:lnTo>
                  <a:pt x="4069816" y="667633"/>
                </a:lnTo>
                <a:lnTo>
                  <a:pt x="4061901" y="647073"/>
                </a:lnTo>
                <a:lnTo>
                  <a:pt x="4051781" y="652990"/>
                </a:lnTo>
                <a:lnTo>
                  <a:pt x="4039557" y="643463"/>
                </a:lnTo>
                <a:lnTo>
                  <a:pt x="4036251" y="643262"/>
                </a:lnTo>
                <a:lnTo>
                  <a:pt x="4035449" y="644867"/>
                </a:lnTo>
                <a:lnTo>
                  <a:pt x="4030339" y="641658"/>
                </a:lnTo>
                <a:lnTo>
                  <a:pt x="4025931" y="635239"/>
                </a:lnTo>
                <a:lnTo>
                  <a:pt x="4025430" y="629823"/>
                </a:lnTo>
                <a:close/>
                <a:moveTo>
                  <a:pt x="4034548" y="724196"/>
                </a:moveTo>
                <a:lnTo>
                  <a:pt x="4074125" y="729211"/>
                </a:lnTo>
                <a:lnTo>
                  <a:pt x="4084845" y="728609"/>
                </a:lnTo>
                <a:lnTo>
                  <a:pt x="4107489" y="730515"/>
                </a:lnTo>
                <a:lnTo>
                  <a:pt x="4126326" y="737234"/>
                </a:lnTo>
                <a:lnTo>
                  <a:pt x="4159290" y="738438"/>
                </a:lnTo>
                <a:lnTo>
                  <a:pt x="4169109" y="740444"/>
                </a:lnTo>
                <a:lnTo>
                  <a:pt x="4176724" y="745057"/>
                </a:lnTo>
                <a:lnTo>
                  <a:pt x="4158288" y="748868"/>
                </a:lnTo>
                <a:lnTo>
                  <a:pt x="4149571" y="752378"/>
                </a:lnTo>
                <a:lnTo>
                  <a:pt x="4133440" y="754083"/>
                </a:lnTo>
                <a:lnTo>
                  <a:pt x="4119914" y="752278"/>
                </a:lnTo>
                <a:lnTo>
                  <a:pt x="4110095" y="754484"/>
                </a:lnTo>
                <a:lnTo>
                  <a:pt x="4106588" y="750974"/>
                </a:lnTo>
                <a:lnTo>
                  <a:pt x="4092160" y="747464"/>
                </a:lnTo>
                <a:lnTo>
                  <a:pt x="4073824" y="740243"/>
                </a:lnTo>
                <a:lnTo>
                  <a:pt x="4035950" y="731819"/>
                </a:lnTo>
                <a:lnTo>
                  <a:pt x="4034147" y="726603"/>
                </a:lnTo>
                <a:lnTo>
                  <a:pt x="4034548" y="724196"/>
                </a:lnTo>
                <a:close/>
                <a:moveTo>
                  <a:pt x="3567539" y="564935"/>
                </a:moveTo>
                <a:lnTo>
                  <a:pt x="3584973" y="569248"/>
                </a:lnTo>
                <a:lnTo>
                  <a:pt x="3588881" y="568546"/>
                </a:lnTo>
                <a:lnTo>
                  <a:pt x="3614030" y="579578"/>
                </a:lnTo>
                <a:lnTo>
                  <a:pt x="3618037" y="584993"/>
                </a:lnTo>
                <a:lnTo>
                  <a:pt x="3616635" y="588704"/>
                </a:lnTo>
                <a:lnTo>
                  <a:pt x="3620342" y="593618"/>
                </a:lnTo>
                <a:lnTo>
                  <a:pt x="3612126" y="601241"/>
                </a:lnTo>
                <a:lnTo>
                  <a:pt x="3608118" y="602043"/>
                </a:lnTo>
                <a:lnTo>
                  <a:pt x="3604110" y="599235"/>
                </a:lnTo>
                <a:lnTo>
                  <a:pt x="3596095" y="597630"/>
                </a:lnTo>
                <a:lnTo>
                  <a:pt x="3586777" y="600739"/>
                </a:lnTo>
                <a:lnTo>
                  <a:pt x="3580865" y="598432"/>
                </a:lnTo>
                <a:lnTo>
                  <a:pt x="3575956" y="591412"/>
                </a:lnTo>
                <a:lnTo>
                  <a:pt x="3567038" y="587200"/>
                </a:lnTo>
                <a:lnTo>
                  <a:pt x="3554514" y="572658"/>
                </a:lnTo>
                <a:lnTo>
                  <a:pt x="3548402" y="573159"/>
                </a:lnTo>
                <a:lnTo>
                  <a:pt x="3550005" y="578876"/>
                </a:lnTo>
                <a:lnTo>
                  <a:pt x="3555315" y="582687"/>
                </a:lnTo>
                <a:lnTo>
                  <a:pt x="3562329" y="593719"/>
                </a:lnTo>
                <a:lnTo>
                  <a:pt x="3566437" y="594822"/>
                </a:lnTo>
                <a:lnTo>
                  <a:pt x="3570545" y="594421"/>
                </a:lnTo>
                <a:lnTo>
                  <a:pt x="3576156" y="599034"/>
                </a:lnTo>
                <a:lnTo>
                  <a:pt x="3575855" y="606255"/>
                </a:lnTo>
                <a:lnTo>
                  <a:pt x="3561227" y="609063"/>
                </a:lnTo>
                <a:lnTo>
                  <a:pt x="3556217" y="603848"/>
                </a:lnTo>
                <a:lnTo>
                  <a:pt x="3555115" y="594320"/>
                </a:lnTo>
                <a:lnTo>
                  <a:pt x="3546899" y="597530"/>
                </a:lnTo>
                <a:lnTo>
                  <a:pt x="3543693" y="600839"/>
                </a:lnTo>
                <a:lnTo>
                  <a:pt x="3541288" y="601241"/>
                </a:lnTo>
                <a:lnTo>
                  <a:pt x="3535777" y="591312"/>
                </a:lnTo>
                <a:lnTo>
                  <a:pt x="3520247" y="590810"/>
                </a:lnTo>
                <a:lnTo>
                  <a:pt x="3509827" y="585595"/>
                </a:lnTo>
                <a:lnTo>
                  <a:pt x="3514937" y="580079"/>
                </a:lnTo>
                <a:lnTo>
                  <a:pt x="3515638" y="574664"/>
                </a:lnTo>
                <a:lnTo>
                  <a:pt x="3522451" y="571855"/>
                </a:lnTo>
                <a:lnTo>
                  <a:pt x="3529265" y="574363"/>
                </a:lnTo>
                <a:lnTo>
                  <a:pt x="3536178" y="570552"/>
                </a:lnTo>
                <a:lnTo>
                  <a:pt x="3540988" y="571555"/>
                </a:lnTo>
                <a:lnTo>
                  <a:pt x="3544595" y="569047"/>
                </a:lnTo>
                <a:lnTo>
                  <a:pt x="3558421" y="567543"/>
                </a:lnTo>
                <a:lnTo>
                  <a:pt x="3567539" y="564935"/>
                </a:lnTo>
                <a:close/>
                <a:moveTo>
                  <a:pt x="3331179" y="358738"/>
                </a:moveTo>
                <a:lnTo>
                  <a:pt x="3315349" y="360443"/>
                </a:lnTo>
                <a:lnTo>
                  <a:pt x="3311742" y="355629"/>
                </a:lnTo>
                <a:lnTo>
                  <a:pt x="3307533" y="334167"/>
                </a:lnTo>
                <a:lnTo>
                  <a:pt x="3318755" y="316917"/>
                </a:lnTo>
                <a:lnTo>
                  <a:pt x="3332983" y="306688"/>
                </a:lnTo>
                <a:lnTo>
                  <a:pt x="3342702" y="304181"/>
                </a:lnTo>
                <a:lnTo>
                  <a:pt x="3346008" y="303980"/>
                </a:lnTo>
                <a:lnTo>
                  <a:pt x="3354625" y="316416"/>
                </a:lnTo>
                <a:lnTo>
                  <a:pt x="3348112" y="341489"/>
                </a:lnTo>
                <a:lnTo>
                  <a:pt x="3340598" y="354225"/>
                </a:lnTo>
                <a:lnTo>
                  <a:pt x="3331179" y="358738"/>
                </a:lnTo>
                <a:close/>
                <a:moveTo>
                  <a:pt x="3301021" y="731117"/>
                </a:moveTo>
                <a:lnTo>
                  <a:pt x="3294909" y="735128"/>
                </a:lnTo>
                <a:lnTo>
                  <a:pt x="3291803" y="736231"/>
                </a:lnTo>
                <a:lnTo>
                  <a:pt x="3277074" y="733523"/>
                </a:lnTo>
                <a:lnTo>
                  <a:pt x="3259740" y="734125"/>
                </a:lnTo>
                <a:lnTo>
                  <a:pt x="3241806" y="737936"/>
                </a:lnTo>
                <a:lnTo>
                  <a:pt x="3231385" y="734727"/>
                </a:lnTo>
                <a:lnTo>
                  <a:pt x="3224772" y="729512"/>
                </a:lnTo>
                <a:lnTo>
                  <a:pt x="3225073" y="723996"/>
                </a:lnTo>
                <a:lnTo>
                  <a:pt x="3231285" y="710356"/>
                </a:lnTo>
                <a:lnTo>
                  <a:pt x="3244811" y="700027"/>
                </a:lnTo>
                <a:lnTo>
                  <a:pt x="3250322" y="698121"/>
                </a:lnTo>
                <a:lnTo>
                  <a:pt x="3259941" y="700929"/>
                </a:lnTo>
                <a:lnTo>
                  <a:pt x="3276172" y="708852"/>
                </a:lnTo>
                <a:lnTo>
                  <a:pt x="3288997" y="718179"/>
                </a:lnTo>
                <a:lnTo>
                  <a:pt x="3300620" y="725400"/>
                </a:lnTo>
                <a:lnTo>
                  <a:pt x="3301021" y="731117"/>
                </a:lnTo>
                <a:close/>
                <a:moveTo>
                  <a:pt x="3090812" y="810346"/>
                </a:moveTo>
                <a:lnTo>
                  <a:pt x="3089109" y="812151"/>
                </a:lnTo>
                <a:lnTo>
                  <a:pt x="3083097" y="806735"/>
                </a:lnTo>
                <a:lnTo>
                  <a:pt x="3079089" y="791491"/>
                </a:lnTo>
                <a:lnTo>
                  <a:pt x="3075582" y="787379"/>
                </a:lnTo>
                <a:lnTo>
                  <a:pt x="3071574" y="772837"/>
                </a:lnTo>
                <a:lnTo>
                  <a:pt x="3072576" y="768725"/>
                </a:lnTo>
                <a:lnTo>
                  <a:pt x="3077586" y="762608"/>
                </a:lnTo>
                <a:lnTo>
                  <a:pt x="3081594" y="762708"/>
                </a:lnTo>
                <a:lnTo>
                  <a:pt x="3084600" y="766318"/>
                </a:lnTo>
                <a:lnTo>
                  <a:pt x="3082896" y="781964"/>
                </a:lnTo>
                <a:lnTo>
                  <a:pt x="3091914" y="801821"/>
                </a:lnTo>
                <a:lnTo>
                  <a:pt x="3090812" y="810346"/>
                </a:lnTo>
                <a:close/>
                <a:moveTo>
                  <a:pt x="3087706" y="744054"/>
                </a:moveTo>
                <a:lnTo>
                  <a:pt x="3118566" y="747364"/>
                </a:lnTo>
                <a:lnTo>
                  <a:pt x="3114157" y="750974"/>
                </a:lnTo>
                <a:lnTo>
                  <a:pt x="3080893" y="756791"/>
                </a:lnTo>
                <a:lnTo>
                  <a:pt x="3069170" y="755688"/>
                </a:lnTo>
                <a:lnTo>
                  <a:pt x="3033100" y="759098"/>
                </a:lnTo>
                <a:lnTo>
                  <a:pt x="3028491" y="758897"/>
                </a:lnTo>
                <a:lnTo>
                  <a:pt x="3027789" y="753281"/>
                </a:lnTo>
                <a:lnTo>
                  <a:pt x="3023882" y="749369"/>
                </a:lnTo>
                <a:lnTo>
                  <a:pt x="3029693" y="745959"/>
                </a:lnTo>
                <a:lnTo>
                  <a:pt x="3037308" y="745157"/>
                </a:lnTo>
                <a:lnTo>
                  <a:pt x="3057247" y="746461"/>
                </a:lnTo>
                <a:lnTo>
                  <a:pt x="3087706" y="744054"/>
                </a:lnTo>
                <a:close/>
                <a:moveTo>
                  <a:pt x="2982100" y="735529"/>
                </a:moveTo>
                <a:lnTo>
                  <a:pt x="2991419" y="739140"/>
                </a:lnTo>
                <a:lnTo>
                  <a:pt x="2994725" y="739140"/>
                </a:lnTo>
                <a:lnTo>
                  <a:pt x="2997831" y="734928"/>
                </a:lnTo>
                <a:lnTo>
                  <a:pt x="2999735" y="734326"/>
                </a:lnTo>
                <a:lnTo>
                  <a:pt x="3003943" y="736332"/>
                </a:lnTo>
                <a:lnTo>
                  <a:pt x="3004945" y="743051"/>
                </a:lnTo>
                <a:lnTo>
                  <a:pt x="3010957" y="742148"/>
                </a:lnTo>
                <a:lnTo>
                  <a:pt x="3015666" y="744455"/>
                </a:lnTo>
                <a:lnTo>
                  <a:pt x="3017169" y="746060"/>
                </a:lnTo>
                <a:lnTo>
                  <a:pt x="3016567" y="752779"/>
                </a:lnTo>
                <a:lnTo>
                  <a:pt x="2998633" y="753983"/>
                </a:lnTo>
                <a:lnTo>
                  <a:pt x="2985808" y="759398"/>
                </a:lnTo>
                <a:lnTo>
                  <a:pt x="2968474" y="754484"/>
                </a:lnTo>
                <a:lnTo>
                  <a:pt x="2948936" y="762909"/>
                </a:lnTo>
                <a:lnTo>
                  <a:pt x="2937113" y="765817"/>
                </a:lnTo>
                <a:lnTo>
                  <a:pt x="2926793" y="765616"/>
                </a:lnTo>
                <a:lnTo>
                  <a:pt x="2917976" y="750974"/>
                </a:lnTo>
                <a:lnTo>
                  <a:pt x="2923086" y="733824"/>
                </a:lnTo>
                <a:lnTo>
                  <a:pt x="2926793" y="730916"/>
                </a:lnTo>
                <a:lnTo>
                  <a:pt x="2933305" y="729412"/>
                </a:lnTo>
                <a:lnTo>
                  <a:pt x="2951441" y="728609"/>
                </a:lnTo>
                <a:lnTo>
                  <a:pt x="2982100" y="735529"/>
                </a:lnTo>
                <a:close/>
                <a:moveTo>
                  <a:pt x="3618939" y="1366857"/>
                </a:moveTo>
                <a:lnTo>
                  <a:pt x="3617236" y="1367960"/>
                </a:lnTo>
                <a:lnTo>
                  <a:pt x="3604812" y="1366656"/>
                </a:lnTo>
                <a:lnTo>
                  <a:pt x="3597698" y="1366556"/>
                </a:lnTo>
                <a:lnTo>
                  <a:pt x="3598600" y="1359034"/>
                </a:lnTo>
                <a:lnTo>
                  <a:pt x="3594993" y="1353318"/>
                </a:lnTo>
                <a:lnTo>
                  <a:pt x="3600002" y="1344994"/>
                </a:lnTo>
                <a:lnTo>
                  <a:pt x="3600103" y="1335266"/>
                </a:lnTo>
                <a:lnTo>
                  <a:pt x="3605313" y="1333962"/>
                </a:lnTo>
                <a:lnTo>
                  <a:pt x="3606014" y="1328446"/>
                </a:lnTo>
                <a:lnTo>
                  <a:pt x="3612326" y="1313803"/>
                </a:lnTo>
                <a:lnTo>
                  <a:pt x="3616034" y="1310494"/>
                </a:lnTo>
                <a:lnTo>
                  <a:pt x="3621244" y="1309190"/>
                </a:lnTo>
                <a:lnTo>
                  <a:pt x="3627456" y="1300665"/>
                </a:lnTo>
                <a:lnTo>
                  <a:pt x="3630963" y="1298158"/>
                </a:lnTo>
                <a:lnTo>
                  <a:pt x="3634670" y="1291740"/>
                </a:lnTo>
                <a:lnTo>
                  <a:pt x="3639880" y="1288731"/>
                </a:lnTo>
                <a:lnTo>
                  <a:pt x="3639479" y="1283115"/>
                </a:lnTo>
                <a:lnTo>
                  <a:pt x="3642485" y="1280206"/>
                </a:lnTo>
                <a:lnTo>
                  <a:pt x="3650701" y="1277900"/>
                </a:lnTo>
                <a:lnTo>
                  <a:pt x="3656512" y="1280607"/>
                </a:lnTo>
                <a:lnTo>
                  <a:pt x="3660019" y="1286324"/>
                </a:lnTo>
                <a:lnTo>
                  <a:pt x="3650801" y="1293344"/>
                </a:lnTo>
                <a:lnTo>
                  <a:pt x="3655510" y="1310594"/>
                </a:lnTo>
                <a:lnTo>
                  <a:pt x="3648797" y="1329348"/>
                </a:lnTo>
                <a:lnTo>
                  <a:pt x="3644389" y="1334965"/>
                </a:lnTo>
                <a:lnTo>
                  <a:pt x="3636173" y="1339879"/>
                </a:lnTo>
                <a:lnTo>
                  <a:pt x="3633768" y="1344492"/>
                </a:lnTo>
                <a:lnTo>
                  <a:pt x="3624049" y="1353719"/>
                </a:lnTo>
                <a:lnTo>
                  <a:pt x="3621143" y="1361642"/>
                </a:lnTo>
                <a:lnTo>
                  <a:pt x="3620642" y="1364952"/>
                </a:lnTo>
                <a:lnTo>
                  <a:pt x="3618939" y="1366857"/>
                </a:lnTo>
                <a:close/>
                <a:moveTo>
                  <a:pt x="3165557" y="1333561"/>
                </a:moveTo>
                <a:lnTo>
                  <a:pt x="3166860" y="1338475"/>
                </a:lnTo>
                <a:lnTo>
                  <a:pt x="3166760" y="1340581"/>
                </a:lnTo>
                <a:lnTo>
                  <a:pt x="3154736" y="1342186"/>
                </a:lnTo>
                <a:lnTo>
                  <a:pt x="3143114" y="1347601"/>
                </a:lnTo>
                <a:lnTo>
                  <a:pt x="3137202" y="1353819"/>
                </a:lnTo>
                <a:lnTo>
                  <a:pt x="3132593" y="1361843"/>
                </a:lnTo>
                <a:lnTo>
                  <a:pt x="3116662" y="1358633"/>
                </a:lnTo>
                <a:lnTo>
                  <a:pt x="3102434" y="1358031"/>
                </a:lnTo>
                <a:lnTo>
                  <a:pt x="3096122" y="1355223"/>
                </a:lnTo>
                <a:lnTo>
                  <a:pt x="3089309" y="1355424"/>
                </a:lnTo>
                <a:lnTo>
                  <a:pt x="3080492" y="1357931"/>
                </a:lnTo>
                <a:lnTo>
                  <a:pt x="3067867" y="1364751"/>
                </a:lnTo>
                <a:lnTo>
                  <a:pt x="3065062" y="1365353"/>
                </a:lnTo>
                <a:lnTo>
                  <a:pt x="3066064" y="1354922"/>
                </a:lnTo>
                <a:lnTo>
                  <a:pt x="3069571" y="1348504"/>
                </a:lnTo>
                <a:lnTo>
                  <a:pt x="3082796" y="1333059"/>
                </a:lnTo>
                <a:lnTo>
                  <a:pt x="3093818" y="1336469"/>
                </a:lnTo>
                <a:lnTo>
                  <a:pt x="3106743" y="1337472"/>
                </a:lnTo>
                <a:lnTo>
                  <a:pt x="3121271" y="1334463"/>
                </a:lnTo>
                <a:lnTo>
                  <a:pt x="3131691" y="1327543"/>
                </a:lnTo>
                <a:lnTo>
                  <a:pt x="3146420" y="1323933"/>
                </a:lnTo>
                <a:lnTo>
                  <a:pt x="3158043" y="1332959"/>
                </a:lnTo>
                <a:lnTo>
                  <a:pt x="3165557" y="1333561"/>
                </a:lnTo>
                <a:close/>
                <a:moveTo>
                  <a:pt x="2942624" y="1380998"/>
                </a:moveTo>
                <a:lnTo>
                  <a:pt x="2945028" y="1387116"/>
                </a:lnTo>
                <a:lnTo>
                  <a:pt x="2952743" y="1383706"/>
                </a:lnTo>
                <a:lnTo>
                  <a:pt x="2960258" y="1382903"/>
                </a:lnTo>
                <a:lnTo>
                  <a:pt x="2977491" y="1383505"/>
                </a:lnTo>
                <a:lnTo>
                  <a:pt x="2990116" y="1384909"/>
                </a:lnTo>
                <a:lnTo>
                  <a:pt x="2997631" y="1387417"/>
                </a:lnTo>
                <a:lnTo>
                  <a:pt x="2998332" y="1399552"/>
                </a:lnTo>
                <a:lnTo>
                  <a:pt x="2994825" y="1402260"/>
                </a:lnTo>
                <a:lnTo>
                  <a:pt x="2929398" y="1411486"/>
                </a:lnTo>
                <a:lnTo>
                  <a:pt x="2923086" y="1408478"/>
                </a:lnTo>
                <a:lnTo>
                  <a:pt x="2920581" y="1405569"/>
                </a:lnTo>
                <a:lnTo>
                  <a:pt x="2927594" y="1396543"/>
                </a:lnTo>
                <a:lnTo>
                  <a:pt x="2924388" y="1392231"/>
                </a:lnTo>
                <a:lnTo>
                  <a:pt x="2928095" y="1385210"/>
                </a:lnTo>
                <a:lnTo>
                  <a:pt x="2935911" y="1380396"/>
                </a:lnTo>
                <a:lnTo>
                  <a:pt x="2942624" y="1380998"/>
                </a:lnTo>
                <a:close/>
                <a:moveTo>
                  <a:pt x="3586476" y="696516"/>
                </a:moveTo>
                <a:lnTo>
                  <a:pt x="3582969" y="699224"/>
                </a:lnTo>
                <a:lnTo>
                  <a:pt x="3570745" y="696617"/>
                </a:lnTo>
                <a:lnTo>
                  <a:pt x="3564433" y="690399"/>
                </a:lnTo>
                <a:lnTo>
                  <a:pt x="3560125" y="682175"/>
                </a:lnTo>
                <a:lnTo>
                  <a:pt x="3557419" y="675255"/>
                </a:lnTo>
                <a:lnTo>
                  <a:pt x="3556618" y="669839"/>
                </a:lnTo>
                <a:lnTo>
                  <a:pt x="3553011" y="663220"/>
                </a:lnTo>
                <a:lnTo>
                  <a:pt x="3553512" y="660813"/>
                </a:lnTo>
                <a:lnTo>
                  <a:pt x="3575956" y="653793"/>
                </a:lnTo>
                <a:lnTo>
                  <a:pt x="3580164" y="656300"/>
                </a:lnTo>
                <a:lnTo>
                  <a:pt x="3589582" y="656601"/>
                </a:lnTo>
                <a:lnTo>
                  <a:pt x="3593690" y="661615"/>
                </a:lnTo>
                <a:lnTo>
                  <a:pt x="3590885" y="683679"/>
                </a:lnTo>
                <a:lnTo>
                  <a:pt x="3586476" y="696516"/>
                </a:lnTo>
                <a:close/>
                <a:moveTo>
                  <a:pt x="128850" y="40116"/>
                </a:moveTo>
                <a:lnTo>
                  <a:pt x="141074" y="41019"/>
                </a:lnTo>
                <a:lnTo>
                  <a:pt x="163919" y="35603"/>
                </a:lnTo>
                <a:lnTo>
                  <a:pt x="176443" y="36104"/>
                </a:lnTo>
                <a:lnTo>
                  <a:pt x="188266" y="40016"/>
                </a:lnTo>
                <a:lnTo>
                  <a:pt x="198686" y="42322"/>
                </a:lnTo>
                <a:lnTo>
                  <a:pt x="224837" y="39414"/>
                </a:lnTo>
                <a:lnTo>
                  <a:pt x="229747" y="40216"/>
                </a:lnTo>
                <a:lnTo>
                  <a:pt x="234456" y="42423"/>
                </a:lnTo>
                <a:lnTo>
                  <a:pt x="238564" y="46033"/>
                </a:lnTo>
                <a:lnTo>
                  <a:pt x="250487" y="59071"/>
                </a:lnTo>
                <a:lnTo>
                  <a:pt x="270626" y="75117"/>
                </a:lnTo>
                <a:lnTo>
                  <a:pt x="276538" y="85447"/>
                </a:lnTo>
                <a:lnTo>
                  <a:pt x="279844" y="96981"/>
                </a:lnTo>
                <a:lnTo>
                  <a:pt x="281948" y="99688"/>
                </a:lnTo>
                <a:lnTo>
                  <a:pt x="304692" y="121752"/>
                </a:lnTo>
                <a:lnTo>
                  <a:pt x="307197" y="131079"/>
                </a:lnTo>
                <a:lnTo>
                  <a:pt x="303991" y="143816"/>
                </a:lnTo>
                <a:lnTo>
                  <a:pt x="310604" y="154046"/>
                </a:lnTo>
                <a:lnTo>
                  <a:pt x="332747" y="163573"/>
                </a:lnTo>
                <a:lnTo>
                  <a:pt x="345873" y="170594"/>
                </a:lnTo>
                <a:lnTo>
                  <a:pt x="348678" y="174806"/>
                </a:lnTo>
                <a:lnTo>
                  <a:pt x="350582" y="179921"/>
                </a:lnTo>
                <a:lnTo>
                  <a:pt x="357796" y="187543"/>
                </a:lnTo>
                <a:lnTo>
                  <a:pt x="366913" y="192457"/>
                </a:lnTo>
                <a:lnTo>
                  <a:pt x="395168" y="205395"/>
                </a:lnTo>
                <a:lnTo>
                  <a:pt x="432241" y="232473"/>
                </a:lnTo>
                <a:lnTo>
                  <a:pt x="453382" y="245310"/>
                </a:lnTo>
                <a:lnTo>
                  <a:pt x="470916" y="264867"/>
                </a:lnTo>
                <a:lnTo>
                  <a:pt x="477128" y="274194"/>
                </a:lnTo>
                <a:lnTo>
                  <a:pt x="482338" y="284323"/>
                </a:lnTo>
                <a:lnTo>
                  <a:pt x="492959" y="298965"/>
                </a:lnTo>
                <a:lnTo>
                  <a:pt x="510994" y="317118"/>
                </a:lnTo>
                <a:lnTo>
                  <a:pt x="515603" y="322734"/>
                </a:lnTo>
                <a:lnTo>
                  <a:pt x="520412" y="330657"/>
                </a:lnTo>
                <a:lnTo>
                  <a:pt x="526023" y="338179"/>
                </a:lnTo>
                <a:lnTo>
                  <a:pt x="532736" y="344999"/>
                </a:lnTo>
                <a:lnTo>
                  <a:pt x="540752" y="350214"/>
                </a:lnTo>
                <a:lnTo>
                  <a:pt x="548867" y="351919"/>
                </a:lnTo>
                <a:lnTo>
                  <a:pt x="562093" y="365057"/>
                </a:lnTo>
                <a:lnTo>
                  <a:pt x="569207" y="369169"/>
                </a:lnTo>
                <a:lnTo>
                  <a:pt x="568105" y="358839"/>
                </a:lnTo>
                <a:lnTo>
                  <a:pt x="562093" y="349913"/>
                </a:lnTo>
                <a:lnTo>
                  <a:pt x="562193" y="344497"/>
                </a:lnTo>
                <a:lnTo>
                  <a:pt x="563195" y="339583"/>
                </a:lnTo>
                <a:lnTo>
                  <a:pt x="568105" y="335571"/>
                </a:lnTo>
                <a:lnTo>
                  <a:pt x="574016" y="334368"/>
                </a:lnTo>
                <a:lnTo>
                  <a:pt x="585038" y="338179"/>
                </a:lnTo>
                <a:lnTo>
                  <a:pt x="602973" y="353724"/>
                </a:lnTo>
                <a:lnTo>
                  <a:pt x="610587" y="362750"/>
                </a:lnTo>
                <a:lnTo>
                  <a:pt x="616299" y="375286"/>
                </a:lnTo>
                <a:lnTo>
                  <a:pt x="621008" y="388324"/>
                </a:lnTo>
                <a:lnTo>
                  <a:pt x="628222" y="394743"/>
                </a:lnTo>
                <a:lnTo>
                  <a:pt x="638041" y="396949"/>
                </a:lnTo>
                <a:lnTo>
                  <a:pt x="648962" y="397952"/>
                </a:lnTo>
                <a:lnTo>
                  <a:pt x="659082" y="401964"/>
                </a:lnTo>
                <a:lnTo>
                  <a:pt x="682628" y="419916"/>
                </a:lnTo>
                <a:lnTo>
                  <a:pt x="690443" y="428340"/>
                </a:lnTo>
                <a:lnTo>
                  <a:pt x="696354" y="438269"/>
                </a:lnTo>
                <a:lnTo>
                  <a:pt x="700462" y="450003"/>
                </a:lnTo>
                <a:lnTo>
                  <a:pt x="702967" y="462338"/>
                </a:lnTo>
                <a:lnTo>
                  <a:pt x="704570" y="465247"/>
                </a:lnTo>
                <a:lnTo>
                  <a:pt x="719700" y="480090"/>
                </a:lnTo>
                <a:lnTo>
                  <a:pt x="727615" y="486408"/>
                </a:lnTo>
                <a:lnTo>
                  <a:pt x="737334" y="489417"/>
                </a:lnTo>
                <a:lnTo>
                  <a:pt x="765689" y="492827"/>
                </a:lnTo>
                <a:lnTo>
                  <a:pt x="775709" y="497941"/>
                </a:lnTo>
                <a:lnTo>
                  <a:pt x="784025" y="506466"/>
                </a:lnTo>
                <a:lnTo>
                  <a:pt x="787532" y="515191"/>
                </a:lnTo>
                <a:lnTo>
                  <a:pt x="781620" y="522914"/>
                </a:lnTo>
                <a:lnTo>
                  <a:pt x="759377" y="534648"/>
                </a:lnTo>
                <a:lnTo>
                  <a:pt x="735731" y="542872"/>
                </a:lnTo>
                <a:lnTo>
                  <a:pt x="758776" y="540063"/>
                </a:lnTo>
                <a:lnTo>
                  <a:pt x="770398" y="536553"/>
                </a:lnTo>
                <a:lnTo>
                  <a:pt x="781119" y="531238"/>
                </a:lnTo>
                <a:lnTo>
                  <a:pt x="791740" y="524418"/>
                </a:lnTo>
                <a:lnTo>
                  <a:pt x="808573" y="514891"/>
                </a:lnTo>
                <a:lnTo>
                  <a:pt x="814785" y="512985"/>
                </a:lnTo>
                <a:lnTo>
                  <a:pt x="822099" y="513687"/>
                </a:lnTo>
                <a:lnTo>
                  <a:pt x="828812" y="516395"/>
                </a:lnTo>
                <a:lnTo>
                  <a:pt x="838831" y="525722"/>
                </a:lnTo>
                <a:lnTo>
                  <a:pt x="848250" y="535550"/>
                </a:lnTo>
                <a:lnTo>
                  <a:pt x="855263" y="547084"/>
                </a:lnTo>
                <a:lnTo>
                  <a:pt x="859672" y="559821"/>
                </a:lnTo>
                <a:lnTo>
                  <a:pt x="851556" y="566540"/>
                </a:lnTo>
                <a:lnTo>
                  <a:pt x="839833" y="571454"/>
                </a:lnTo>
                <a:lnTo>
                  <a:pt x="823802" y="583790"/>
                </a:lnTo>
                <a:lnTo>
                  <a:pt x="822099" y="588604"/>
                </a:lnTo>
                <a:lnTo>
                  <a:pt x="825305" y="591813"/>
                </a:lnTo>
                <a:lnTo>
                  <a:pt x="821398" y="600839"/>
                </a:lnTo>
                <a:lnTo>
                  <a:pt x="830415" y="606456"/>
                </a:lnTo>
                <a:lnTo>
                  <a:pt x="831818" y="611270"/>
                </a:lnTo>
                <a:lnTo>
                  <a:pt x="824003" y="618089"/>
                </a:lnTo>
                <a:lnTo>
                  <a:pt x="824804" y="622302"/>
                </a:lnTo>
                <a:lnTo>
                  <a:pt x="834222" y="640253"/>
                </a:lnTo>
                <a:lnTo>
                  <a:pt x="838731" y="644365"/>
                </a:lnTo>
                <a:lnTo>
                  <a:pt x="853059" y="653492"/>
                </a:lnTo>
                <a:lnTo>
                  <a:pt x="875002" y="662719"/>
                </a:lnTo>
                <a:lnTo>
                  <a:pt x="887125" y="666931"/>
                </a:lnTo>
                <a:lnTo>
                  <a:pt x="900952" y="670240"/>
                </a:lnTo>
                <a:lnTo>
                  <a:pt x="906864" y="670140"/>
                </a:lnTo>
                <a:lnTo>
                  <a:pt x="917184" y="668636"/>
                </a:lnTo>
                <a:lnTo>
                  <a:pt x="919188" y="672246"/>
                </a:lnTo>
                <a:lnTo>
                  <a:pt x="923697" y="689997"/>
                </a:lnTo>
                <a:lnTo>
                  <a:pt x="925801" y="701130"/>
                </a:lnTo>
                <a:lnTo>
                  <a:pt x="928907" y="724999"/>
                </a:lnTo>
                <a:lnTo>
                  <a:pt x="933015" y="734928"/>
                </a:lnTo>
                <a:lnTo>
                  <a:pt x="932714" y="746962"/>
                </a:lnTo>
                <a:lnTo>
                  <a:pt x="938024" y="757292"/>
                </a:lnTo>
                <a:lnTo>
                  <a:pt x="948745" y="763811"/>
                </a:lnTo>
                <a:lnTo>
                  <a:pt x="960268" y="769227"/>
                </a:lnTo>
                <a:lnTo>
                  <a:pt x="965678" y="774442"/>
                </a:lnTo>
                <a:lnTo>
                  <a:pt x="965678" y="782365"/>
                </a:lnTo>
                <a:lnTo>
                  <a:pt x="963774" y="788583"/>
                </a:lnTo>
                <a:lnTo>
                  <a:pt x="959867" y="793497"/>
                </a:lnTo>
                <a:lnTo>
                  <a:pt x="947944" y="803827"/>
                </a:lnTo>
                <a:lnTo>
                  <a:pt x="945840" y="808240"/>
                </a:lnTo>
                <a:lnTo>
                  <a:pt x="944236" y="819573"/>
                </a:lnTo>
                <a:lnTo>
                  <a:pt x="946240" y="824788"/>
                </a:lnTo>
                <a:lnTo>
                  <a:pt x="950950" y="825089"/>
                </a:lnTo>
                <a:lnTo>
                  <a:pt x="954757" y="822381"/>
                </a:lnTo>
                <a:lnTo>
                  <a:pt x="968985" y="807137"/>
                </a:lnTo>
                <a:lnTo>
                  <a:pt x="972892" y="804429"/>
                </a:lnTo>
                <a:lnTo>
                  <a:pt x="978303" y="802323"/>
                </a:lnTo>
                <a:lnTo>
                  <a:pt x="983813" y="801019"/>
                </a:lnTo>
                <a:lnTo>
                  <a:pt x="1009964" y="800818"/>
                </a:lnTo>
                <a:lnTo>
                  <a:pt x="1020986" y="803225"/>
                </a:lnTo>
                <a:lnTo>
                  <a:pt x="1030805" y="808240"/>
                </a:lnTo>
                <a:lnTo>
                  <a:pt x="1039522" y="814458"/>
                </a:lnTo>
                <a:lnTo>
                  <a:pt x="1071284" y="854173"/>
                </a:lnTo>
                <a:lnTo>
                  <a:pt x="1085812" y="876036"/>
                </a:lnTo>
                <a:lnTo>
                  <a:pt x="1087014" y="881552"/>
                </a:lnTo>
                <a:lnTo>
                  <a:pt x="1087215" y="887168"/>
                </a:lnTo>
                <a:lnTo>
                  <a:pt x="1084810" y="891581"/>
                </a:lnTo>
                <a:lnTo>
                  <a:pt x="1071484" y="906524"/>
                </a:lnTo>
                <a:lnTo>
                  <a:pt x="1069881" y="910636"/>
                </a:lnTo>
                <a:lnTo>
                  <a:pt x="1065773" y="926984"/>
                </a:lnTo>
                <a:lnTo>
                  <a:pt x="1066574" y="938718"/>
                </a:lnTo>
                <a:lnTo>
                  <a:pt x="1070983" y="943632"/>
                </a:lnTo>
                <a:lnTo>
                  <a:pt x="1074390" y="948947"/>
                </a:lnTo>
                <a:lnTo>
                  <a:pt x="1074189" y="953761"/>
                </a:lnTo>
                <a:lnTo>
                  <a:pt x="1065472" y="977931"/>
                </a:lnTo>
                <a:lnTo>
                  <a:pt x="1064470" y="982043"/>
                </a:lnTo>
                <a:lnTo>
                  <a:pt x="1070081" y="1021257"/>
                </a:lnTo>
                <a:lnTo>
                  <a:pt x="1070482" y="1031887"/>
                </a:lnTo>
                <a:lnTo>
                  <a:pt x="1069280" y="1045326"/>
                </a:lnTo>
                <a:lnTo>
                  <a:pt x="1070081" y="1066989"/>
                </a:lnTo>
                <a:lnTo>
                  <a:pt x="1062967" y="1133883"/>
                </a:lnTo>
                <a:lnTo>
                  <a:pt x="1061665" y="1137794"/>
                </a:lnTo>
                <a:lnTo>
                  <a:pt x="1056154" y="1148024"/>
                </a:lnTo>
                <a:lnTo>
                  <a:pt x="1049040" y="1148024"/>
                </a:lnTo>
                <a:lnTo>
                  <a:pt x="1043229" y="1146218"/>
                </a:lnTo>
                <a:lnTo>
                  <a:pt x="1039121" y="1142307"/>
                </a:lnTo>
                <a:lnTo>
                  <a:pt x="1036917" y="1137393"/>
                </a:lnTo>
                <a:lnTo>
                  <a:pt x="1033610" y="1133481"/>
                </a:lnTo>
                <a:lnTo>
                  <a:pt x="1016176" y="1121146"/>
                </a:lnTo>
                <a:lnTo>
                  <a:pt x="1011668" y="1123151"/>
                </a:lnTo>
                <a:lnTo>
                  <a:pt x="994033" y="1138496"/>
                </a:lnTo>
                <a:lnTo>
                  <a:pt x="989324" y="1140803"/>
                </a:lnTo>
                <a:lnTo>
                  <a:pt x="983513" y="1138897"/>
                </a:lnTo>
                <a:lnTo>
                  <a:pt x="974195" y="1134284"/>
                </a:lnTo>
                <a:lnTo>
                  <a:pt x="945138" y="1118137"/>
                </a:lnTo>
                <a:lnTo>
                  <a:pt x="943335" y="1123352"/>
                </a:lnTo>
                <a:lnTo>
                  <a:pt x="942934" y="1130372"/>
                </a:lnTo>
                <a:lnTo>
                  <a:pt x="948745" y="1147823"/>
                </a:lnTo>
                <a:lnTo>
                  <a:pt x="949547" y="1155545"/>
                </a:lnTo>
                <a:lnTo>
                  <a:pt x="944236" y="1157050"/>
                </a:lnTo>
                <a:lnTo>
                  <a:pt x="941331" y="1156749"/>
                </a:lnTo>
                <a:lnTo>
                  <a:pt x="929207" y="1146519"/>
                </a:lnTo>
                <a:lnTo>
                  <a:pt x="918086" y="1135287"/>
                </a:lnTo>
                <a:lnTo>
                  <a:pt x="905361" y="1120042"/>
                </a:lnTo>
                <a:lnTo>
                  <a:pt x="896043" y="1112822"/>
                </a:lnTo>
                <a:lnTo>
                  <a:pt x="887727" y="1104698"/>
                </a:lnTo>
                <a:lnTo>
                  <a:pt x="864081" y="1074009"/>
                </a:lnTo>
                <a:lnTo>
                  <a:pt x="857969" y="1069296"/>
                </a:lnTo>
                <a:lnTo>
                  <a:pt x="821498" y="1047533"/>
                </a:lnTo>
                <a:lnTo>
                  <a:pt x="814083" y="1042418"/>
                </a:lnTo>
                <a:lnTo>
                  <a:pt x="804765" y="1033492"/>
                </a:lnTo>
                <a:lnTo>
                  <a:pt x="794746" y="1025469"/>
                </a:lnTo>
                <a:lnTo>
                  <a:pt x="772703" y="1012932"/>
                </a:lnTo>
                <a:lnTo>
                  <a:pt x="734529" y="980940"/>
                </a:lnTo>
                <a:lnTo>
                  <a:pt x="717896" y="962587"/>
                </a:lnTo>
                <a:lnTo>
                  <a:pt x="699460" y="933101"/>
                </a:lnTo>
                <a:lnTo>
                  <a:pt x="693449" y="925479"/>
                </a:lnTo>
                <a:lnTo>
                  <a:pt x="662388" y="903315"/>
                </a:lnTo>
                <a:lnTo>
                  <a:pt x="645455" y="889876"/>
                </a:lnTo>
                <a:lnTo>
                  <a:pt x="638442" y="882154"/>
                </a:lnTo>
                <a:lnTo>
                  <a:pt x="621909" y="855276"/>
                </a:lnTo>
                <a:lnTo>
                  <a:pt x="617100" y="846150"/>
                </a:lnTo>
                <a:lnTo>
                  <a:pt x="611088" y="838227"/>
                </a:lnTo>
                <a:lnTo>
                  <a:pt x="601069" y="831708"/>
                </a:lnTo>
                <a:lnTo>
                  <a:pt x="592352" y="824086"/>
                </a:lnTo>
                <a:lnTo>
                  <a:pt x="574818" y="799715"/>
                </a:lnTo>
                <a:lnTo>
                  <a:pt x="569407" y="790087"/>
                </a:lnTo>
                <a:lnTo>
                  <a:pt x="565199" y="779557"/>
                </a:lnTo>
                <a:lnTo>
                  <a:pt x="565901" y="758496"/>
                </a:lnTo>
                <a:lnTo>
                  <a:pt x="529029" y="694811"/>
                </a:lnTo>
                <a:lnTo>
                  <a:pt x="519711" y="674954"/>
                </a:lnTo>
                <a:lnTo>
                  <a:pt x="511094" y="647474"/>
                </a:lnTo>
                <a:lnTo>
                  <a:pt x="509190" y="644666"/>
                </a:lnTo>
                <a:lnTo>
                  <a:pt x="489051" y="619995"/>
                </a:lnTo>
                <a:lnTo>
                  <a:pt x="481937" y="612072"/>
                </a:lnTo>
                <a:lnTo>
                  <a:pt x="473320" y="604650"/>
                </a:lnTo>
                <a:lnTo>
                  <a:pt x="466207" y="596025"/>
                </a:lnTo>
                <a:lnTo>
                  <a:pt x="452280" y="567844"/>
                </a:lnTo>
                <a:lnTo>
                  <a:pt x="447170" y="560021"/>
                </a:lnTo>
                <a:lnTo>
                  <a:pt x="439956" y="554305"/>
                </a:lnTo>
                <a:lnTo>
                  <a:pt x="413604" y="543574"/>
                </a:lnTo>
                <a:lnTo>
                  <a:pt x="403685" y="537656"/>
                </a:lnTo>
                <a:lnTo>
                  <a:pt x="395970" y="529232"/>
                </a:lnTo>
                <a:lnTo>
                  <a:pt x="391261" y="518501"/>
                </a:lnTo>
                <a:lnTo>
                  <a:pt x="386051" y="495735"/>
                </a:lnTo>
                <a:lnTo>
                  <a:pt x="373627" y="461035"/>
                </a:lnTo>
                <a:lnTo>
                  <a:pt x="359599" y="414600"/>
                </a:lnTo>
                <a:lnTo>
                  <a:pt x="350281" y="393840"/>
                </a:lnTo>
                <a:lnTo>
                  <a:pt x="339460" y="377493"/>
                </a:lnTo>
                <a:lnTo>
                  <a:pt x="336354" y="373782"/>
                </a:lnTo>
                <a:lnTo>
                  <a:pt x="288561" y="344397"/>
                </a:lnTo>
                <a:lnTo>
                  <a:pt x="280345" y="340084"/>
                </a:lnTo>
                <a:lnTo>
                  <a:pt x="271728" y="337477"/>
                </a:lnTo>
                <a:lnTo>
                  <a:pt x="259304" y="335571"/>
                </a:lnTo>
                <a:lnTo>
                  <a:pt x="249886" y="327949"/>
                </a:lnTo>
                <a:lnTo>
                  <a:pt x="245978" y="314410"/>
                </a:lnTo>
                <a:lnTo>
                  <a:pt x="243874" y="296157"/>
                </a:lnTo>
                <a:lnTo>
                  <a:pt x="241469" y="285226"/>
                </a:lnTo>
                <a:lnTo>
                  <a:pt x="238864" y="279008"/>
                </a:lnTo>
                <a:lnTo>
                  <a:pt x="218825" y="266170"/>
                </a:lnTo>
                <a:lnTo>
                  <a:pt x="211010" y="255941"/>
                </a:lnTo>
                <a:lnTo>
                  <a:pt x="204498" y="244708"/>
                </a:lnTo>
                <a:lnTo>
                  <a:pt x="198486" y="235983"/>
                </a:lnTo>
                <a:lnTo>
                  <a:pt x="176543" y="205996"/>
                </a:lnTo>
                <a:lnTo>
                  <a:pt x="169029" y="198073"/>
                </a:lnTo>
                <a:lnTo>
                  <a:pt x="159710" y="192557"/>
                </a:lnTo>
                <a:lnTo>
                  <a:pt x="132057" y="186741"/>
                </a:lnTo>
                <a:lnTo>
                  <a:pt x="124041" y="181826"/>
                </a:lnTo>
                <a:lnTo>
                  <a:pt x="110615" y="164777"/>
                </a:lnTo>
                <a:lnTo>
                  <a:pt x="102499" y="156052"/>
                </a:lnTo>
                <a:lnTo>
                  <a:pt x="78252" y="136997"/>
                </a:lnTo>
                <a:lnTo>
                  <a:pt x="37272" y="96981"/>
                </a:lnTo>
                <a:lnTo>
                  <a:pt x="28856" y="87052"/>
                </a:lnTo>
                <a:lnTo>
                  <a:pt x="22544" y="76622"/>
                </a:lnTo>
                <a:lnTo>
                  <a:pt x="17434" y="65489"/>
                </a:lnTo>
                <a:lnTo>
                  <a:pt x="0" y="34600"/>
                </a:lnTo>
                <a:lnTo>
                  <a:pt x="1403" y="28382"/>
                </a:lnTo>
                <a:lnTo>
                  <a:pt x="4008" y="21863"/>
                </a:lnTo>
                <a:lnTo>
                  <a:pt x="3607" y="16548"/>
                </a:lnTo>
                <a:lnTo>
                  <a:pt x="1703" y="11232"/>
                </a:lnTo>
                <a:lnTo>
                  <a:pt x="2104" y="6418"/>
                </a:lnTo>
                <a:lnTo>
                  <a:pt x="7314" y="3610"/>
                </a:lnTo>
                <a:lnTo>
                  <a:pt x="18937" y="0"/>
                </a:lnTo>
                <a:lnTo>
                  <a:pt x="31060" y="401"/>
                </a:lnTo>
                <a:lnTo>
                  <a:pt x="42282" y="2006"/>
                </a:lnTo>
                <a:lnTo>
                  <a:pt x="53103" y="5014"/>
                </a:lnTo>
                <a:lnTo>
                  <a:pt x="63523" y="11433"/>
                </a:lnTo>
                <a:lnTo>
                  <a:pt x="82160" y="27881"/>
                </a:lnTo>
                <a:lnTo>
                  <a:pt x="92780" y="33597"/>
                </a:lnTo>
                <a:lnTo>
                  <a:pt x="104603" y="36305"/>
                </a:lnTo>
                <a:lnTo>
                  <a:pt x="128850" y="40116"/>
                </a:lnTo>
                <a:close/>
                <a:moveTo>
                  <a:pt x="2762974" y="1428235"/>
                </a:moveTo>
                <a:lnTo>
                  <a:pt x="2748847" y="1431745"/>
                </a:lnTo>
                <a:lnTo>
                  <a:pt x="2740030" y="1435155"/>
                </a:lnTo>
                <a:lnTo>
                  <a:pt x="2731613" y="1439568"/>
                </a:lnTo>
                <a:lnTo>
                  <a:pt x="2726303" y="1440570"/>
                </a:lnTo>
                <a:lnTo>
                  <a:pt x="2716684" y="1440871"/>
                </a:lnTo>
                <a:lnTo>
                  <a:pt x="2703158" y="1440069"/>
                </a:lnTo>
                <a:lnTo>
                  <a:pt x="2693940" y="1441573"/>
                </a:lnTo>
                <a:lnTo>
                  <a:pt x="2668390" y="1453107"/>
                </a:lnTo>
                <a:lnTo>
                  <a:pt x="2658271" y="1454110"/>
                </a:lnTo>
                <a:lnTo>
                  <a:pt x="2649554" y="1457018"/>
                </a:lnTo>
                <a:lnTo>
                  <a:pt x="2646548" y="1452505"/>
                </a:lnTo>
                <a:lnTo>
                  <a:pt x="2642941" y="1449195"/>
                </a:lnTo>
                <a:lnTo>
                  <a:pt x="2634424" y="1448293"/>
                </a:lnTo>
                <a:lnTo>
                  <a:pt x="2625908" y="1448594"/>
                </a:lnTo>
                <a:lnTo>
                  <a:pt x="2617191" y="1458823"/>
                </a:lnTo>
                <a:lnTo>
                  <a:pt x="2603464" y="1456717"/>
                </a:lnTo>
                <a:lnTo>
                  <a:pt x="2598154" y="1457520"/>
                </a:lnTo>
                <a:lnTo>
                  <a:pt x="2592943" y="1459726"/>
                </a:lnTo>
                <a:lnTo>
                  <a:pt x="2587834" y="1460629"/>
                </a:lnTo>
                <a:lnTo>
                  <a:pt x="2582523" y="1459926"/>
                </a:lnTo>
                <a:lnTo>
                  <a:pt x="2562384" y="1452004"/>
                </a:lnTo>
                <a:lnTo>
                  <a:pt x="2539239" y="1447290"/>
                </a:lnTo>
                <a:lnTo>
                  <a:pt x="2516194" y="1449095"/>
                </a:lnTo>
                <a:lnTo>
                  <a:pt x="2496255" y="1444783"/>
                </a:lnTo>
                <a:lnTo>
                  <a:pt x="2485334" y="1448092"/>
                </a:lnTo>
                <a:lnTo>
                  <a:pt x="2475014" y="1452906"/>
                </a:lnTo>
                <a:lnTo>
                  <a:pt x="2472008" y="1447892"/>
                </a:lnTo>
                <a:lnTo>
                  <a:pt x="2468201" y="1443479"/>
                </a:lnTo>
                <a:lnTo>
                  <a:pt x="2464894" y="1436860"/>
                </a:lnTo>
                <a:lnTo>
                  <a:pt x="2464794" y="1429338"/>
                </a:lnTo>
                <a:lnTo>
                  <a:pt x="2465896" y="1424123"/>
                </a:lnTo>
                <a:lnTo>
                  <a:pt x="2468902" y="1419309"/>
                </a:lnTo>
                <a:lnTo>
                  <a:pt x="2470706" y="1414294"/>
                </a:lnTo>
                <a:lnTo>
                  <a:pt x="2471607" y="1408979"/>
                </a:lnTo>
                <a:lnTo>
                  <a:pt x="2475916" y="1411486"/>
                </a:lnTo>
                <a:lnTo>
                  <a:pt x="2480525" y="1410584"/>
                </a:lnTo>
                <a:lnTo>
                  <a:pt x="2494051" y="1404767"/>
                </a:lnTo>
                <a:lnTo>
                  <a:pt x="2507277" y="1395941"/>
                </a:lnTo>
                <a:lnTo>
                  <a:pt x="2519601" y="1392732"/>
                </a:lnTo>
                <a:lnTo>
                  <a:pt x="2526715" y="1391829"/>
                </a:lnTo>
                <a:lnTo>
                  <a:pt x="2532827" y="1393534"/>
                </a:lnTo>
                <a:lnTo>
                  <a:pt x="2538938" y="1392933"/>
                </a:lnTo>
                <a:lnTo>
                  <a:pt x="2545251" y="1390927"/>
                </a:lnTo>
                <a:lnTo>
                  <a:pt x="2555270" y="1397746"/>
                </a:lnTo>
                <a:lnTo>
                  <a:pt x="2559378" y="1399050"/>
                </a:lnTo>
                <a:lnTo>
                  <a:pt x="2572904" y="1399652"/>
                </a:lnTo>
                <a:lnTo>
                  <a:pt x="2585228" y="1403563"/>
                </a:lnTo>
                <a:lnTo>
                  <a:pt x="2596150" y="1409380"/>
                </a:lnTo>
                <a:lnTo>
                  <a:pt x="2612081" y="1414796"/>
                </a:lnTo>
                <a:lnTo>
                  <a:pt x="2621599" y="1422117"/>
                </a:lnTo>
                <a:lnTo>
                  <a:pt x="2628913" y="1424825"/>
                </a:lnTo>
                <a:lnTo>
                  <a:pt x="2634224" y="1425527"/>
                </a:lnTo>
                <a:lnTo>
                  <a:pt x="2639233" y="1424524"/>
                </a:lnTo>
                <a:lnTo>
                  <a:pt x="2645446" y="1419610"/>
                </a:lnTo>
                <a:lnTo>
                  <a:pt x="2652760" y="1417604"/>
                </a:lnTo>
                <a:lnTo>
                  <a:pt x="2659172" y="1417704"/>
                </a:lnTo>
                <a:lnTo>
                  <a:pt x="2670795" y="1416400"/>
                </a:lnTo>
                <a:lnTo>
                  <a:pt x="2675704" y="1415197"/>
                </a:lnTo>
                <a:lnTo>
                  <a:pt x="2681215" y="1412489"/>
                </a:lnTo>
                <a:lnTo>
                  <a:pt x="2686525" y="1414194"/>
                </a:lnTo>
                <a:lnTo>
                  <a:pt x="2691235" y="1416701"/>
                </a:lnTo>
                <a:lnTo>
                  <a:pt x="2710873" y="1429539"/>
                </a:lnTo>
                <a:lnTo>
                  <a:pt x="2716885" y="1429839"/>
                </a:lnTo>
                <a:lnTo>
                  <a:pt x="2727906" y="1427132"/>
                </a:lnTo>
                <a:lnTo>
                  <a:pt x="2731313" y="1423621"/>
                </a:lnTo>
                <a:lnTo>
                  <a:pt x="2733016" y="1418406"/>
                </a:lnTo>
                <a:lnTo>
                  <a:pt x="2736022" y="1413994"/>
                </a:lnTo>
                <a:lnTo>
                  <a:pt x="2740230" y="1410182"/>
                </a:lnTo>
                <a:lnTo>
                  <a:pt x="2745039" y="1407174"/>
                </a:lnTo>
                <a:lnTo>
                  <a:pt x="2759668" y="1402260"/>
                </a:lnTo>
                <a:lnTo>
                  <a:pt x="2769687" y="1397345"/>
                </a:lnTo>
                <a:lnTo>
                  <a:pt x="2776601" y="1389122"/>
                </a:lnTo>
                <a:lnTo>
                  <a:pt x="2760569" y="1385511"/>
                </a:lnTo>
                <a:lnTo>
                  <a:pt x="2763876" y="1379594"/>
                </a:lnTo>
                <a:lnTo>
                  <a:pt x="2769286" y="1376184"/>
                </a:lnTo>
                <a:lnTo>
                  <a:pt x="2776400" y="1377488"/>
                </a:lnTo>
                <a:lnTo>
                  <a:pt x="2782512" y="1382101"/>
                </a:lnTo>
                <a:lnTo>
                  <a:pt x="2785318" y="1399853"/>
                </a:lnTo>
                <a:lnTo>
                  <a:pt x="2780208" y="1402360"/>
                </a:lnTo>
                <a:lnTo>
                  <a:pt x="2777102" y="1405068"/>
                </a:lnTo>
                <a:lnTo>
                  <a:pt x="2774897" y="1408578"/>
                </a:lnTo>
                <a:lnTo>
                  <a:pt x="2765780" y="1415097"/>
                </a:lnTo>
                <a:lnTo>
                  <a:pt x="2769387" y="1423220"/>
                </a:lnTo>
                <a:lnTo>
                  <a:pt x="2766681" y="1426630"/>
                </a:lnTo>
                <a:lnTo>
                  <a:pt x="2762974" y="1428235"/>
                </a:lnTo>
                <a:close/>
                <a:moveTo>
                  <a:pt x="2485434" y="1504756"/>
                </a:moveTo>
                <a:lnTo>
                  <a:pt x="2489943" y="1509269"/>
                </a:lnTo>
                <a:lnTo>
                  <a:pt x="2506275" y="1517894"/>
                </a:lnTo>
                <a:lnTo>
                  <a:pt x="2508980" y="1521605"/>
                </a:lnTo>
                <a:lnTo>
                  <a:pt x="2509982" y="1527622"/>
                </a:lnTo>
                <a:lnTo>
                  <a:pt x="2513289" y="1532136"/>
                </a:lnTo>
                <a:lnTo>
                  <a:pt x="2520703" y="1532838"/>
                </a:lnTo>
                <a:lnTo>
                  <a:pt x="2528618" y="1531935"/>
                </a:lnTo>
                <a:lnTo>
                  <a:pt x="2534630" y="1534743"/>
                </a:lnTo>
                <a:lnTo>
                  <a:pt x="2539840" y="1539256"/>
                </a:lnTo>
                <a:lnTo>
                  <a:pt x="2547555" y="1547981"/>
                </a:lnTo>
                <a:lnTo>
                  <a:pt x="2554268" y="1557710"/>
                </a:lnTo>
                <a:lnTo>
                  <a:pt x="2562685" y="1563125"/>
                </a:lnTo>
                <a:lnTo>
                  <a:pt x="2567594" y="1571148"/>
                </a:lnTo>
                <a:lnTo>
                  <a:pt x="2564688" y="1578269"/>
                </a:lnTo>
                <a:lnTo>
                  <a:pt x="2554068" y="1588198"/>
                </a:lnTo>
                <a:lnTo>
                  <a:pt x="2548257" y="1590304"/>
                </a:lnTo>
                <a:lnTo>
                  <a:pt x="2540441" y="1591106"/>
                </a:lnTo>
                <a:lnTo>
                  <a:pt x="2528117" y="1596923"/>
                </a:lnTo>
                <a:lnTo>
                  <a:pt x="2523709" y="1593814"/>
                </a:lnTo>
                <a:lnTo>
                  <a:pt x="2509681" y="1591708"/>
                </a:lnTo>
                <a:lnTo>
                  <a:pt x="2498660" y="1587496"/>
                </a:lnTo>
                <a:lnTo>
                  <a:pt x="2489342" y="1579773"/>
                </a:lnTo>
                <a:lnTo>
                  <a:pt x="2483931" y="1571449"/>
                </a:lnTo>
                <a:lnTo>
                  <a:pt x="2477218" y="1564128"/>
                </a:lnTo>
                <a:lnTo>
                  <a:pt x="2465395" y="1559114"/>
                </a:lnTo>
                <a:lnTo>
                  <a:pt x="2444154" y="1544772"/>
                </a:lnTo>
                <a:lnTo>
                  <a:pt x="2431028" y="1543468"/>
                </a:lnTo>
                <a:lnTo>
                  <a:pt x="2425718" y="1544471"/>
                </a:lnTo>
                <a:lnTo>
                  <a:pt x="2420308" y="1544572"/>
                </a:lnTo>
                <a:lnTo>
                  <a:pt x="2392453" y="1538053"/>
                </a:lnTo>
                <a:lnTo>
                  <a:pt x="2388145" y="1534242"/>
                </a:lnTo>
                <a:lnTo>
                  <a:pt x="2384738" y="1529428"/>
                </a:lnTo>
                <a:lnTo>
                  <a:pt x="2381632" y="1524614"/>
                </a:lnTo>
                <a:lnTo>
                  <a:pt x="2379829" y="1519198"/>
                </a:lnTo>
                <a:lnTo>
                  <a:pt x="2383336" y="1514484"/>
                </a:lnTo>
                <a:lnTo>
                  <a:pt x="2387043" y="1511275"/>
                </a:lnTo>
                <a:lnTo>
                  <a:pt x="2402573" y="1505659"/>
                </a:lnTo>
                <a:lnTo>
                  <a:pt x="2413595" y="1503954"/>
                </a:lnTo>
                <a:lnTo>
                  <a:pt x="2426420" y="1504255"/>
                </a:lnTo>
                <a:lnTo>
                  <a:pt x="2445557" y="1502450"/>
                </a:lnTo>
                <a:lnTo>
                  <a:pt x="2463592" y="1505258"/>
                </a:lnTo>
                <a:lnTo>
                  <a:pt x="2469203" y="1503252"/>
                </a:lnTo>
                <a:lnTo>
                  <a:pt x="2478320" y="1497335"/>
                </a:lnTo>
                <a:lnTo>
                  <a:pt x="2481527" y="1499441"/>
                </a:lnTo>
                <a:lnTo>
                  <a:pt x="2485434" y="1504756"/>
                </a:lnTo>
                <a:close/>
                <a:moveTo>
                  <a:pt x="2307989" y="1398749"/>
                </a:moveTo>
                <a:lnTo>
                  <a:pt x="2312999" y="1402661"/>
                </a:lnTo>
                <a:lnTo>
                  <a:pt x="2317608" y="1402360"/>
                </a:lnTo>
                <a:lnTo>
                  <a:pt x="2327126" y="1396242"/>
                </a:lnTo>
                <a:lnTo>
                  <a:pt x="2332938" y="1394036"/>
                </a:lnTo>
                <a:lnTo>
                  <a:pt x="2339050" y="1393935"/>
                </a:lnTo>
                <a:lnTo>
                  <a:pt x="2345061" y="1395039"/>
                </a:lnTo>
                <a:lnTo>
                  <a:pt x="2350973" y="1399251"/>
                </a:lnTo>
                <a:lnTo>
                  <a:pt x="2353077" y="1406271"/>
                </a:lnTo>
                <a:lnTo>
                  <a:pt x="2355281" y="1408478"/>
                </a:lnTo>
                <a:lnTo>
                  <a:pt x="2358688" y="1400053"/>
                </a:lnTo>
                <a:lnTo>
                  <a:pt x="2363297" y="1397546"/>
                </a:lnTo>
                <a:lnTo>
                  <a:pt x="2368507" y="1396242"/>
                </a:lnTo>
                <a:lnTo>
                  <a:pt x="2376522" y="1396744"/>
                </a:lnTo>
                <a:lnTo>
                  <a:pt x="2382735" y="1400755"/>
                </a:lnTo>
                <a:lnTo>
                  <a:pt x="2388345" y="1412690"/>
                </a:lnTo>
                <a:lnTo>
                  <a:pt x="2388145" y="1423120"/>
                </a:lnTo>
                <a:lnTo>
                  <a:pt x="2390149" y="1427031"/>
                </a:lnTo>
                <a:lnTo>
                  <a:pt x="2394057" y="1429839"/>
                </a:lnTo>
                <a:lnTo>
                  <a:pt x="2396962" y="1433851"/>
                </a:lnTo>
                <a:lnTo>
                  <a:pt x="2394357" y="1438063"/>
                </a:lnTo>
                <a:lnTo>
                  <a:pt x="2391852" y="1440069"/>
                </a:lnTo>
                <a:lnTo>
                  <a:pt x="2384538" y="1442075"/>
                </a:lnTo>
                <a:lnTo>
                  <a:pt x="2381031" y="1441172"/>
                </a:lnTo>
                <a:lnTo>
                  <a:pt x="2377825" y="1438364"/>
                </a:lnTo>
                <a:lnTo>
                  <a:pt x="2374218" y="1437361"/>
                </a:lnTo>
                <a:lnTo>
                  <a:pt x="2366002" y="1438264"/>
                </a:lnTo>
                <a:lnTo>
                  <a:pt x="2358487" y="1440570"/>
                </a:lnTo>
                <a:lnTo>
                  <a:pt x="2359489" y="1444482"/>
                </a:lnTo>
                <a:lnTo>
                  <a:pt x="2365701" y="1446187"/>
                </a:lnTo>
                <a:lnTo>
                  <a:pt x="2367605" y="1447992"/>
                </a:lnTo>
                <a:lnTo>
                  <a:pt x="2367204" y="1450399"/>
                </a:lnTo>
                <a:lnTo>
                  <a:pt x="2364699" y="1450900"/>
                </a:lnTo>
                <a:lnTo>
                  <a:pt x="2356684" y="1447591"/>
                </a:lnTo>
                <a:lnTo>
                  <a:pt x="2351273" y="1448293"/>
                </a:lnTo>
                <a:lnTo>
                  <a:pt x="2331735" y="1452706"/>
                </a:lnTo>
                <a:lnTo>
                  <a:pt x="2326525" y="1452605"/>
                </a:lnTo>
                <a:lnTo>
                  <a:pt x="2323620" y="1448393"/>
                </a:lnTo>
                <a:lnTo>
                  <a:pt x="2323820" y="1437461"/>
                </a:lnTo>
                <a:lnTo>
                  <a:pt x="2321716" y="1434553"/>
                </a:lnTo>
                <a:lnTo>
                  <a:pt x="2307188" y="1447892"/>
                </a:lnTo>
                <a:lnTo>
                  <a:pt x="2302779" y="1451201"/>
                </a:lnTo>
                <a:lnTo>
                  <a:pt x="2296968" y="1452706"/>
                </a:lnTo>
                <a:lnTo>
                  <a:pt x="2290856" y="1452204"/>
                </a:lnTo>
                <a:lnTo>
                  <a:pt x="2269815" y="1460227"/>
                </a:lnTo>
                <a:lnTo>
                  <a:pt x="2263202" y="1459124"/>
                </a:lnTo>
                <a:lnTo>
                  <a:pt x="2256890" y="1459124"/>
                </a:lnTo>
                <a:lnTo>
                  <a:pt x="2234446" y="1467950"/>
                </a:lnTo>
                <a:lnTo>
                  <a:pt x="2222423" y="1470357"/>
                </a:lnTo>
                <a:lnTo>
                  <a:pt x="2216211" y="1470557"/>
                </a:lnTo>
                <a:lnTo>
                  <a:pt x="2210099" y="1469755"/>
                </a:lnTo>
                <a:lnTo>
                  <a:pt x="2204588" y="1470557"/>
                </a:lnTo>
                <a:lnTo>
                  <a:pt x="2199678" y="1474067"/>
                </a:lnTo>
                <a:lnTo>
                  <a:pt x="2189659" y="1477076"/>
                </a:lnTo>
                <a:lnTo>
                  <a:pt x="2179339" y="1474769"/>
                </a:lnTo>
                <a:lnTo>
                  <a:pt x="2170622" y="1471761"/>
                </a:lnTo>
                <a:lnTo>
                  <a:pt x="2162306" y="1467749"/>
                </a:lnTo>
                <a:lnTo>
                  <a:pt x="2160302" y="1462634"/>
                </a:lnTo>
                <a:lnTo>
                  <a:pt x="2160703" y="1456517"/>
                </a:lnTo>
                <a:lnTo>
                  <a:pt x="2164209" y="1448193"/>
                </a:lnTo>
                <a:lnTo>
                  <a:pt x="2161805" y="1433550"/>
                </a:lnTo>
                <a:lnTo>
                  <a:pt x="2163608" y="1426831"/>
                </a:lnTo>
                <a:lnTo>
                  <a:pt x="2167015" y="1420212"/>
                </a:lnTo>
                <a:lnTo>
                  <a:pt x="2172125" y="1417805"/>
                </a:lnTo>
                <a:lnTo>
                  <a:pt x="2178838" y="1417303"/>
                </a:lnTo>
                <a:lnTo>
                  <a:pt x="2189960" y="1411386"/>
                </a:lnTo>
                <a:lnTo>
                  <a:pt x="2200079" y="1403664"/>
                </a:lnTo>
                <a:lnTo>
                  <a:pt x="2205991" y="1404466"/>
                </a:lnTo>
                <a:lnTo>
                  <a:pt x="2219317" y="1409882"/>
                </a:lnTo>
                <a:lnTo>
                  <a:pt x="2227132" y="1410483"/>
                </a:lnTo>
                <a:lnTo>
                  <a:pt x="2240358" y="1409581"/>
                </a:lnTo>
                <a:lnTo>
                  <a:pt x="2245868" y="1412991"/>
                </a:lnTo>
                <a:lnTo>
                  <a:pt x="2247972" y="1420613"/>
                </a:lnTo>
                <a:lnTo>
                  <a:pt x="2250978" y="1423321"/>
                </a:lnTo>
                <a:lnTo>
                  <a:pt x="2254886" y="1425326"/>
                </a:lnTo>
                <a:lnTo>
                  <a:pt x="2264304" y="1438163"/>
                </a:lnTo>
                <a:lnTo>
                  <a:pt x="2273021" y="1437461"/>
                </a:lnTo>
                <a:lnTo>
                  <a:pt x="2280736" y="1439868"/>
                </a:lnTo>
                <a:lnTo>
                  <a:pt x="2294162" y="1432046"/>
                </a:lnTo>
                <a:lnTo>
                  <a:pt x="2304382" y="1432246"/>
                </a:lnTo>
                <a:lnTo>
                  <a:pt x="2307288" y="1426229"/>
                </a:lnTo>
                <a:lnTo>
                  <a:pt x="2301176" y="1419810"/>
                </a:lnTo>
                <a:lnTo>
                  <a:pt x="2293761" y="1414495"/>
                </a:lnTo>
                <a:lnTo>
                  <a:pt x="2289854" y="1413392"/>
                </a:lnTo>
                <a:lnTo>
                  <a:pt x="2285546" y="1413693"/>
                </a:lnTo>
                <a:lnTo>
                  <a:pt x="2281638" y="1412890"/>
                </a:lnTo>
                <a:lnTo>
                  <a:pt x="2265206" y="1401156"/>
                </a:lnTo>
                <a:lnTo>
                  <a:pt x="2260296" y="1394838"/>
                </a:lnTo>
                <a:lnTo>
                  <a:pt x="2257491" y="1387417"/>
                </a:lnTo>
                <a:lnTo>
                  <a:pt x="2259194" y="1381901"/>
                </a:lnTo>
                <a:lnTo>
                  <a:pt x="2270516" y="1376986"/>
                </a:lnTo>
                <a:lnTo>
                  <a:pt x="2275827" y="1375783"/>
                </a:lnTo>
                <a:lnTo>
                  <a:pt x="2295465" y="1379092"/>
                </a:lnTo>
                <a:lnTo>
                  <a:pt x="2298871" y="1381901"/>
                </a:lnTo>
                <a:lnTo>
                  <a:pt x="2304082" y="1393635"/>
                </a:lnTo>
                <a:lnTo>
                  <a:pt x="2307989" y="1398749"/>
                </a:lnTo>
                <a:close/>
                <a:moveTo>
                  <a:pt x="2973985" y="464745"/>
                </a:moveTo>
                <a:lnTo>
                  <a:pt x="2954847" y="481694"/>
                </a:lnTo>
                <a:lnTo>
                  <a:pt x="2949036" y="489918"/>
                </a:lnTo>
                <a:lnTo>
                  <a:pt x="2943926" y="498844"/>
                </a:lnTo>
                <a:lnTo>
                  <a:pt x="2936412" y="508673"/>
                </a:lnTo>
                <a:lnTo>
                  <a:pt x="2927795" y="517298"/>
                </a:lnTo>
                <a:lnTo>
                  <a:pt x="2923386" y="519905"/>
                </a:lnTo>
                <a:lnTo>
                  <a:pt x="2912766" y="524619"/>
                </a:lnTo>
                <a:lnTo>
                  <a:pt x="2906654" y="526424"/>
                </a:lnTo>
                <a:lnTo>
                  <a:pt x="2895031" y="526925"/>
                </a:lnTo>
                <a:lnTo>
                  <a:pt x="2860263" y="533845"/>
                </a:lnTo>
                <a:lnTo>
                  <a:pt x="2848841" y="534748"/>
                </a:lnTo>
                <a:lnTo>
                  <a:pt x="2837419" y="534447"/>
                </a:lnTo>
                <a:lnTo>
                  <a:pt x="2815777" y="532642"/>
                </a:lnTo>
                <a:lnTo>
                  <a:pt x="2811268" y="531739"/>
                </a:lnTo>
                <a:lnTo>
                  <a:pt x="2802651" y="522813"/>
                </a:lnTo>
                <a:lnTo>
                  <a:pt x="2793033" y="515793"/>
                </a:lnTo>
                <a:lnTo>
                  <a:pt x="2784416" y="514991"/>
                </a:lnTo>
                <a:lnTo>
                  <a:pt x="2775699" y="515793"/>
                </a:lnTo>
                <a:lnTo>
                  <a:pt x="2712676" y="516295"/>
                </a:lnTo>
                <a:lnTo>
                  <a:pt x="2690633" y="517598"/>
                </a:lnTo>
                <a:lnTo>
                  <a:pt x="2668691" y="520707"/>
                </a:lnTo>
                <a:lnTo>
                  <a:pt x="2656768" y="519303"/>
                </a:lnTo>
                <a:lnTo>
                  <a:pt x="2644945" y="515793"/>
                </a:lnTo>
                <a:lnTo>
                  <a:pt x="2636027" y="514590"/>
                </a:lnTo>
                <a:lnTo>
                  <a:pt x="2627010" y="514891"/>
                </a:lnTo>
                <a:lnTo>
                  <a:pt x="2585629" y="520206"/>
                </a:lnTo>
                <a:lnTo>
                  <a:pt x="2575209" y="519704"/>
                </a:lnTo>
                <a:lnTo>
                  <a:pt x="2554268" y="512885"/>
                </a:lnTo>
                <a:lnTo>
                  <a:pt x="2542145" y="511581"/>
                </a:lnTo>
                <a:lnTo>
                  <a:pt x="2530221" y="513386"/>
                </a:lnTo>
                <a:lnTo>
                  <a:pt x="2519100" y="519504"/>
                </a:lnTo>
                <a:lnTo>
                  <a:pt x="2514892" y="523616"/>
                </a:lnTo>
                <a:lnTo>
                  <a:pt x="2503369" y="537556"/>
                </a:lnTo>
                <a:lnTo>
                  <a:pt x="2496857" y="547786"/>
                </a:lnTo>
                <a:lnTo>
                  <a:pt x="2491947" y="560523"/>
                </a:lnTo>
                <a:lnTo>
                  <a:pt x="2487739" y="573560"/>
                </a:lnTo>
                <a:lnTo>
                  <a:pt x="2485434" y="584191"/>
                </a:lnTo>
                <a:lnTo>
                  <a:pt x="2485334" y="595323"/>
                </a:lnTo>
                <a:lnTo>
                  <a:pt x="2487338" y="607860"/>
                </a:lnTo>
                <a:lnTo>
                  <a:pt x="2490444" y="620296"/>
                </a:lnTo>
                <a:lnTo>
                  <a:pt x="2493851" y="629723"/>
                </a:lnTo>
                <a:lnTo>
                  <a:pt x="2508279" y="651586"/>
                </a:lnTo>
                <a:lnTo>
                  <a:pt x="2511184" y="654695"/>
                </a:lnTo>
                <a:lnTo>
                  <a:pt x="2526715" y="660913"/>
                </a:lnTo>
                <a:lnTo>
                  <a:pt x="2536033" y="668736"/>
                </a:lnTo>
                <a:lnTo>
                  <a:pt x="2544750" y="690700"/>
                </a:lnTo>
                <a:lnTo>
                  <a:pt x="2550962" y="701932"/>
                </a:lnTo>
                <a:lnTo>
                  <a:pt x="2557174" y="702032"/>
                </a:lnTo>
                <a:lnTo>
                  <a:pt x="2563987" y="701330"/>
                </a:lnTo>
                <a:lnTo>
                  <a:pt x="2575910" y="702734"/>
                </a:lnTo>
                <a:lnTo>
                  <a:pt x="2587733" y="705643"/>
                </a:lnTo>
                <a:lnTo>
                  <a:pt x="2599256" y="698823"/>
                </a:lnTo>
                <a:lnTo>
                  <a:pt x="2605668" y="686086"/>
                </a:lnTo>
                <a:lnTo>
                  <a:pt x="2612081" y="676659"/>
                </a:lnTo>
                <a:lnTo>
                  <a:pt x="2627511" y="658707"/>
                </a:lnTo>
                <a:lnTo>
                  <a:pt x="2636328" y="650383"/>
                </a:lnTo>
                <a:lnTo>
                  <a:pt x="2642039" y="647675"/>
                </a:lnTo>
                <a:lnTo>
                  <a:pt x="2647750" y="648778"/>
                </a:lnTo>
                <a:lnTo>
                  <a:pt x="2652559" y="653592"/>
                </a:lnTo>
                <a:lnTo>
                  <a:pt x="2658271" y="657403"/>
                </a:lnTo>
                <a:lnTo>
                  <a:pt x="2669793" y="659409"/>
                </a:lnTo>
                <a:lnTo>
                  <a:pt x="2681516" y="658105"/>
                </a:lnTo>
                <a:lnTo>
                  <a:pt x="2693940" y="652288"/>
                </a:lnTo>
                <a:lnTo>
                  <a:pt x="2698348" y="648678"/>
                </a:lnTo>
                <a:lnTo>
                  <a:pt x="2702056" y="644165"/>
                </a:lnTo>
                <a:lnTo>
                  <a:pt x="2712576" y="640454"/>
                </a:lnTo>
                <a:lnTo>
                  <a:pt x="2737625" y="640454"/>
                </a:lnTo>
                <a:lnTo>
                  <a:pt x="2750550" y="641758"/>
                </a:lnTo>
                <a:lnTo>
                  <a:pt x="2773595" y="640253"/>
                </a:lnTo>
                <a:lnTo>
                  <a:pt x="2773294" y="636944"/>
                </a:lnTo>
                <a:lnTo>
                  <a:pt x="2768785" y="633434"/>
                </a:lnTo>
                <a:lnTo>
                  <a:pt x="2767583" y="630626"/>
                </a:lnTo>
                <a:lnTo>
                  <a:pt x="2771892" y="628820"/>
                </a:lnTo>
                <a:lnTo>
                  <a:pt x="2786720" y="624708"/>
                </a:lnTo>
                <a:lnTo>
                  <a:pt x="2801850" y="621800"/>
                </a:lnTo>
                <a:lnTo>
                  <a:pt x="2812871" y="623906"/>
                </a:lnTo>
                <a:lnTo>
                  <a:pt x="2822791" y="629623"/>
                </a:lnTo>
                <a:lnTo>
                  <a:pt x="2826498" y="635440"/>
                </a:lnTo>
                <a:lnTo>
                  <a:pt x="2828201" y="642560"/>
                </a:lnTo>
                <a:lnTo>
                  <a:pt x="2824394" y="661014"/>
                </a:lnTo>
                <a:lnTo>
                  <a:pt x="2822590" y="665226"/>
                </a:lnTo>
                <a:lnTo>
                  <a:pt x="2814775" y="667432"/>
                </a:lnTo>
                <a:lnTo>
                  <a:pt x="2807361" y="665025"/>
                </a:lnTo>
                <a:lnTo>
                  <a:pt x="2800046" y="655498"/>
                </a:lnTo>
                <a:lnTo>
                  <a:pt x="2789626" y="651987"/>
                </a:lnTo>
                <a:lnTo>
                  <a:pt x="2774998" y="654896"/>
                </a:lnTo>
                <a:lnTo>
                  <a:pt x="2769988" y="657604"/>
                </a:lnTo>
                <a:lnTo>
                  <a:pt x="2765379" y="661415"/>
                </a:lnTo>
                <a:lnTo>
                  <a:pt x="2757163" y="671243"/>
                </a:lnTo>
                <a:lnTo>
                  <a:pt x="2750249" y="682375"/>
                </a:lnTo>
                <a:lnTo>
                  <a:pt x="2735320" y="699726"/>
                </a:lnTo>
                <a:lnTo>
                  <a:pt x="2717987" y="714769"/>
                </a:lnTo>
                <a:lnTo>
                  <a:pt x="2709670" y="720486"/>
                </a:lnTo>
                <a:lnTo>
                  <a:pt x="2700352" y="724397"/>
                </a:lnTo>
                <a:lnTo>
                  <a:pt x="2670394" y="734326"/>
                </a:lnTo>
                <a:lnTo>
                  <a:pt x="2662479" y="741747"/>
                </a:lnTo>
                <a:lnTo>
                  <a:pt x="2656367" y="751375"/>
                </a:lnTo>
                <a:lnTo>
                  <a:pt x="2649554" y="754584"/>
                </a:lnTo>
                <a:lnTo>
                  <a:pt x="2641738" y="755688"/>
                </a:lnTo>
                <a:lnTo>
                  <a:pt x="2635827" y="753882"/>
                </a:lnTo>
                <a:lnTo>
                  <a:pt x="2623904" y="748467"/>
                </a:lnTo>
                <a:lnTo>
                  <a:pt x="2619896" y="752880"/>
                </a:lnTo>
                <a:lnTo>
                  <a:pt x="2619295" y="759699"/>
                </a:lnTo>
                <a:lnTo>
                  <a:pt x="2625206" y="762106"/>
                </a:lnTo>
                <a:lnTo>
                  <a:pt x="2634625" y="769628"/>
                </a:lnTo>
                <a:lnTo>
                  <a:pt x="2641939" y="780259"/>
                </a:lnTo>
                <a:lnTo>
                  <a:pt x="2646648" y="782565"/>
                </a:lnTo>
                <a:lnTo>
                  <a:pt x="2657068" y="785975"/>
                </a:lnTo>
                <a:lnTo>
                  <a:pt x="2661477" y="789285"/>
                </a:lnTo>
                <a:lnTo>
                  <a:pt x="2669292" y="798411"/>
                </a:lnTo>
                <a:lnTo>
                  <a:pt x="2681716" y="819472"/>
                </a:lnTo>
                <a:lnTo>
                  <a:pt x="2685924" y="830905"/>
                </a:lnTo>
                <a:lnTo>
                  <a:pt x="2692838" y="840333"/>
                </a:lnTo>
                <a:lnTo>
                  <a:pt x="2713778" y="856179"/>
                </a:lnTo>
                <a:lnTo>
                  <a:pt x="2714881" y="860591"/>
                </a:lnTo>
                <a:lnTo>
                  <a:pt x="2713578" y="865806"/>
                </a:lnTo>
                <a:lnTo>
                  <a:pt x="2715281" y="870620"/>
                </a:lnTo>
                <a:lnTo>
                  <a:pt x="2722696" y="879647"/>
                </a:lnTo>
                <a:lnTo>
                  <a:pt x="2724499" y="885564"/>
                </a:lnTo>
                <a:lnTo>
                  <a:pt x="2716283" y="892985"/>
                </a:lnTo>
                <a:lnTo>
                  <a:pt x="2715883" y="903817"/>
                </a:lnTo>
                <a:lnTo>
                  <a:pt x="2710873" y="918258"/>
                </a:lnTo>
                <a:lnTo>
                  <a:pt x="2709670" y="923173"/>
                </a:lnTo>
                <a:lnTo>
                  <a:pt x="2709871" y="927585"/>
                </a:lnTo>
                <a:lnTo>
                  <a:pt x="2713378" y="931798"/>
                </a:lnTo>
                <a:lnTo>
                  <a:pt x="2717486" y="935007"/>
                </a:lnTo>
                <a:lnTo>
                  <a:pt x="2723097" y="936712"/>
                </a:lnTo>
                <a:lnTo>
                  <a:pt x="2728106" y="939620"/>
                </a:lnTo>
                <a:lnTo>
                  <a:pt x="2737525" y="950953"/>
                </a:lnTo>
                <a:lnTo>
                  <a:pt x="2742534" y="953861"/>
                </a:lnTo>
                <a:lnTo>
                  <a:pt x="2745640" y="957973"/>
                </a:lnTo>
                <a:lnTo>
                  <a:pt x="2745340" y="964191"/>
                </a:lnTo>
                <a:lnTo>
                  <a:pt x="2749648" y="967802"/>
                </a:lnTo>
                <a:lnTo>
                  <a:pt x="2753656" y="974120"/>
                </a:lnTo>
                <a:lnTo>
                  <a:pt x="2759668" y="975725"/>
                </a:lnTo>
                <a:lnTo>
                  <a:pt x="2762573" y="973919"/>
                </a:lnTo>
                <a:lnTo>
                  <a:pt x="2764477" y="971111"/>
                </a:lnTo>
                <a:lnTo>
                  <a:pt x="2769487" y="972215"/>
                </a:lnTo>
                <a:lnTo>
                  <a:pt x="2772392" y="976627"/>
                </a:lnTo>
                <a:lnTo>
                  <a:pt x="2774096" y="982344"/>
                </a:lnTo>
                <a:lnTo>
                  <a:pt x="2774697" y="988662"/>
                </a:lnTo>
                <a:lnTo>
                  <a:pt x="2774396" y="1000697"/>
                </a:lnTo>
                <a:lnTo>
                  <a:pt x="2771892" y="1005009"/>
                </a:lnTo>
                <a:lnTo>
                  <a:pt x="2766481" y="1004809"/>
                </a:lnTo>
                <a:lnTo>
                  <a:pt x="2756662" y="999895"/>
                </a:lnTo>
                <a:lnTo>
                  <a:pt x="2756161" y="1003405"/>
                </a:lnTo>
                <a:lnTo>
                  <a:pt x="2756862" y="1006915"/>
                </a:lnTo>
                <a:lnTo>
                  <a:pt x="2751853" y="1008018"/>
                </a:lnTo>
                <a:lnTo>
                  <a:pt x="2746141" y="1007517"/>
                </a:lnTo>
                <a:lnTo>
                  <a:pt x="2731713" y="1008018"/>
                </a:lnTo>
                <a:lnTo>
                  <a:pt x="2705262" y="1015440"/>
                </a:lnTo>
                <a:lnTo>
                  <a:pt x="2695944" y="1019852"/>
                </a:lnTo>
                <a:lnTo>
                  <a:pt x="2689932" y="1027876"/>
                </a:lnTo>
                <a:lnTo>
                  <a:pt x="2689531" y="1033392"/>
                </a:lnTo>
                <a:lnTo>
                  <a:pt x="2691836" y="1045126"/>
                </a:lnTo>
                <a:lnTo>
                  <a:pt x="2688329" y="1049137"/>
                </a:lnTo>
                <a:lnTo>
                  <a:pt x="2676205" y="1050742"/>
                </a:lnTo>
                <a:lnTo>
                  <a:pt x="2659272" y="1047633"/>
                </a:lnTo>
                <a:lnTo>
                  <a:pt x="2649053" y="1044524"/>
                </a:lnTo>
                <a:lnTo>
                  <a:pt x="2643341" y="1041916"/>
                </a:lnTo>
                <a:lnTo>
                  <a:pt x="2635827" y="1033993"/>
                </a:lnTo>
                <a:lnTo>
                  <a:pt x="2633122" y="1023964"/>
                </a:lnTo>
                <a:lnTo>
                  <a:pt x="2638532" y="994078"/>
                </a:lnTo>
                <a:lnTo>
                  <a:pt x="2640135" y="990267"/>
                </a:lnTo>
                <a:lnTo>
                  <a:pt x="2642740" y="986857"/>
                </a:lnTo>
                <a:lnTo>
                  <a:pt x="2645646" y="981341"/>
                </a:lnTo>
                <a:lnTo>
                  <a:pt x="2646247" y="975023"/>
                </a:lnTo>
                <a:lnTo>
                  <a:pt x="2638131" y="967200"/>
                </a:lnTo>
                <a:lnTo>
                  <a:pt x="2626008" y="964091"/>
                </a:lnTo>
                <a:lnTo>
                  <a:pt x="2615688" y="957572"/>
                </a:lnTo>
                <a:lnTo>
                  <a:pt x="2575710" y="921167"/>
                </a:lnTo>
                <a:lnTo>
                  <a:pt x="2573506" y="917657"/>
                </a:lnTo>
                <a:lnTo>
                  <a:pt x="2573405" y="911539"/>
                </a:lnTo>
                <a:lnTo>
                  <a:pt x="2575009" y="905923"/>
                </a:lnTo>
                <a:lnTo>
                  <a:pt x="2588134" y="885965"/>
                </a:lnTo>
                <a:lnTo>
                  <a:pt x="2589737" y="882154"/>
                </a:lnTo>
                <a:lnTo>
                  <a:pt x="2591340" y="866408"/>
                </a:lnTo>
                <a:lnTo>
                  <a:pt x="2591040" y="853471"/>
                </a:lnTo>
                <a:lnTo>
                  <a:pt x="2589537" y="840533"/>
                </a:lnTo>
                <a:lnTo>
                  <a:pt x="2583325" y="832309"/>
                </a:lnTo>
                <a:lnTo>
                  <a:pt x="2572203" y="829903"/>
                </a:lnTo>
                <a:lnTo>
                  <a:pt x="2560781" y="829501"/>
                </a:lnTo>
                <a:lnTo>
                  <a:pt x="2549659" y="832109"/>
                </a:lnTo>
                <a:lnTo>
                  <a:pt x="2538638" y="838628"/>
                </a:lnTo>
                <a:lnTo>
                  <a:pt x="2518298" y="852368"/>
                </a:lnTo>
                <a:lnTo>
                  <a:pt x="2510283" y="860290"/>
                </a:lnTo>
                <a:lnTo>
                  <a:pt x="2509581" y="870721"/>
                </a:lnTo>
                <a:lnTo>
                  <a:pt x="2514190" y="880850"/>
                </a:lnTo>
                <a:lnTo>
                  <a:pt x="2520202" y="890177"/>
                </a:lnTo>
                <a:lnTo>
                  <a:pt x="2523408" y="900306"/>
                </a:lnTo>
                <a:lnTo>
                  <a:pt x="2527917" y="936311"/>
                </a:lnTo>
                <a:lnTo>
                  <a:pt x="2527717" y="940422"/>
                </a:lnTo>
                <a:lnTo>
                  <a:pt x="2522506" y="950853"/>
                </a:lnTo>
                <a:lnTo>
                  <a:pt x="2520402" y="974321"/>
                </a:lnTo>
                <a:lnTo>
                  <a:pt x="2522707" y="1007316"/>
                </a:lnTo>
                <a:lnTo>
                  <a:pt x="2526214" y="1027575"/>
                </a:lnTo>
                <a:lnTo>
                  <a:pt x="2524711" y="1038607"/>
                </a:lnTo>
                <a:lnTo>
                  <a:pt x="2515192" y="1062275"/>
                </a:lnTo>
                <a:lnTo>
                  <a:pt x="2512287" y="1075313"/>
                </a:lnTo>
                <a:lnTo>
                  <a:pt x="2512086" y="1080628"/>
                </a:lnTo>
                <a:lnTo>
                  <a:pt x="2523308" y="1105400"/>
                </a:lnTo>
                <a:lnTo>
                  <a:pt x="2525913" y="1115128"/>
                </a:lnTo>
                <a:lnTo>
                  <a:pt x="2527216" y="1125258"/>
                </a:lnTo>
                <a:lnTo>
                  <a:pt x="2515393" y="1120343"/>
                </a:lnTo>
                <a:lnTo>
                  <a:pt x="2509782" y="1120544"/>
                </a:lnTo>
                <a:lnTo>
                  <a:pt x="2504271" y="1122048"/>
                </a:lnTo>
                <a:lnTo>
                  <a:pt x="2491847" y="1123653"/>
                </a:lnTo>
                <a:lnTo>
                  <a:pt x="2479322" y="1123954"/>
                </a:lnTo>
                <a:lnTo>
                  <a:pt x="2474914" y="1125759"/>
                </a:lnTo>
                <a:lnTo>
                  <a:pt x="2465896" y="1132378"/>
                </a:lnTo>
                <a:lnTo>
                  <a:pt x="2460486" y="1134986"/>
                </a:lnTo>
                <a:lnTo>
                  <a:pt x="2455777" y="1135487"/>
                </a:lnTo>
                <a:lnTo>
                  <a:pt x="2439745" y="1127263"/>
                </a:lnTo>
                <a:lnTo>
                  <a:pt x="2430327" y="1118338"/>
                </a:lnTo>
                <a:lnTo>
                  <a:pt x="2421610" y="1108609"/>
                </a:lnTo>
                <a:lnTo>
                  <a:pt x="2420007" y="1097477"/>
                </a:lnTo>
                <a:lnTo>
                  <a:pt x="2423113" y="1086144"/>
                </a:lnTo>
                <a:lnTo>
                  <a:pt x="2427421" y="1073909"/>
                </a:lnTo>
                <a:lnTo>
                  <a:pt x="2436038" y="1053650"/>
                </a:lnTo>
                <a:lnTo>
                  <a:pt x="2435637" y="1040111"/>
                </a:lnTo>
                <a:lnTo>
                  <a:pt x="2438543" y="1028979"/>
                </a:lnTo>
                <a:lnTo>
                  <a:pt x="2443453" y="1018148"/>
                </a:lnTo>
                <a:lnTo>
                  <a:pt x="2445256" y="1008219"/>
                </a:lnTo>
                <a:lnTo>
                  <a:pt x="2446459" y="969106"/>
                </a:lnTo>
                <a:lnTo>
                  <a:pt x="2445156" y="965696"/>
                </a:lnTo>
                <a:lnTo>
                  <a:pt x="2433433" y="942529"/>
                </a:lnTo>
                <a:lnTo>
                  <a:pt x="2432030" y="938617"/>
                </a:lnTo>
                <a:lnTo>
                  <a:pt x="2431930" y="932299"/>
                </a:lnTo>
                <a:lnTo>
                  <a:pt x="2433233" y="926382"/>
                </a:lnTo>
                <a:lnTo>
                  <a:pt x="2433533" y="920966"/>
                </a:lnTo>
                <a:lnTo>
                  <a:pt x="2430728" y="916854"/>
                </a:lnTo>
                <a:lnTo>
                  <a:pt x="2426019" y="913043"/>
                </a:lnTo>
                <a:lnTo>
                  <a:pt x="2420207" y="911439"/>
                </a:lnTo>
                <a:lnTo>
                  <a:pt x="2407984" y="913043"/>
                </a:lnTo>
                <a:lnTo>
                  <a:pt x="2383436" y="919362"/>
                </a:lnTo>
                <a:lnTo>
                  <a:pt x="2376122" y="913846"/>
                </a:lnTo>
                <a:lnTo>
                  <a:pt x="2370711" y="905321"/>
                </a:lnTo>
                <a:lnTo>
                  <a:pt x="2367204" y="893487"/>
                </a:lnTo>
                <a:lnTo>
                  <a:pt x="2365100" y="881151"/>
                </a:lnTo>
                <a:lnTo>
                  <a:pt x="2366102" y="869517"/>
                </a:lnTo>
                <a:lnTo>
                  <a:pt x="2369709" y="858285"/>
                </a:lnTo>
                <a:lnTo>
                  <a:pt x="2366804" y="850362"/>
                </a:lnTo>
                <a:lnTo>
                  <a:pt x="2362295" y="841837"/>
                </a:lnTo>
                <a:lnTo>
                  <a:pt x="2362195" y="837424"/>
                </a:lnTo>
                <a:lnTo>
                  <a:pt x="2364800" y="833513"/>
                </a:lnTo>
                <a:lnTo>
                  <a:pt x="2369208" y="830304"/>
                </a:lnTo>
                <a:lnTo>
                  <a:pt x="2374719" y="828398"/>
                </a:lnTo>
                <a:lnTo>
                  <a:pt x="2379729" y="824988"/>
                </a:lnTo>
                <a:lnTo>
                  <a:pt x="2393155" y="813555"/>
                </a:lnTo>
                <a:lnTo>
                  <a:pt x="2397463" y="803426"/>
                </a:lnTo>
                <a:lnTo>
                  <a:pt x="2397764" y="790990"/>
                </a:lnTo>
                <a:lnTo>
                  <a:pt x="2401170" y="779156"/>
                </a:lnTo>
                <a:lnTo>
                  <a:pt x="2408084" y="768224"/>
                </a:lnTo>
                <a:lnTo>
                  <a:pt x="2416200" y="758095"/>
                </a:lnTo>
                <a:lnTo>
                  <a:pt x="2418805" y="747564"/>
                </a:lnTo>
                <a:lnTo>
                  <a:pt x="2414797" y="731016"/>
                </a:lnTo>
                <a:lnTo>
                  <a:pt x="2416400" y="723394"/>
                </a:lnTo>
                <a:lnTo>
                  <a:pt x="2414997" y="714569"/>
                </a:lnTo>
                <a:lnTo>
                  <a:pt x="2414897" y="705743"/>
                </a:lnTo>
                <a:lnTo>
                  <a:pt x="2419907" y="689195"/>
                </a:lnTo>
                <a:lnTo>
                  <a:pt x="2434836" y="655498"/>
                </a:lnTo>
                <a:lnTo>
                  <a:pt x="2449464" y="637546"/>
                </a:lnTo>
                <a:lnTo>
                  <a:pt x="2455175" y="632832"/>
                </a:lnTo>
                <a:lnTo>
                  <a:pt x="2462790" y="641156"/>
                </a:lnTo>
                <a:lnTo>
                  <a:pt x="2468501" y="650985"/>
                </a:lnTo>
                <a:lnTo>
                  <a:pt x="2468602" y="642059"/>
                </a:lnTo>
                <a:lnTo>
                  <a:pt x="2467099" y="633333"/>
                </a:lnTo>
                <a:lnTo>
                  <a:pt x="2461287" y="613075"/>
                </a:lnTo>
                <a:lnTo>
                  <a:pt x="2456278" y="573360"/>
                </a:lnTo>
                <a:lnTo>
                  <a:pt x="2457680" y="569649"/>
                </a:lnTo>
                <a:lnTo>
                  <a:pt x="2462790" y="570251"/>
                </a:lnTo>
                <a:lnTo>
                  <a:pt x="2467900" y="566741"/>
                </a:lnTo>
                <a:lnTo>
                  <a:pt x="2470706" y="560523"/>
                </a:lnTo>
                <a:lnTo>
                  <a:pt x="2465295" y="545780"/>
                </a:lnTo>
                <a:lnTo>
                  <a:pt x="2464995" y="540565"/>
                </a:lnTo>
                <a:lnTo>
                  <a:pt x="2475415" y="519905"/>
                </a:lnTo>
                <a:lnTo>
                  <a:pt x="2483931" y="512383"/>
                </a:lnTo>
                <a:lnTo>
                  <a:pt x="2487639" y="507670"/>
                </a:lnTo>
                <a:lnTo>
                  <a:pt x="2489743" y="495033"/>
                </a:lnTo>
                <a:lnTo>
                  <a:pt x="2494251" y="490319"/>
                </a:lnTo>
                <a:lnTo>
                  <a:pt x="2499862" y="486910"/>
                </a:lnTo>
                <a:lnTo>
                  <a:pt x="2507177" y="478184"/>
                </a:lnTo>
                <a:lnTo>
                  <a:pt x="2511184" y="467152"/>
                </a:lnTo>
                <a:lnTo>
                  <a:pt x="2513589" y="466350"/>
                </a:lnTo>
                <a:lnTo>
                  <a:pt x="2516395" y="465949"/>
                </a:lnTo>
                <a:lnTo>
                  <a:pt x="2520903" y="475476"/>
                </a:lnTo>
                <a:lnTo>
                  <a:pt x="2525813" y="479388"/>
                </a:lnTo>
                <a:lnTo>
                  <a:pt x="2535933" y="482497"/>
                </a:lnTo>
                <a:lnTo>
                  <a:pt x="2544549" y="478886"/>
                </a:lnTo>
                <a:lnTo>
                  <a:pt x="2546854" y="474072"/>
                </a:lnTo>
                <a:lnTo>
                  <a:pt x="2550160" y="469860"/>
                </a:lnTo>
                <a:lnTo>
                  <a:pt x="2555370" y="465548"/>
                </a:lnTo>
                <a:lnTo>
                  <a:pt x="2559779" y="460633"/>
                </a:lnTo>
                <a:lnTo>
                  <a:pt x="2564688" y="449301"/>
                </a:lnTo>
                <a:lnTo>
                  <a:pt x="2571101" y="438870"/>
                </a:lnTo>
                <a:lnTo>
                  <a:pt x="2575510" y="435260"/>
                </a:lnTo>
                <a:lnTo>
                  <a:pt x="2580820" y="432953"/>
                </a:lnTo>
                <a:lnTo>
                  <a:pt x="2586832" y="431549"/>
                </a:lnTo>
                <a:lnTo>
                  <a:pt x="2592543" y="431349"/>
                </a:lnTo>
                <a:lnTo>
                  <a:pt x="2605167" y="437968"/>
                </a:lnTo>
                <a:lnTo>
                  <a:pt x="2612582" y="439171"/>
                </a:lnTo>
                <a:lnTo>
                  <a:pt x="2620096" y="438670"/>
                </a:lnTo>
                <a:lnTo>
                  <a:pt x="2624805" y="439773"/>
                </a:lnTo>
                <a:lnTo>
                  <a:pt x="2628412" y="442782"/>
                </a:lnTo>
                <a:lnTo>
                  <a:pt x="2631719" y="448599"/>
                </a:lnTo>
                <a:lnTo>
                  <a:pt x="2635727" y="453713"/>
                </a:lnTo>
                <a:lnTo>
                  <a:pt x="2639534" y="456221"/>
                </a:lnTo>
                <a:lnTo>
                  <a:pt x="2643642" y="457424"/>
                </a:lnTo>
                <a:lnTo>
                  <a:pt x="2671196" y="455318"/>
                </a:lnTo>
                <a:lnTo>
                  <a:pt x="2695343" y="461135"/>
                </a:lnTo>
                <a:lnTo>
                  <a:pt x="2728307" y="462439"/>
                </a:lnTo>
                <a:lnTo>
                  <a:pt x="2739529" y="465849"/>
                </a:lnTo>
                <a:lnTo>
                  <a:pt x="2750350" y="470161"/>
                </a:lnTo>
                <a:lnTo>
                  <a:pt x="2763676" y="477984"/>
                </a:lnTo>
                <a:lnTo>
                  <a:pt x="2768485" y="479689"/>
                </a:lnTo>
                <a:lnTo>
                  <a:pt x="2773895" y="479287"/>
                </a:lnTo>
                <a:lnTo>
                  <a:pt x="2780709" y="471966"/>
                </a:lnTo>
                <a:lnTo>
                  <a:pt x="2786019" y="470362"/>
                </a:lnTo>
                <a:lnTo>
                  <a:pt x="2791430" y="470061"/>
                </a:lnTo>
                <a:lnTo>
                  <a:pt x="2812571" y="471465"/>
                </a:lnTo>
                <a:lnTo>
                  <a:pt x="2869582" y="480491"/>
                </a:lnTo>
                <a:lnTo>
                  <a:pt x="2877998" y="479287"/>
                </a:lnTo>
                <a:lnTo>
                  <a:pt x="2912365" y="462038"/>
                </a:lnTo>
                <a:lnTo>
                  <a:pt x="2926091" y="445690"/>
                </a:lnTo>
                <a:lnTo>
                  <a:pt x="2938415" y="441177"/>
                </a:lnTo>
                <a:lnTo>
                  <a:pt x="2942523" y="433756"/>
                </a:lnTo>
                <a:lnTo>
                  <a:pt x="2945028" y="424930"/>
                </a:lnTo>
                <a:lnTo>
                  <a:pt x="2949437" y="422523"/>
                </a:lnTo>
                <a:lnTo>
                  <a:pt x="2959757" y="420016"/>
                </a:lnTo>
                <a:lnTo>
                  <a:pt x="2963865" y="417308"/>
                </a:lnTo>
                <a:lnTo>
                  <a:pt x="2971179" y="406477"/>
                </a:lnTo>
                <a:lnTo>
                  <a:pt x="2979796" y="396849"/>
                </a:lnTo>
                <a:lnTo>
                  <a:pt x="2984004" y="393940"/>
                </a:lnTo>
                <a:lnTo>
                  <a:pt x="2996228" y="395445"/>
                </a:lnTo>
                <a:lnTo>
                  <a:pt x="3001638" y="399657"/>
                </a:lnTo>
                <a:lnTo>
                  <a:pt x="3008552" y="413898"/>
                </a:lnTo>
                <a:lnTo>
                  <a:pt x="3007350" y="416205"/>
                </a:lnTo>
                <a:lnTo>
                  <a:pt x="2999234" y="423325"/>
                </a:lnTo>
                <a:lnTo>
                  <a:pt x="2996829" y="426234"/>
                </a:lnTo>
                <a:lnTo>
                  <a:pt x="2987912" y="446192"/>
                </a:lnTo>
                <a:lnTo>
                  <a:pt x="2981800" y="455920"/>
                </a:lnTo>
                <a:lnTo>
                  <a:pt x="2973985" y="464745"/>
                </a:lnTo>
                <a:close/>
                <a:moveTo>
                  <a:pt x="1219071" y="1167079"/>
                </a:moveTo>
                <a:lnTo>
                  <a:pt x="1229191" y="1178512"/>
                </a:lnTo>
                <a:lnTo>
                  <a:pt x="1238008" y="1184629"/>
                </a:lnTo>
                <a:lnTo>
                  <a:pt x="1248428" y="1187939"/>
                </a:lnTo>
                <a:lnTo>
                  <a:pt x="1259349" y="1188240"/>
                </a:lnTo>
                <a:lnTo>
                  <a:pt x="1270170" y="1189644"/>
                </a:lnTo>
                <a:lnTo>
                  <a:pt x="1282695" y="1194057"/>
                </a:lnTo>
                <a:lnTo>
                  <a:pt x="1295620" y="1196063"/>
                </a:lnTo>
                <a:lnTo>
                  <a:pt x="1301531" y="1195260"/>
                </a:lnTo>
                <a:lnTo>
                  <a:pt x="1307243" y="1193054"/>
                </a:lnTo>
                <a:lnTo>
                  <a:pt x="1311351" y="1192853"/>
                </a:lnTo>
                <a:lnTo>
                  <a:pt x="1314857" y="1194959"/>
                </a:lnTo>
                <a:lnTo>
                  <a:pt x="1323775" y="1204688"/>
                </a:lnTo>
                <a:lnTo>
                  <a:pt x="1333494" y="1213513"/>
                </a:lnTo>
                <a:lnTo>
                  <a:pt x="1335698" y="1218026"/>
                </a:lnTo>
                <a:lnTo>
                  <a:pt x="1342311" y="1239388"/>
                </a:lnTo>
                <a:lnTo>
                  <a:pt x="1349725" y="1245606"/>
                </a:lnTo>
                <a:lnTo>
                  <a:pt x="1359945" y="1247311"/>
                </a:lnTo>
                <a:lnTo>
                  <a:pt x="1371868" y="1247311"/>
                </a:lnTo>
                <a:lnTo>
                  <a:pt x="1383791" y="1248214"/>
                </a:lnTo>
                <a:lnTo>
                  <a:pt x="1411445" y="1253228"/>
                </a:lnTo>
                <a:lnTo>
                  <a:pt x="1422467" y="1252526"/>
                </a:lnTo>
                <a:lnTo>
                  <a:pt x="1432186" y="1247512"/>
                </a:lnTo>
                <a:lnTo>
                  <a:pt x="1440802" y="1250821"/>
                </a:lnTo>
                <a:lnTo>
                  <a:pt x="1464248" y="1256738"/>
                </a:lnTo>
                <a:lnTo>
                  <a:pt x="1475770" y="1258142"/>
                </a:lnTo>
                <a:lnTo>
                  <a:pt x="1488896" y="1256437"/>
                </a:lnTo>
                <a:lnTo>
                  <a:pt x="1502021" y="1256036"/>
                </a:lnTo>
                <a:lnTo>
                  <a:pt x="1508334" y="1257741"/>
                </a:lnTo>
                <a:lnTo>
                  <a:pt x="1514345" y="1260349"/>
                </a:lnTo>
                <a:lnTo>
                  <a:pt x="1519556" y="1261352"/>
                </a:lnTo>
                <a:lnTo>
                  <a:pt x="1524866" y="1261251"/>
                </a:lnTo>
                <a:lnTo>
                  <a:pt x="1534384" y="1256237"/>
                </a:lnTo>
                <a:lnTo>
                  <a:pt x="1540697" y="1247110"/>
                </a:lnTo>
                <a:lnTo>
                  <a:pt x="1545706" y="1235477"/>
                </a:lnTo>
                <a:lnTo>
                  <a:pt x="1549714" y="1223442"/>
                </a:lnTo>
                <a:lnTo>
                  <a:pt x="1552419" y="1218227"/>
                </a:lnTo>
                <a:lnTo>
                  <a:pt x="1556026" y="1213613"/>
                </a:lnTo>
                <a:lnTo>
                  <a:pt x="1560736" y="1210705"/>
                </a:lnTo>
                <a:lnTo>
                  <a:pt x="1565846" y="1208799"/>
                </a:lnTo>
                <a:lnTo>
                  <a:pt x="1579572" y="1210003"/>
                </a:lnTo>
                <a:lnTo>
                  <a:pt x="1582478" y="1212911"/>
                </a:lnTo>
                <a:lnTo>
                  <a:pt x="1597808" y="1233371"/>
                </a:lnTo>
                <a:lnTo>
                  <a:pt x="1600613" y="1235176"/>
                </a:lnTo>
                <a:lnTo>
                  <a:pt x="1616644" y="1236480"/>
                </a:lnTo>
                <a:lnTo>
                  <a:pt x="1621153" y="1235778"/>
                </a:lnTo>
                <a:lnTo>
                  <a:pt x="1630872" y="1231666"/>
                </a:lnTo>
                <a:lnTo>
                  <a:pt x="1636483" y="1231264"/>
                </a:lnTo>
                <a:lnTo>
                  <a:pt x="1646903" y="1236379"/>
                </a:lnTo>
                <a:lnTo>
                  <a:pt x="1651312" y="1240692"/>
                </a:lnTo>
                <a:lnTo>
                  <a:pt x="1656322" y="1243801"/>
                </a:lnTo>
                <a:lnTo>
                  <a:pt x="1681571" y="1247110"/>
                </a:lnTo>
                <a:lnTo>
                  <a:pt x="1691290" y="1255836"/>
                </a:lnTo>
                <a:lnTo>
                  <a:pt x="1696299" y="1257039"/>
                </a:lnTo>
                <a:lnTo>
                  <a:pt x="1713833" y="1255936"/>
                </a:lnTo>
                <a:lnTo>
                  <a:pt x="1726057" y="1256839"/>
                </a:lnTo>
                <a:lnTo>
                  <a:pt x="1736578" y="1259145"/>
                </a:lnTo>
                <a:lnTo>
                  <a:pt x="1741387" y="1271682"/>
                </a:lnTo>
                <a:lnTo>
                  <a:pt x="1745295" y="1284418"/>
                </a:lnTo>
                <a:lnTo>
                  <a:pt x="1747599" y="1288731"/>
                </a:lnTo>
                <a:lnTo>
                  <a:pt x="1757919" y="1293144"/>
                </a:lnTo>
                <a:lnTo>
                  <a:pt x="1762127" y="1297055"/>
                </a:lnTo>
                <a:lnTo>
                  <a:pt x="1761025" y="1309892"/>
                </a:lnTo>
                <a:lnTo>
                  <a:pt x="1762228" y="1321927"/>
                </a:lnTo>
                <a:lnTo>
                  <a:pt x="1784170" y="1332558"/>
                </a:lnTo>
                <a:lnTo>
                  <a:pt x="1807616" y="1338575"/>
                </a:lnTo>
                <a:lnTo>
                  <a:pt x="1832665" y="1339177"/>
                </a:lnTo>
                <a:lnTo>
                  <a:pt x="1857613" y="1337071"/>
                </a:lnTo>
                <a:lnTo>
                  <a:pt x="1870538" y="1334463"/>
                </a:lnTo>
                <a:lnTo>
                  <a:pt x="1886670" y="1329950"/>
                </a:lnTo>
                <a:lnTo>
                  <a:pt x="1890076" y="1330050"/>
                </a:lnTo>
                <a:lnTo>
                  <a:pt x="1921337" y="1343891"/>
                </a:lnTo>
                <a:lnTo>
                  <a:pt x="1923942" y="1345997"/>
                </a:lnTo>
                <a:lnTo>
                  <a:pt x="1927449" y="1356427"/>
                </a:lnTo>
                <a:lnTo>
                  <a:pt x="1927349" y="1367358"/>
                </a:lnTo>
                <a:lnTo>
                  <a:pt x="1921537" y="1393233"/>
                </a:lnTo>
                <a:lnTo>
                  <a:pt x="1921137" y="1400354"/>
                </a:lnTo>
                <a:lnTo>
                  <a:pt x="1921738" y="1407475"/>
                </a:lnTo>
                <a:lnTo>
                  <a:pt x="1927950" y="1422919"/>
                </a:lnTo>
                <a:lnTo>
                  <a:pt x="1931256" y="1427432"/>
                </a:lnTo>
                <a:lnTo>
                  <a:pt x="1942578" y="1435556"/>
                </a:lnTo>
                <a:lnTo>
                  <a:pt x="1942979" y="1439768"/>
                </a:lnTo>
                <a:lnTo>
                  <a:pt x="1941476" y="1444081"/>
                </a:lnTo>
                <a:lnTo>
                  <a:pt x="1928952" y="1441172"/>
                </a:lnTo>
                <a:lnTo>
                  <a:pt x="1921337" y="1437562"/>
                </a:lnTo>
                <a:lnTo>
                  <a:pt x="1916928" y="1431745"/>
                </a:lnTo>
                <a:lnTo>
                  <a:pt x="1910716" y="1428536"/>
                </a:lnTo>
                <a:lnTo>
                  <a:pt x="1898994" y="1429639"/>
                </a:lnTo>
                <a:lnTo>
                  <a:pt x="1876951" y="1423822"/>
                </a:lnTo>
                <a:lnTo>
                  <a:pt x="1852203" y="1414796"/>
                </a:lnTo>
                <a:lnTo>
                  <a:pt x="1808117" y="1395640"/>
                </a:lnTo>
                <a:lnTo>
                  <a:pt x="1796194" y="1395741"/>
                </a:lnTo>
                <a:lnTo>
                  <a:pt x="1784671" y="1398248"/>
                </a:lnTo>
                <a:lnTo>
                  <a:pt x="1772548" y="1403062"/>
                </a:lnTo>
                <a:lnTo>
                  <a:pt x="1759923" y="1406572"/>
                </a:lnTo>
                <a:lnTo>
                  <a:pt x="1750605" y="1407876"/>
                </a:lnTo>
                <a:lnTo>
                  <a:pt x="1741287" y="1406973"/>
                </a:lnTo>
                <a:lnTo>
                  <a:pt x="1717841" y="1402360"/>
                </a:lnTo>
                <a:lnTo>
                  <a:pt x="1694095" y="1399351"/>
                </a:lnTo>
                <a:lnTo>
                  <a:pt x="1633477" y="1397446"/>
                </a:lnTo>
                <a:lnTo>
                  <a:pt x="1616344" y="1393133"/>
                </a:lnTo>
                <a:lnTo>
                  <a:pt x="1587888" y="1390927"/>
                </a:lnTo>
                <a:lnTo>
                  <a:pt x="1565345" y="1387116"/>
                </a:lnTo>
                <a:lnTo>
                  <a:pt x="1543001" y="1381800"/>
                </a:lnTo>
                <a:lnTo>
                  <a:pt x="1486090" y="1355925"/>
                </a:lnTo>
                <a:lnTo>
                  <a:pt x="1467454" y="1349607"/>
                </a:lnTo>
                <a:lnTo>
                  <a:pt x="1410243" y="1337271"/>
                </a:lnTo>
                <a:lnTo>
                  <a:pt x="1401426" y="1336268"/>
                </a:lnTo>
                <a:lnTo>
                  <a:pt x="1380685" y="1337171"/>
                </a:lnTo>
                <a:lnTo>
                  <a:pt x="1367560" y="1333561"/>
                </a:lnTo>
                <a:lnTo>
                  <a:pt x="1356037" y="1333460"/>
                </a:lnTo>
                <a:lnTo>
                  <a:pt x="1339004" y="1337472"/>
                </a:lnTo>
                <a:lnTo>
                  <a:pt x="1333694" y="1340380"/>
                </a:lnTo>
                <a:lnTo>
                  <a:pt x="1327081" y="1346498"/>
                </a:lnTo>
                <a:lnTo>
                  <a:pt x="1315459" y="1346197"/>
                </a:lnTo>
                <a:lnTo>
                  <a:pt x="1303936" y="1344994"/>
                </a:lnTo>
                <a:lnTo>
                  <a:pt x="1273477" y="1339177"/>
                </a:lnTo>
                <a:lnTo>
                  <a:pt x="1262155" y="1335566"/>
                </a:lnTo>
                <a:lnTo>
                  <a:pt x="1251334" y="1330351"/>
                </a:lnTo>
                <a:lnTo>
                  <a:pt x="1241515" y="1323431"/>
                </a:lnTo>
                <a:lnTo>
                  <a:pt x="1236405" y="1320924"/>
                </a:lnTo>
                <a:lnTo>
                  <a:pt x="1210154" y="1313904"/>
                </a:lnTo>
                <a:lnTo>
                  <a:pt x="1188712" y="1311396"/>
                </a:lnTo>
                <a:lnTo>
                  <a:pt x="1144626" y="1308287"/>
                </a:lnTo>
                <a:lnTo>
                  <a:pt x="1135008" y="1306081"/>
                </a:lnTo>
                <a:lnTo>
                  <a:pt x="1126992" y="1303574"/>
                </a:lnTo>
                <a:lnTo>
                  <a:pt x="1122583" y="1297857"/>
                </a:lnTo>
                <a:lnTo>
                  <a:pt x="1123185" y="1290536"/>
                </a:lnTo>
                <a:lnTo>
                  <a:pt x="1126291" y="1284318"/>
                </a:lnTo>
                <a:lnTo>
                  <a:pt x="1130699" y="1278000"/>
                </a:lnTo>
                <a:lnTo>
                  <a:pt x="1133505" y="1271982"/>
                </a:lnTo>
                <a:lnTo>
                  <a:pt x="1101242" y="1259346"/>
                </a:lnTo>
                <a:lnTo>
                  <a:pt x="1075792" y="1252426"/>
                </a:lnTo>
                <a:lnTo>
                  <a:pt x="1064871" y="1251122"/>
                </a:lnTo>
                <a:lnTo>
                  <a:pt x="1053850" y="1251122"/>
                </a:lnTo>
                <a:lnTo>
                  <a:pt x="1041426" y="1252526"/>
                </a:lnTo>
                <a:lnTo>
                  <a:pt x="1029102" y="1251924"/>
                </a:lnTo>
                <a:lnTo>
                  <a:pt x="1023390" y="1249818"/>
                </a:lnTo>
                <a:lnTo>
                  <a:pt x="1017479" y="1249116"/>
                </a:lnTo>
                <a:lnTo>
                  <a:pt x="1011567" y="1250621"/>
                </a:lnTo>
                <a:lnTo>
                  <a:pt x="1006758" y="1250019"/>
                </a:lnTo>
                <a:lnTo>
                  <a:pt x="1005556" y="1244302"/>
                </a:lnTo>
                <a:lnTo>
                  <a:pt x="1008562" y="1239388"/>
                </a:lnTo>
                <a:lnTo>
                  <a:pt x="1014874" y="1233872"/>
                </a:lnTo>
                <a:lnTo>
                  <a:pt x="1018381" y="1232869"/>
                </a:lnTo>
                <a:lnTo>
                  <a:pt x="1019984" y="1241594"/>
                </a:lnTo>
                <a:lnTo>
                  <a:pt x="1021787" y="1243299"/>
                </a:lnTo>
                <a:lnTo>
                  <a:pt x="1027298" y="1245205"/>
                </a:lnTo>
                <a:lnTo>
                  <a:pt x="1029703" y="1244703"/>
                </a:lnTo>
                <a:lnTo>
                  <a:pt x="1039422" y="1233571"/>
                </a:lnTo>
                <a:lnTo>
                  <a:pt x="1042127" y="1228155"/>
                </a:lnTo>
                <a:lnTo>
                  <a:pt x="1046836" y="1213413"/>
                </a:lnTo>
                <a:lnTo>
                  <a:pt x="1051946" y="1216221"/>
                </a:lnTo>
                <a:lnTo>
                  <a:pt x="1057056" y="1214416"/>
                </a:lnTo>
                <a:lnTo>
                  <a:pt x="1060062" y="1212109"/>
                </a:lnTo>
                <a:lnTo>
                  <a:pt x="1068178" y="1177910"/>
                </a:lnTo>
                <a:lnTo>
                  <a:pt x="1074991" y="1167981"/>
                </a:lnTo>
                <a:lnTo>
                  <a:pt x="1084309" y="1159657"/>
                </a:lnTo>
                <a:lnTo>
                  <a:pt x="1088918" y="1157651"/>
                </a:lnTo>
                <a:lnTo>
                  <a:pt x="1098036" y="1162766"/>
                </a:lnTo>
                <a:lnTo>
                  <a:pt x="1116471" y="1164672"/>
                </a:lnTo>
                <a:lnTo>
                  <a:pt x="1127393" y="1168082"/>
                </a:lnTo>
                <a:lnTo>
                  <a:pt x="1138414" y="1168483"/>
                </a:lnTo>
                <a:lnTo>
                  <a:pt x="1149135" y="1170087"/>
                </a:lnTo>
                <a:lnTo>
                  <a:pt x="1164064" y="1176105"/>
                </a:lnTo>
                <a:lnTo>
                  <a:pt x="1169374" y="1175503"/>
                </a:lnTo>
                <a:lnTo>
                  <a:pt x="1174785" y="1173598"/>
                </a:lnTo>
                <a:lnTo>
                  <a:pt x="1182801" y="1167079"/>
                </a:lnTo>
                <a:lnTo>
                  <a:pt x="1186207" y="1156648"/>
                </a:lnTo>
                <a:lnTo>
                  <a:pt x="1197830" y="1161964"/>
                </a:lnTo>
                <a:lnTo>
                  <a:pt x="1214863" y="1164070"/>
                </a:lnTo>
                <a:lnTo>
                  <a:pt x="1219071" y="1167079"/>
                </a:lnTo>
                <a:close/>
                <a:moveTo>
                  <a:pt x="1445011" y="361145"/>
                </a:moveTo>
                <a:lnTo>
                  <a:pt x="1435993" y="374384"/>
                </a:lnTo>
                <a:lnTo>
                  <a:pt x="1436995" y="379198"/>
                </a:lnTo>
                <a:lnTo>
                  <a:pt x="1439199" y="383410"/>
                </a:lnTo>
                <a:lnTo>
                  <a:pt x="1445712" y="386318"/>
                </a:lnTo>
                <a:lnTo>
                  <a:pt x="1447515" y="402565"/>
                </a:lnTo>
                <a:lnTo>
                  <a:pt x="1455731" y="411792"/>
                </a:lnTo>
                <a:lnTo>
                  <a:pt x="1463947" y="420216"/>
                </a:lnTo>
                <a:lnTo>
                  <a:pt x="1470059" y="424328"/>
                </a:lnTo>
                <a:lnTo>
                  <a:pt x="1476672" y="430346"/>
                </a:lnTo>
                <a:lnTo>
                  <a:pt x="1481381" y="435862"/>
                </a:lnTo>
                <a:lnTo>
                  <a:pt x="1486291" y="440575"/>
                </a:lnTo>
                <a:lnTo>
                  <a:pt x="1493705" y="445189"/>
                </a:lnTo>
                <a:lnTo>
                  <a:pt x="1513744" y="464645"/>
                </a:lnTo>
                <a:lnTo>
                  <a:pt x="1522161" y="470362"/>
                </a:lnTo>
                <a:lnTo>
                  <a:pt x="1528373" y="476078"/>
                </a:lnTo>
                <a:lnTo>
                  <a:pt x="1532881" y="478084"/>
                </a:lnTo>
                <a:lnTo>
                  <a:pt x="1543803" y="476479"/>
                </a:lnTo>
                <a:lnTo>
                  <a:pt x="1576166" y="462539"/>
                </a:lnTo>
                <a:lnTo>
                  <a:pt x="1581977" y="461636"/>
                </a:lnTo>
                <a:lnTo>
                  <a:pt x="1592497" y="459129"/>
                </a:lnTo>
                <a:lnTo>
                  <a:pt x="1611134" y="459931"/>
                </a:lnTo>
                <a:lnTo>
                  <a:pt x="1630772" y="464645"/>
                </a:lnTo>
                <a:lnTo>
                  <a:pt x="1637184" y="464846"/>
                </a:lnTo>
                <a:lnTo>
                  <a:pt x="1643196" y="461937"/>
                </a:lnTo>
                <a:lnTo>
                  <a:pt x="1651612" y="462840"/>
                </a:lnTo>
                <a:lnTo>
                  <a:pt x="1659528" y="464344"/>
                </a:lnTo>
                <a:lnTo>
                  <a:pt x="1663435" y="463040"/>
                </a:lnTo>
                <a:lnTo>
                  <a:pt x="1674858" y="452911"/>
                </a:lnTo>
                <a:lnTo>
                  <a:pt x="1690488" y="449902"/>
                </a:lnTo>
                <a:lnTo>
                  <a:pt x="1695498" y="439773"/>
                </a:lnTo>
                <a:lnTo>
                  <a:pt x="1699305" y="430346"/>
                </a:lnTo>
                <a:lnTo>
                  <a:pt x="1701209" y="420216"/>
                </a:lnTo>
                <a:lnTo>
                  <a:pt x="1707722" y="416105"/>
                </a:lnTo>
                <a:lnTo>
                  <a:pt x="1716839" y="412594"/>
                </a:lnTo>
                <a:lnTo>
                  <a:pt x="1730265" y="408182"/>
                </a:lnTo>
                <a:lnTo>
                  <a:pt x="1777056" y="407379"/>
                </a:lnTo>
                <a:lnTo>
                  <a:pt x="1781565" y="409285"/>
                </a:lnTo>
                <a:lnTo>
                  <a:pt x="1782567" y="414500"/>
                </a:lnTo>
                <a:lnTo>
                  <a:pt x="1781565" y="418411"/>
                </a:lnTo>
                <a:lnTo>
                  <a:pt x="1783469" y="420718"/>
                </a:lnTo>
                <a:lnTo>
                  <a:pt x="1789681" y="420918"/>
                </a:lnTo>
                <a:lnTo>
                  <a:pt x="1795392" y="423325"/>
                </a:lnTo>
                <a:lnTo>
                  <a:pt x="1818737" y="431449"/>
                </a:lnTo>
                <a:lnTo>
                  <a:pt x="1828657" y="433956"/>
                </a:lnTo>
                <a:lnTo>
                  <a:pt x="1834168" y="433354"/>
                </a:lnTo>
                <a:lnTo>
                  <a:pt x="1845089" y="440575"/>
                </a:lnTo>
                <a:lnTo>
                  <a:pt x="1851100" y="438068"/>
                </a:lnTo>
                <a:lnTo>
                  <a:pt x="1858916" y="433054"/>
                </a:lnTo>
                <a:lnTo>
                  <a:pt x="1866430" y="426134"/>
                </a:lnTo>
                <a:lnTo>
                  <a:pt x="1873143" y="420718"/>
                </a:lnTo>
                <a:lnTo>
                  <a:pt x="1882962" y="418612"/>
                </a:lnTo>
                <a:lnTo>
                  <a:pt x="1895587" y="418913"/>
                </a:lnTo>
                <a:lnTo>
                  <a:pt x="1910516" y="417007"/>
                </a:lnTo>
                <a:lnTo>
                  <a:pt x="1921738" y="414099"/>
                </a:lnTo>
                <a:lnTo>
                  <a:pt x="1934362" y="418913"/>
                </a:lnTo>
                <a:lnTo>
                  <a:pt x="1937669" y="417408"/>
                </a:lnTo>
                <a:lnTo>
                  <a:pt x="1939773" y="412695"/>
                </a:lnTo>
                <a:lnTo>
                  <a:pt x="1946286" y="402365"/>
                </a:lnTo>
                <a:lnTo>
                  <a:pt x="1949191" y="395445"/>
                </a:lnTo>
                <a:lnTo>
                  <a:pt x="1951696" y="382106"/>
                </a:lnTo>
                <a:lnTo>
                  <a:pt x="1953500" y="378897"/>
                </a:lnTo>
                <a:lnTo>
                  <a:pt x="1958209" y="377092"/>
                </a:lnTo>
                <a:lnTo>
                  <a:pt x="1963118" y="374584"/>
                </a:lnTo>
                <a:lnTo>
                  <a:pt x="1964421" y="370573"/>
                </a:lnTo>
                <a:lnTo>
                  <a:pt x="1966224" y="365959"/>
                </a:lnTo>
                <a:lnTo>
                  <a:pt x="1964721" y="362048"/>
                </a:lnTo>
                <a:lnTo>
                  <a:pt x="1961916" y="358738"/>
                </a:lnTo>
                <a:lnTo>
                  <a:pt x="1959010" y="347707"/>
                </a:lnTo>
                <a:lnTo>
                  <a:pt x="1959912" y="342592"/>
                </a:lnTo>
                <a:lnTo>
                  <a:pt x="1961716" y="338881"/>
                </a:lnTo>
                <a:lnTo>
                  <a:pt x="1966725" y="336975"/>
                </a:lnTo>
                <a:lnTo>
                  <a:pt x="1980051" y="328752"/>
                </a:lnTo>
                <a:lnTo>
                  <a:pt x="1991874" y="319224"/>
                </a:lnTo>
                <a:lnTo>
                  <a:pt x="1998287" y="314510"/>
                </a:lnTo>
                <a:lnTo>
                  <a:pt x="2001092" y="311502"/>
                </a:lnTo>
                <a:lnTo>
                  <a:pt x="2001293" y="307089"/>
                </a:lnTo>
                <a:lnTo>
                  <a:pt x="1996183" y="302576"/>
                </a:lnTo>
                <a:lnTo>
                  <a:pt x="1991273" y="300369"/>
                </a:lnTo>
                <a:lnTo>
                  <a:pt x="1990872" y="295054"/>
                </a:lnTo>
                <a:lnTo>
                  <a:pt x="1991073" y="291444"/>
                </a:lnTo>
                <a:lnTo>
                  <a:pt x="1992576" y="287933"/>
                </a:lnTo>
                <a:lnTo>
                  <a:pt x="1991874" y="284624"/>
                </a:lnTo>
                <a:lnTo>
                  <a:pt x="1991774" y="279609"/>
                </a:lnTo>
                <a:lnTo>
                  <a:pt x="1994980" y="274194"/>
                </a:lnTo>
                <a:lnTo>
                  <a:pt x="2002194" y="266271"/>
                </a:lnTo>
                <a:lnTo>
                  <a:pt x="2007905" y="261056"/>
                </a:lnTo>
                <a:lnTo>
                  <a:pt x="2014218" y="264265"/>
                </a:lnTo>
                <a:lnTo>
                  <a:pt x="2021632" y="262761"/>
                </a:lnTo>
                <a:lnTo>
                  <a:pt x="2028646" y="260253"/>
                </a:lnTo>
                <a:lnTo>
                  <a:pt x="2032553" y="250826"/>
                </a:lnTo>
                <a:lnTo>
                  <a:pt x="2033155" y="246313"/>
                </a:lnTo>
                <a:lnTo>
                  <a:pt x="2032253" y="242703"/>
                </a:lnTo>
                <a:lnTo>
                  <a:pt x="2034657" y="229364"/>
                </a:lnTo>
                <a:lnTo>
                  <a:pt x="2035259" y="227358"/>
                </a:lnTo>
                <a:lnTo>
                  <a:pt x="2039868" y="218934"/>
                </a:lnTo>
                <a:lnTo>
                  <a:pt x="2040369" y="213317"/>
                </a:lnTo>
                <a:lnTo>
                  <a:pt x="2037764" y="200079"/>
                </a:lnTo>
                <a:lnTo>
                  <a:pt x="2039367" y="190150"/>
                </a:lnTo>
                <a:lnTo>
                  <a:pt x="2040068" y="169491"/>
                </a:lnTo>
                <a:lnTo>
                  <a:pt x="2042873" y="165780"/>
                </a:lnTo>
                <a:lnTo>
                  <a:pt x="2046080" y="155149"/>
                </a:lnTo>
                <a:lnTo>
                  <a:pt x="2051190" y="144017"/>
                </a:lnTo>
                <a:lnTo>
                  <a:pt x="2061510" y="137899"/>
                </a:lnTo>
                <a:lnTo>
                  <a:pt x="2067020" y="129976"/>
                </a:lnTo>
                <a:lnTo>
                  <a:pt x="2069425" y="128472"/>
                </a:lnTo>
                <a:lnTo>
                  <a:pt x="2072932" y="128372"/>
                </a:lnTo>
                <a:lnTo>
                  <a:pt x="2085557" y="134188"/>
                </a:lnTo>
                <a:lnTo>
                  <a:pt x="2096778" y="127770"/>
                </a:lnTo>
                <a:lnTo>
                  <a:pt x="2106998" y="126967"/>
                </a:lnTo>
                <a:lnTo>
                  <a:pt x="2115415" y="127870"/>
                </a:lnTo>
                <a:lnTo>
                  <a:pt x="2120224" y="130578"/>
                </a:lnTo>
                <a:lnTo>
                  <a:pt x="2124933" y="132483"/>
                </a:lnTo>
                <a:lnTo>
                  <a:pt x="2134953" y="126165"/>
                </a:lnTo>
                <a:lnTo>
                  <a:pt x="2138760" y="127268"/>
                </a:lnTo>
                <a:lnTo>
                  <a:pt x="2142367" y="129475"/>
                </a:lnTo>
                <a:lnTo>
                  <a:pt x="2147377" y="129374"/>
                </a:lnTo>
                <a:lnTo>
                  <a:pt x="2153288" y="127770"/>
                </a:lnTo>
                <a:lnTo>
                  <a:pt x="2167917" y="129274"/>
                </a:lnTo>
                <a:lnTo>
                  <a:pt x="2193667" y="129575"/>
                </a:lnTo>
                <a:lnTo>
                  <a:pt x="2211401" y="133386"/>
                </a:lnTo>
                <a:lnTo>
                  <a:pt x="2228735" y="144017"/>
                </a:lnTo>
                <a:lnTo>
                  <a:pt x="2237352" y="146223"/>
                </a:lnTo>
                <a:lnTo>
                  <a:pt x="2241059" y="146223"/>
                </a:lnTo>
                <a:lnTo>
                  <a:pt x="2240257" y="147126"/>
                </a:lnTo>
                <a:lnTo>
                  <a:pt x="2233344" y="150034"/>
                </a:lnTo>
                <a:lnTo>
                  <a:pt x="2230138" y="155751"/>
                </a:lnTo>
                <a:lnTo>
                  <a:pt x="2239556" y="164576"/>
                </a:lnTo>
                <a:lnTo>
                  <a:pt x="2240257" y="170393"/>
                </a:lnTo>
                <a:lnTo>
                  <a:pt x="2247572" y="175608"/>
                </a:lnTo>
                <a:lnTo>
                  <a:pt x="2256489" y="183732"/>
                </a:lnTo>
                <a:lnTo>
                  <a:pt x="2256890" y="186440"/>
                </a:lnTo>
                <a:lnTo>
                  <a:pt x="2259896" y="190050"/>
                </a:lnTo>
                <a:lnTo>
                  <a:pt x="2261399" y="194563"/>
                </a:lnTo>
                <a:lnTo>
                  <a:pt x="2255086" y="198976"/>
                </a:lnTo>
                <a:lnTo>
                  <a:pt x="2246670" y="199879"/>
                </a:lnTo>
                <a:lnTo>
                  <a:pt x="2240358" y="195666"/>
                </a:lnTo>
                <a:lnTo>
                  <a:pt x="2234647" y="190451"/>
                </a:lnTo>
                <a:lnTo>
                  <a:pt x="2233144" y="196870"/>
                </a:lnTo>
                <a:lnTo>
                  <a:pt x="2228635" y="200581"/>
                </a:lnTo>
                <a:lnTo>
                  <a:pt x="2212403" y="199578"/>
                </a:lnTo>
                <a:lnTo>
                  <a:pt x="2200781" y="199578"/>
                </a:lnTo>
                <a:lnTo>
                  <a:pt x="2189158" y="201182"/>
                </a:lnTo>
                <a:lnTo>
                  <a:pt x="2194969" y="202185"/>
                </a:lnTo>
                <a:lnTo>
                  <a:pt x="2200179" y="204291"/>
                </a:lnTo>
                <a:lnTo>
                  <a:pt x="2218215" y="220839"/>
                </a:lnTo>
                <a:lnTo>
                  <a:pt x="2222122" y="227057"/>
                </a:lnTo>
                <a:lnTo>
                  <a:pt x="2215810" y="239192"/>
                </a:lnTo>
                <a:lnTo>
                  <a:pt x="2218816" y="244207"/>
                </a:lnTo>
                <a:lnTo>
                  <a:pt x="2225829" y="247115"/>
                </a:lnTo>
                <a:lnTo>
                  <a:pt x="2234346" y="253133"/>
                </a:lnTo>
                <a:lnTo>
                  <a:pt x="2240358" y="253835"/>
                </a:lnTo>
                <a:lnTo>
                  <a:pt x="2244766" y="257245"/>
                </a:lnTo>
                <a:lnTo>
                  <a:pt x="2244866" y="263162"/>
                </a:lnTo>
                <a:lnTo>
                  <a:pt x="2247471" y="268577"/>
                </a:lnTo>
                <a:lnTo>
                  <a:pt x="2240558" y="270784"/>
                </a:lnTo>
                <a:lnTo>
                  <a:pt x="2247371" y="272188"/>
                </a:lnTo>
                <a:lnTo>
                  <a:pt x="2253483" y="274996"/>
                </a:lnTo>
                <a:lnTo>
                  <a:pt x="2250177" y="277804"/>
                </a:lnTo>
                <a:lnTo>
                  <a:pt x="2247572" y="281214"/>
                </a:lnTo>
                <a:lnTo>
                  <a:pt x="2250377" y="283019"/>
                </a:lnTo>
                <a:lnTo>
                  <a:pt x="2258693" y="286128"/>
                </a:lnTo>
                <a:lnTo>
                  <a:pt x="2262300" y="289037"/>
                </a:lnTo>
                <a:lnTo>
                  <a:pt x="2264204" y="296859"/>
                </a:lnTo>
                <a:lnTo>
                  <a:pt x="2272320" y="309596"/>
                </a:lnTo>
                <a:lnTo>
                  <a:pt x="2287149" y="326044"/>
                </a:lnTo>
                <a:lnTo>
                  <a:pt x="2290455" y="332061"/>
                </a:lnTo>
                <a:lnTo>
                  <a:pt x="2290355" y="337577"/>
                </a:lnTo>
                <a:lnTo>
                  <a:pt x="2287950" y="342391"/>
                </a:lnTo>
                <a:lnTo>
                  <a:pt x="2279434" y="347907"/>
                </a:lnTo>
                <a:lnTo>
                  <a:pt x="2272620" y="355228"/>
                </a:lnTo>
                <a:lnTo>
                  <a:pt x="2271819" y="357836"/>
                </a:lnTo>
                <a:lnTo>
                  <a:pt x="2262601" y="361246"/>
                </a:lnTo>
                <a:lnTo>
                  <a:pt x="2266809" y="363753"/>
                </a:lnTo>
                <a:lnTo>
                  <a:pt x="2270216" y="367163"/>
                </a:lnTo>
                <a:lnTo>
                  <a:pt x="2276528" y="377292"/>
                </a:lnTo>
                <a:lnTo>
                  <a:pt x="2291758" y="393840"/>
                </a:lnTo>
                <a:lnTo>
                  <a:pt x="2299473" y="400058"/>
                </a:lnTo>
                <a:lnTo>
                  <a:pt x="2331034" y="422523"/>
                </a:lnTo>
                <a:lnTo>
                  <a:pt x="2347767" y="432251"/>
                </a:lnTo>
                <a:lnTo>
                  <a:pt x="2369208" y="454616"/>
                </a:lnTo>
                <a:lnTo>
                  <a:pt x="2380230" y="459831"/>
                </a:lnTo>
                <a:lnTo>
                  <a:pt x="2382434" y="466049"/>
                </a:lnTo>
                <a:lnTo>
                  <a:pt x="2373116" y="475577"/>
                </a:lnTo>
                <a:lnTo>
                  <a:pt x="2359590" y="480391"/>
                </a:lnTo>
                <a:lnTo>
                  <a:pt x="2337346" y="482898"/>
                </a:lnTo>
                <a:lnTo>
                  <a:pt x="2315003" y="479588"/>
                </a:lnTo>
                <a:lnTo>
                  <a:pt x="2303380" y="476880"/>
                </a:lnTo>
                <a:lnTo>
                  <a:pt x="2293361" y="471365"/>
                </a:lnTo>
                <a:lnTo>
                  <a:pt x="2285345" y="460333"/>
                </a:lnTo>
                <a:lnTo>
                  <a:pt x="2274925" y="454315"/>
                </a:lnTo>
                <a:lnTo>
                  <a:pt x="2278933" y="461035"/>
                </a:lnTo>
                <a:lnTo>
                  <a:pt x="2281438" y="467854"/>
                </a:lnTo>
                <a:lnTo>
                  <a:pt x="2280135" y="475276"/>
                </a:lnTo>
                <a:lnTo>
                  <a:pt x="2276027" y="481193"/>
                </a:lnTo>
                <a:lnTo>
                  <a:pt x="2269013" y="485405"/>
                </a:lnTo>
                <a:lnTo>
                  <a:pt x="2261399" y="488915"/>
                </a:lnTo>
                <a:lnTo>
                  <a:pt x="2258192" y="491322"/>
                </a:lnTo>
                <a:lnTo>
                  <a:pt x="2238955" y="530335"/>
                </a:lnTo>
                <a:lnTo>
                  <a:pt x="2235849" y="540866"/>
                </a:lnTo>
                <a:lnTo>
                  <a:pt x="2230038" y="584592"/>
                </a:lnTo>
                <a:lnTo>
                  <a:pt x="2229937" y="597028"/>
                </a:lnTo>
                <a:lnTo>
                  <a:pt x="2238554" y="620095"/>
                </a:lnTo>
                <a:lnTo>
                  <a:pt x="2239356" y="632230"/>
                </a:lnTo>
                <a:lnTo>
                  <a:pt x="2241059" y="637546"/>
                </a:lnTo>
                <a:lnTo>
                  <a:pt x="2239857" y="641858"/>
                </a:lnTo>
                <a:lnTo>
                  <a:pt x="2235849" y="644466"/>
                </a:lnTo>
                <a:lnTo>
                  <a:pt x="2219317" y="651486"/>
                </a:lnTo>
                <a:lnTo>
                  <a:pt x="2207694" y="657403"/>
                </a:lnTo>
                <a:lnTo>
                  <a:pt x="2198176" y="665727"/>
                </a:lnTo>
                <a:lnTo>
                  <a:pt x="2190561" y="676157"/>
                </a:lnTo>
                <a:lnTo>
                  <a:pt x="2183848" y="683679"/>
                </a:lnTo>
                <a:lnTo>
                  <a:pt x="2174930" y="687290"/>
                </a:lnTo>
                <a:lnTo>
                  <a:pt x="2168418" y="686688"/>
                </a:lnTo>
                <a:lnTo>
                  <a:pt x="2163208" y="683278"/>
                </a:lnTo>
                <a:lnTo>
                  <a:pt x="2159601" y="676559"/>
                </a:lnTo>
                <a:lnTo>
                  <a:pt x="2157496" y="669237"/>
                </a:lnTo>
                <a:lnTo>
                  <a:pt x="2156094" y="674653"/>
                </a:lnTo>
                <a:lnTo>
                  <a:pt x="2156394" y="679968"/>
                </a:lnTo>
                <a:lnTo>
                  <a:pt x="2159400" y="685585"/>
                </a:lnTo>
                <a:lnTo>
                  <a:pt x="2160602" y="691602"/>
                </a:lnTo>
                <a:lnTo>
                  <a:pt x="2158799" y="697620"/>
                </a:lnTo>
                <a:lnTo>
                  <a:pt x="2154992" y="702534"/>
                </a:lnTo>
                <a:lnTo>
                  <a:pt x="2144671" y="707849"/>
                </a:lnTo>
                <a:lnTo>
                  <a:pt x="2138860" y="712362"/>
                </a:lnTo>
                <a:lnTo>
                  <a:pt x="2137958" y="720285"/>
                </a:lnTo>
                <a:lnTo>
                  <a:pt x="2135253" y="724798"/>
                </a:lnTo>
                <a:lnTo>
                  <a:pt x="2131245" y="728308"/>
                </a:lnTo>
                <a:lnTo>
                  <a:pt x="2116617" y="736231"/>
                </a:lnTo>
                <a:lnTo>
                  <a:pt x="2113411" y="739441"/>
                </a:lnTo>
                <a:lnTo>
                  <a:pt x="2110906" y="743553"/>
                </a:lnTo>
                <a:lnTo>
                  <a:pt x="2118721" y="742951"/>
                </a:lnTo>
                <a:lnTo>
                  <a:pt x="2125835" y="743553"/>
                </a:lnTo>
                <a:lnTo>
                  <a:pt x="2126436" y="751475"/>
                </a:lnTo>
                <a:lnTo>
                  <a:pt x="2128640" y="757393"/>
                </a:lnTo>
                <a:lnTo>
                  <a:pt x="2125835" y="770430"/>
                </a:lnTo>
                <a:lnTo>
                  <a:pt x="2114813" y="779156"/>
                </a:lnTo>
                <a:lnTo>
                  <a:pt x="2120324" y="780961"/>
                </a:lnTo>
                <a:lnTo>
                  <a:pt x="2125234" y="783869"/>
                </a:lnTo>
                <a:lnTo>
                  <a:pt x="2136255" y="785975"/>
                </a:lnTo>
                <a:lnTo>
                  <a:pt x="2139962" y="795202"/>
                </a:lnTo>
                <a:lnTo>
                  <a:pt x="2138359" y="806334"/>
                </a:lnTo>
                <a:lnTo>
                  <a:pt x="2136355" y="816363"/>
                </a:lnTo>
                <a:lnTo>
                  <a:pt x="2128440" y="819071"/>
                </a:lnTo>
                <a:lnTo>
                  <a:pt x="2123530" y="817266"/>
                </a:lnTo>
                <a:lnTo>
                  <a:pt x="2118721" y="817467"/>
                </a:lnTo>
                <a:lnTo>
                  <a:pt x="2115114" y="820475"/>
                </a:lnTo>
                <a:lnTo>
                  <a:pt x="2114112" y="825590"/>
                </a:lnTo>
                <a:lnTo>
                  <a:pt x="2120925" y="823083"/>
                </a:lnTo>
                <a:lnTo>
                  <a:pt x="2120625" y="836020"/>
                </a:lnTo>
                <a:lnTo>
                  <a:pt x="2118721" y="848657"/>
                </a:lnTo>
                <a:lnTo>
                  <a:pt x="2116517" y="855577"/>
                </a:lnTo>
                <a:lnTo>
                  <a:pt x="2112309" y="861293"/>
                </a:lnTo>
                <a:lnTo>
                  <a:pt x="2105996" y="863099"/>
                </a:lnTo>
                <a:lnTo>
                  <a:pt x="2099985" y="858886"/>
                </a:lnTo>
                <a:lnTo>
                  <a:pt x="2098782" y="863801"/>
                </a:lnTo>
                <a:lnTo>
                  <a:pt x="2100586" y="867913"/>
                </a:lnTo>
                <a:lnTo>
                  <a:pt x="2109102" y="878042"/>
                </a:lnTo>
                <a:lnTo>
                  <a:pt x="2103892" y="880349"/>
                </a:lnTo>
                <a:lnTo>
                  <a:pt x="2100085" y="883758"/>
                </a:lnTo>
                <a:lnTo>
                  <a:pt x="2098381" y="888773"/>
                </a:lnTo>
                <a:lnTo>
                  <a:pt x="2089164" y="900306"/>
                </a:lnTo>
                <a:lnTo>
                  <a:pt x="2085056" y="908831"/>
                </a:lnTo>
                <a:lnTo>
                  <a:pt x="2083252" y="917857"/>
                </a:lnTo>
                <a:lnTo>
                  <a:pt x="2078944" y="925078"/>
                </a:lnTo>
                <a:lnTo>
                  <a:pt x="2009008" y="956369"/>
                </a:lnTo>
                <a:lnTo>
                  <a:pt x="1952498" y="982745"/>
                </a:lnTo>
                <a:lnTo>
                  <a:pt x="1948390" y="980940"/>
                </a:lnTo>
                <a:lnTo>
                  <a:pt x="1945584" y="976928"/>
                </a:lnTo>
                <a:lnTo>
                  <a:pt x="1943681" y="935909"/>
                </a:lnTo>
                <a:lnTo>
                  <a:pt x="1936667" y="914949"/>
                </a:lnTo>
                <a:lnTo>
                  <a:pt x="1935665" y="903215"/>
                </a:lnTo>
                <a:lnTo>
                  <a:pt x="1927649" y="913745"/>
                </a:lnTo>
                <a:lnTo>
                  <a:pt x="1922740" y="912642"/>
                </a:lnTo>
                <a:lnTo>
                  <a:pt x="1917429" y="909934"/>
                </a:lnTo>
                <a:lnTo>
                  <a:pt x="1913522" y="906524"/>
                </a:lnTo>
                <a:lnTo>
                  <a:pt x="1913221" y="902011"/>
                </a:lnTo>
                <a:lnTo>
                  <a:pt x="1917429" y="888974"/>
                </a:lnTo>
                <a:lnTo>
                  <a:pt x="1912320" y="896094"/>
                </a:lnTo>
                <a:lnTo>
                  <a:pt x="1906608" y="901610"/>
                </a:lnTo>
                <a:lnTo>
                  <a:pt x="1900797" y="900908"/>
                </a:lnTo>
                <a:lnTo>
                  <a:pt x="1895787" y="898200"/>
                </a:lnTo>
                <a:lnTo>
                  <a:pt x="1893884" y="893988"/>
                </a:lnTo>
                <a:lnTo>
                  <a:pt x="1891178" y="893386"/>
                </a:lnTo>
                <a:lnTo>
                  <a:pt x="1878854" y="904920"/>
                </a:lnTo>
                <a:lnTo>
                  <a:pt x="1862523" y="911138"/>
                </a:lnTo>
                <a:lnTo>
                  <a:pt x="1853405" y="911037"/>
                </a:lnTo>
                <a:lnTo>
                  <a:pt x="1846291" y="907527"/>
                </a:lnTo>
                <a:lnTo>
                  <a:pt x="1846592" y="898702"/>
                </a:lnTo>
                <a:lnTo>
                  <a:pt x="1845890" y="890077"/>
                </a:lnTo>
                <a:lnTo>
                  <a:pt x="1843886" y="885062"/>
                </a:lnTo>
                <a:lnTo>
                  <a:pt x="1839478" y="883257"/>
                </a:lnTo>
                <a:lnTo>
                  <a:pt x="1835470" y="883859"/>
                </a:lnTo>
                <a:lnTo>
                  <a:pt x="1823747" y="888372"/>
                </a:lnTo>
                <a:lnTo>
                  <a:pt x="1819539" y="887870"/>
                </a:lnTo>
                <a:lnTo>
                  <a:pt x="1817134" y="890077"/>
                </a:lnTo>
                <a:lnTo>
                  <a:pt x="1786174" y="858686"/>
                </a:lnTo>
                <a:lnTo>
                  <a:pt x="1779862" y="884160"/>
                </a:lnTo>
                <a:lnTo>
                  <a:pt x="1758520" y="897699"/>
                </a:lnTo>
                <a:lnTo>
                  <a:pt x="1742690" y="905521"/>
                </a:lnTo>
                <a:lnTo>
                  <a:pt x="1727059" y="902613"/>
                </a:lnTo>
                <a:lnTo>
                  <a:pt x="1711128" y="897599"/>
                </a:lnTo>
                <a:lnTo>
                  <a:pt x="1695297" y="903616"/>
                </a:lnTo>
                <a:lnTo>
                  <a:pt x="1678064" y="918559"/>
                </a:lnTo>
                <a:lnTo>
                  <a:pt x="1673255" y="920866"/>
                </a:lnTo>
                <a:lnTo>
                  <a:pt x="1668345" y="920766"/>
                </a:lnTo>
                <a:lnTo>
                  <a:pt x="1664738" y="918860"/>
                </a:lnTo>
                <a:lnTo>
                  <a:pt x="1665940" y="907527"/>
                </a:lnTo>
                <a:lnTo>
                  <a:pt x="1666141" y="896295"/>
                </a:lnTo>
                <a:lnTo>
                  <a:pt x="1664838" y="871122"/>
                </a:lnTo>
                <a:lnTo>
                  <a:pt x="1663435" y="866208"/>
                </a:lnTo>
                <a:lnTo>
                  <a:pt x="1658526" y="859288"/>
                </a:lnTo>
                <a:lnTo>
                  <a:pt x="1652013" y="854273"/>
                </a:lnTo>
                <a:lnTo>
                  <a:pt x="1648306" y="857984"/>
                </a:lnTo>
                <a:lnTo>
                  <a:pt x="1645000" y="862898"/>
                </a:lnTo>
                <a:lnTo>
                  <a:pt x="1631974" y="862697"/>
                </a:lnTo>
                <a:lnTo>
                  <a:pt x="1619249" y="858786"/>
                </a:lnTo>
                <a:lnTo>
                  <a:pt x="1608328" y="860993"/>
                </a:lnTo>
                <a:lnTo>
                  <a:pt x="1586786" y="871022"/>
                </a:lnTo>
                <a:lnTo>
                  <a:pt x="1575364" y="872526"/>
                </a:lnTo>
                <a:lnTo>
                  <a:pt x="1569252" y="870320"/>
                </a:lnTo>
                <a:lnTo>
                  <a:pt x="1565345" y="864904"/>
                </a:lnTo>
                <a:lnTo>
                  <a:pt x="1567549" y="859990"/>
                </a:lnTo>
                <a:lnTo>
                  <a:pt x="1572258" y="856279"/>
                </a:lnTo>
                <a:lnTo>
                  <a:pt x="1563441" y="859187"/>
                </a:lnTo>
                <a:lnTo>
                  <a:pt x="1555926" y="864302"/>
                </a:lnTo>
                <a:lnTo>
                  <a:pt x="1552620" y="867511"/>
                </a:lnTo>
                <a:lnTo>
                  <a:pt x="1549113" y="865907"/>
                </a:lnTo>
                <a:lnTo>
                  <a:pt x="1539695" y="854474"/>
                </a:lnTo>
                <a:lnTo>
                  <a:pt x="1520057" y="858786"/>
                </a:lnTo>
                <a:lnTo>
                  <a:pt x="1517351" y="860090"/>
                </a:lnTo>
                <a:lnTo>
                  <a:pt x="1512542" y="863901"/>
                </a:lnTo>
                <a:lnTo>
                  <a:pt x="1507833" y="861995"/>
                </a:lnTo>
                <a:lnTo>
                  <a:pt x="1505528" y="857884"/>
                </a:lnTo>
                <a:lnTo>
                  <a:pt x="1504627" y="834215"/>
                </a:lnTo>
                <a:lnTo>
                  <a:pt x="1494607" y="788583"/>
                </a:lnTo>
                <a:lnTo>
                  <a:pt x="1491902" y="765215"/>
                </a:lnTo>
                <a:lnTo>
                  <a:pt x="1489697" y="759699"/>
                </a:lnTo>
                <a:lnTo>
                  <a:pt x="1478175" y="751375"/>
                </a:lnTo>
                <a:lnTo>
                  <a:pt x="1478576" y="739340"/>
                </a:lnTo>
                <a:lnTo>
                  <a:pt x="1484487" y="729311"/>
                </a:lnTo>
                <a:lnTo>
                  <a:pt x="1485790" y="717577"/>
                </a:lnTo>
                <a:lnTo>
                  <a:pt x="1484087" y="704840"/>
                </a:lnTo>
                <a:lnTo>
                  <a:pt x="1480480" y="692404"/>
                </a:lnTo>
                <a:lnTo>
                  <a:pt x="1475971" y="682977"/>
                </a:lnTo>
                <a:lnTo>
                  <a:pt x="1469458" y="674954"/>
                </a:lnTo>
                <a:lnTo>
                  <a:pt x="1460841" y="665928"/>
                </a:lnTo>
                <a:lnTo>
                  <a:pt x="1450321" y="659208"/>
                </a:lnTo>
                <a:lnTo>
                  <a:pt x="1427476" y="651687"/>
                </a:lnTo>
                <a:lnTo>
                  <a:pt x="1415353" y="652288"/>
                </a:lnTo>
                <a:lnTo>
                  <a:pt x="1410944" y="649380"/>
                </a:lnTo>
                <a:lnTo>
                  <a:pt x="1407938" y="645469"/>
                </a:lnTo>
                <a:lnTo>
                  <a:pt x="1409141" y="637947"/>
                </a:lnTo>
                <a:lnTo>
                  <a:pt x="1413249" y="632732"/>
                </a:lnTo>
                <a:lnTo>
                  <a:pt x="1418659" y="631428"/>
                </a:lnTo>
                <a:lnTo>
                  <a:pt x="1419361" y="628520"/>
                </a:lnTo>
                <a:lnTo>
                  <a:pt x="1407738" y="622402"/>
                </a:lnTo>
                <a:lnTo>
                  <a:pt x="1398119" y="614178"/>
                </a:lnTo>
                <a:lnTo>
                  <a:pt x="1395013" y="609163"/>
                </a:lnTo>
                <a:lnTo>
                  <a:pt x="1394112" y="603748"/>
                </a:lnTo>
                <a:lnTo>
                  <a:pt x="1394212" y="591111"/>
                </a:lnTo>
                <a:lnTo>
                  <a:pt x="1397017" y="583188"/>
                </a:lnTo>
                <a:lnTo>
                  <a:pt x="1398520" y="578775"/>
                </a:lnTo>
                <a:lnTo>
                  <a:pt x="1401526" y="565437"/>
                </a:lnTo>
                <a:lnTo>
                  <a:pt x="1407838" y="561425"/>
                </a:lnTo>
                <a:lnTo>
                  <a:pt x="1406736" y="558918"/>
                </a:lnTo>
                <a:lnTo>
                  <a:pt x="1404031" y="557113"/>
                </a:lnTo>
                <a:lnTo>
                  <a:pt x="1400123" y="552800"/>
                </a:lnTo>
                <a:lnTo>
                  <a:pt x="1396917" y="547685"/>
                </a:lnTo>
                <a:lnTo>
                  <a:pt x="1389503" y="539161"/>
                </a:lnTo>
                <a:lnTo>
                  <a:pt x="1376477" y="528831"/>
                </a:lnTo>
                <a:lnTo>
                  <a:pt x="1374273" y="511080"/>
                </a:lnTo>
                <a:lnTo>
                  <a:pt x="1372570" y="484904"/>
                </a:lnTo>
                <a:lnTo>
                  <a:pt x="1373672" y="472969"/>
                </a:lnTo>
                <a:lnTo>
                  <a:pt x="1377880" y="450705"/>
                </a:lnTo>
                <a:lnTo>
                  <a:pt x="1385094" y="443785"/>
                </a:lnTo>
                <a:lnTo>
                  <a:pt x="1390805" y="441779"/>
                </a:lnTo>
                <a:lnTo>
                  <a:pt x="1395214" y="438770"/>
                </a:lnTo>
                <a:lnTo>
                  <a:pt x="1391607" y="438369"/>
                </a:lnTo>
                <a:lnTo>
                  <a:pt x="1388501" y="439472"/>
                </a:lnTo>
                <a:lnTo>
                  <a:pt x="1382990" y="440174"/>
                </a:lnTo>
                <a:lnTo>
                  <a:pt x="1387499" y="420317"/>
                </a:lnTo>
                <a:lnTo>
                  <a:pt x="1389603" y="414500"/>
                </a:lnTo>
                <a:lnTo>
                  <a:pt x="1398721" y="403368"/>
                </a:lnTo>
                <a:lnTo>
                  <a:pt x="1409341" y="393539"/>
                </a:lnTo>
                <a:lnTo>
                  <a:pt x="1413850" y="381906"/>
                </a:lnTo>
                <a:lnTo>
                  <a:pt x="1419962" y="371676"/>
                </a:lnTo>
                <a:lnTo>
                  <a:pt x="1445011" y="361145"/>
                </a:lnTo>
                <a:close/>
                <a:moveTo>
                  <a:pt x="3258939" y="479488"/>
                </a:moveTo>
                <a:lnTo>
                  <a:pt x="3266153" y="481694"/>
                </a:lnTo>
                <a:lnTo>
                  <a:pt x="3273768" y="481093"/>
                </a:lnTo>
                <a:lnTo>
                  <a:pt x="3277575" y="476580"/>
                </a:lnTo>
                <a:lnTo>
                  <a:pt x="3278577" y="470763"/>
                </a:lnTo>
                <a:lnTo>
                  <a:pt x="3282385" y="459931"/>
                </a:lnTo>
                <a:lnTo>
                  <a:pt x="3291202" y="452610"/>
                </a:lnTo>
                <a:lnTo>
                  <a:pt x="3297414" y="451507"/>
                </a:lnTo>
                <a:lnTo>
                  <a:pt x="3301822" y="448398"/>
                </a:lnTo>
                <a:lnTo>
                  <a:pt x="3301021" y="440375"/>
                </a:lnTo>
                <a:lnTo>
                  <a:pt x="3301422" y="432452"/>
                </a:lnTo>
                <a:lnTo>
                  <a:pt x="3307934" y="424027"/>
                </a:lnTo>
                <a:lnTo>
                  <a:pt x="3328174" y="412294"/>
                </a:lnTo>
                <a:lnTo>
                  <a:pt x="3339696" y="408182"/>
                </a:lnTo>
                <a:lnTo>
                  <a:pt x="3354625" y="406778"/>
                </a:lnTo>
                <a:lnTo>
                  <a:pt x="3356328" y="411291"/>
                </a:lnTo>
                <a:lnTo>
                  <a:pt x="3354625" y="417709"/>
                </a:lnTo>
                <a:lnTo>
                  <a:pt x="3357531" y="427437"/>
                </a:lnTo>
                <a:lnTo>
                  <a:pt x="3356128" y="453613"/>
                </a:lnTo>
                <a:lnTo>
                  <a:pt x="3352721" y="457324"/>
                </a:lnTo>
                <a:lnTo>
                  <a:pt x="3337291" y="466350"/>
                </a:lnTo>
                <a:lnTo>
                  <a:pt x="3320358" y="473571"/>
                </a:lnTo>
                <a:lnTo>
                  <a:pt x="3315649" y="476580"/>
                </a:lnTo>
                <a:lnTo>
                  <a:pt x="3311441" y="483801"/>
                </a:lnTo>
                <a:lnTo>
                  <a:pt x="3311842" y="490921"/>
                </a:lnTo>
                <a:lnTo>
                  <a:pt x="3325569" y="500449"/>
                </a:lnTo>
                <a:lnTo>
                  <a:pt x="3346910" y="509375"/>
                </a:lnTo>
                <a:lnTo>
                  <a:pt x="3351319" y="513587"/>
                </a:lnTo>
                <a:lnTo>
                  <a:pt x="3354224" y="520607"/>
                </a:lnTo>
                <a:lnTo>
                  <a:pt x="3355026" y="528430"/>
                </a:lnTo>
                <a:lnTo>
                  <a:pt x="3360136" y="532140"/>
                </a:lnTo>
                <a:lnTo>
                  <a:pt x="3367350" y="533946"/>
                </a:lnTo>
                <a:lnTo>
                  <a:pt x="3372159" y="537656"/>
                </a:lnTo>
                <a:lnTo>
                  <a:pt x="3375866" y="542872"/>
                </a:lnTo>
                <a:lnTo>
                  <a:pt x="3339796" y="530636"/>
                </a:lnTo>
                <a:lnTo>
                  <a:pt x="3330378" y="525220"/>
                </a:lnTo>
                <a:lnTo>
                  <a:pt x="3319056" y="524619"/>
                </a:lnTo>
                <a:lnTo>
                  <a:pt x="3307834" y="523014"/>
                </a:lnTo>
                <a:lnTo>
                  <a:pt x="3296312" y="518300"/>
                </a:lnTo>
                <a:lnTo>
                  <a:pt x="3283988" y="517197"/>
                </a:lnTo>
                <a:lnTo>
                  <a:pt x="3278076" y="520607"/>
                </a:lnTo>
                <a:lnTo>
                  <a:pt x="3275772" y="527226"/>
                </a:lnTo>
                <a:lnTo>
                  <a:pt x="3274369" y="534648"/>
                </a:lnTo>
                <a:lnTo>
                  <a:pt x="3277174" y="543874"/>
                </a:lnTo>
                <a:lnTo>
                  <a:pt x="3276874" y="549390"/>
                </a:lnTo>
                <a:lnTo>
                  <a:pt x="3274569" y="559520"/>
                </a:lnTo>
                <a:lnTo>
                  <a:pt x="3283487" y="589406"/>
                </a:lnTo>
                <a:lnTo>
                  <a:pt x="3294608" y="613175"/>
                </a:lnTo>
                <a:lnTo>
                  <a:pt x="3311140" y="637947"/>
                </a:lnTo>
                <a:lnTo>
                  <a:pt x="3319256" y="646371"/>
                </a:lnTo>
                <a:lnTo>
                  <a:pt x="3328274" y="654094"/>
                </a:lnTo>
                <a:lnTo>
                  <a:pt x="3313545" y="651787"/>
                </a:lnTo>
                <a:lnTo>
                  <a:pt x="3309036" y="643563"/>
                </a:lnTo>
                <a:lnTo>
                  <a:pt x="3290300" y="635339"/>
                </a:lnTo>
                <a:lnTo>
                  <a:pt x="3286793" y="630425"/>
                </a:lnTo>
                <a:lnTo>
                  <a:pt x="3274569" y="607057"/>
                </a:lnTo>
                <a:lnTo>
                  <a:pt x="3270962" y="602645"/>
                </a:lnTo>
                <a:lnTo>
                  <a:pt x="3259740" y="594621"/>
                </a:lnTo>
                <a:lnTo>
                  <a:pt x="3254831" y="588805"/>
                </a:lnTo>
                <a:lnTo>
                  <a:pt x="3253128" y="580882"/>
                </a:lnTo>
                <a:lnTo>
                  <a:pt x="3254330" y="572557"/>
                </a:lnTo>
                <a:lnTo>
                  <a:pt x="3253729" y="561024"/>
                </a:lnTo>
                <a:lnTo>
                  <a:pt x="3254130" y="549591"/>
                </a:lnTo>
                <a:lnTo>
                  <a:pt x="3256534" y="535651"/>
                </a:lnTo>
                <a:lnTo>
                  <a:pt x="3252526" y="530736"/>
                </a:lnTo>
                <a:lnTo>
                  <a:pt x="3247216" y="526123"/>
                </a:lnTo>
                <a:lnTo>
                  <a:pt x="3241104" y="515392"/>
                </a:lnTo>
                <a:lnTo>
                  <a:pt x="3239301" y="503257"/>
                </a:lnTo>
                <a:lnTo>
                  <a:pt x="3239802" y="496237"/>
                </a:lnTo>
                <a:lnTo>
                  <a:pt x="3242307" y="490019"/>
                </a:lnTo>
                <a:lnTo>
                  <a:pt x="3245713" y="484703"/>
                </a:lnTo>
                <a:lnTo>
                  <a:pt x="3246415" y="479488"/>
                </a:lnTo>
                <a:lnTo>
                  <a:pt x="3237597" y="471866"/>
                </a:lnTo>
                <a:lnTo>
                  <a:pt x="3228480" y="450203"/>
                </a:lnTo>
                <a:lnTo>
                  <a:pt x="3227578" y="438971"/>
                </a:lnTo>
                <a:lnTo>
                  <a:pt x="3239301" y="417408"/>
                </a:lnTo>
                <a:lnTo>
                  <a:pt x="3239100" y="406878"/>
                </a:lnTo>
                <a:lnTo>
                  <a:pt x="3241405" y="400660"/>
                </a:lnTo>
                <a:lnTo>
                  <a:pt x="3242707" y="394041"/>
                </a:lnTo>
                <a:lnTo>
                  <a:pt x="3248819" y="379599"/>
                </a:lnTo>
                <a:lnTo>
                  <a:pt x="3258739" y="367363"/>
                </a:lnTo>
                <a:lnTo>
                  <a:pt x="3275671" y="350214"/>
                </a:lnTo>
                <a:lnTo>
                  <a:pt x="3282084" y="346403"/>
                </a:lnTo>
                <a:lnTo>
                  <a:pt x="3289298" y="343996"/>
                </a:lnTo>
                <a:lnTo>
                  <a:pt x="3289999" y="348208"/>
                </a:lnTo>
                <a:lnTo>
                  <a:pt x="3288797" y="351919"/>
                </a:lnTo>
                <a:lnTo>
                  <a:pt x="3276373" y="369369"/>
                </a:lnTo>
                <a:lnTo>
                  <a:pt x="3274669" y="373381"/>
                </a:lnTo>
                <a:lnTo>
                  <a:pt x="3274369" y="380702"/>
                </a:lnTo>
                <a:lnTo>
                  <a:pt x="3280280" y="385015"/>
                </a:lnTo>
                <a:lnTo>
                  <a:pt x="3286793" y="393940"/>
                </a:lnTo>
                <a:lnTo>
                  <a:pt x="3288096" y="405775"/>
                </a:lnTo>
                <a:lnTo>
                  <a:pt x="3288296" y="418311"/>
                </a:lnTo>
                <a:lnTo>
                  <a:pt x="3286893" y="430948"/>
                </a:lnTo>
                <a:lnTo>
                  <a:pt x="3284489" y="435160"/>
                </a:lnTo>
                <a:lnTo>
                  <a:pt x="3274169" y="447897"/>
                </a:lnTo>
                <a:lnTo>
                  <a:pt x="3250923" y="462840"/>
                </a:lnTo>
                <a:lnTo>
                  <a:pt x="3248919" y="466551"/>
                </a:lnTo>
                <a:lnTo>
                  <a:pt x="3249020" y="470662"/>
                </a:lnTo>
                <a:lnTo>
                  <a:pt x="3253328" y="475577"/>
                </a:lnTo>
                <a:lnTo>
                  <a:pt x="3258939" y="479488"/>
                </a:lnTo>
                <a:close/>
                <a:moveTo>
                  <a:pt x="3461533" y="851966"/>
                </a:moveTo>
                <a:lnTo>
                  <a:pt x="3484478" y="863099"/>
                </a:lnTo>
                <a:lnTo>
                  <a:pt x="3496401" y="864703"/>
                </a:lnTo>
                <a:lnTo>
                  <a:pt x="3516540" y="863299"/>
                </a:lnTo>
                <a:lnTo>
                  <a:pt x="3524055" y="864302"/>
                </a:lnTo>
                <a:lnTo>
                  <a:pt x="3543192" y="878543"/>
                </a:lnTo>
                <a:lnTo>
                  <a:pt x="3548803" y="888272"/>
                </a:lnTo>
                <a:lnTo>
                  <a:pt x="3550406" y="896696"/>
                </a:lnTo>
                <a:lnTo>
                  <a:pt x="3553311" y="904719"/>
                </a:lnTo>
                <a:lnTo>
                  <a:pt x="3558021" y="906625"/>
                </a:lnTo>
                <a:lnTo>
                  <a:pt x="3563531" y="907427"/>
                </a:lnTo>
                <a:lnTo>
                  <a:pt x="3570846" y="918860"/>
                </a:lnTo>
                <a:lnTo>
                  <a:pt x="3572248" y="922571"/>
                </a:lnTo>
                <a:lnTo>
                  <a:pt x="3566738" y="951454"/>
                </a:lnTo>
                <a:lnTo>
                  <a:pt x="3544194" y="940523"/>
                </a:lnTo>
                <a:lnTo>
                  <a:pt x="3522451" y="928087"/>
                </a:lnTo>
                <a:lnTo>
                  <a:pt x="3513133" y="923473"/>
                </a:lnTo>
                <a:lnTo>
                  <a:pt x="3488085" y="913043"/>
                </a:lnTo>
                <a:lnTo>
                  <a:pt x="3484177" y="909433"/>
                </a:lnTo>
                <a:lnTo>
                  <a:pt x="3481372" y="904719"/>
                </a:lnTo>
                <a:lnTo>
                  <a:pt x="3470450" y="898200"/>
                </a:lnTo>
                <a:lnTo>
                  <a:pt x="3448708" y="897197"/>
                </a:lnTo>
                <a:lnTo>
                  <a:pt x="3440492" y="897398"/>
                </a:lnTo>
                <a:lnTo>
                  <a:pt x="3437186" y="898401"/>
                </a:lnTo>
                <a:lnTo>
                  <a:pt x="3437987" y="901811"/>
                </a:lnTo>
                <a:lnTo>
                  <a:pt x="3438188" y="908931"/>
                </a:lnTo>
                <a:lnTo>
                  <a:pt x="3432777" y="910837"/>
                </a:lnTo>
                <a:lnTo>
                  <a:pt x="3419251" y="906424"/>
                </a:lnTo>
                <a:lnTo>
                  <a:pt x="3407127" y="904819"/>
                </a:lnTo>
                <a:lnTo>
                  <a:pt x="3396707" y="900407"/>
                </a:lnTo>
                <a:lnTo>
                  <a:pt x="3382579" y="898100"/>
                </a:lnTo>
                <a:lnTo>
                  <a:pt x="3381076" y="895894"/>
                </a:lnTo>
                <a:lnTo>
                  <a:pt x="3382279" y="892684"/>
                </a:lnTo>
                <a:lnTo>
                  <a:pt x="3381678" y="889575"/>
                </a:lnTo>
                <a:lnTo>
                  <a:pt x="3378371" y="888372"/>
                </a:lnTo>
                <a:lnTo>
                  <a:pt x="3372159" y="888974"/>
                </a:lnTo>
                <a:lnTo>
                  <a:pt x="3366047" y="892083"/>
                </a:lnTo>
                <a:lnTo>
                  <a:pt x="3360937" y="895492"/>
                </a:lnTo>
                <a:lnTo>
                  <a:pt x="3353523" y="905221"/>
                </a:lnTo>
                <a:lnTo>
                  <a:pt x="3349715" y="908831"/>
                </a:lnTo>
                <a:lnTo>
                  <a:pt x="3337492" y="910436"/>
                </a:lnTo>
                <a:lnTo>
                  <a:pt x="3332382" y="909533"/>
                </a:lnTo>
                <a:lnTo>
                  <a:pt x="3327673" y="907126"/>
                </a:lnTo>
                <a:lnTo>
                  <a:pt x="3313746" y="889575"/>
                </a:lnTo>
                <a:lnTo>
                  <a:pt x="3309036" y="885764"/>
                </a:lnTo>
                <a:lnTo>
                  <a:pt x="3303826" y="882655"/>
                </a:lnTo>
                <a:lnTo>
                  <a:pt x="3298917" y="881151"/>
                </a:lnTo>
                <a:lnTo>
                  <a:pt x="3293907" y="883859"/>
                </a:lnTo>
                <a:lnTo>
                  <a:pt x="3291302" y="889375"/>
                </a:lnTo>
                <a:lnTo>
                  <a:pt x="3290100" y="895793"/>
                </a:lnTo>
                <a:lnTo>
                  <a:pt x="3288697" y="899604"/>
                </a:lnTo>
                <a:lnTo>
                  <a:pt x="3282685" y="909934"/>
                </a:lnTo>
                <a:lnTo>
                  <a:pt x="3277675" y="916152"/>
                </a:lnTo>
                <a:lnTo>
                  <a:pt x="3275872" y="915149"/>
                </a:lnTo>
                <a:lnTo>
                  <a:pt x="3278477" y="905221"/>
                </a:lnTo>
                <a:lnTo>
                  <a:pt x="3278477" y="899604"/>
                </a:lnTo>
                <a:lnTo>
                  <a:pt x="3275371" y="893687"/>
                </a:lnTo>
                <a:lnTo>
                  <a:pt x="3273467" y="887670"/>
                </a:lnTo>
                <a:lnTo>
                  <a:pt x="3297013" y="858886"/>
                </a:lnTo>
                <a:lnTo>
                  <a:pt x="3305630" y="851966"/>
                </a:lnTo>
                <a:lnTo>
                  <a:pt x="3342802" y="849559"/>
                </a:lnTo>
                <a:lnTo>
                  <a:pt x="3364945" y="851064"/>
                </a:lnTo>
                <a:lnTo>
                  <a:pt x="3376968" y="850362"/>
                </a:lnTo>
                <a:lnTo>
                  <a:pt x="3384984" y="848256"/>
                </a:lnTo>
                <a:lnTo>
                  <a:pt x="3391697" y="849158"/>
                </a:lnTo>
                <a:lnTo>
                  <a:pt x="3393300" y="854875"/>
                </a:lnTo>
                <a:lnTo>
                  <a:pt x="3397508" y="859087"/>
                </a:lnTo>
                <a:lnTo>
                  <a:pt x="3403320" y="858686"/>
                </a:lnTo>
                <a:lnTo>
                  <a:pt x="3413940" y="854273"/>
                </a:lnTo>
                <a:lnTo>
                  <a:pt x="3423058" y="847453"/>
                </a:lnTo>
                <a:lnTo>
                  <a:pt x="3428669" y="844445"/>
                </a:lnTo>
                <a:lnTo>
                  <a:pt x="3434380" y="843943"/>
                </a:lnTo>
                <a:lnTo>
                  <a:pt x="3440292" y="844344"/>
                </a:lnTo>
                <a:lnTo>
                  <a:pt x="3446003" y="845949"/>
                </a:lnTo>
                <a:lnTo>
                  <a:pt x="3461533" y="851966"/>
                </a:lnTo>
                <a:close/>
                <a:moveTo>
                  <a:pt x="3171569" y="874231"/>
                </a:moveTo>
                <a:lnTo>
                  <a:pt x="3188001" y="882054"/>
                </a:lnTo>
                <a:lnTo>
                  <a:pt x="3191808" y="887168"/>
                </a:lnTo>
                <a:lnTo>
                  <a:pt x="3194714" y="893286"/>
                </a:lnTo>
                <a:lnTo>
                  <a:pt x="3198020" y="896596"/>
                </a:lnTo>
                <a:lnTo>
                  <a:pt x="3201828" y="899303"/>
                </a:lnTo>
                <a:lnTo>
                  <a:pt x="3208240" y="904619"/>
                </a:lnTo>
                <a:lnTo>
                  <a:pt x="3209944" y="912642"/>
                </a:lnTo>
                <a:lnTo>
                  <a:pt x="3208541" y="928889"/>
                </a:lnTo>
                <a:lnTo>
                  <a:pt x="3201026" y="930293"/>
                </a:lnTo>
                <a:lnTo>
                  <a:pt x="3194013" y="932700"/>
                </a:lnTo>
                <a:lnTo>
                  <a:pt x="3179585" y="942127"/>
                </a:lnTo>
                <a:lnTo>
                  <a:pt x="3172471" y="943933"/>
                </a:lnTo>
                <a:lnTo>
                  <a:pt x="3164856" y="944534"/>
                </a:lnTo>
                <a:lnTo>
                  <a:pt x="3159445" y="947042"/>
                </a:lnTo>
                <a:lnTo>
                  <a:pt x="3154035" y="948045"/>
                </a:lnTo>
                <a:lnTo>
                  <a:pt x="3140108" y="942829"/>
                </a:lnTo>
                <a:lnTo>
                  <a:pt x="3126481" y="936712"/>
                </a:lnTo>
                <a:lnTo>
                  <a:pt x="3106843" y="926081"/>
                </a:lnTo>
                <a:lnTo>
                  <a:pt x="3103136" y="923473"/>
                </a:lnTo>
                <a:lnTo>
                  <a:pt x="3100030" y="917857"/>
                </a:lnTo>
                <a:lnTo>
                  <a:pt x="3091012" y="907628"/>
                </a:lnTo>
                <a:lnTo>
                  <a:pt x="3088708" y="901109"/>
                </a:lnTo>
                <a:lnTo>
                  <a:pt x="3087906" y="882555"/>
                </a:lnTo>
                <a:lnTo>
                  <a:pt x="3090311" y="878242"/>
                </a:lnTo>
                <a:lnTo>
                  <a:pt x="3094118" y="875936"/>
                </a:lnTo>
                <a:lnTo>
                  <a:pt x="3107344" y="880248"/>
                </a:lnTo>
                <a:lnTo>
                  <a:pt x="3115961" y="875735"/>
                </a:lnTo>
                <a:lnTo>
                  <a:pt x="3140909" y="871924"/>
                </a:lnTo>
                <a:lnTo>
                  <a:pt x="3166259" y="872325"/>
                </a:lnTo>
                <a:lnTo>
                  <a:pt x="3171569" y="874231"/>
                </a:lnTo>
                <a:close/>
                <a:moveTo>
                  <a:pt x="2977291" y="1461331"/>
                </a:moveTo>
                <a:lnTo>
                  <a:pt x="2976590" y="1470357"/>
                </a:lnTo>
                <a:lnTo>
                  <a:pt x="2978794" y="1472463"/>
                </a:lnTo>
                <a:lnTo>
                  <a:pt x="2982401" y="1473566"/>
                </a:lnTo>
                <a:lnTo>
                  <a:pt x="2995126" y="1467549"/>
                </a:lnTo>
                <a:lnTo>
                  <a:pt x="2997530" y="1468652"/>
                </a:lnTo>
                <a:lnTo>
                  <a:pt x="3000035" y="1471460"/>
                </a:lnTo>
                <a:lnTo>
                  <a:pt x="3000035" y="1479483"/>
                </a:lnTo>
                <a:lnTo>
                  <a:pt x="2995126" y="1486203"/>
                </a:lnTo>
                <a:lnTo>
                  <a:pt x="2982902" y="1486704"/>
                </a:lnTo>
                <a:lnTo>
                  <a:pt x="2981098" y="1488610"/>
                </a:lnTo>
                <a:lnTo>
                  <a:pt x="2980998" y="1492721"/>
                </a:lnTo>
                <a:lnTo>
                  <a:pt x="2981900" y="1496633"/>
                </a:lnTo>
                <a:lnTo>
                  <a:pt x="2984806" y="1499842"/>
                </a:lnTo>
                <a:lnTo>
                  <a:pt x="2988513" y="1505458"/>
                </a:lnTo>
                <a:lnTo>
                  <a:pt x="2991920" y="1518496"/>
                </a:lnTo>
                <a:lnTo>
                  <a:pt x="2984906" y="1523811"/>
                </a:lnTo>
                <a:lnTo>
                  <a:pt x="2981399" y="1533941"/>
                </a:lnTo>
                <a:lnTo>
                  <a:pt x="2969275" y="1543368"/>
                </a:lnTo>
                <a:lnTo>
                  <a:pt x="2955849" y="1558813"/>
                </a:lnTo>
                <a:lnTo>
                  <a:pt x="2945229" y="1566736"/>
                </a:lnTo>
                <a:lnTo>
                  <a:pt x="2935810" y="1576063"/>
                </a:lnTo>
                <a:lnTo>
                  <a:pt x="2927795" y="1582381"/>
                </a:lnTo>
                <a:lnTo>
                  <a:pt x="2917675" y="1584487"/>
                </a:lnTo>
                <a:lnTo>
                  <a:pt x="2902546" y="1585791"/>
                </a:lnTo>
                <a:lnTo>
                  <a:pt x="2882006" y="1597023"/>
                </a:lnTo>
                <a:lnTo>
                  <a:pt x="2870684" y="1601938"/>
                </a:lnTo>
                <a:lnTo>
                  <a:pt x="2859562" y="1602238"/>
                </a:lnTo>
                <a:lnTo>
                  <a:pt x="2849242" y="1598628"/>
                </a:lnTo>
                <a:lnTo>
                  <a:pt x="2845334" y="1594516"/>
                </a:lnTo>
                <a:lnTo>
                  <a:pt x="2846236" y="1589000"/>
                </a:lnTo>
                <a:lnTo>
                  <a:pt x="2849643" y="1584287"/>
                </a:lnTo>
                <a:lnTo>
                  <a:pt x="2853851" y="1580375"/>
                </a:lnTo>
                <a:lnTo>
                  <a:pt x="2856456" y="1575361"/>
                </a:lnTo>
                <a:lnTo>
                  <a:pt x="2844733" y="1568942"/>
                </a:lnTo>
                <a:lnTo>
                  <a:pt x="2843731" y="1564128"/>
                </a:lnTo>
                <a:lnTo>
                  <a:pt x="2848440" y="1551191"/>
                </a:lnTo>
                <a:lnTo>
                  <a:pt x="2851446" y="1537852"/>
                </a:lnTo>
                <a:lnTo>
                  <a:pt x="2855755" y="1528826"/>
                </a:lnTo>
                <a:lnTo>
                  <a:pt x="2872587" y="1512579"/>
                </a:lnTo>
                <a:lnTo>
                  <a:pt x="2882607" y="1504556"/>
                </a:lnTo>
                <a:lnTo>
                  <a:pt x="2888518" y="1501447"/>
                </a:lnTo>
                <a:lnTo>
                  <a:pt x="2890121" y="1504756"/>
                </a:lnTo>
                <a:lnTo>
                  <a:pt x="2893929" y="1508868"/>
                </a:lnTo>
                <a:lnTo>
                  <a:pt x="2896534" y="1509570"/>
                </a:lnTo>
                <a:lnTo>
                  <a:pt x="2898438" y="1508668"/>
                </a:lnTo>
                <a:lnTo>
                  <a:pt x="2913166" y="1510072"/>
                </a:lnTo>
                <a:lnTo>
                  <a:pt x="2916874" y="1508668"/>
                </a:lnTo>
                <a:lnTo>
                  <a:pt x="2922585" y="1502249"/>
                </a:lnTo>
                <a:lnTo>
                  <a:pt x="2926292" y="1498639"/>
                </a:lnTo>
                <a:lnTo>
                  <a:pt x="2928797" y="1491117"/>
                </a:lnTo>
                <a:lnTo>
                  <a:pt x="2929398" y="1486203"/>
                </a:lnTo>
                <a:lnTo>
                  <a:pt x="2942523" y="1482692"/>
                </a:lnTo>
                <a:lnTo>
                  <a:pt x="2949637" y="1478881"/>
                </a:lnTo>
                <a:lnTo>
                  <a:pt x="2955849" y="1473365"/>
                </a:lnTo>
                <a:lnTo>
                  <a:pt x="2974085" y="1463938"/>
                </a:lnTo>
                <a:lnTo>
                  <a:pt x="2977291" y="1461331"/>
                </a:lnTo>
                <a:close/>
                <a:moveTo>
                  <a:pt x="3961706" y="1136891"/>
                </a:moveTo>
                <a:lnTo>
                  <a:pt x="3960904" y="1140803"/>
                </a:lnTo>
                <a:lnTo>
                  <a:pt x="3960804" y="1147923"/>
                </a:lnTo>
                <a:lnTo>
                  <a:pt x="3962507" y="1154542"/>
                </a:lnTo>
                <a:lnTo>
                  <a:pt x="3958199" y="1161262"/>
                </a:lnTo>
                <a:lnTo>
                  <a:pt x="3962207" y="1171291"/>
                </a:lnTo>
                <a:lnTo>
                  <a:pt x="3962808" y="1176305"/>
                </a:lnTo>
                <a:lnTo>
                  <a:pt x="3962608" y="1183426"/>
                </a:lnTo>
                <a:lnTo>
                  <a:pt x="3961405" y="1186535"/>
                </a:lnTo>
                <a:lnTo>
                  <a:pt x="3958399" y="1195862"/>
                </a:lnTo>
                <a:lnTo>
                  <a:pt x="3955394" y="1199172"/>
                </a:lnTo>
                <a:lnTo>
                  <a:pt x="3953089" y="1200074"/>
                </a:lnTo>
                <a:lnTo>
                  <a:pt x="3950785" y="1202882"/>
                </a:lnTo>
                <a:lnTo>
                  <a:pt x="3931046" y="1199874"/>
                </a:lnTo>
                <a:lnTo>
                  <a:pt x="3922530" y="1193455"/>
                </a:lnTo>
                <a:lnTo>
                  <a:pt x="3914915" y="1186435"/>
                </a:lnTo>
                <a:lnTo>
                  <a:pt x="3913312" y="1183526"/>
                </a:lnTo>
                <a:lnTo>
                  <a:pt x="3904394" y="1175302"/>
                </a:lnTo>
                <a:lnTo>
                  <a:pt x="3902391" y="1172595"/>
                </a:lnTo>
                <a:lnTo>
                  <a:pt x="3902190" y="1168282"/>
                </a:lnTo>
                <a:lnTo>
                  <a:pt x="3909404" y="1167079"/>
                </a:lnTo>
                <a:lnTo>
                  <a:pt x="3917119" y="1167279"/>
                </a:lnTo>
                <a:lnTo>
                  <a:pt x="3916819" y="1163368"/>
                </a:lnTo>
                <a:lnTo>
                  <a:pt x="3921227" y="1149528"/>
                </a:lnTo>
                <a:lnTo>
                  <a:pt x="3909504" y="1140602"/>
                </a:lnTo>
                <a:lnTo>
                  <a:pt x="3907400" y="1136891"/>
                </a:lnTo>
                <a:lnTo>
                  <a:pt x="3911608" y="1134384"/>
                </a:lnTo>
                <a:lnTo>
                  <a:pt x="3921027" y="1137493"/>
                </a:lnTo>
                <a:lnTo>
                  <a:pt x="3932549" y="1121948"/>
                </a:lnTo>
                <a:lnTo>
                  <a:pt x="3935956" y="1118638"/>
                </a:lnTo>
                <a:lnTo>
                  <a:pt x="3937559" y="1109913"/>
                </a:lnTo>
                <a:lnTo>
                  <a:pt x="3944072" y="1108810"/>
                </a:lnTo>
                <a:lnTo>
                  <a:pt x="3948681" y="1110013"/>
                </a:lnTo>
                <a:lnTo>
                  <a:pt x="3951586" y="1115329"/>
                </a:lnTo>
                <a:lnTo>
                  <a:pt x="3952789" y="1120042"/>
                </a:lnTo>
                <a:lnTo>
                  <a:pt x="3951586" y="1124255"/>
                </a:lnTo>
                <a:lnTo>
                  <a:pt x="3957097" y="1126461"/>
                </a:lnTo>
                <a:lnTo>
                  <a:pt x="3961706" y="1136891"/>
                </a:lnTo>
                <a:close/>
                <a:moveTo>
                  <a:pt x="3940665" y="1210605"/>
                </a:moveTo>
                <a:lnTo>
                  <a:pt x="3938962" y="1217725"/>
                </a:lnTo>
                <a:lnTo>
                  <a:pt x="3937359" y="1225548"/>
                </a:lnTo>
                <a:lnTo>
                  <a:pt x="3928141" y="1234474"/>
                </a:lnTo>
                <a:lnTo>
                  <a:pt x="3922530" y="1248013"/>
                </a:lnTo>
                <a:lnTo>
                  <a:pt x="3919223" y="1251423"/>
                </a:lnTo>
                <a:lnTo>
                  <a:pt x="3906899" y="1257440"/>
                </a:lnTo>
                <a:lnTo>
                  <a:pt x="3895978" y="1249918"/>
                </a:lnTo>
                <a:lnTo>
                  <a:pt x="3892772" y="1243400"/>
                </a:lnTo>
                <a:lnTo>
                  <a:pt x="3897581" y="1213613"/>
                </a:lnTo>
                <a:lnTo>
                  <a:pt x="3902290" y="1214516"/>
                </a:lnTo>
                <a:lnTo>
                  <a:pt x="3905396" y="1214315"/>
                </a:lnTo>
                <a:lnTo>
                  <a:pt x="3906398" y="1212410"/>
                </a:lnTo>
                <a:lnTo>
                  <a:pt x="3899385" y="1209000"/>
                </a:lnTo>
                <a:lnTo>
                  <a:pt x="3897982" y="1191850"/>
                </a:lnTo>
                <a:lnTo>
                  <a:pt x="3898383" y="1185432"/>
                </a:lnTo>
                <a:lnTo>
                  <a:pt x="3903693" y="1183927"/>
                </a:lnTo>
                <a:lnTo>
                  <a:pt x="3910306" y="1188942"/>
                </a:lnTo>
                <a:lnTo>
                  <a:pt x="3918722" y="1197968"/>
                </a:lnTo>
                <a:lnTo>
                  <a:pt x="3928441" y="1205089"/>
                </a:lnTo>
                <a:lnTo>
                  <a:pt x="3940665" y="1210605"/>
                </a:lnTo>
                <a:close/>
                <a:moveTo>
                  <a:pt x="4341244" y="1394337"/>
                </a:moveTo>
                <a:lnTo>
                  <a:pt x="4317298" y="1407475"/>
                </a:lnTo>
                <a:lnTo>
                  <a:pt x="4285937" y="1405168"/>
                </a:lnTo>
                <a:lnTo>
                  <a:pt x="4274815" y="1404967"/>
                </a:lnTo>
                <a:lnTo>
                  <a:pt x="4256379" y="1408177"/>
                </a:lnTo>
                <a:lnTo>
                  <a:pt x="4252572" y="1405569"/>
                </a:lnTo>
                <a:lnTo>
                  <a:pt x="4256078" y="1393133"/>
                </a:lnTo>
                <a:lnTo>
                  <a:pt x="4270907" y="1360037"/>
                </a:lnTo>
                <a:lnTo>
                  <a:pt x="4288441" y="1330953"/>
                </a:lnTo>
                <a:lnTo>
                  <a:pt x="4295856" y="1323331"/>
                </a:lnTo>
                <a:lnTo>
                  <a:pt x="4306176" y="1316210"/>
                </a:lnTo>
                <a:lnTo>
                  <a:pt x="4317298" y="1310494"/>
                </a:lnTo>
                <a:lnTo>
                  <a:pt x="4342146" y="1304677"/>
                </a:lnTo>
                <a:lnTo>
                  <a:pt x="4364790" y="1305680"/>
                </a:lnTo>
                <a:lnTo>
                  <a:pt x="4367996" y="1308187"/>
                </a:lnTo>
                <a:lnTo>
                  <a:pt x="4377715" y="1317915"/>
                </a:lnTo>
                <a:lnTo>
                  <a:pt x="4384128" y="1325537"/>
                </a:lnTo>
                <a:lnTo>
                  <a:pt x="4386733" y="1336369"/>
                </a:lnTo>
                <a:lnTo>
                  <a:pt x="4377114" y="1355023"/>
                </a:lnTo>
                <a:lnTo>
                  <a:pt x="4366393" y="1372774"/>
                </a:lnTo>
                <a:lnTo>
                  <a:pt x="4348959" y="1386715"/>
                </a:lnTo>
                <a:lnTo>
                  <a:pt x="4341244" y="1394337"/>
                </a:lnTo>
                <a:close/>
                <a:moveTo>
                  <a:pt x="4585519" y="826292"/>
                </a:moveTo>
                <a:lnTo>
                  <a:pt x="4585519" y="826693"/>
                </a:lnTo>
                <a:lnTo>
                  <a:pt x="4585519" y="833413"/>
                </a:lnTo>
                <a:lnTo>
                  <a:pt x="4585619" y="845648"/>
                </a:lnTo>
                <a:lnTo>
                  <a:pt x="4585619" y="866107"/>
                </a:lnTo>
                <a:lnTo>
                  <a:pt x="4585619" y="886466"/>
                </a:lnTo>
                <a:lnTo>
                  <a:pt x="4585619" y="906825"/>
                </a:lnTo>
                <a:lnTo>
                  <a:pt x="4585619" y="927284"/>
                </a:lnTo>
                <a:lnTo>
                  <a:pt x="4585619" y="947643"/>
                </a:lnTo>
                <a:lnTo>
                  <a:pt x="4585619" y="968002"/>
                </a:lnTo>
                <a:lnTo>
                  <a:pt x="4585619" y="988361"/>
                </a:lnTo>
                <a:lnTo>
                  <a:pt x="4585619" y="1008821"/>
                </a:lnTo>
                <a:lnTo>
                  <a:pt x="4585619" y="1029179"/>
                </a:lnTo>
                <a:lnTo>
                  <a:pt x="4585619" y="1049538"/>
                </a:lnTo>
                <a:lnTo>
                  <a:pt x="4585720" y="1069998"/>
                </a:lnTo>
                <a:lnTo>
                  <a:pt x="4585720" y="1090357"/>
                </a:lnTo>
                <a:lnTo>
                  <a:pt x="4585720" y="1110715"/>
                </a:lnTo>
                <a:lnTo>
                  <a:pt x="4585720" y="1131175"/>
                </a:lnTo>
                <a:lnTo>
                  <a:pt x="4585720" y="1151534"/>
                </a:lnTo>
                <a:lnTo>
                  <a:pt x="4585720" y="1171893"/>
                </a:lnTo>
                <a:lnTo>
                  <a:pt x="4585720" y="1192252"/>
                </a:lnTo>
                <a:lnTo>
                  <a:pt x="4585720" y="1200977"/>
                </a:lnTo>
                <a:lnTo>
                  <a:pt x="4582614" y="1211608"/>
                </a:lnTo>
                <a:lnTo>
                  <a:pt x="4575700" y="1227654"/>
                </a:lnTo>
                <a:lnTo>
                  <a:pt x="4574398" y="1240491"/>
                </a:lnTo>
                <a:lnTo>
                  <a:pt x="4580209" y="1250520"/>
                </a:lnTo>
                <a:lnTo>
                  <a:pt x="4585720" y="1257039"/>
                </a:lnTo>
                <a:lnTo>
                  <a:pt x="4585720" y="1273888"/>
                </a:lnTo>
                <a:lnTo>
                  <a:pt x="4585720" y="1294247"/>
                </a:lnTo>
                <a:lnTo>
                  <a:pt x="4585720" y="1314606"/>
                </a:lnTo>
                <a:lnTo>
                  <a:pt x="4585720" y="1335065"/>
                </a:lnTo>
                <a:lnTo>
                  <a:pt x="4585820" y="1355424"/>
                </a:lnTo>
                <a:lnTo>
                  <a:pt x="4585820" y="1375783"/>
                </a:lnTo>
                <a:lnTo>
                  <a:pt x="4585820" y="1396142"/>
                </a:lnTo>
                <a:lnTo>
                  <a:pt x="4585820" y="1416601"/>
                </a:lnTo>
                <a:lnTo>
                  <a:pt x="4585820" y="1436960"/>
                </a:lnTo>
                <a:lnTo>
                  <a:pt x="4585820" y="1457319"/>
                </a:lnTo>
                <a:lnTo>
                  <a:pt x="4585820" y="1477778"/>
                </a:lnTo>
                <a:lnTo>
                  <a:pt x="4585820" y="1479082"/>
                </a:lnTo>
                <a:lnTo>
                  <a:pt x="4580710" y="1475672"/>
                </a:lnTo>
                <a:lnTo>
                  <a:pt x="4566883" y="1464540"/>
                </a:lnTo>
                <a:lnTo>
                  <a:pt x="4554359" y="1451803"/>
                </a:lnTo>
                <a:lnTo>
                  <a:pt x="4546243" y="1439868"/>
                </a:lnTo>
                <a:lnTo>
                  <a:pt x="4537125" y="1429037"/>
                </a:lnTo>
                <a:lnTo>
                  <a:pt x="4498250" y="1397044"/>
                </a:lnTo>
                <a:lnTo>
                  <a:pt x="4488330" y="1386514"/>
                </a:lnTo>
                <a:lnTo>
                  <a:pt x="4486326" y="1383606"/>
                </a:lnTo>
                <a:lnTo>
                  <a:pt x="4487328" y="1380797"/>
                </a:lnTo>
                <a:lnTo>
                  <a:pt x="4491737" y="1375281"/>
                </a:lnTo>
                <a:lnTo>
                  <a:pt x="4499752" y="1359235"/>
                </a:lnTo>
                <a:lnTo>
                  <a:pt x="4491436" y="1369164"/>
                </a:lnTo>
                <a:lnTo>
                  <a:pt x="4481517" y="1376986"/>
                </a:lnTo>
                <a:lnTo>
                  <a:pt x="4467089" y="1377488"/>
                </a:lnTo>
                <a:lnTo>
                  <a:pt x="4452861" y="1379393"/>
                </a:lnTo>
                <a:lnTo>
                  <a:pt x="4439836" y="1384207"/>
                </a:lnTo>
                <a:lnTo>
                  <a:pt x="4426510" y="1385812"/>
                </a:lnTo>
                <a:lnTo>
                  <a:pt x="4419797" y="1383505"/>
                </a:lnTo>
                <a:lnTo>
                  <a:pt x="4415789" y="1377588"/>
                </a:lnTo>
                <a:lnTo>
                  <a:pt x="4413685" y="1371571"/>
                </a:lnTo>
                <a:lnTo>
                  <a:pt x="4412783" y="1365052"/>
                </a:lnTo>
                <a:lnTo>
                  <a:pt x="4407172" y="1375482"/>
                </a:lnTo>
                <a:lnTo>
                  <a:pt x="4396151" y="1381199"/>
                </a:lnTo>
                <a:lnTo>
                  <a:pt x="4381122" y="1393133"/>
                </a:lnTo>
                <a:lnTo>
                  <a:pt x="4376914" y="1390726"/>
                </a:lnTo>
                <a:lnTo>
                  <a:pt x="4374308" y="1386113"/>
                </a:lnTo>
                <a:lnTo>
                  <a:pt x="4373407" y="1381399"/>
                </a:lnTo>
                <a:lnTo>
                  <a:pt x="4376312" y="1376385"/>
                </a:lnTo>
                <a:lnTo>
                  <a:pt x="4378316" y="1370969"/>
                </a:lnTo>
                <a:lnTo>
                  <a:pt x="4381422" y="1358132"/>
                </a:lnTo>
                <a:lnTo>
                  <a:pt x="4388135" y="1350610"/>
                </a:lnTo>
                <a:lnTo>
                  <a:pt x="4392444" y="1335867"/>
                </a:lnTo>
                <a:lnTo>
                  <a:pt x="4395249" y="1330652"/>
                </a:lnTo>
                <a:lnTo>
                  <a:pt x="4396652" y="1325437"/>
                </a:lnTo>
                <a:lnTo>
                  <a:pt x="4392744" y="1319520"/>
                </a:lnTo>
                <a:lnTo>
                  <a:pt x="4386131" y="1317514"/>
                </a:lnTo>
                <a:lnTo>
                  <a:pt x="4381623" y="1313904"/>
                </a:lnTo>
                <a:lnTo>
                  <a:pt x="4376413" y="1303975"/>
                </a:lnTo>
                <a:lnTo>
                  <a:pt x="4373106" y="1300665"/>
                </a:lnTo>
                <a:lnTo>
                  <a:pt x="4367195" y="1296554"/>
                </a:lnTo>
                <a:lnTo>
                  <a:pt x="4362586" y="1291740"/>
                </a:lnTo>
                <a:lnTo>
                  <a:pt x="4367595" y="1288229"/>
                </a:lnTo>
                <a:lnTo>
                  <a:pt x="4374308" y="1286725"/>
                </a:lnTo>
                <a:lnTo>
                  <a:pt x="4379719" y="1287026"/>
                </a:lnTo>
                <a:lnTo>
                  <a:pt x="4389638" y="1289232"/>
                </a:lnTo>
                <a:lnTo>
                  <a:pt x="4394047" y="1289333"/>
                </a:lnTo>
                <a:lnTo>
                  <a:pt x="4405569" y="1285622"/>
                </a:lnTo>
                <a:lnTo>
                  <a:pt x="4399157" y="1286825"/>
                </a:lnTo>
                <a:lnTo>
                  <a:pt x="4392744" y="1286725"/>
                </a:lnTo>
                <a:lnTo>
                  <a:pt x="4372405" y="1280206"/>
                </a:lnTo>
                <a:lnTo>
                  <a:pt x="4359780" y="1273587"/>
                </a:lnTo>
                <a:lnTo>
                  <a:pt x="4347857" y="1260248"/>
                </a:lnTo>
                <a:lnTo>
                  <a:pt x="4347757" y="1257641"/>
                </a:lnTo>
                <a:lnTo>
                  <a:pt x="4356173" y="1255234"/>
                </a:lnTo>
                <a:lnTo>
                  <a:pt x="4374308" y="1252325"/>
                </a:lnTo>
                <a:lnTo>
                  <a:pt x="4368597" y="1245506"/>
                </a:lnTo>
                <a:lnTo>
                  <a:pt x="4360482" y="1239589"/>
                </a:lnTo>
                <a:lnTo>
                  <a:pt x="4357576" y="1229058"/>
                </a:lnTo>
                <a:lnTo>
                  <a:pt x="4351965" y="1222439"/>
                </a:lnTo>
                <a:lnTo>
                  <a:pt x="4339942" y="1211808"/>
                </a:lnTo>
                <a:lnTo>
                  <a:pt x="4331625" y="1200676"/>
                </a:lnTo>
                <a:lnTo>
                  <a:pt x="4324512" y="1178211"/>
                </a:lnTo>
                <a:lnTo>
                  <a:pt x="4317298" y="1161162"/>
                </a:lnTo>
                <a:lnTo>
                  <a:pt x="4319101" y="1155044"/>
                </a:lnTo>
                <a:lnTo>
                  <a:pt x="4325213" y="1150631"/>
                </a:lnTo>
                <a:lnTo>
                  <a:pt x="4315995" y="1150130"/>
                </a:lnTo>
                <a:lnTo>
                  <a:pt x="4307679" y="1146920"/>
                </a:lnTo>
                <a:lnTo>
                  <a:pt x="4312087" y="1138596"/>
                </a:lnTo>
                <a:lnTo>
                  <a:pt x="4321706" y="1133782"/>
                </a:lnTo>
                <a:lnTo>
                  <a:pt x="4312889" y="1134986"/>
                </a:lnTo>
                <a:lnTo>
                  <a:pt x="4304372" y="1137393"/>
                </a:lnTo>
                <a:lnTo>
                  <a:pt x="4300365" y="1137894"/>
                </a:lnTo>
                <a:lnTo>
                  <a:pt x="4296357" y="1137092"/>
                </a:lnTo>
                <a:lnTo>
                  <a:pt x="4294253" y="1133782"/>
                </a:lnTo>
                <a:lnTo>
                  <a:pt x="4293952" y="1129069"/>
                </a:lnTo>
                <a:lnTo>
                  <a:pt x="4295255" y="1120745"/>
                </a:lnTo>
                <a:lnTo>
                  <a:pt x="4293752" y="1112621"/>
                </a:lnTo>
                <a:lnTo>
                  <a:pt x="4286137" y="1108910"/>
                </a:lnTo>
                <a:lnTo>
                  <a:pt x="4279825" y="1103093"/>
                </a:lnTo>
                <a:lnTo>
                  <a:pt x="4276318" y="1100987"/>
                </a:lnTo>
                <a:lnTo>
                  <a:pt x="4271609" y="1101088"/>
                </a:lnTo>
                <a:lnTo>
                  <a:pt x="4267100" y="1097277"/>
                </a:lnTo>
                <a:lnTo>
                  <a:pt x="4263493" y="1091660"/>
                </a:lnTo>
                <a:lnTo>
                  <a:pt x="4218205" y="1067390"/>
                </a:lnTo>
                <a:lnTo>
                  <a:pt x="4215500" y="1060470"/>
                </a:lnTo>
                <a:lnTo>
                  <a:pt x="4211291" y="1063579"/>
                </a:lnTo>
                <a:lnTo>
                  <a:pt x="4207083" y="1064983"/>
                </a:lnTo>
                <a:lnTo>
                  <a:pt x="4201873" y="1061072"/>
                </a:lnTo>
                <a:lnTo>
                  <a:pt x="4196362" y="1058364"/>
                </a:lnTo>
                <a:lnTo>
                  <a:pt x="4190451" y="1058865"/>
                </a:lnTo>
                <a:lnTo>
                  <a:pt x="4184940" y="1056659"/>
                </a:lnTo>
                <a:lnTo>
                  <a:pt x="4179129" y="1055456"/>
                </a:lnTo>
                <a:lnTo>
                  <a:pt x="4173117" y="1055255"/>
                </a:lnTo>
                <a:lnTo>
                  <a:pt x="4149271" y="1047833"/>
                </a:lnTo>
                <a:lnTo>
                  <a:pt x="4126727" y="1035999"/>
                </a:lnTo>
                <a:lnTo>
                  <a:pt x="4108391" y="1030985"/>
                </a:lnTo>
                <a:lnTo>
                  <a:pt x="4096969" y="1024366"/>
                </a:lnTo>
                <a:lnTo>
                  <a:pt x="4085246" y="1018950"/>
                </a:lnTo>
                <a:lnTo>
                  <a:pt x="4058895" y="1013634"/>
                </a:lnTo>
                <a:lnTo>
                  <a:pt x="4032143" y="1010124"/>
                </a:lnTo>
                <a:lnTo>
                  <a:pt x="4022524" y="1010024"/>
                </a:lnTo>
                <a:lnTo>
                  <a:pt x="4014408" y="1011127"/>
                </a:lnTo>
                <a:lnTo>
                  <a:pt x="4006693" y="1010927"/>
                </a:lnTo>
                <a:lnTo>
                  <a:pt x="3962407" y="985252"/>
                </a:lnTo>
                <a:lnTo>
                  <a:pt x="3954993" y="973619"/>
                </a:lnTo>
                <a:lnTo>
                  <a:pt x="3955694" y="966799"/>
                </a:lnTo>
                <a:lnTo>
                  <a:pt x="3957698" y="961183"/>
                </a:lnTo>
                <a:lnTo>
                  <a:pt x="3975733" y="959478"/>
                </a:lnTo>
                <a:lnTo>
                  <a:pt x="3963008" y="957873"/>
                </a:lnTo>
                <a:lnTo>
                  <a:pt x="3957798" y="958675"/>
                </a:lnTo>
                <a:lnTo>
                  <a:pt x="3947278" y="963289"/>
                </a:lnTo>
                <a:lnTo>
                  <a:pt x="3941667" y="963590"/>
                </a:lnTo>
                <a:lnTo>
                  <a:pt x="3933651" y="960581"/>
                </a:lnTo>
                <a:lnTo>
                  <a:pt x="3926037" y="956670"/>
                </a:lnTo>
                <a:lnTo>
                  <a:pt x="3913512" y="960280"/>
                </a:lnTo>
                <a:lnTo>
                  <a:pt x="3907100" y="954363"/>
                </a:lnTo>
                <a:lnTo>
                  <a:pt x="3904895" y="948145"/>
                </a:lnTo>
                <a:lnTo>
                  <a:pt x="3901589" y="945337"/>
                </a:lnTo>
                <a:lnTo>
                  <a:pt x="3896880" y="945638"/>
                </a:lnTo>
                <a:lnTo>
                  <a:pt x="3890568" y="947844"/>
                </a:lnTo>
                <a:lnTo>
                  <a:pt x="3884255" y="947443"/>
                </a:lnTo>
                <a:lnTo>
                  <a:pt x="3880147" y="943231"/>
                </a:lnTo>
                <a:lnTo>
                  <a:pt x="3877242" y="937614"/>
                </a:lnTo>
                <a:lnTo>
                  <a:pt x="3872933" y="933603"/>
                </a:lnTo>
                <a:lnTo>
                  <a:pt x="3867623" y="930594"/>
                </a:lnTo>
                <a:lnTo>
                  <a:pt x="3859106" y="923373"/>
                </a:lnTo>
                <a:lnTo>
                  <a:pt x="3854598" y="913444"/>
                </a:lnTo>
                <a:lnTo>
                  <a:pt x="3855099" y="896395"/>
                </a:lnTo>
                <a:lnTo>
                  <a:pt x="3856501" y="890277"/>
                </a:lnTo>
                <a:lnTo>
                  <a:pt x="3865018" y="880349"/>
                </a:lnTo>
                <a:lnTo>
                  <a:pt x="3871030" y="870921"/>
                </a:lnTo>
                <a:lnTo>
                  <a:pt x="3863515" y="869818"/>
                </a:lnTo>
                <a:lnTo>
                  <a:pt x="3856802" y="874131"/>
                </a:lnTo>
                <a:lnTo>
                  <a:pt x="3853996" y="878644"/>
                </a:lnTo>
                <a:lnTo>
                  <a:pt x="3852894" y="884059"/>
                </a:lnTo>
                <a:lnTo>
                  <a:pt x="3852093" y="901911"/>
                </a:lnTo>
                <a:lnTo>
                  <a:pt x="3846682" y="907126"/>
                </a:lnTo>
                <a:lnTo>
                  <a:pt x="3838566" y="906725"/>
                </a:lnTo>
                <a:lnTo>
                  <a:pt x="3840971" y="917155"/>
                </a:lnTo>
                <a:lnTo>
                  <a:pt x="3837665" y="927184"/>
                </a:lnTo>
                <a:lnTo>
                  <a:pt x="3828246" y="938818"/>
                </a:lnTo>
                <a:lnTo>
                  <a:pt x="3827445" y="944133"/>
                </a:lnTo>
                <a:lnTo>
                  <a:pt x="3828948" y="949950"/>
                </a:lnTo>
                <a:lnTo>
                  <a:pt x="3826844" y="955566"/>
                </a:lnTo>
                <a:lnTo>
                  <a:pt x="3811614" y="971914"/>
                </a:lnTo>
                <a:lnTo>
                  <a:pt x="3806504" y="972716"/>
                </a:lnTo>
                <a:lnTo>
                  <a:pt x="3795182" y="972616"/>
                </a:lnTo>
                <a:lnTo>
                  <a:pt x="3783559" y="975223"/>
                </a:lnTo>
                <a:lnTo>
                  <a:pt x="3778049" y="971412"/>
                </a:lnTo>
                <a:lnTo>
                  <a:pt x="3773640" y="966398"/>
                </a:lnTo>
                <a:lnTo>
                  <a:pt x="3770334" y="960581"/>
                </a:lnTo>
                <a:lnTo>
                  <a:pt x="3765725" y="948446"/>
                </a:lnTo>
                <a:lnTo>
                  <a:pt x="3762017" y="936010"/>
                </a:lnTo>
                <a:lnTo>
                  <a:pt x="3773640" y="920665"/>
                </a:lnTo>
                <a:lnTo>
                  <a:pt x="3769632" y="906825"/>
                </a:lnTo>
                <a:lnTo>
                  <a:pt x="3761717" y="894991"/>
                </a:lnTo>
                <a:lnTo>
                  <a:pt x="3741978" y="878543"/>
                </a:lnTo>
                <a:lnTo>
                  <a:pt x="3721338" y="862898"/>
                </a:lnTo>
                <a:lnTo>
                  <a:pt x="3712020" y="859689"/>
                </a:lnTo>
                <a:lnTo>
                  <a:pt x="3696690" y="858385"/>
                </a:lnTo>
                <a:lnTo>
                  <a:pt x="3691881" y="856881"/>
                </a:lnTo>
                <a:lnTo>
                  <a:pt x="3687072" y="850963"/>
                </a:lnTo>
                <a:lnTo>
                  <a:pt x="3683565" y="844244"/>
                </a:lnTo>
                <a:lnTo>
                  <a:pt x="3693184" y="841336"/>
                </a:lnTo>
                <a:lnTo>
                  <a:pt x="3709616" y="833312"/>
                </a:lnTo>
                <a:lnTo>
                  <a:pt x="3718833" y="833714"/>
                </a:lnTo>
                <a:lnTo>
                  <a:pt x="3744083" y="838026"/>
                </a:lnTo>
                <a:lnTo>
                  <a:pt x="3751898" y="841937"/>
                </a:lnTo>
                <a:lnTo>
                  <a:pt x="3759112" y="844244"/>
                </a:lnTo>
                <a:lnTo>
                  <a:pt x="3776345" y="831106"/>
                </a:lnTo>
                <a:lnTo>
                  <a:pt x="3790072" y="813956"/>
                </a:lnTo>
                <a:lnTo>
                  <a:pt x="3798589" y="810246"/>
                </a:lnTo>
                <a:lnTo>
                  <a:pt x="3805803" y="809042"/>
                </a:lnTo>
                <a:lnTo>
                  <a:pt x="3813217" y="810647"/>
                </a:lnTo>
                <a:lnTo>
                  <a:pt x="3827846" y="816664"/>
                </a:lnTo>
                <a:lnTo>
                  <a:pt x="3839468" y="819472"/>
                </a:lnTo>
                <a:lnTo>
                  <a:pt x="3847684" y="819974"/>
                </a:lnTo>
                <a:lnTo>
                  <a:pt x="3851992" y="825389"/>
                </a:lnTo>
                <a:lnTo>
                  <a:pt x="3856802" y="827796"/>
                </a:lnTo>
                <a:lnTo>
                  <a:pt x="3857904" y="819673"/>
                </a:lnTo>
                <a:lnTo>
                  <a:pt x="3862112" y="810346"/>
                </a:lnTo>
                <a:lnTo>
                  <a:pt x="3870328" y="807437"/>
                </a:lnTo>
                <a:lnTo>
                  <a:pt x="3874637" y="806735"/>
                </a:lnTo>
                <a:lnTo>
                  <a:pt x="3877342" y="804328"/>
                </a:lnTo>
                <a:lnTo>
                  <a:pt x="3876741" y="795603"/>
                </a:lnTo>
                <a:lnTo>
                  <a:pt x="3865920" y="794600"/>
                </a:lnTo>
                <a:lnTo>
                  <a:pt x="3871831" y="787179"/>
                </a:lnTo>
                <a:lnTo>
                  <a:pt x="3877041" y="783568"/>
                </a:lnTo>
                <a:lnTo>
                  <a:pt x="3878945" y="779858"/>
                </a:lnTo>
                <a:lnTo>
                  <a:pt x="3879045" y="775345"/>
                </a:lnTo>
                <a:lnTo>
                  <a:pt x="3857804" y="784070"/>
                </a:lnTo>
                <a:lnTo>
                  <a:pt x="3835561" y="787781"/>
                </a:lnTo>
                <a:lnTo>
                  <a:pt x="3822335" y="786778"/>
                </a:lnTo>
                <a:lnTo>
                  <a:pt x="3809209" y="786577"/>
                </a:lnTo>
                <a:lnTo>
                  <a:pt x="3782958" y="792494"/>
                </a:lnTo>
                <a:lnTo>
                  <a:pt x="3772939" y="792193"/>
                </a:lnTo>
                <a:lnTo>
                  <a:pt x="3749693" y="789887"/>
                </a:lnTo>
                <a:lnTo>
                  <a:pt x="3736869" y="786978"/>
                </a:lnTo>
                <a:lnTo>
                  <a:pt x="3726849" y="789185"/>
                </a:lnTo>
                <a:lnTo>
                  <a:pt x="3717331" y="789385"/>
                </a:lnTo>
                <a:lnTo>
                  <a:pt x="3707211" y="782766"/>
                </a:lnTo>
                <a:lnTo>
                  <a:pt x="3698694" y="774342"/>
                </a:lnTo>
                <a:lnTo>
                  <a:pt x="3694486" y="768425"/>
                </a:lnTo>
                <a:lnTo>
                  <a:pt x="3688775" y="764112"/>
                </a:lnTo>
                <a:lnTo>
                  <a:pt x="3686270" y="758396"/>
                </a:lnTo>
                <a:lnTo>
                  <a:pt x="3680058" y="736532"/>
                </a:lnTo>
                <a:lnTo>
                  <a:pt x="3679457" y="720987"/>
                </a:lnTo>
                <a:lnTo>
                  <a:pt x="3669437" y="720686"/>
                </a:lnTo>
                <a:lnTo>
                  <a:pt x="3659518" y="719082"/>
                </a:lnTo>
                <a:lnTo>
                  <a:pt x="3615733" y="704239"/>
                </a:lnTo>
                <a:lnTo>
                  <a:pt x="3610423" y="707949"/>
                </a:lnTo>
                <a:lnTo>
                  <a:pt x="3604211" y="709755"/>
                </a:lnTo>
                <a:lnTo>
                  <a:pt x="3598099" y="710457"/>
                </a:lnTo>
                <a:lnTo>
                  <a:pt x="3591987" y="709755"/>
                </a:lnTo>
                <a:lnTo>
                  <a:pt x="3585875" y="707448"/>
                </a:lnTo>
                <a:lnTo>
                  <a:pt x="3586376" y="703336"/>
                </a:lnTo>
                <a:lnTo>
                  <a:pt x="3590885" y="693307"/>
                </a:lnTo>
                <a:lnTo>
                  <a:pt x="3595393" y="689596"/>
                </a:lnTo>
                <a:lnTo>
                  <a:pt x="3601505" y="686788"/>
                </a:lnTo>
                <a:lnTo>
                  <a:pt x="3605413" y="681473"/>
                </a:lnTo>
                <a:lnTo>
                  <a:pt x="3611725" y="665527"/>
                </a:lnTo>
                <a:lnTo>
                  <a:pt x="3612226" y="660111"/>
                </a:lnTo>
                <a:lnTo>
                  <a:pt x="3611525" y="654495"/>
                </a:lnTo>
                <a:lnTo>
                  <a:pt x="3612026" y="650283"/>
                </a:lnTo>
                <a:lnTo>
                  <a:pt x="3615933" y="648176"/>
                </a:lnTo>
                <a:lnTo>
                  <a:pt x="3632566" y="642961"/>
                </a:lnTo>
                <a:lnTo>
                  <a:pt x="3666832" y="635139"/>
                </a:lnTo>
                <a:lnTo>
                  <a:pt x="3675549" y="630425"/>
                </a:lnTo>
                <a:lnTo>
                  <a:pt x="3682663" y="622903"/>
                </a:lnTo>
                <a:lnTo>
                  <a:pt x="3691079" y="618390"/>
                </a:lnTo>
                <a:lnTo>
                  <a:pt x="3694887" y="613777"/>
                </a:lnTo>
                <a:lnTo>
                  <a:pt x="3699295" y="610066"/>
                </a:lnTo>
                <a:lnTo>
                  <a:pt x="3725947" y="600137"/>
                </a:lnTo>
                <a:lnTo>
                  <a:pt x="3737370" y="599335"/>
                </a:lnTo>
                <a:lnTo>
                  <a:pt x="3749092" y="600538"/>
                </a:lnTo>
                <a:lnTo>
                  <a:pt x="3772237" y="606355"/>
                </a:lnTo>
                <a:lnTo>
                  <a:pt x="3794380" y="615883"/>
                </a:lnTo>
                <a:lnTo>
                  <a:pt x="3813518" y="628319"/>
                </a:lnTo>
                <a:lnTo>
                  <a:pt x="3834058" y="637345"/>
                </a:lnTo>
                <a:lnTo>
                  <a:pt x="3859207" y="638849"/>
                </a:lnTo>
                <a:lnTo>
                  <a:pt x="3871831" y="637847"/>
                </a:lnTo>
                <a:lnTo>
                  <a:pt x="3884355" y="639150"/>
                </a:lnTo>
                <a:lnTo>
                  <a:pt x="3889365" y="641758"/>
                </a:lnTo>
                <a:lnTo>
                  <a:pt x="3898082" y="649480"/>
                </a:lnTo>
                <a:lnTo>
                  <a:pt x="3895577" y="654495"/>
                </a:lnTo>
                <a:lnTo>
                  <a:pt x="3894074" y="665025"/>
                </a:lnTo>
                <a:lnTo>
                  <a:pt x="3898483" y="675054"/>
                </a:lnTo>
                <a:lnTo>
                  <a:pt x="3905697" y="685184"/>
                </a:lnTo>
                <a:lnTo>
                  <a:pt x="3911608" y="696015"/>
                </a:lnTo>
                <a:lnTo>
                  <a:pt x="3912911" y="701230"/>
                </a:lnTo>
                <a:lnTo>
                  <a:pt x="3910606" y="712362"/>
                </a:lnTo>
                <a:lnTo>
                  <a:pt x="3908603" y="717878"/>
                </a:lnTo>
                <a:lnTo>
                  <a:pt x="3901389" y="727105"/>
                </a:lnTo>
                <a:lnTo>
                  <a:pt x="3897481" y="737134"/>
                </a:lnTo>
                <a:lnTo>
                  <a:pt x="3899986" y="749570"/>
                </a:lnTo>
                <a:lnTo>
                  <a:pt x="3901389" y="762006"/>
                </a:lnTo>
                <a:lnTo>
                  <a:pt x="3901188" y="773439"/>
                </a:lnTo>
                <a:lnTo>
                  <a:pt x="3902491" y="784672"/>
                </a:lnTo>
                <a:lnTo>
                  <a:pt x="3906398" y="796105"/>
                </a:lnTo>
                <a:lnTo>
                  <a:pt x="3923131" y="827395"/>
                </a:lnTo>
                <a:lnTo>
                  <a:pt x="3932950" y="848557"/>
                </a:lnTo>
                <a:lnTo>
                  <a:pt x="3936056" y="836722"/>
                </a:lnTo>
                <a:lnTo>
                  <a:pt x="3935254" y="823584"/>
                </a:lnTo>
                <a:lnTo>
                  <a:pt x="3938761" y="818871"/>
                </a:lnTo>
                <a:lnTo>
                  <a:pt x="3943671" y="816263"/>
                </a:lnTo>
                <a:lnTo>
                  <a:pt x="3949682" y="818971"/>
                </a:lnTo>
                <a:lnTo>
                  <a:pt x="3951486" y="824286"/>
                </a:lnTo>
                <a:lnTo>
                  <a:pt x="3951887" y="835920"/>
                </a:lnTo>
                <a:lnTo>
                  <a:pt x="3957197" y="858786"/>
                </a:lnTo>
                <a:lnTo>
                  <a:pt x="3964010" y="859789"/>
                </a:lnTo>
                <a:lnTo>
                  <a:pt x="3971325" y="856279"/>
                </a:lnTo>
                <a:lnTo>
                  <a:pt x="3972527" y="863299"/>
                </a:lnTo>
                <a:lnTo>
                  <a:pt x="3972327" y="876237"/>
                </a:lnTo>
                <a:lnTo>
                  <a:pt x="3975733" y="886466"/>
                </a:lnTo>
                <a:lnTo>
                  <a:pt x="3978739" y="890478"/>
                </a:lnTo>
                <a:lnTo>
                  <a:pt x="3990762" y="898802"/>
                </a:lnTo>
                <a:lnTo>
                  <a:pt x="3996273" y="900407"/>
                </a:lnTo>
                <a:lnTo>
                  <a:pt x="4012304" y="902412"/>
                </a:lnTo>
                <a:lnTo>
                  <a:pt x="4024328" y="903014"/>
                </a:lnTo>
                <a:lnTo>
                  <a:pt x="4035850" y="900005"/>
                </a:lnTo>
                <a:lnTo>
                  <a:pt x="4043265" y="892383"/>
                </a:lnTo>
                <a:lnTo>
                  <a:pt x="4049978" y="884059"/>
                </a:lnTo>
                <a:lnTo>
                  <a:pt x="4073123" y="864904"/>
                </a:lnTo>
                <a:lnTo>
                  <a:pt x="4079836" y="855777"/>
                </a:lnTo>
                <a:lnTo>
                  <a:pt x="4086348" y="841737"/>
                </a:lnTo>
                <a:lnTo>
                  <a:pt x="4088553" y="838728"/>
                </a:lnTo>
                <a:lnTo>
                  <a:pt x="4111597" y="823584"/>
                </a:lnTo>
                <a:lnTo>
                  <a:pt x="4114303" y="818169"/>
                </a:lnTo>
                <a:lnTo>
                  <a:pt x="4117609" y="807839"/>
                </a:lnTo>
                <a:lnTo>
                  <a:pt x="4122519" y="797709"/>
                </a:lnTo>
                <a:lnTo>
                  <a:pt x="4126326" y="792494"/>
                </a:lnTo>
                <a:lnTo>
                  <a:pt x="4148569" y="787580"/>
                </a:lnTo>
                <a:lnTo>
                  <a:pt x="4171714" y="784972"/>
                </a:lnTo>
                <a:lnTo>
                  <a:pt x="4194659" y="775645"/>
                </a:lnTo>
                <a:lnTo>
                  <a:pt x="4204578" y="767622"/>
                </a:lnTo>
                <a:lnTo>
                  <a:pt x="4205079" y="762407"/>
                </a:lnTo>
                <a:lnTo>
                  <a:pt x="4199969" y="753180"/>
                </a:lnTo>
                <a:lnTo>
                  <a:pt x="4199769" y="749169"/>
                </a:lnTo>
                <a:lnTo>
                  <a:pt x="4205079" y="745257"/>
                </a:lnTo>
                <a:lnTo>
                  <a:pt x="4225619" y="733624"/>
                </a:lnTo>
                <a:lnTo>
                  <a:pt x="4249265" y="721589"/>
                </a:lnTo>
                <a:lnTo>
                  <a:pt x="4268202" y="713265"/>
                </a:lnTo>
                <a:lnTo>
                  <a:pt x="4278723" y="713365"/>
                </a:lnTo>
                <a:lnTo>
                  <a:pt x="4288441" y="720686"/>
                </a:lnTo>
                <a:lnTo>
                  <a:pt x="4298762" y="726603"/>
                </a:lnTo>
                <a:lnTo>
                  <a:pt x="4352767" y="744154"/>
                </a:lnTo>
                <a:lnTo>
                  <a:pt x="4361383" y="749670"/>
                </a:lnTo>
                <a:lnTo>
                  <a:pt x="4368898" y="756891"/>
                </a:lnTo>
                <a:lnTo>
                  <a:pt x="4379719" y="761906"/>
                </a:lnTo>
                <a:lnTo>
                  <a:pt x="4391742" y="764313"/>
                </a:lnTo>
                <a:lnTo>
                  <a:pt x="4402764" y="769026"/>
                </a:lnTo>
                <a:lnTo>
                  <a:pt x="4413184" y="775044"/>
                </a:lnTo>
                <a:lnTo>
                  <a:pt x="4436129" y="786377"/>
                </a:lnTo>
                <a:lnTo>
                  <a:pt x="4466989" y="800016"/>
                </a:lnTo>
                <a:lnTo>
                  <a:pt x="4474804" y="800818"/>
                </a:lnTo>
                <a:lnTo>
                  <a:pt x="4503560" y="800217"/>
                </a:lnTo>
                <a:lnTo>
                  <a:pt x="4508469" y="802824"/>
                </a:lnTo>
                <a:lnTo>
                  <a:pt x="4513179" y="806435"/>
                </a:lnTo>
                <a:lnTo>
                  <a:pt x="4517587" y="807237"/>
                </a:lnTo>
                <a:lnTo>
                  <a:pt x="4550451" y="809844"/>
                </a:lnTo>
                <a:lnTo>
                  <a:pt x="4555461" y="812452"/>
                </a:lnTo>
                <a:lnTo>
                  <a:pt x="4560270" y="816062"/>
                </a:lnTo>
                <a:lnTo>
                  <a:pt x="4562875" y="825991"/>
                </a:lnTo>
                <a:lnTo>
                  <a:pt x="4585519" y="826292"/>
                </a:lnTo>
                <a:close/>
                <a:moveTo>
                  <a:pt x="4377314" y="1405870"/>
                </a:moveTo>
                <a:lnTo>
                  <a:pt x="4372405" y="1407174"/>
                </a:lnTo>
                <a:lnTo>
                  <a:pt x="4347156" y="1404065"/>
                </a:lnTo>
                <a:lnTo>
                  <a:pt x="4344450" y="1399953"/>
                </a:lnTo>
                <a:lnTo>
                  <a:pt x="4344050" y="1397847"/>
                </a:lnTo>
                <a:lnTo>
                  <a:pt x="4349861" y="1393735"/>
                </a:lnTo>
                <a:lnTo>
                  <a:pt x="4355472" y="1386815"/>
                </a:lnTo>
                <a:lnTo>
                  <a:pt x="4364089" y="1384207"/>
                </a:lnTo>
                <a:lnTo>
                  <a:pt x="4367395" y="1384308"/>
                </a:lnTo>
                <a:lnTo>
                  <a:pt x="4377615" y="1400755"/>
                </a:lnTo>
                <a:lnTo>
                  <a:pt x="4377314" y="1405870"/>
                </a:lnTo>
                <a:close/>
                <a:moveTo>
                  <a:pt x="651367" y="356131"/>
                </a:moveTo>
                <a:lnTo>
                  <a:pt x="656777" y="364254"/>
                </a:lnTo>
                <a:lnTo>
                  <a:pt x="657980" y="369670"/>
                </a:lnTo>
                <a:lnTo>
                  <a:pt x="653972" y="375688"/>
                </a:lnTo>
                <a:lnTo>
                  <a:pt x="652469" y="385115"/>
                </a:lnTo>
                <a:lnTo>
                  <a:pt x="640846" y="392436"/>
                </a:lnTo>
                <a:lnTo>
                  <a:pt x="630626" y="390731"/>
                </a:lnTo>
                <a:lnTo>
                  <a:pt x="627320" y="388124"/>
                </a:lnTo>
                <a:lnTo>
                  <a:pt x="620807" y="373882"/>
                </a:lnTo>
                <a:lnTo>
                  <a:pt x="621509" y="361747"/>
                </a:lnTo>
                <a:lnTo>
                  <a:pt x="625517" y="357134"/>
                </a:lnTo>
                <a:lnTo>
                  <a:pt x="635035" y="357836"/>
                </a:lnTo>
                <a:lnTo>
                  <a:pt x="644654" y="351217"/>
                </a:lnTo>
                <a:lnTo>
                  <a:pt x="651367" y="356131"/>
                </a:lnTo>
                <a:close/>
                <a:moveTo>
                  <a:pt x="723407" y="465247"/>
                </a:moveTo>
                <a:lnTo>
                  <a:pt x="718798" y="468256"/>
                </a:lnTo>
                <a:lnTo>
                  <a:pt x="713187" y="463542"/>
                </a:lnTo>
                <a:lnTo>
                  <a:pt x="708678" y="456622"/>
                </a:lnTo>
                <a:lnTo>
                  <a:pt x="706173" y="449501"/>
                </a:lnTo>
                <a:lnTo>
                  <a:pt x="704069" y="437767"/>
                </a:lnTo>
                <a:lnTo>
                  <a:pt x="703568" y="429343"/>
                </a:lnTo>
                <a:lnTo>
                  <a:pt x="706274" y="424429"/>
                </a:lnTo>
                <a:lnTo>
                  <a:pt x="708277" y="424629"/>
                </a:lnTo>
                <a:lnTo>
                  <a:pt x="716594" y="429543"/>
                </a:lnTo>
                <a:lnTo>
                  <a:pt x="722004" y="438068"/>
                </a:lnTo>
                <a:lnTo>
                  <a:pt x="725010" y="440776"/>
                </a:lnTo>
                <a:lnTo>
                  <a:pt x="725611" y="448599"/>
                </a:lnTo>
                <a:lnTo>
                  <a:pt x="723607" y="457524"/>
                </a:lnTo>
                <a:lnTo>
                  <a:pt x="723407" y="465247"/>
                </a:lnTo>
                <a:close/>
                <a:moveTo>
                  <a:pt x="729920" y="418211"/>
                </a:moveTo>
                <a:lnTo>
                  <a:pt x="730621" y="431048"/>
                </a:lnTo>
                <a:lnTo>
                  <a:pt x="723207" y="427738"/>
                </a:lnTo>
                <a:lnTo>
                  <a:pt x="717395" y="422623"/>
                </a:lnTo>
                <a:lnTo>
                  <a:pt x="708077" y="418812"/>
                </a:lnTo>
                <a:lnTo>
                  <a:pt x="696755" y="417609"/>
                </a:lnTo>
                <a:lnTo>
                  <a:pt x="688539" y="414199"/>
                </a:lnTo>
                <a:lnTo>
                  <a:pt x="682728" y="408282"/>
                </a:lnTo>
                <a:lnTo>
                  <a:pt x="682427" y="405474"/>
                </a:lnTo>
                <a:lnTo>
                  <a:pt x="683028" y="403267"/>
                </a:lnTo>
                <a:lnTo>
                  <a:pt x="684832" y="401562"/>
                </a:lnTo>
                <a:lnTo>
                  <a:pt x="727715" y="413096"/>
                </a:lnTo>
                <a:lnTo>
                  <a:pt x="729920" y="418211"/>
                </a:lnTo>
                <a:close/>
                <a:moveTo>
                  <a:pt x="783624" y="489617"/>
                </a:moveTo>
                <a:lnTo>
                  <a:pt x="781720" y="493529"/>
                </a:lnTo>
                <a:lnTo>
                  <a:pt x="777913" y="490620"/>
                </a:lnTo>
                <a:lnTo>
                  <a:pt x="758375" y="486308"/>
                </a:lnTo>
                <a:lnTo>
                  <a:pt x="751862" y="485907"/>
                </a:lnTo>
                <a:lnTo>
                  <a:pt x="734929" y="481093"/>
                </a:lnTo>
                <a:lnTo>
                  <a:pt x="729719" y="478585"/>
                </a:lnTo>
                <a:lnTo>
                  <a:pt x="726112" y="475276"/>
                </a:lnTo>
                <a:lnTo>
                  <a:pt x="727315" y="469258"/>
                </a:lnTo>
                <a:lnTo>
                  <a:pt x="729819" y="465548"/>
                </a:lnTo>
                <a:lnTo>
                  <a:pt x="731423" y="455318"/>
                </a:lnTo>
                <a:lnTo>
                  <a:pt x="735631" y="451206"/>
                </a:lnTo>
                <a:lnTo>
                  <a:pt x="744047" y="458828"/>
                </a:lnTo>
                <a:lnTo>
                  <a:pt x="753365" y="465347"/>
                </a:lnTo>
                <a:lnTo>
                  <a:pt x="758776" y="468356"/>
                </a:lnTo>
                <a:lnTo>
                  <a:pt x="775208" y="474975"/>
                </a:lnTo>
                <a:lnTo>
                  <a:pt x="781019" y="478385"/>
                </a:lnTo>
                <a:lnTo>
                  <a:pt x="783624" y="489617"/>
                </a:lnTo>
                <a:close/>
                <a:moveTo>
                  <a:pt x="797451" y="477282"/>
                </a:moveTo>
                <a:lnTo>
                  <a:pt x="794545" y="480090"/>
                </a:lnTo>
                <a:lnTo>
                  <a:pt x="789536" y="479488"/>
                </a:lnTo>
                <a:lnTo>
                  <a:pt x="784125" y="476078"/>
                </a:lnTo>
                <a:lnTo>
                  <a:pt x="777212" y="469960"/>
                </a:lnTo>
                <a:lnTo>
                  <a:pt x="769396" y="464545"/>
                </a:lnTo>
                <a:lnTo>
                  <a:pt x="759577" y="461135"/>
                </a:lnTo>
                <a:lnTo>
                  <a:pt x="753365" y="460132"/>
                </a:lnTo>
                <a:lnTo>
                  <a:pt x="750961" y="458828"/>
                </a:lnTo>
                <a:lnTo>
                  <a:pt x="753365" y="448298"/>
                </a:lnTo>
                <a:lnTo>
                  <a:pt x="759778" y="447696"/>
                </a:lnTo>
                <a:lnTo>
                  <a:pt x="780718" y="457424"/>
                </a:lnTo>
                <a:lnTo>
                  <a:pt x="787632" y="462740"/>
                </a:lnTo>
                <a:lnTo>
                  <a:pt x="797451" y="477282"/>
                </a:lnTo>
                <a:close/>
                <a:moveTo>
                  <a:pt x="809274" y="510177"/>
                </a:moveTo>
                <a:lnTo>
                  <a:pt x="798052" y="510779"/>
                </a:lnTo>
                <a:lnTo>
                  <a:pt x="794846" y="509475"/>
                </a:lnTo>
                <a:lnTo>
                  <a:pt x="796148" y="500048"/>
                </a:lnTo>
                <a:lnTo>
                  <a:pt x="799555" y="494331"/>
                </a:lnTo>
                <a:lnTo>
                  <a:pt x="804665" y="494431"/>
                </a:lnTo>
                <a:lnTo>
                  <a:pt x="810376" y="502956"/>
                </a:lnTo>
                <a:lnTo>
                  <a:pt x="809274" y="510177"/>
                </a:lnTo>
                <a:close/>
                <a:moveTo>
                  <a:pt x="825906" y="497941"/>
                </a:moveTo>
                <a:lnTo>
                  <a:pt x="823902" y="499245"/>
                </a:lnTo>
                <a:lnTo>
                  <a:pt x="815286" y="486508"/>
                </a:lnTo>
                <a:lnTo>
                  <a:pt x="817490" y="479187"/>
                </a:lnTo>
                <a:lnTo>
                  <a:pt x="819494" y="477282"/>
                </a:lnTo>
                <a:lnTo>
                  <a:pt x="824203" y="481795"/>
                </a:lnTo>
                <a:lnTo>
                  <a:pt x="827910" y="486508"/>
                </a:lnTo>
                <a:lnTo>
                  <a:pt x="830615" y="492024"/>
                </a:lnTo>
                <a:lnTo>
                  <a:pt x="825906" y="497941"/>
                </a:lnTo>
                <a:close/>
                <a:moveTo>
                  <a:pt x="883518" y="446091"/>
                </a:moveTo>
                <a:lnTo>
                  <a:pt x="889831" y="450504"/>
                </a:lnTo>
                <a:lnTo>
                  <a:pt x="895041" y="447596"/>
                </a:lnTo>
                <a:lnTo>
                  <a:pt x="894840" y="451407"/>
                </a:lnTo>
                <a:lnTo>
                  <a:pt x="893738" y="455017"/>
                </a:lnTo>
                <a:lnTo>
                  <a:pt x="887626" y="465247"/>
                </a:lnTo>
                <a:lnTo>
                  <a:pt x="877406" y="462940"/>
                </a:lnTo>
                <a:lnTo>
                  <a:pt x="875002" y="459631"/>
                </a:lnTo>
                <a:lnTo>
                  <a:pt x="874200" y="457123"/>
                </a:lnTo>
                <a:lnTo>
                  <a:pt x="875703" y="455519"/>
                </a:lnTo>
                <a:lnTo>
                  <a:pt x="876505" y="450504"/>
                </a:lnTo>
                <a:lnTo>
                  <a:pt x="881013" y="450504"/>
                </a:lnTo>
                <a:lnTo>
                  <a:pt x="883518" y="446091"/>
                </a:lnTo>
                <a:close/>
                <a:moveTo>
                  <a:pt x="939628" y="442581"/>
                </a:moveTo>
                <a:lnTo>
                  <a:pt x="940229" y="450103"/>
                </a:lnTo>
                <a:lnTo>
                  <a:pt x="945940" y="453713"/>
                </a:lnTo>
                <a:lnTo>
                  <a:pt x="947443" y="459229"/>
                </a:lnTo>
                <a:lnTo>
                  <a:pt x="946441" y="468155"/>
                </a:lnTo>
                <a:lnTo>
                  <a:pt x="941030" y="478385"/>
                </a:lnTo>
                <a:lnTo>
                  <a:pt x="938626" y="481093"/>
                </a:lnTo>
                <a:lnTo>
                  <a:pt x="931512" y="478987"/>
                </a:lnTo>
                <a:lnTo>
                  <a:pt x="929207" y="475577"/>
                </a:lnTo>
                <a:lnTo>
                  <a:pt x="928205" y="472969"/>
                </a:lnTo>
                <a:lnTo>
                  <a:pt x="929207" y="470963"/>
                </a:lnTo>
                <a:lnTo>
                  <a:pt x="923997" y="468657"/>
                </a:lnTo>
                <a:lnTo>
                  <a:pt x="927304" y="464645"/>
                </a:lnTo>
                <a:lnTo>
                  <a:pt x="924999" y="459229"/>
                </a:lnTo>
                <a:lnTo>
                  <a:pt x="910471" y="462639"/>
                </a:lnTo>
                <a:lnTo>
                  <a:pt x="906263" y="462740"/>
                </a:lnTo>
                <a:lnTo>
                  <a:pt x="905461" y="456522"/>
                </a:lnTo>
                <a:lnTo>
                  <a:pt x="906062" y="453914"/>
                </a:lnTo>
                <a:lnTo>
                  <a:pt x="917284" y="446091"/>
                </a:lnTo>
                <a:lnTo>
                  <a:pt x="923897" y="444587"/>
                </a:lnTo>
                <a:lnTo>
                  <a:pt x="931111" y="446192"/>
                </a:lnTo>
                <a:lnTo>
                  <a:pt x="939628" y="442581"/>
                </a:lnTo>
                <a:close/>
                <a:moveTo>
                  <a:pt x="959065" y="582185"/>
                </a:moveTo>
                <a:lnTo>
                  <a:pt x="961971" y="583790"/>
                </a:lnTo>
                <a:lnTo>
                  <a:pt x="965478" y="578675"/>
                </a:lnTo>
                <a:lnTo>
                  <a:pt x="972091" y="585796"/>
                </a:lnTo>
                <a:lnTo>
                  <a:pt x="976199" y="589306"/>
                </a:lnTo>
                <a:lnTo>
                  <a:pt x="981709" y="592916"/>
                </a:lnTo>
                <a:lnTo>
                  <a:pt x="976299" y="593017"/>
                </a:lnTo>
                <a:lnTo>
                  <a:pt x="974095" y="596326"/>
                </a:lnTo>
                <a:lnTo>
                  <a:pt x="972592" y="596928"/>
                </a:lnTo>
                <a:lnTo>
                  <a:pt x="951350" y="585495"/>
                </a:lnTo>
                <a:lnTo>
                  <a:pt x="937824" y="589206"/>
                </a:lnTo>
                <a:lnTo>
                  <a:pt x="928506" y="585796"/>
                </a:lnTo>
                <a:lnTo>
                  <a:pt x="925801" y="583489"/>
                </a:lnTo>
                <a:lnTo>
                  <a:pt x="930810" y="577171"/>
                </a:lnTo>
                <a:lnTo>
                  <a:pt x="935419" y="562729"/>
                </a:lnTo>
                <a:lnTo>
                  <a:pt x="944737" y="566339"/>
                </a:lnTo>
                <a:lnTo>
                  <a:pt x="946942" y="570853"/>
                </a:lnTo>
                <a:lnTo>
                  <a:pt x="946441" y="572156"/>
                </a:lnTo>
                <a:lnTo>
                  <a:pt x="952452" y="574864"/>
                </a:lnTo>
                <a:lnTo>
                  <a:pt x="959065" y="582185"/>
                </a:lnTo>
                <a:close/>
                <a:moveTo>
                  <a:pt x="928506" y="598132"/>
                </a:moveTo>
                <a:lnTo>
                  <a:pt x="937924" y="607860"/>
                </a:lnTo>
                <a:lnTo>
                  <a:pt x="940128" y="611370"/>
                </a:lnTo>
                <a:lnTo>
                  <a:pt x="935520" y="616786"/>
                </a:lnTo>
                <a:lnTo>
                  <a:pt x="931812" y="624408"/>
                </a:lnTo>
                <a:lnTo>
                  <a:pt x="929608" y="626012"/>
                </a:lnTo>
                <a:lnTo>
                  <a:pt x="922494" y="623104"/>
                </a:lnTo>
                <a:lnTo>
                  <a:pt x="917384" y="630626"/>
                </a:lnTo>
                <a:lnTo>
                  <a:pt x="914078" y="618591"/>
                </a:lnTo>
                <a:lnTo>
                  <a:pt x="906764" y="610969"/>
                </a:lnTo>
                <a:lnTo>
                  <a:pt x="911272" y="603246"/>
                </a:lnTo>
                <a:lnTo>
                  <a:pt x="912976" y="602645"/>
                </a:lnTo>
                <a:lnTo>
                  <a:pt x="915180" y="602945"/>
                </a:lnTo>
                <a:lnTo>
                  <a:pt x="917484" y="604951"/>
                </a:lnTo>
                <a:lnTo>
                  <a:pt x="928506" y="598132"/>
                </a:lnTo>
                <a:close/>
                <a:moveTo>
                  <a:pt x="854662" y="599435"/>
                </a:moveTo>
                <a:lnTo>
                  <a:pt x="841537" y="602945"/>
                </a:lnTo>
                <a:lnTo>
                  <a:pt x="827008" y="600438"/>
                </a:lnTo>
                <a:lnTo>
                  <a:pt x="828812" y="594320"/>
                </a:lnTo>
                <a:lnTo>
                  <a:pt x="835826" y="587400"/>
                </a:lnTo>
                <a:lnTo>
                  <a:pt x="842038" y="587701"/>
                </a:lnTo>
                <a:lnTo>
                  <a:pt x="853360" y="592315"/>
                </a:lnTo>
                <a:lnTo>
                  <a:pt x="857367" y="596427"/>
                </a:lnTo>
                <a:lnTo>
                  <a:pt x="854662" y="599435"/>
                </a:lnTo>
                <a:close/>
                <a:moveTo>
                  <a:pt x="1453126" y="682977"/>
                </a:moveTo>
                <a:lnTo>
                  <a:pt x="1433188" y="693207"/>
                </a:lnTo>
                <a:lnTo>
                  <a:pt x="1428478" y="692705"/>
                </a:lnTo>
                <a:lnTo>
                  <a:pt x="1424871" y="688995"/>
                </a:lnTo>
                <a:lnTo>
                  <a:pt x="1427076" y="669237"/>
                </a:lnTo>
                <a:lnTo>
                  <a:pt x="1429681" y="663320"/>
                </a:lnTo>
                <a:lnTo>
                  <a:pt x="1443608" y="662719"/>
                </a:lnTo>
                <a:lnTo>
                  <a:pt x="1452124" y="665527"/>
                </a:lnTo>
                <a:lnTo>
                  <a:pt x="1456433" y="668736"/>
                </a:lnTo>
                <a:lnTo>
                  <a:pt x="1458236" y="675355"/>
                </a:lnTo>
                <a:lnTo>
                  <a:pt x="1457234" y="679367"/>
                </a:lnTo>
                <a:lnTo>
                  <a:pt x="1453126" y="682977"/>
                </a:lnTo>
                <a:close/>
                <a:moveTo>
                  <a:pt x="1867432" y="1277097"/>
                </a:moveTo>
                <a:lnTo>
                  <a:pt x="1865529" y="1278602"/>
                </a:lnTo>
                <a:lnTo>
                  <a:pt x="1848495" y="1277799"/>
                </a:lnTo>
                <a:lnTo>
                  <a:pt x="1837474" y="1285923"/>
                </a:lnTo>
                <a:lnTo>
                  <a:pt x="1829959" y="1288430"/>
                </a:lnTo>
                <a:lnTo>
                  <a:pt x="1802606" y="1288430"/>
                </a:lnTo>
                <a:lnTo>
                  <a:pt x="1799400" y="1287327"/>
                </a:lnTo>
                <a:lnTo>
                  <a:pt x="1796995" y="1287427"/>
                </a:lnTo>
                <a:lnTo>
                  <a:pt x="1795492" y="1289032"/>
                </a:lnTo>
                <a:lnTo>
                  <a:pt x="1786775" y="1287828"/>
                </a:lnTo>
                <a:lnTo>
                  <a:pt x="1759122" y="1280607"/>
                </a:lnTo>
                <a:lnTo>
                  <a:pt x="1755314" y="1273888"/>
                </a:lnTo>
                <a:lnTo>
                  <a:pt x="1759623" y="1266667"/>
                </a:lnTo>
                <a:lnTo>
                  <a:pt x="1769542" y="1256538"/>
                </a:lnTo>
                <a:lnTo>
                  <a:pt x="1789481" y="1254532"/>
                </a:lnTo>
                <a:lnTo>
                  <a:pt x="1880458" y="1253830"/>
                </a:lnTo>
                <a:lnTo>
                  <a:pt x="1890377" y="1262555"/>
                </a:lnTo>
                <a:lnTo>
                  <a:pt x="1891279" y="1265464"/>
                </a:lnTo>
                <a:lnTo>
                  <a:pt x="1871440" y="1271481"/>
                </a:lnTo>
                <a:lnTo>
                  <a:pt x="1867432" y="1277097"/>
                </a:lnTo>
                <a:close/>
                <a:moveTo>
                  <a:pt x="3983548" y="676458"/>
                </a:moveTo>
                <a:lnTo>
                  <a:pt x="3978739" y="678264"/>
                </a:lnTo>
                <a:lnTo>
                  <a:pt x="3973228" y="676258"/>
                </a:lnTo>
                <a:lnTo>
                  <a:pt x="3967918" y="668636"/>
                </a:lnTo>
                <a:lnTo>
                  <a:pt x="3969822" y="662719"/>
                </a:lnTo>
                <a:lnTo>
                  <a:pt x="3975934" y="658607"/>
                </a:lnTo>
                <a:lnTo>
                  <a:pt x="3981144" y="662719"/>
                </a:lnTo>
                <a:lnTo>
                  <a:pt x="3982747" y="667934"/>
                </a:lnTo>
                <a:lnTo>
                  <a:pt x="3986654" y="668234"/>
                </a:lnTo>
                <a:lnTo>
                  <a:pt x="3983548" y="676458"/>
                </a:lnTo>
                <a:close/>
                <a:moveTo>
                  <a:pt x="3210545" y="614178"/>
                </a:moveTo>
                <a:lnTo>
                  <a:pt x="3204232" y="616786"/>
                </a:lnTo>
                <a:lnTo>
                  <a:pt x="3197419" y="616786"/>
                </a:lnTo>
                <a:lnTo>
                  <a:pt x="3195916" y="606054"/>
                </a:lnTo>
                <a:lnTo>
                  <a:pt x="3198121" y="592515"/>
                </a:lnTo>
                <a:lnTo>
                  <a:pt x="3204533" y="590209"/>
                </a:lnTo>
                <a:lnTo>
                  <a:pt x="3214553" y="593017"/>
                </a:lnTo>
                <a:lnTo>
                  <a:pt x="3210845" y="596527"/>
                </a:lnTo>
                <a:lnTo>
                  <a:pt x="3213651" y="603748"/>
                </a:lnTo>
                <a:lnTo>
                  <a:pt x="3210545" y="614178"/>
                </a:lnTo>
                <a:close/>
                <a:moveTo>
                  <a:pt x="3242307" y="596527"/>
                </a:moveTo>
                <a:lnTo>
                  <a:pt x="3253829" y="611470"/>
                </a:lnTo>
                <a:lnTo>
                  <a:pt x="3246114" y="625711"/>
                </a:lnTo>
                <a:lnTo>
                  <a:pt x="3251524" y="633634"/>
                </a:lnTo>
                <a:lnTo>
                  <a:pt x="3266053" y="634136"/>
                </a:lnTo>
                <a:lnTo>
                  <a:pt x="3269459" y="637144"/>
                </a:lnTo>
                <a:lnTo>
                  <a:pt x="3271964" y="640755"/>
                </a:lnTo>
                <a:lnTo>
                  <a:pt x="3273668" y="645669"/>
                </a:lnTo>
                <a:lnTo>
                  <a:pt x="3269860" y="649580"/>
                </a:lnTo>
                <a:lnTo>
                  <a:pt x="3261744" y="653191"/>
                </a:lnTo>
                <a:lnTo>
                  <a:pt x="3252426" y="647976"/>
                </a:lnTo>
                <a:lnTo>
                  <a:pt x="3249921" y="643162"/>
                </a:lnTo>
                <a:lnTo>
                  <a:pt x="3248018" y="641357"/>
                </a:lnTo>
                <a:lnTo>
                  <a:pt x="3235393" y="644967"/>
                </a:lnTo>
                <a:lnTo>
                  <a:pt x="3231886" y="645368"/>
                </a:lnTo>
                <a:lnTo>
                  <a:pt x="3229381" y="638649"/>
                </a:lnTo>
                <a:lnTo>
                  <a:pt x="3232487" y="629021"/>
                </a:lnTo>
                <a:lnTo>
                  <a:pt x="3223670" y="624708"/>
                </a:lnTo>
                <a:lnTo>
                  <a:pt x="3215555" y="614679"/>
                </a:lnTo>
                <a:lnTo>
                  <a:pt x="3215254" y="610668"/>
                </a:lnTo>
                <a:lnTo>
                  <a:pt x="3218460" y="603748"/>
                </a:lnTo>
                <a:lnTo>
                  <a:pt x="3218059" y="598232"/>
                </a:lnTo>
                <a:lnTo>
                  <a:pt x="3222668" y="597831"/>
                </a:lnTo>
                <a:lnTo>
                  <a:pt x="3231085" y="605252"/>
                </a:lnTo>
                <a:lnTo>
                  <a:pt x="3234792" y="598232"/>
                </a:lnTo>
                <a:lnTo>
                  <a:pt x="3238299" y="595323"/>
                </a:lnTo>
                <a:lnTo>
                  <a:pt x="3242307" y="596527"/>
                </a:lnTo>
                <a:close/>
                <a:moveTo>
                  <a:pt x="3779251" y="1156448"/>
                </a:moveTo>
                <a:lnTo>
                  <a:pt x="3771135" y="1165073"/>
                </a:lnTo>
                <a:lnTo>
                  <a:pt x="3778850" y="1144714"/>
                </a:lnTo>
                <a:lnTo>
                  <a:pt x="3780453" y="1134484"/>
                </a:lnTo>
                <a:lnTo>
                  <a:pt x="3787567" y="1128266"/>
                </a:lnTo>
                <a:lnTo>
                  <a:pt x="3798188" y="1097176"/>
                </a:lnTo>
                <a:lnTo>
                  <a:pt x="3800492" y="1097878"/>
                </a:lnTo>
                <a:lnTo>
                  <a:pt x="3803999" y="1100887"/>
                </a:lnTo>
                <a:lnTo>
                  <a:pt x="3798689" y="1123753"/>
                </a:lnTo>
                <a:lnTo>
                  <a:pt x="3783760" y="1139800"/>
                </a:lnTo>
                <a:lnTo>
                  <a:pt x="3779251" y="1156448"/>
                </a:lnTo>
                <a:close/>
                <a:moveTo>
                  <a:pt x="3767328" y="1151333"/>
                </a:moveTo>
                <a:lnTo>
                  <a:pt x="3761216" y="1160961"/>
                </a:lnTo>
                <a:lnTo>
                  <a:pt x="3757108" y="1157551"/>
                </a:lnTo>
                <a:lnTo>
                  <a:pt x="3754703" y="1157551"/>
                </a:lnTo>
                <a:lnTo>
                  <a:pt x="3753301" y="1151835"/>
                </a:lnTo>
                <a:lnTo>
                  <a:pt x="3754703" y="1140101"/>
                </a:lnTo>
                <a:lnTo>
                  <a:pt x="3749593" y="1126862"/>
                </a:lnTo>
                <a:lnTo>
                  <a:pt x="3756407" y="1127063"/>
                </a:lnTo>
                <a:lnTo>
                  <a:pt x="3758310" y="1130974"/>
                </a:lnTo>
                <a:lnTo>
                  <a:pt x="3760414" y="1132378"/>
                </a:lnTo>
                <a:lnTo>
                  <a:pt x="3767027" y="1145115"/>
                </a:lnTo>
                <a:lnTo>
                  <a:pt x="3767328" y="1151333"/>
                </a:lnTo>
                <a:close/>
                <a:moveTo>
                  <a:pt x="3313345" y="933101"/>
                </a:moveTo>
                <a:lnTo>
                  <a:pt x="3310740" y="936712"/>
                </a:lnTo>
                <a:lnTo>
                  <a:pt x="3304928" y="939119"/>
                </a:lnTo>
                <a:lnTo>
                  <a:pt x="3300019" y="938918"/>
                </a:lnTo>
                <a:lnTo>
                  <a:pt x="3301622" y="935408"/>
                </a:lnTo>
                <a:lnTo>
                  <a:pt x="3300420" y="933302"/>
                </a:lnTo>
                <a:lnTo>
                  <a:pt x="3296813" y="934204"/>
                </a:lnTo>
                <a:lnTo>
                  <a:pt x="3290901" y="937113"/>
                </a:lnTo>
                <a:lnTo>
                  <a:pt x="3283487" y="942729"/>
                </a:lnTo>
                <a:lnTo>
                  <a:pt x="3279078" y="939921"/>
                </a:lnTo>
                <a:lnTo>
                  <a:pt x="3278176" y="935508"/>
                </a:lnTo>
                <a:lnTo>
                  <a:pt x="3278477" y="933502"/>
                </a:lnTo>
                <a:lnTo>
                  <a:pt x="3287294" y="925680"/>
                </a:lnTo>
                <a:lnTo>
                  <a:pt x="3297614" y="924276"/>
                </a:lnTo>
                <a:lnTo>
                  <a:pt x="3312142" y="916754"/>
                </a:lnTo>
                <a:lnTo>
                  <a:pt x="3318655" y="917155"/>
                </a:lnTo>
                <a:lnTo>
                  <a:pt x="3317152" y="921969"/>
                </a:lnTo>
                <a:lnTo>
                  <a:pt x="3314848" y="925379"/>
                </a:lnTo>
                <a:lnTo>
                  <a:pt x="3313445" y="928889"/>
                </a:lnTo>
                <a:lnTo>
                  <a:pt x="3313345" y="933101"/>
                </a:lnTo>
                <a:close/>
                <a:moveTo>
                  <a:pt x="3167160" y="160063"/>
                </a:moveTo>
                <a:lnTo>
                  <a:pt x="3163052" y="162069"/>
                </a:lnTo>
                <a:lnTo>
                  <a:pt x="3156540" y="161367"/>
                </a:lnTo>
                <a:lnTo>
                  <a:pt x="3155838" y="156252"/>
                </a:lnTo>
                <a:lnTo>
                  <a:pt x="3162451" y="147126"/>
                </a:lnTo>
                <a:lnTo>
                  <a:pt x="3166860" y="137498"/>
                </a:lnTo>
                <a:lnTo>
                  <a:pt x="3162151" y="134991"/>
                </a:lnTo>
                <a:lnTo>
                  <a:pt x="3157642" y="128873"/>
                </a:lnTo>
                <a:lnTo>
                  <a:pt x="3157542" y="121652"/>
                </a:lnTo>
                <a:lnTo>
                  <a:pt x="3161149" y="108414"/>
                </a:lnTo>
                <a:lnTo>
                  <a:pt x="3166659" y="109517"/>
                </a:lnTo>
                <a:lnTo>
                  <a:pt x="3171970" y="115234"/>
                </a:lnTo>
                <a:lnTo>
                  <a:pt x="3174174" y="125965"/>
                </a:lnTo>
                <a:lnTo>
                  <a:pt x="3177581" y="134188"/>
                </a:lnTo>
                <a:lnTo>
                  <a:pt x="3170266" y="145321"/>
                </a:lnTo>
                <a:lnTo>
                  <a:pt x="3167160" y="160063"/>
                </a:lnTo>
                <a:close/>
                <a:moveTo>
                  <a:pt x="3051034" y="219937"/>
                </a:moveTo>
                <a:lnTo>
                  <a:pt x="3048530" y="223046"/>
                </a:lnTo>
                <a:lnTo>
                  <a:pt x="3036406" y="217429"/>
                </a:lnTo>
                <a:lnTo>
                  <a:pt x="3037007" y="208504"/>
                </a:lnTo>
                <a:lnTo>
                  <a:pt x="3035304" y="204191"/>
                </a:lnTo>
                <a:lnTo>
                  <a:pt x="3032098" y="199578"/>
                </a:lnTo>
                <a:lnTo>
                  <a:pt x="3030695" y="195065"/>
                </a:lnTo>
                <a:lnTo>
                  <a:pt x="3032098" y="190150"/>
                </a:lnTo>
                <a:lnTo>
                  <a:pt x="3039512" y="196469"/>
                </a:lnTo>
                <a:lnTo>
                  <a:pt x="3043820" y="206397"/>
                </a:lnTo>
                <a:lnTo>
                  <a:pt x="3049632" y="215825"/>
                </a:lnTo>
                <a:lnTo>
                  <a:pt x="3051034" y="219937"/>
                </a:lnTo>
                <a:close/>
                <a:moveTo>
                  <a:pt x="3572449" y="1398850"/>
                </a:moveTo>
                <a:lnTo>
                  <a:pt x="3563732" y="1401959"/>
                </a:lnTo>
                <a:lnTo>
                  <a:pt x="3569543" y="1394036"/>
                </a:lnTo>
                <a:lnTo>
                  <a:pt x="3588280" y="1375983"/>
                </a:lnTo>
                <a:lnTo>
                  <a:pt x="3594993" y="1379393"/>
                </a:lnTo>
                <a:lnTo>
                  <a:pt x="3603910" y="1379995"/>
                </a:lnTo>
                <a:lnTo>
                  <a:pt x="3590684" y="1388119"/>
                </a:lnTo>
                <a:lnTo>
                  <a:pt x="3577058" y="1391528"/>
                </a:lnTo>
                <a:lnTo>
                  <a:pt x="3572449" y="1398850"/>
                </a:lnTo>
                <a:close/>
                <a:moveTo>
                  <a:pt x="3469949" y="1362344"/>
                </a:moveTo>
                <a:lnTo>
                  <a:pt x="3464038" y="1371470"/>
                </a:lnTo>
                <a:lnTo>
                  <a:pt x="3457325" y="1370969"/>
                </a:lnTo>
                <a:lnTo>
                  <a:pt x="3445201" y="1358533"/>
                </a:lnTo>
                <a:lnTo>
                  <a:pt x="3445903" y="1349908"/>
                </a:lnTo>
                <a:lnTo>
                  <a:pt x="3446905" y="1347100"/>
                </a:lnTo>
                <a:lnTo>
                  <a:pt x="3451513" y="1346298"/>
                </a:lnTo>
                <a:lnTo>
                  <a:pt x="3467344" y="1348805"/>
                </a:lnTo>
                <a:lnTo>
                  <a:pt x="3470450" y="1355725"/>
                </a:lnTo>
                <a:lnTo>
                  <a:pt x="3469949" y="1362344"/>
                </a:lnTo>
                <a:close/>
                <a:moveTo>
                  <a:pt x="3267956" y="1376786"/>
                </a:moveTo>
                <a:lnTo>
                  <a:pt x="3285491" y="1380797"/>
                </a:lnTo>
                <a:lnTo>
                  <a:pt x="3295610" y="1380396"/>
                </a:lnTo>
                <a:lnTo>
                  <a:pt x="3297614" y="1384007"/>
                </a:lnTo>
                <a:lnTo>
                  <a:pt x="3288096" y="1392431"/>
                </a:lnTo>
                <a:lnTo>
                  <a:pt x="3267756" y="1385912"/>
                </a:lnTo>
                <a:lnTo>
                  <a:pt x="3264249" y="1378892"/>
                </a:lnTo>
                <a:lnTo>
                  <a:pt x="3267956" y="1376786"/>
                </a:lnTo>
                <a:close/>
                <a:moveTo>
                  <a:pt x="3521450" y="734125"/>
                </a:moveTo>
                <a:lnTo>
                  <a:pt x="3522652" y="740042"/>
                </a:lnTo>
                <a:lnTo>
                  <a:pt x="3528664" y="745558"/>
                </a:lnTo>
                <a:lnTo>
                  <a:pt x="3526559" y="754083"/>
                </a:lnTo>
                <a:lnTo>
                  <a:pt x="3524255" y="755387"/>
                </a:lnTo>
                <a:lnTo>
                  <a:pt x="3525457" y="759298"/>
                </a:lnTo>
                <a:lnTo>
                  <a:pt x="3528062" y="762207"/>
                </a:lnTo>
                <a:lnTo>
                  <a:pt x="3523453" y="764313"/>
                </a:lnTo>
                <a:lnTo>
                  <a:pt x="3520047" y="763310"/>
                </a:lnTo>
                <a:lnTo>
                  <a:pt x="3514536" y="766018"/>
                </a:lnTo>
                <a:lnTo>
                  <a:pt x="3510929" y="769929"/>
                </a:lnTo>
                <a:lnTo>
                  <a:pt x="3499407" y="771534"/>
                </a:lnTo>
                <a:lnTo>
                  <a:pt x="3495399" y="767923"/>
                </a:lnTo>
                <a:lnTo>
                  <a:pt x="3474759" y="763711"/>
                </a:lnTo>
                <a:lnTo>
                  <a:pt x="3461433" y="754484"/>
                </a:lnTo>
                <a:lnTo>
                  <a:pt x="3459830" y="751776"/>
                </a:lnTo>
                <a:lnTo>
                  <a:pt x="3485480" y="740945"/>
                </a:lnTo>
                <a:lnTo>
                  <a:pt x="3496701" y="738037"/>
                </a:lnTo>
                <a:lnTo>
                  <a:pt x="3506120" y="738237"/>
                </a:lnTo>
                <a:lnTo>
                  <a:pt x="3517943" y="734226"/>
                </a:lnTo>
                <a:lnTo>
                  <a:pt x="3521450" y="734125"/>
                </a:lnTo>
                <a:close/>
                <a:moveTo>
                  <a:pt x="717395" y="1114025"/>
                </a:moveTo>
                <a:lnTo>
                  <a:pt x="709279" y="1114426"/>
                </a:lnTo>
                <a:lnTo>
                  <a:pt x="694250" y="1102191"/>
                </a:lnTo>
                <a:lnTo>
                  <a:pt x="691745" y="1098380"/>
                </a:lnTo>
                <a:lnTo>
                  <a:pt x="696054" y="1094669"/>
                </a:lnTo>
                <a:lnTo>
                  <a:pt x="700462" y="1094970"/>
                </a:lnTo>
                <a:lnTo>
                  <a:pt x="717896" y="1102692"/>
                </a:lnTo>
                <a:lnTo>
                  <a:pt x="721203" y="1106604"/>
                </a:lnTo>
                <a:lnTo>
                  <a:pt x="717395" y="1114025"/>
                </a:lnTo>
                <a:close/>
                <a:moveTo>
                  <a:pt x="522817" y="883758"/>
                </a:moveTo>
                <a:lnTo>
                  <a:pt x="526825" y="898401"/>
                </a:lnTo>
                <a:lnTo>
                  <a:pt x="514901" y="888372"/>
                </a:lnTo>
                <a:lnTo>
                  <a:pt x="515102" y="881351"/>
                </a:lnTo>
                <a:lnTo>
                  <a:pt x="513499" y="876738"/>
                </a:lnTo>
                <a:lnTo>
                  <a:pt x="506285" y="871122"/>
                </a:lnTo>
                <a:lnTo>
                  <a:pt x="500674" y="864102"/>
                </a:lnTo>
                <a:lnTo>
                  <a:pt x="498169" y="847353"/>
                </a:lnTo>
                <a:lnTo>
                  <a:pt x="500173" y="843943"/>
                </a:lnTo>
                <a:lnTo>
                  <a:pt x="504882" y="843642"/>
                </a:lnTo>
                <a:lnTo>
                  <a:pt x="525823" y="865606"/>
                </a:lnTo>
                <a:lnTo>
                  <a:pt x="527225" y="869317"/>
                </a:lnTo>
                <a:lnTo>
                  <a:pt x="526724" y="877139"/>
                </a:lnTo>
                <a:lnTo>
                  <a:pt x="523718" y="879546"/>
                </a:lnTo>
                <a:lnTo>
                  <a:pt x="522817" y="883758"/>
                </a:lnTo>
                <a:close/>
                <a:moveTo>
                  <a:pt x="500674" y="839430"/>
                </a:moveTo>
                <a:lnTo>
                  <a:pt x="493560" y="847453"/>
                </a:lnTo>
                <a:lnTo>
                  <a:pt x="481737" y="847353"/>
                </a:lnTo>
                <a:lnTo>
                  <a:pt x="479432" y="842339"/>
                </a:lnTo>
                <a:lnTo>
                  <a:pt x="479933" y="830203"/>
                </a:lnTo>
                <a:lnTo>
                  <a:pt x="477028" y="826292"/>
                </a:lnTo>
                <a:lnTo>
                  <a:pt x="477128" y="824687"/>
                </a:lnTo>
                <a:lnTo>
                  <a:pt x="479032" y="817767"/>
                </a:lnTo>
                <a:lnTo>
                  <a:pt x="481436" y="816263"/>
                </a:lnTo>
                <a:lnTo>
                  <a:pt x="500473" y="833312"/>
                </a:lnTo>
                <a:lnTo>
                  <a:pt x="500674" y="839430"/>
                </a:lnTo>
                <a:close/>
                <a:moveTo>
                  <a:pt x="464503" y="799515"/>
                </a:moveTo>
                <a:lnTo>
                  <a:pt x="465004" y="802222"/>
                </a:lnTo>
                <a:lnTo>
                  <a:pt x="448673" y="793397"/>
                </a:lnTo>
                <a:lnTo>
                  <a:pt x="440857" y="790990"/>
                </a:lnTo>
                <a:lnTo>
                  <a:pt x="433844" y="781362"/>
                </a:lnTo>
                <a:lnTo>
                  <a:pt x="436048" y="776648"/>
                </a:lnTo>
                <a:lnTo>
                  <a:pt x="436349" y="770230"/>
                </a:lnTo>
                <a:lnTo>
                  <a:pt x="437351" y="767723"/>
                </a:lnTo>
                <a:lnTo>
                  <a:pt x="442360" y="766820"/>
                </a:lnTo>
                <a:lnTo>
                  <a:pt x="448773" y="771433"/>
                </a:lnTo>
                <a:lnTo>
                  <a:pt x="453682" y="782967"/>
                </a:lnTo>
                <a:lnTo>
                  <a:pt x="461798" y="793597"/>
                </a:lnTo>
                <a:lnTo>
                  <a:pt x="464503" y="799515"/>
                </a:lnTo>
                <a:close/>
                <a:moveTo>
                  <a:pt x="325834" y="617688"/>
                </a:moveTo>
                <a:lnTo>
                  <a:pt x="319922" y="622402"/>
                </a:lnTo>
                <a:lnTo>
                  <a:pt x="310905" y="617889"/>
                </a:lnTo>
                <a:lnTo>
                  <a:pt x="313910" y="611470"/>
                </a:lnTo>
                <a:lnTo>
                  <a:pt x="315413" y="602544"/>
                </a:lnTo>
                <a:lnTo>
                  <a:pt x="320824" y="595524"/>
                </a:lnTo>
                <a:lnTo>
                  <a:pt x="322627" y="587200"/>
                </a:lnTo>
                <a:lnTo>
                  <a:pt x="312207" y="564635"/>
                </a:lnTo>
                <a:lnTo>
                  <a:pt x="317417" y="563832"/>
                </a:lnTo>
                <a:lnTo>
                  <a:pt x="321425" y="566339"/>
                </a:lnTo>
                <a:lnTo>
                  <a:pt x="328338" y="581383"/>
                </a:lnTo>
                <a:lnTo>
                  <a:pt x="334350" y="590409"/>
                </a:lnTo>
                <a:lnTo>
                  <a:pt x="331945" y="602645"/>
                </a:lnTo>
                <a:lnTo>
                  <a:pt x="325834" y="617688"/>
                </a:lnTo>
                <a:close/>
                <a:moveTo>
                  <a:pt x="125945" y="327849"/>
                </a:moveTo>
                <a:lnTo>
                  <a:pt x="119632" y="328752"/>
                </a:lnTo>
                <a:lnTo>
                  <a:pt x="113621" y="326646"/>
                </a:lnTo>
                <a:lnTo>
                  <a:pt x="108511" y="320829"/>
                </a:lnTo>
                <a:lnTo>
                  <a:pt x="81659" y="304181"/>
                </a:lnTo>
                <a:lnTo>
                  <a:pt x="73242" y="303980"/>
                </a:lnTo>
                <a:lnTo>
                  <a:pt x="67431" y="299667"/>
                </a:lnTo>
                <a:lnTo>
                  <a:pt x="60317" y="298163"/>
                </a:lnTo>
                <a:lnTo>
                  <a:pt x="52702" y="287031"/>
                </a:lnTo>
                <a:lnTo>
                  <a:pt x="51099" y="281114"/>
                </a:lnTo>
                <a:lnTo>
                  <a:pt x="56610" y="278205"/>
                </a:lnTo>
                <a:lnTo>
                  <a:pt x="60017" y="272088"/>
                </a:lnTo>
                <a:lnTo>
                  <a:pt x="69034" y="274795"/>
                </a:lnTo>
                <a:lnTo>
                  <a:pt x="79254" y="285627"/>
                </a:lnTo>
                <a:lnTo>
                  <a:pt x="89674" y="289638"/>
                </a:lnTo>
                <a:lnTo>
                  <a:pt x="92480" y="291644"/>
                </a:lnTo>
                <a:lnTo>
                  <a:pt x="97489" y="297662"/>
                </a:lnTo>
                <a:lnTo>
                  <a:pt x="121236" y="312304"/>
                </a:lnTo>
                <a:lnTo>
                  <a:pt x="123841" y="317218"/>
                </a:lnTo>
                <a:lnTo>
                  <a:pt x="125444" y="322233"/>
                </a:lnTo>
                <a:lnTo>
                  <a:pt x="125945" y="327849"/>
                </a:lnTo>
                <a:close/>
                <a:moveTo>
                  <a:pt x="2688830" y="1109913"/>
                </a:moveTo>
                <a:lnTo>
                  <a:pt x="2682518" y="1112621"/>
                </a:lnTo>
                <a:lnTo>
                  <a:pt x="2670394" y="1101088"/>
                </a:lnTo>
                <a:lnTo>
                  <a:pt x="2665284" y="1091660"/>
                </a:lnTo>
                <a:lnTo>
                  <a:pt x="2666587" y="1086345"/>
                </a:lnTo>
                <a:lnTo>
                  <a:pt x="2670194" y="1081631"/>
                </a:lnTo>
                <a:lnTo>
                  <a:pt x="2671897" y="1080528"/>
                </a:lnTo>
                <a:lnTo>
                  <a:pt x="2671095" y="1075614"/>
                </a:lnTo>
                <a:lnTo>
                  <a:pt x="2675905" y="1073207"/>
                </a:lnTo>
                <a:lnTo>
                  <a:pt x="2681115" y="1073608"/>
                </a:lnTo>
                <a:lnTo>
                  <a:pt x="2684522" y="1080127"/>
                </a:lnTo>
                <a:lnTo>
                  <a:pt x="2688630" y="1081932"/>
                </a:lnTo>
                <a:lnTo>
                  <a:pt x="2690734" y="1088150"/>
                </a:lnTo>
                <a:lnTo>
                  <a:pt x="2688830" y="1109913"/>
                </a:lnTo>
                <a:close/>
                <a:moveTo>
                  <a:pt x="2805958" y="681974"/>
                </a:moveTo>
                <a:lnTo>
                  <a:pt x="2808162" y="688293"/>
                </a:lnTo>
                <a:lnTo>
                  <a:pt x="2804555" y="693708"/>
                </a:lnTo>
                <a:lnTo>
                  <a:pt x="2808563" y="703838"/>
                </a:lnTo>
                <a:lnTo>
                  <a:pt x="2818683" y="690298"/>
                </a:lnTo>
                <a:lnTo>
                  <a:pt x="2828301" y="688593"/>
                </a:lnTo>
                <a:lnTo>
                  <a:pt x="2833712" y="690800"/>
                </a:lnTo>
                <a:lnTo>
                  <a:pt x="2837519" y="693508"/>
                </a:lnTo>
                <a:lnTo>
                  <a:pt x="2839523" y="698622"/>
                </a:lnTo>
                <a:lnTo>
                  <a:pt x="2836016" y="709654"/>
                </a:lnTo>
                <a:lnTo>
                  <a:pt x="2829704" y="714869"/>
                </a:lnTo>
                <a:lnTo>
                  <a:pt x="2821488" y="715672"/>
                </a:lnTo>
                <a:lnTo>
                  <a:pt x="2817681" y="709253"/>
                </a:lnTo>
                <a:lnTo>
                  <a:pt x="2812270" y="708651"/>
                </a:lnTo>
                <a:lnTo>
                  <a:pt x="2808463" y="722692"/>
                </a:lnTo>
                <a:lnTo>
                  <a:pt x="2806860" y="724798"/>
                </a:lnTo>
                <a:lnTo>
                  <a:pt x="2802050" y="726603"/>
                </a:lnTo>
                <a:lnTo>
                  <a:pt x="2797742" y="722692"/>
                </a:lnTo>
                <a:lnTo>
                  <a:pt x="2797040" y="720586"/>
                </a:lnTo>
                <a:lnTo>
                  <a:pt x="2803052" y="714268"/>
                </a:lnTo>
                <a:lnTo>
                  <a:pt x="2799746" y="695313"/>
                </a:lnTo>
                <a:lnTo>
                  <a:pt x="2795237" y="698923"/>
                </a:lnTo>
                <a:lnTo>
                  <a:pt x="2783113" y="716073"/>
                </a:lnTo>
                <a:lnTo>
                  <a:pt x="2773695" y="723695"/>
                </a:lnTo>
                <a:lnTo>
                  <a:pt x="2770489" y="719784"/>
                </a:lnTo>
                <a:lnTo>
                  <a:pt x="2765780" y="708150"/>
                </a:lnTo>
                <a:lnTo>
                  <a:pt x="2767884" y="693207"/>
                </a:lnTo>
                <a:lnTo>
                  <a:pt x="2775499" y="683077"/>
                </a:lnTo>
                <a:lnTo>
                  <a:pt x="2781911" y="683779"/>
                </a:lnTo>
                <a:lnTo>
                  <a:pt x="2800547" y="680670"/>
                </a:lnTo>
                <a:lnTo>
                  <a:pt x="2805958" y="681974"/>
                </a:lnTo>
                <a:close/>
                <a:moveTo>
                  <a:pt x="2670895" y="605352"/>
                </a:moveTo>
                <a:lnTo>
                  <a:pt x="2675203" y="609765"/>
                </a:lnTo>
                <a:lnTo>
                  <a:pt x="2672598" y="614980"/>
                </a:lnTo>
                <a:lnTo>
                  <a:pt x="2669192" y="613677"/>
                </a:lnTo>
                <a:lnTo>
                  <a:pt x="2660074" y="613777"/>
                </a:lnTo>
                <a:lnTo>
                  <a:pt x="2656667" y="614178"/>
                </a:lnTo>
                <a:lnTo>
                  <a:pt x="2652559" y="617187"/>
                </a:lnTo>
                <a:lnTo>
                  <a:pt x="2649954" y="617287"/>
                </a:lnTo>
                <a:lnTo>
                  <a:pt x="2651658" y="612573"/>
                </a:lnTo>
                <a:lnTo>
                  <a:pt x="2659373" y="605352"/>
                </a:lnTo>
                <a:lnTo>
                  <a:pt x="2664182" y="606456"/>
                </a:lnTo>
                <a:lnTo>
                  <a:pt x="2670895" y="605352"/>
                </a:lnTo>
                <a:close/>
                <a:moveTo>
                  <a:pt x="2537035" y="1196163"/>
                </a:moveTo>
                <a:lnTo>
                  <a:pt x="2532927" y="1212911"/>
                </a:lnTo>
                <a:lnTo>
                  <a:pt x="2531023" y="1206994"/>
                </a:lnTo>
                <a:lnTo>
                  <a:pt x="2530322" y="1191750"/>
                </a:lnTo>
                <a:lnTo>
                  <a:pt x="2527817" y="1184329"/>
                </a:lnTo>
                <a:lnTo>
                  <a:pt x="2529420" y="1175804"/>
                </a:lnTo>
                <a:lnTo>
                  <a:pt x="2528819" y="1153840"/>
                </a:lnTo>
                <a:lnTo>
                  <a:pt x="2531925" y="1143711"/>
                </a:lnTo>
                <a:lnTo>
                  <a:pt x="2537636" y="1156648"/>
                </a:lnTo>
                <a:lnTo>
                  <a:pt x="2539139" y="1163167"/>
                </a:lnTo>
                <a:lnTo>
                  <a:pt x="2537035" y="1196163"/>
                </a:lnTo>
                <a:close/>
                <a:moveTo>
                  <a:pt x="2020931" y="1263658"/>
                </a:moveTo>
                <a:lnTo>
                  <a:pt x="2012815" y="1265363"/>
                </a:lnTo>
                <a:lnTo>
                  <a:pt x="2005200" y="1261853"/>
                </a:lnTo>
                <a:lnTo>
                  <a:pt x="2005401" y="1257039"/>
                </a:lnTo>
                <a:lnTo>
                  <a:pt x="2007304" y="1252626"/>
                </a:lnTo>
                <a:lnTo>
                  <a:pt x="2018626" y="1250320"/>
                </a:lnTo>
                <a:lnTo>
                  <a:pt x="2024638" y="1250520"/>
                </a:lnTo>
                <a:lnTo>
                  <a:pt x="2031151" y="1253529"/>
                </a:lnTo>
                <a:lnTo>
                  <a:pt x="2035659" y="1256738"/>
                </a:lnTo>
                <a:lnTo>
                  <a:pt x="2037864" y="1260449"/>
                </a:lnTo>
                <a:lnTo>
                  <a:pt x="2025640" y="1260650"/>
                </a:lnTo>
                <a:lnTo>
                  <a:pt x="2020931" y="1263658"/>
                </a:lnTo>
                <a:close/>
                <a:moveTo>
                  <a:pt x="2113711" y="952457"/>
                </a:moveTo>
                <a:lnTo>
                  <a:pt x="2092670" y="971111"/>
                </a:lnTo>
                <a:lnTo>
                  <a:pt x="2089264" y="966398"/>
                </a:lnTo>
                <a:lnTo>
                  <a:pt x="2091067" y="947343"/>
                </a:lnTo>
                <a:lnTo>
                  <a:pt x="2085156" y="935609"/>
                </a:lnTo>
                <a:lnTo>
                  <a:pt x="2085557" y="926783"/>
                </a:lnTo>
                <a:lnTo>
                  <a:pt x="2089765" y="911338"/>
                </a:lnTo>
                <a:lnTo>
                  <a:pt x="2095075" y="899504"/>
                </a:lnTo>
                <a:lnTo>
                  <a:pt x="2107299" y="891481"/>
                </a:lnTo>
                <a:lnTo>
                  <a:pt x="2110405" y="890578"/>
                </a:lnTo>
                <a:lnTo>
                  <a:pt x="2109603" y="905020"/>
                </a:lnTo>
                <a:lnTo>
                  <a:pt x="2112108" y="910436"/>
                </a:lnTo>
                <a:lnTo>
                  <a:pt x="2112910" y="915049"/>
                </a:lnTo>
                <a:lnTo>
                  <a:pt x="2111607" y="919061"/>
                </a:lnTo>
                <a:lnTo>
                  <a:pt x="2113912" y="937514"/>
                </a:lnTo>
                <a:lnTo>
                  <a:pt x="2115314" y="941927"/>
                </a:lnTo>
                <a:lnTo>
                  <a:pt x="2112309" y="947744"/>
                </a:lnTo>
                <a:lnTo>
                  <a:pt x="2113711" y="952457"/>
                </a:lnTo>
                <a:close/>
                <a:moveTo>
                  <a:pt x="2779607" y="1658602"/>
                </a:moveTo>
                <a:lnTo>
                  <a:pt x="2770288" y="1658702"/>
                </a:lnTo>
                <a:lnTo>
                  <a:pt x="2767283" y="1657599"/>
                </a:lnTo>
                <a:lnTo>
                  <a:pt x="2766481" y="1648773"/>
                </a:lnTo>
                <a:lnTo>
                  <a:pt x="2769286" y="1643859"/>
                </a:lnTo>
                <a:lnTo>
                  <a:pt x="2790828" y="1637440"/>
                </a:lnTo>
                <a:lnTo>
                  <a:pt x="2799345" y="1631624"/>
                </a:lnTo>
                <a:lnTo>
                  <a:pt x="2811268" y="1619388"/>
                </a:lnTo>
                <a:lnTo>
                  <a:pt x="2818783" y="1616179"/>
                </a:lnTo>
                <a:lnTo>
                  <a:pt x="2820586" y="1614775"/>
                </a:lnTo>
                <a:lnTo>
                  <a:pt x="2821889" y="1615076"/>
                </a:lnTo>
                <a:lnTo>
                  <a:pt x="2823091" y="1624403"/>
                </a:lnTo>
                <a:lnTo>
                  <a:pt x="2826097" y="1629919"/>
                </a:lnTo>
                <a:lnTo>
                  <a:pt x="2826598" y="1632727"/>
                </a:lnTo>
                <a:lnTo>
                  <a:pt x="2815877" y="1637440"/>
                </a:lnTo>
                <a:lnTo>
                  <a:pt x="2806258" y="1648272"/>
                </a:lnTo>
                <a:lnTo>
                  <a:pt x="2785217" y="1655292"/>
                </a:lnTo>
                <a:lnTo>
                  <a:pt x="2779607" y="1658602"/>
                </a:lnTo>
                <a:close/>
                <a:moveTo>
                  <a:pt x="2913667" y="1399853"/>
                </a:moveTo>
                <a:lnTo>
                  <a:pt x="2907555" y="1406071"/>
                </a:lnTo>
                <a:lnTo>
                  <a:pt x="2903347" y="1416902"/>
                </a:lnTo>
                <a:lnTo>
                  <a:pt x="2899640" y="1420111"/>
                </a:lnTo>
                <a:lnTo>
                  <a:pt x="2891524" y="1422217"/>
                </a:lnTo>
                <a:lnTo>
                  <a:pt x="2886615" y="1411386"/>
                </a:lnTo>
                <a:lnTo>
                  <a:pt x="2877697" y="1411887"/>
                </a:lnTo>
                <a:lnTo>
                  <a:pt x="2882006" y="1402360"/>
                </a:lnTo>
                <a:lnTo>
                  <a:pt x="2886314" y="1398850"/>
                </a:lnTo>
                <a:lnTo>
                  <a:pt x="2891825" y="1398749"/>
                </a:lnTo>
                <a:lnTo>
                  <a:pt x="2894530" y="1402560"/>
                </a:lnTo>
                <a:lnTo>
                  <a:pt x="2896033" y="1403363"/>
                </a:lnTo>
                <a:lnTo>
                  <a:pt x="2908958" y="1387216"/>
                </a:lnTo>
                <a:lnTo>
                  <a:pt x="2911563" y="1387116"/>
                </a:lnTo>
                <a:lnTo>
                  <a:pt x="2913667" y="1387818"/>
                </a:lnTo>
                <a:lnTo>
                  <a:pt x="2915371" y="1389824"/>
                </a:lnTo>
                <a:lnTo>
                  <a:pt x="2913667" y="1399853"/>
                </a:lnTo>
                <a:close/>
                <a:moveTo>
                  <a:pt x="2877397" y="1394136"/>
                </a:moveTo>
                <a:lnTo>
                  <a:pt x="2863269" y="1396944"/>
                </a:lnTo>
                <a:lnTo>
                  <a:pt x="2854653" y="1409380"/>
                </a:lnTo>
                <a:lnTo>
                  <a:pt x="2847739" y="1409180"/>
                </a:lnTo>
                <a:lnTo>
                  <a:pt x="2844032" y="1414796"/>
                </a:lnTo>
                <a:lnTo>
                  <a:pt x="2843130" y="1417203"/>
                </a:lnTo>
                <a:lnTo>
                  <a:pt x="2843631" y="1419409"/>
                </a:lnTo>
                <a:lnTo>
                  <a:pt x="2842830" y="1421515"/>
                </a:lnTo>
                <a:lnTo>
                  <a:pt x="2840124" y="1423722"/>
                </a:lnTo>
                <a:lnTo>
                  <a:pt x="2833712" y="1420212"/>
                </a:lnTo>
                <a:lnTo>
                  <a:pt x="2828201" y="1424624"/>
                </a:lnTo>
                <a:lnTo>
                  <a:pt x="2825897" y="1425727"/>
                </a:lnTo>
                <a:lnTo>
                  <a:pt x="2817781" y="1420613"/>
                </a:lnTo>
                <a:lnTo>
                  <a:pt x="2810066" y="1420914"/>
                </a:lnTo>
                <a:lnTo>
                  <a:pt x="2807761" y="1420111"/>
                </a:lnTo>
                <a:lnTo>
                  <a:pt x="2817280" y="1410885"/>
                </a:lnTo>
                <a:lnTo>
                  <a:pt x="2830305" y="1402360"/>
                </a:lnTo>
                <a:lnTo>
                  <a:pt x="2832409" y="1399151"/>
                </a:lnTo>
                <a:lnTo>
                  <a:pt x="2827299" y="1398248"/>
                </a:lnTo>
                <a:lnTo>
                  <a:pt x="2824293" y="1397044"/>
                </a:lnTo>
                <a:lnTo>
                  <a:pt x="2823893" y="1394938"/>
                </a:lnTo>
                <a:lnTo>
                  <a:pt x="2832109" y="1393635"/>
                </a:lnTo>
                <a:lnTo>
                  <a:pt x="2837820" y="1393434"/>
                </a:lnTo>
                <a:lnTo>
                  <a:pt x="2842128" y="1396142"/>
                </a:lnTo>
                <a:lnTo>
                  <a:pt x="2844934" y="1396042"/>
                </a:lnTo>
                <a:lnTo>
                  <a:pt x="2862468" y="1385912"/>
                </a:lnTo>
                <a:lnTo>
                  <a:pt x="2869481" y="1388219"/>
                </a:lnTo>
                <a:lnTo>
                  <a:pt x="2874491" y="1390826"/>
                </a:lnTo>
                <a:lnTo>
                  <a:pt x="2877397" y="1394136"/>
                </a:lnTo>
                <a:close/>
                <a:moveTo>
                  <a:pt x="2816478" y="1402460"/>
                </a:moveTo>
                <a:lnTo>
                  <a:pt x="2814474" y="1406873"/>
                </a:lnTo>
                <a:lnTo>
                  <a:pt x="2787221" y="1406572"/>
                </a:lnTo>
                <a:lnTo>
                  <a:pt x="2788023" y="1400755"/>
                </a:lnTo>
                <a:lnTo>
                  <a:pt x="2795538" y="1394437"/>
                </a:lnTo>
                <a:lnTo>
                  <a:pt x="2798042" y="1392331"/>
                </a:lnTo>
                <a:lnTo>
                  <a:pt x="2806459" y="1390425"/>
                </a:lnTo>
                <a:lnTo>
                  <a:pt x="2818382" y="1393835"/>
                </a:lnTo>
                <a:lnTo>
                  <a:pt x="2816478" y="1402460"/>
                </a:lnTo>
                <a:close/>
                <a:moveTo>
                  <a:pt x="1057357" y="277403"/>
                </a:moveTo>
                <a:lnTo>
                  <a:pt x="1053249" y="277804"/>
                </a:lnTo>
                <a:lnTo>
                  <a:pt x="1051946" y="274795"/>
                </a:lnTo>
                <a:lnTo>
                  <a:pt x="1052146" y="269681"/>
                </a:lnTo>
                <a:lnTo>
                  <a:pt x="1051746" y="265569"/>
                </a:lnTo>
                <a:lnTo>
                  <a:pt x="1050543" y="262560"/>
                </a:lnTo>
                <a:lnTo>
                  <a:pt x="1050543" y="257445"/>
                </a:lnTo>
                <a:lnTo>
                  <a:pt x="1054451" y="259952"/>
                </a:lnTo>
                <a:lnTo>
                  <a:pt x="1057357" y="262359"/>
                </a:lnTo>
                <a:lnTo>
                  <a:pt x="1060863" y="264064"/>
                </a:lnTo>
                <a:lnTo>
                  <a:pt x="1063569" y="265268"/>
                </a:lnTo>
                <a:lnTo>
                  <a:pt x="1065072" y="265970"/>
                </a:lnTo>
                <a:lnTo>
                  <a:pt x="1062266" y="273291"/>
                </a:lnTo>
                <a:lnTo>
                  <a:pt x="1057357" y="277403"/>
                </a:lnTo>
                <a:close/>
                <a:moveTo>
                  <a:pt x="2844633" y="735429"/>
                </a:moveTo>
                <a:lnTo>
                  <a:pt x="2837720" y="736131"/>
                </a:lnTo>
                <a:lnTo>
                  <a:pt x="2833111" y="733122"/>
                </a:lnTo>
                <a:lnTo>
                  <a:pt x="2833511" y="718480"/>
                </a:lnTo>
                <a:lnTo>
                  <a:pt x="2837720" y="715271"/>
                </a:lnTo>
                <a:lnTo>
                  <a:pt x="2839723" y="715772"/>
                </a:lnTo>
                <a:lnTo>
                  <a:pt x="2840926" y="720185"/>
                </a:lnTo>
                <a:lnTo>
                  <a:pt x="2843030" y="724096"/>
                </a:lnTo>
                <a:lnTo>
                  <a:pt x="2846437" y="727707"/>
                </a:lnTo>
                <a:lnTo>
                  <a:pt x="2844633" y="735429"/>
                </a:lnTo>
                <a:close/>
                <a:moveTo>
                  <a:pt x="2808964" y="977028"/>
                </a:moveTo>
                <a:lnTo>
                  <a:pt x="2799245" y="989063"/>
                </a:lnTo>
                <a:lnTo>
                  <a:pt x="2792331" y="988462"/>
                </a:lnTo>
                <a:lnTo>
                  <a:pt x="2784215" y="980539"/>
                </a:lnTo>
                <a:lnTo>
                  <a:pt x="2781811" y="971813"/>
                </a:lnTo>
                <a:lnTo>
                  <a:pt x="2781610" y="968704"/>
                </a:lnTo>
                <a:lnTo>
                  <a:pt x="2787221" y="963790"/>
                </a:lnTo>
                <a:lnTo>
                  <a:pt x="2805958" y="965495"/>
                </a:lnTo>
                <a:lnTo>
                  <a:pt x="2809465" y="969808"/>
                </a:lnTo>
                <a:lnTo>
                  <a:pt x="2808964" y="977028"/>
                </a:lnTo>
                <a:close/>
                <a:moveTo>
                  <a:pt x="2430427" y="1441172"/>
                </a:moveTo>
                <a:lnTo>
                  <a:pt x="2426520" y="1442075"/>
                </a:lnTo>
                <a:lnTo>
                  <a:pt x="2422612" y="1440671"/>
                </a:lnTo>
                <a:lnTo>
                  <a:pt x="2424215" y="1431745"/>
                </a:lnTo>
                <a:lnTo>
                  <a:pt x="2421911" y="1425727"/>
                </a:lnTo>
                <a:lnTo>
                  <a:pt x="2426019" y="1420914"/>
                </a:lnTo>
                <a:lnTo>
                  <a:pt x="2427021" y="1412489"/>
                </a:lnTo>
                <a:lnTo>
                  <a:pt x="2428624" y="1409882"/>
                </a:lnTo>
                <a:lnTo>
                  <a:pt x="2431129" y="1412589"/>
                </a:lnTo>
                <a:lnTo>
                  <a:pt x="2432231" y="1414294"/>
                </a:lnTo>
                <a:lnTo>
                  <a:pt x="2434235" y="1415097"/>
                </a:lnTo>
                <a:lnTo>
                  <a:pt x="2438744" y="1415297"/>
                </a:lnTo>
                <a:lnTo>
                  <a:pt x="2439745" y="1418908"/>
                </a:lnTo>
                <a:lnTo>
                  <a:pt x="2439545" y="1422318"/>
                </a:lnTo>
                <a:lnTo>
                  <a:pt x="2437641" y="1425928"/>
                </a:lnTo>
                <a:lnTo>
                  <a:pt x="2432331" y="1429839"/>
                </a:lnTo>
                <a:lnTo>
                  <a:pt x="2428423" y="1434252"/>
                </a:lnTo>
                <a:lnTo>
                  <a:pt x="2430427" y="1441172"/>
                </a:lnTo>
                <a:close/>
                <a:moveTo>
                  <a:pt x="2248574" y="146424"/>
                </a:moveTo>
                <a:lnTo>
                  <a:pt x="2258192" y="146624"/>
                </a:lnTo>
                <a:lnTo>
                  <a:pt x="2272220" y="144719"/>
                </a:lnTo>
                <a:lnTo>
                  <a:pt x="2275526" y="154246"/>
                </a:lnTo>
                <a:lnTo>
                  <a:pt x="2276027" y="157957"/>
                </a:lnTo>
                <a:lnTo>
                  <a:pt x="2257391" y="162972"/>
                </a:lnTo>
                <a:lnTo>
                  <a:pt x="2246169" y="151238"/>
                </a:lnTo>
                <a:lnTo>
                  <a:pt x="2248574" y="146424"/>
                </a:lnTo>
                <a:close/>
                <a:moveTo>
                  <a:pt x="2249475" y="235482"/>
                </a:moveTo>
                <a:lnTo>
                  <a:pt x="2248273" y="238791"/>
                </a:lnTo>
                <a:lnTo>
                  <a:pt x="2239656" y="230768"/>
                </a:lnTo>
                <a:lnTo>
                  <a:pt x="2237352" y="224951"/>
                </a:lnTo>
                <a:lnTo>
                  <a:pt x="2238454" y="220338"/>
                </a:lnTo>
                <a:lnTo>
                  <a:pt x="2247371" y="219937"/>
                </a:lnTo>
                <a:lnTo>
                  <a:pt x="2251780" y="222745"/>
                </a:lnTo>
                <a:lnTo>
                  <a:pt x="2249475" y="235482"/>
                </a:lnTo>
                <a:close/>
                <a:moveTo>
                  <a:pt x="2239255" y="1403664"/>
                </a:moveTo>
                <a:lnTo>
                  <a:pt x="2237051" y="1403764"/>
                </a:lnTo>
                <a:lnTo>
                  <a:pt x="2232643" y="1401858"/>
                </a:lnTo>
                <a:lnTo>
                  <a:pt x="2234246" y="1397646"/>
                </a:lnTo>
                <a:lnTo>
                  <a:pt x="2231841" y="1390826"/>
                </a:lnTo>
                <a:lnTo>
                  <a:pt x="2232743" y="1385210"/>
                </a:lnTo>
                <a:lnTo>
                  <a:pt x="2238254" y="1382101"/>
                </a:lnTo>
                <a:lnTo>
                  <a:pt x="2250177" y="1381700"/>
                </a:lnTo>
                <a:lnTo>
                  <a:pt x="2250577" y="1385812"/>
                </a:lnTo>
                <a:lnTo>
                  <a:pt x="2239255" y="1403664"/>
                </a:lnTo>
                <a:close/>
                <a:moveTo>
                  <a:pt x="3576757" y="642460"/>
                </a:moveTo>
                <a:lnTo>
                  <a:pt x="3574252" y="647575"/>
                </a:lnTo>
                <a:lnTo>
                  <a:pt x="3569443" y="651085"/>
                </a:lnTo>
                <a:lnTo>
                  <a:pt x="3526359" y="657203"/>
                </a:lnTo>
                <a:lnTo>
                  <a:pt x="3530066" y="653492"/>
                </a:lnTo>
                <a:lnTo>
                  <a:pt x="3531870" y="649881"/>
                </a:lnTo>
                <a:lnTo>
                  <a:pt x="3534575" y="648076"/>
                </a:lnTo>
                <a:lnTo>
                  <a:pt x="3538883" y="648477"/>
                </a:lnTo>
                <a:lnTo>
                  <a:pt x="3540988" y="647374"/>
                </a:lnTo>
                <a:lnTo>
                  <a:pt x="3543192" y="646973"/>
                </a:lnTo>
                <a:lnTo>
                  <a:pt x="3545596" y="647474"/>
                </a:lnTo>
                <a:lnTo>
                  <a:pt x="3549704" y="645970"/>
                </a:lnTo>
                <a:lnTo>
                  <a:pt x="3558522" y="646973"/>
                </a:lnTo>
                <a:lnTo>
                  <a:pt x="3567539" y="646171"/>
                </a:lnTo>
                <a:lnTo>
                  <a:pt x="3566938" y="641256"/>
                </a:lnTo>
                <a:lnTo>
                  <a:pt x="3576757" y="642460"/>
                </a:lnTo>
                <a:close/>
                <a:moveTo>
                  <a:pt x="3215555" y="642861"/>
                </a:moveTo>
                <a:lnTo>
                  <a:pt x="3214452" y="644967"/>
                </a:lnTo>
                <a:lnTo>
                  <a:pt x="3204032" y="642259"/>
                </a:lnTo>
                <a:lnTo>
                  <a:pt x="3201126" y="640855"/>
                </a:lnTo>
                <a:lnTo>
                  <a:pt x="3206437" y="626614"/>
                </a:lnTo>
                <a:lnTo>
                  <a:pt x="3211346" y="627015"/>
                </a:lnTo>
                <a:lnTo>
                  <a:pt x="3215655" y="640554"/>
                </a:lnTo>
                <a:lnTo>
                  <a:pt x="3215555" y="642861"/>
                </a:lnTo>
                <a:close/>
                <a:moveTo>
                  <a:pt x="2672799" y="1626609"/>
                </a:moveTo>
                <a:lnTo>
                  <a:pt x="2667789" y="1627813"/>
                </a:lnTo>
                <a:lnTo>
                  <a:pt x="2657068" y="1624904"/>
                </a:lnTo>
                <a:lnTo>
                  <a:pt x="2654964" y="1623199"/>
                </a:lnTo>
                <a:lnTo>
                  <a:pt x="2664082" y="1618285"/>
                </a:lnTo>
                <a:lnTo>
                  <a:pt x="2671196" y="1611465"/>
                </a:lnTo>
                <a:lnTo>
                  <a:pt x="2679512" y="1610863"/>
                </a:lnTo>
                <a:lnTo>
                  <a:pt x="2684321" y="1612268"/>
                </a:lnTo>
                <a:lnTo>
                  <a:pt x="2682618" y="1620391"/>
                </a:lnTo>
                <a:lnTo>
                  <a:pt x="2672799" y="1626609"/>
                </a:lnTo>
                <a:close/>
                <a:moveTo>
                  <a:pt x="2782412" y="1421515"/>
                </a:moveTo>
                <a:lnTo>
                  <a:pt x="2779306" y="1427432"/>
                </a:lnTo>
                <a:lnTo>
                  <a:pt x="2773495" y="1425727"/>
                </a:lnTo>
                <a:lnTo>
                  <a:pt x="2775098" y="1420111"/>
                </a:lnTo>
                <a:lnTo>
                  <a:pt x="2778003" y="1416701"/>
                </a:lnTo>
                <a:lnTo>
                  <a:pt x="2785819" y="1411787"/>
                </a:lnTo>
                <a:lnTo>
                  <a:pt x="2793634" y="1410985"/>
                </a:lnTo>
                <a:lnTo>
                  <a:pt x="2798543" y="1412690"/>
                </a:lnTo>
                <a:lnTo>
                  <a:pt x="2800046" y="1414595"/>
                </a:lnTo>
                <a:lnTo>
                  <a:pt x="2787722" y="1416501"/>
                </a:lnTo>
                <a:lnTo>
                  <a:pt x="2782412" y="1421515"/>
                </a:lnTo>
                <a:close/>
              </a:path>
            </a:pathLst>
          </a:custGeom>
          <a:solidFill>
            <a:srgbClr val="D9DAD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ite BELAWAN"/>
          <p:cNvSpPr/>
          <p:nvPr/>
        </p:nvSpPr>
        <p:spPr>
          <a:xfrm>
            <a:off x="863300" y="1255769"/>
            <a:ext cx="137160" cy="137160"/>
          </a:xfrm>
          <a:prstGeom prst="ellipse">
            <a:avLst/>
          </a:prstGeom>
          <a:solidFill>
            <a:srgbClr val="E6B22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9896" y="1214621"/>
            <a:ext cx="1005840" cy="164592"/>
          </a:xfrm>
          <a:prstGeom prst="rect">
            <a:avLst/>
          </a:prstGeom>
          <a:noFill/>
        </p:spPr>
        <p:txBody>
          <a:bodyPr wrap="square" lIns="0" rIns="0" tIns="0" bIns="0" anchor="t">
            <a:noAutofit/>
          </a:bodyPr>
          <a:lstStyle/>
          <a:p>
            <a:pPr algn="l"/>
            <a:r>
              <a:rPr sz="800" b="1" i="0" spc="150">
                <a:solidFill>
                  <a:srgbClr val="4D4D4F"/>
                </a:solidFill>
                <a:latin typeface="Calibri"/>
              </a:rPr>
              <a:t>BELAWAN</a:t>
            </a:r>
          </a:p>
        </p:txBody>
      </p:sp>
      <p:sp>
        <p:nvSpPr>
          <p:cNvPr id="10" name="Site CIGADING"/>
          <p:cNvSpPr/>
          <p:nvPr/>
        </p:nvSpPr>
        <p:spPr>
          <a:xfrm>
            <a:off x="1591717" y="2229589"/>
            <a:ext cx="137160" cy="137160"/>
          </a:xfrm>
          <a:prstGeom prst="ellipse">
            <a:avLst/>
          </a:prstGeom>
          <a:solidFill>
            <a:srgbClr val="E6B22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1617" y="2115289"/>
            <a:ext cx="1005840" cy="164592"/>
          </a:xfrm>
          <a:prstGeom prst="rect">
            <a:avLst/>
          </a:prstGeom>
          <a:noFill/>
        </p:spPr>
        <p:txBody>
          <a:bodyPr wrap="square" lIns="0" rIns="0" tIns="0" bIns="0" anchor="t">
            <a:noAutofit/>
          </a:bodyPr>
          <a:lstStyle/>
          <a:p>
            <a:pPr algn="l"/>
            <a:r>
              <a:rPr sz="800" b="1" i="0" spc="150">
                <a:solidFill>
                  <a:srgbClr val="4D4D4F"/>
                </a:solidFill>
                <a:latin typeface="Calibri"/>
              </a:rPr>
              <a:t>CIGADING</a:t>
            </a:r>
          </a:p>
        </p:txBody>
      </p:sp>
      <p:sp>
        <p:nvSpPr>
          <p:cNvPr id="12" name="Site TELUK LAMONG"/>
          <p:cNvSpPr/>
          <p:nvPr/>
        </p:nvSpPr>
        <p:spPr>
          <a:xfrm>
            <a:off x="2265027" y="2355954"/>
            <a:ext cx="137160" cy="137160"/>
          </a:xfrm>
          <a:prstGeom prst="ellipse">
            <a:avLst/>
          </a:prstGeom>
          <a:solidFill>
            <a:srgbClr val="E6B22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61623" y="2442822"/>
            <a:ext cx="1005840" cy="164592"/>
          </a:xfrm>
          <a:prstGeom prst="rect">
            <a:avLst/>
          </a:prstGeom>
          <a:noFill/>
        </p:spPr>
        <p:txBody>
          <a:bodyPr wrap="square" lIns="0" rIns="0" tIns="0" bIns="0" anchor="t">
            <a:noAutofit/>
          </a:bodyPr>
          <a:lstStyle/>
          <a:p>
            <a:pPr algn="l"/>
            <a:r>
              <a:rPr sz="800" b="1" i="0" spc="150">
                <a:solidFill>
                  <a:srgbClr val="4D4D4F"/>
                </a:solidFill>
                <a:latin typeface="Calibri"/>
              </a:rPr>
              <a:t>TELUK LAMONG</a:t>
            </a:r>
          </a:p>
        </p:txBody>
      </p:sp>
      <p:sp>
        <p:nvSpPr>
          <p:cNvPr id="14" name="TextBox 13"/>
          <p:cNvSpPr txBox="1"/>
          <p:nvPr/>
        </p:nvSpPr>
        <p:spPr>
          <a:xfrm>
            <a:off x="512064" y="3057954"/>
            <a:ext cx="1600200" cy="548640"/>
          </a:xfrm>
          <a:prstGeom prst="rect">
            <a:avLst/>
          </a:prstGeom>
          <a:noFill/>
        </p:spPr>
        <p:txBody>
          <a:bodyPr wrap="square" lIns="0" rIns="0" tIns="0" bIns="0" anchor="ctr">
            <a:noAutofit/>
          </a:bodyPr>
          <a:lstStyle/>
          <a:p>
            <a:pPr algn="l"/>
            <a:r>
              <a:rPr sz="3000" b="1" i="0">
                <a:solidFill>
                  <a:srgbClr val="4D4D4F"/>
                </a:solidFill>
                <a:latin typeface="Calibri"/>
              </a:rPr>
              <a:t>~9 Mt</a:t>
            </a:r>
          </a:p>
        </p:txBody>
      </p:sp>
      <p:sp>
        <p:nvSpPr>
          <p:cNvPr id="15" name="TextBox 14"/>
          <p:cNvSpPr txBox="1"/>
          <p:nvPr/>
        </p:nvSpPr>
        <p:spPr>
          <a:xfrm>
            <a:off x="2194560" y="3076242"/>
            <a:ext cx="3017520" cy="228600"/>
          </a:xfrm>
          <a:prstGeom prst="rect">
            <a:avLst/>
          </a:prstGeom>
          <a:noFill/>
        </p:spPr>
        <p:txBody>
          <a:bodyPr wrap="square" lIns="0" rIns="0" tIns="0" bIns="0" anchor="t">
            <a:noAutofit/>
          </a:bodyPr>
          <a:lstStyle/>
          <a:p>
            <a:pPr algn="l"/>
            <a:r>
              <a:rPr sz="1000" b="0" i="0">
                <a:solidFill>
                  <a:srgbClr val="4D4D4F"/>
                </a:solidFill>
                <a:latin typeface="Calibri"/>
              </a:rPr>
              <a:t>a year through FKS’s three gateways</a:t>
            </a:r>
          </a:p>
        </p:txBody>
      </p:sp>
      <p:sp>
        <p:nvSpPr>
          <p:cNvPr id="16" name="TextBox 15"/>
          <p:cNvSpPr txBox="1"/>
          <p:nvPr/>
        </p:nvSpPr>
        <p:spPr>
          <a:xfrm>
            <a:off x="2194560" y="3304842"/>
            <a:ext cx="3017520" cy="329184"/>
          </a:xfrm>
          <a:prstGeom prst="rect">
            <a:avLst/>
          </a:prstGeom>
          <a:noFill/>
        </p:spPr>
        <p:txBody>
          <a:bodyPr wrap="square" lIns="0" rIns="0" tIns="0" bIns="0" anchor="t">
            <a:noAutofit/>
          </a:bodyPr>
          <a:lstStyle/>
          <a:p>
            <a:pPr algn="l">
              <a:lnSpc>
                <a:spcPct val="105000"/>
              </a:lnSpc>
            </a:pPr>
            <a:r>
              <a:rPr sz="1000" b="1" i="0">
                <a:solidFill>
                  <a:srgbClr val="4D4D4F"/>
                </a:solidFill>
                <a:latin typeface="Calibri"/>
              </a:rPr>
              <a:t>about a third of Indonesia’s food &amp; feed dry-bulk imports</a:t>
            </a:r>
          </a:p>
        </p:txBody>
      </p:sp>
      <p:sp>
        <p:nvSpPr>
          <p:cNvPr id="17" name="TextBox 16"/>
          <p:cNvSpPr txBox="1"/>
          <p:nvPr/>
        </p:nvSpPr>
        <p:spPr>
          <a:xfrm>
            <a:off x="512064" y="3835194"/>
            <a:ext cx="4709160" cy="201168"/>
          </a:xfrm>
          <a:prstGeom prst="rect">
            <a:avLst/>
          </a:prstGeom>
          <a:noFill/>
        </p:spPr>
        <p:txBody>
          <a:bodyPr wrap="square" lIns="0" rIns="0" tIns="0" bIns="0" anchor="t">
            <a:noAutofit/>
          </a:bodyPr>
          <a:lstStyle/>
          <a:p>
            <a:pPr algn="l"/>
            <a:r>
              <a:rPr sz="850" b="0" i="0">
                <a:solidFill>
                  <a:srgbClr val="747678"/>
                </a:solidFill>
                <a:latin typeface="Calibri"/>
              </a:rPr>
              <a:t>Partners: Pelindo (Belawan, Teluk Lamong)  ·  Krakatau Bandar Samudera (Cigading)</a:t>
            </a:r>
          </a:p>
        </p:txBody>
      </p:sp>
      <p:pic>
        <p:nvPicPr>
          <p:cNvPr id="18" name="Photo BELAWAN" descr="_crop_site_belawan_95x95.png"/>
          <p:cNvPicPr>
            <a:picLocks noChangeAspect="1"/>
          </p:cNvPicPr>
          <p:nvPr/>
        </p:nvPicPr>
        <p:blipFill>
          <a:blip r:embed="rId2"/>
          <a:stretch>
            <a:fillRect/>
          </a:stretch>
        </p:blipFill>
        <p:spPr>
          <a:xfrm>
            <a:off x="5532120" y="1051560"/>
            <a:ext cx="868680" cy="868680"/>
          </a:xfrm>
          <a:prstGeom prst="rect">
            <a:avLst/>
          </a:prstGeom>
        </p:spPr>
      </p:pic>
      <p:sp>
        <p:nvSpPr>
          <p:cNvPr id="19" name="TextBox 18"/>
          <p:cNvSpPr txBox="1"/>
          <p:nvPr/>
        </p:nvSpPr>
        <p:spPr>
          <a:xfrm>
            <a:off x="6510528" y="1033271"/>
            <a:ext cx="1371600" cy="219456"/>
          </a:xfrm>
          <a:prstGeom prst="rect">
            <a:avLst/>
          </a:prstGeom>
          <a:noFill/>
        </p:spPr>
        <p:txBody>
          <a:bodyPr wrap="square" lIns="0" rIns="0" tIns="0" bIns="0" anchor="t">
            <a:noAutofit/>
          </a:bodyPr>
          <a:lstStyle/>
          <a:p>
            <a:pPr algn="l"/>
            <a:r>
              <a:rPr sz="1100" b="1" i="0" spc="100">
                <a:solidFill>
                  <a:srgbClr val="4D4D4F"/>
                </a:solidFill>
                <a:latin typeface="Calibri"/>
              </a:rPr>
              <a:t>BELAWAN</a:t>
            </a:r>
          </a:p>
        </p:txBody>
      </p:sp>
      <p:sp>
        <p:nvSpPr>
          <p:cNvPr id="20" name="TextBox 19"/>
          <p:cNvSpPr txBox="1"/>
          <p:nvPr/>
        </p:nvSpPr>
        <p:spPr>
          <a:xfrm>
            <a:off x="7680960" y="1033271"/>
            <a:ext cx="950976" cy="219456"/>
          </a:xfrm>
          <a:prstGeom prst="rect">
            <a:avLst/>
          </a:prstGeom>
          <a:noFill/>
        </p:spPr>
        <p:txBody>
          <a:bodyPr wrap="square" lIns="0" rIns="0" tIns="0" bIns="0" anchor="t">
            <a:noAutofit/>
          </a:bodyPr>
          <a:lstStyle/>
          <a:p>
            <a:pPr algn="r"/>
            <a:r>
              <a:rPr sz="1200" b="1" i="0">
                <a:solidFill>
                  <a:srgbClr val="8A6A0C"/>
                </a:solidFill>
                <a:latin typeface="Calibri"/>
              </a:rPr>
              <a:t>~1 Mtpa</a:t>
            </a:r>
          </a:p>
        </p:txBody>
      </p:sp>
      <p:sp>
        <p:nvSpPr>
          <p:cNvPr id="21" name="TextBox 20"/>
          <p:cNvSpPr txBox="1"/>
          <p:nvPr/>
        </p:nvSpPr>
        <p:spPr>
          <a:xfrm>
            <a:off x="6510528" y="1252728"/>
            <a:ext cx="2121408" cy="182880"/>
          </a:xfrm>
          <a:prstGeom prst="rect">
            <a:avLst/>
          </a:prstGeom>
          <a:noFill/>
        </p:spPr>
        <p:txBody>
          <a:bodyPr wrap="square" lIns="0" rIns="0" tIns="0" bIns="0" anchor="t">
            <a:noAutofit/>
          </a:bodyPr>
          <a:lstStyle/>
          <a:p>
            <a:pPr algn="l"/>
            <a:r>
              <a:rPr sz="850" b="0" i="0">
                <a:solidFill>
                  <a:srgbClr val="747678"/>
                </a:solidFill>
                <a:latin typeface="Calibri"/>
              </a:rPr>
              <a:t>Medan · North Sumatra · Pelindo</a:t>
            </a:r>
          </a:p>
        </p:txBody>
      </p:sp>
      <p:sp>
        <p:nvSpPr>
          <p:cNvPr id="22" name="TextBox 21"/>
          <p:cNvSpPr txBox="1"/>
          <p:nvPr/>
        </p:nvSpPr>
        <p:spPr>
          <a:xfrm>
            <a:off x="6510528" y="1435607"/>
            <a:ext cx="2121408" cy="329184"/>
          </a:xfrm>
          <a:prstGeom prst="rect">
            <a:avLst/>
          </a:prstGeom>
          <a:noFill/>
        </p:spPr>
        <p:txBody>
          <a:bodyPr wrap="square" lIns="0" rIns="0" tIns="0" bIns="0" anchor="t">
            <a:noAutofit/>
          </a:bodyPr>
          <a:lstStyle/>
          <a:p>
            <a:pPr algn="l">
              <a:lnSpc>
                <a:spcPct val="105000"/>
              </a:lnSpc>
            </a:pPr>
            <a:r>
              <a:rPr sz="950" b="0" i="0">
                <a:solidFill>
                  <a:srgbClr val="4D4D4F"/>
                </a:solidFill>
                <a:latin typeface="Calibri"/>
              </a:rPr>
              <a:t>Revitalised 30 kt warehouse and conveyor</a:t>
            </a:r>
          </a:p>
        </p:txBody>
      </p:sp>
      <p:sp>
        <p:nvSpPr>
          <p:cNvPr id="23" name="TextBox 22"/>
          <p:cNvSpPr txBox="1"/>
          <p:nvPr/>
        </p:nvSpPr>
        <p:spPr>
          <a:xfrm>
            <a:off x="6510528" y="1755648"/>
            <a:ext cx="2121408" cy="182880"/>
          </a:xfrm>
          <a:prstGeom prst="rect">
            <a:avLst/>
          </a:prstGeom>
          <a:noFill/>
        </p:spPr>
        <p:txBody>
          <a:bodyPr wrap="square" lIns="0" rIns="0" tIns="0" bIns="0" anchor="t">
            <a:noAutofit/>
          </a:bodyPr>
          <a:lstStyle/>
          <a:p>
            <a:pPr algn="l"/>
            <a:r>
              <a:rPr sz="850" b="0" i="1">
                <a:solidFill>
                  <a:srgbClr val="747678"/>
                </a:solidFill>
                <a:latin typeface="Calibri"/>
              </a:rPr>
              <a:t>Operating partnership with Pelindo</a:t>
            </a:r>
          </a:p>
        </p:txBody>
      </p:sp>
      <p:cxnSp>
        <p:nvCxnSpPr>
          <p:cNvPr id="24" name="Connector 23"/>
          <p:cNvCxnSpPr/>
          <p:nvPr/>
        </p:nvCxnSpPr>
        <p:spPr>
          <a:xfrm>
            <a:off x="5532120" y="2057400"/>
            <a:ext cx="3099816" cy="0"/>
          </a:xfrm>
          <a:prstGeom prst="line">
            <a:avLst/>
          </a:prstGeom>
          <a:ln w="9525">
            <a:solidFill>
              <a:srgbClr val="D9DADC"/>
            </a:solidFill>
          </a:ln>
        </p:spPr>
        <p:style>
          <a:lnRef idx="2">
            <a:schemeClr val="accent1"/>
          </a:lnRef>
          <a:fillRef idx="0">
            <a:schemeClr val="accent1"/>
          </a:fillRef>
          <a:effectRef idx="1">
            <a:schemeClr val="accent1"/>
          </a:effectRef>
          <a:fontRef idx="minor">
            <a:schemeClr val="tx1"/>
          </a:fontRef>
        </p:style>
      </p:cxnSp>
      <p:pic>
        <p:nvPicPr>
          <p:cNvPr id="25" name="Photo CIGADING" descr="_crop_site_cigading_95x95.png"/>
          <p:cNvPicPr>
            <a:picLocks noChangeAspect="1"/>
          </p:cNvPicPr>
          <p:nvPr/>
        </p:nvPicPr>
        <p:blipFill>
          <a:blip r:embed="rId3"/>
          <a:stretch>
            <a:fillRect/>
          </a:stretch>
        </p:blipFill>
        <p:spPr>
          <a:xfrm>
            <a:off x="5532120" y="2194560"/>
            <a:ext cx="868680" cy="868680"/>
          </a:xfrm>
          <a:prstGeom prst="rect">
            <a:avLst/>
          </a:prstGeom>
        </p:spPr>
      </p:pic>
      <p:sp>
        <p:nvSpPr>
          <p:cNvPr id="26" name="TextBox 25"/>
          <p:cNvSpPr txBox="1"/>
          <p:nvPr/>
        </p:nvSpPr>
        <p:spPr>
          <a:xfrm>
            <a:off x="6510528" y="2176272"/>
            <a:ext cx="1371600" cy="219456"/>
          </a:xfrm>
          <a:prstGeom prst="rect">
            <a:avLst/>
          </a:prstGeom>
          <a:noFill/>
        </p:spPr>
        <p:txBody>
          <a:bodyPr wrap="square" lIns="0" rIns="0" tIns="0" bIns="0" anchor="t">
            <a:noAutofit/>
          </a:bodyPr>
          <a:lstStyle/>
          <a:p>
            <a:pPr algn="l"/>
            <a:r>
              <a:rPr sz="1100" b="1" i="0" spc="100">
                <a:solidFill>
                  <a:srgbClr val="4D4D4F"/>
                </a:solidFill>
                <a:latin typeface="Calibri"/>
              </a:rPr>
              <a:t>CIGADING</a:t>
            </a:r>
          </a:p>
        </p:txBody>
      </p:sp>
      <p:sp>
        <p:nvSpPr>
          <p:cNvPr id="27" name="TextBox 26"/>
          <p:cNvSpPr txBox="1"/>
          <p:nvPr/>
        </p:nvSpPr>
        <p:spPr>
          <a:xfrm>
            <a:off x="7680960" y="2176272"/>
            <a:ext cx="950976" cy="219456"/>
          </a:xfrm>
          <a:prstGeom prst="rect">
            <a:avLst/>
          </a:prstGeom>
          <a:noFill/>
        </p:spPr>
        <p:txBody>
          <a:bodyPr wrap="square" lIns="0" rIns="0" tIns="0" bIns="0" anchor="t">
            <a:noAutofit/>
          </a:bodyPr>
          <a:lstStyle/>
          <a:p>
            <a:pPr algn="r"/>
            <a:r>
              <a:rPr sz="1200" b="1" i="0">
                <a:solidFill>
                  <a:srgbClr val="8A6A0C"/>
                </a:solidFill>
                <a:latin typeface="Calibri"/>
              </a:rPr>
              <a:t>~4 Mtpa</a:t>
            </a:r>
          </a:p>
        </p:txBody>
      </p:sp>
      <p:sp>
        <p:nvSpPr>
          <p:cNvPr id="28" name="TextBox 27"/>
          <p:cNvSpPr txBox="1"/>
          <p:nvPr/>
        </p:nvSpPr>
        <p:spPr>
          <a:xfrm>
            <a:off x="6510528" y="2395728"/>
            <a:ext cx="2121408" cy="182880"/>
          </a:xfrm>
          <a:prstGeom prst="rect">
            <a:avLst/>
          </a:prstGeom>
          <a:noFill/>
        </p:spPr>
        <p:txBody>
          <a:bodyPr wrap="square" lIns="0" rIns="0" tIns="0" bIns="0" anchor="t">
            <a:noAutofit/>
          </a:bodyPr>
          <a:lstStyle/>
          <a:p>
            <a:pPr algn="l"/>
            <a:r>
              <a:rPr sz="850" b="0" i="0">
                <a:solidFill>
                  <a:srgbClr val="747678"/>
                </a:solidFill>
                <a:latin typeface="Calibri"/>
              </a:rPr>
              <a:t>Cilegon · Banten · Krakatau (KBS)</a:t>
            </a:r>
          </a:p>
        </p:txBody>
      </p:sp>
      <p:sp>
        <p:nvSpPr>
          <p:cNvPr id="29" name="TextBox 28"/>
          <p:cNvSpPr txBox="1"/>
          <p:nvPr/>
        </p:nvSpPr>
        <p:spPr>
          <a:xfrm>
            <a:off x="6510528" y="2578608"/>
            <a:ext cx="2121408" cy="329184"/>
          </a:xfrm>
          <a:prstGeom prst="rect">
            <a:avLst/>
          </a:prstGeom>
          <a:noFill/>
        </p:spPr>
        <p:txBody>
          <a:bodyPr wrap="square" lIns="0" rIns="0" tIns="0" bIns="0" anchor="t">
            <a:noAutofit/>
          </a:bodyPr>
          <a:lstStyle/>
          <a:p>
            <a:pPr algn="l">
              <a:lnSpc>
                <a:spcPct val="105000"/>
              </a:lnSpc>
            </a:pPr>
            <a:r>
              <a:rPr sz="950" b="0" i="0">
                <a:solidFill>
                  <a:srgbClr val="4D4D4F"/>
                </a:solidFill>
                <a:latin typeface="Calibri"/>
              </a:rPr>
              <a:t>Integrated 400 kt warehouse fed by conveyor from the jetty</a:t>
            </a:r>
          </a:p>
        </p:txBody>
      </p:sp>
      <p:sp>
        <p:nvSpPr>
          <p:cNvPr id="30" name="TextBox 29"/>
          <p:cNvSpPr txBox="1"/>
          <p:nvPr/>
        </p:nvSpPr>
        <p:spPr>
          <a:xfrm>
            <a:off x="6510528" y="2898648"/>
            <a:ext cx="2121408" cy="182880"/>
          </a:xfrm>
          <a:prstGeom prst="rect">
            <a:avLst/>
          </a:prstGeom>
          <a:noFill/>
        </p:spPr>
        <p:txBody>
          <a:bodyPr wrap="square" lIns="0" rIns="0" tIns="0" bIns="0" anchor="t">
            <a:noAutofit/>
          </a:bodyPr>
          <a:lstStyle/>
          <a:p>
            <a:pPr algn="l"/>
            <a:r>
              <a:rPr sz="850" b="0" i="1">
                <a:solidFill>
                  <a:srgbClr val="747678"/>
                </a:solidFill>
                <a:latin typeface="Calibri"/>
              </a:rPr>
              <a:t>Co-invested with KBS; 30 + 20-year term</a:t>
            </a:r>
          </a:p>
        </p:txBody>
      </p:sp>
      <p:cxnSp>
        <p:nvCxnSpPr>
          <p:cNvPr id="31" name="Connector 30"/>
          <p:cNvCxnSpPr/>
          <p:nvPr/>
        </p:nvCxnSpPr>
        <p:spPr>
          <a:xfrm>
            <a:off x="5532120" y="3200400"/>
            <a:ext cx="3099816" cy="0"/>
          </a:xfrm>
          <a:prstGeom prst="line">
            <a:avLst/>
          </a:prstGeom>
          <a:ln w="9525">
            <a:solidFill>
              <a:srgbClr val="D9DADC"/>
            </a:solidFill>
          </a:ln>
        </p:spPr>
        <p:style>
          <a:lnRef idx="2">
            <a:schemeClr val="accent1"/>
          </a:lnRef>
          <a:fillRef idx="0">
            <a:schemeClr val="accent1"/>
          </a:fillRef>
          <a:effectRef idx="1">
            <a:schemeClr val="accent1"/>
          </a:effectRef>
          <a:fontRef idx="minor">
            <a:schemeClr val="tx1"/>
          </a:fontRef>
        </p:style>
      </p:cxnSp>
      <p:pic>
        <p:nvPicPr>
          <p:cNvPr id="32" name="Photo TELUK LAMONG" descr="_crop_site_teluklamong_95x95.png"/>
          <p:cNvPicPr>
            <a:picLocks noChangeAspect="1"/>
          </p:cNvPicPr>
          <p:nvPr/>
        </p:nvPicPr>
        <p:blipFill>
          <a:blip r:embed="rId4"/>
          <a:stretch>
            <a:fillRect/>
          </a:stretch>
        </p:blipFill>
        <p:spPr>
          <a:xfrm>
            <a:off x="5532120" y="3337560"/>
            <a:ext cx="868680" cy="868680"/>
          </a:xfrm>
          <a:prstGeom prst="rect">
            <a:avLst/>
          </a:prstGeom>
        </p:spPr>
      </p:pic>
      <p:sp>
        <p:nvSpPr>
          <p:cNvPr id="33" name="TextBox 32"/>
          <p:cNvSpPr txBox="1"/>
          <p:nvPr/>
        </p:nvSpPr>
        <p:spPr>
          <a:xfrm>
            <a:off x="6510528" y="3319272"/>
            <a:ext cx="1371600" cy="219456"/>
          </a:xfrm>
          <a:prstGeom prst="rect">
            <a:avLst/>
          </a:prstGeom>
          <a:noFill/>
        </p:spPr>
        <p:txBody>
          <a:bodyPr wrap="square" lIns="0" rIns="0" tIns="0" bIns="0" anchor="t">
            <a:noAutofit/>
          </a:bodyPr>
          <a:lstStyle/>
          <a:p>
            <a:pPr algn="l"/>
            <a:r>
              <a:rPr sz="1100" b="1" i="0" spc="100">
                <a:solidFill>
                  <a:srgbClr val="4D4D4F"/>
                </a:solidFill>
                <a:latin typeface="Calibri"/>
              </a:rPr>
              <a:t>TELUK LAMONG</a:t>
            </a:r>
          </a:p>
        </p:txBody>
      </p:sp>
      <p:sp>
        <p:nvSpPr>
          <p:cNvPr id="34" name="TextBox 33"/>
          <p:cNvSpPr txBox="1"/>
          <p:nvPr/>
        </p:nvSpPr>
        <p:spPr>
          <a:xfrm>
            <a:off x="7680960" y="3319272"/>
            <a:ext cx="950976" cy="219456"/>
          </a:xfrm>
          <a:prstGeom prst="rect">
            <a:avLst/>
          </a:prstGeom>
          <a:noFill/>
        </p:spPr>
        <p:txBody>
          <a:bodyPr wrap="square" lIns="0" rIns="0" tIns="0" bIns="0" anchor="t">
            <a:noAutofit/>
          </a:bodyPr>
          <a:lstStyle/>
          <a:p>
            <a:pPr algn="r"/>
            <a:r>
              <a:rPr sz="1200" b="1" i="0">
                <a:solidFill>
                  <a:srgbClr val="8A6A0C"/>
                </a:solidFill>
                <a:latin typeface="Calibri"/>
              </a:rPr>
              <a:t>~4 Mtpa</a:t>
            </a:r>
          </a:p>
        </p:txBody>
      </p:sp>
      <p:sp>
        <p:nvSpPr>
          <p:cNvPr id="35" name="TextBox 34"/>
          <p:cNvSpPr txBox="1"/>
          <p:nvPr/>
        </p:nvSpPr>
        <p:spPr>
          <a:xfrm>
            <a:off x="6510528" y="3538728"/>
            <a:ext cx="2121408" cy="182880"/>
          </a:xfrm>
          <a:prstGeom prst="rect">
            <a:avLst/>
          </a:prstGeom>
          <a:noFill/>
        </p:spPr>
        <p:txBody>
          <a:bodyPr wrap="square" lIns="0" rIns="0" tIns="0" bIns="0" anchor="t">
            <a:noAutofit/>
          </a:bodyPr>
          <a:lstStyle/>
          <a:p>
            <a:pPr algn="l"/>
            <a:r>
              <a:rPr sz="850" b="0" i="0">
                <a:solidFill>
                  <a:srgbClr val="747678"/>
                </a:solidFill>
                <a:latin typeface="Calibri"/>
              </a:rPr>
              <a:t>Surabaya · East Java · Pelindo</a:t>
            </a:r>
          </a:p>
        </p:txBody>
      </p:sp>
      <p:sp>
        <p:nvSpPr>
          <p:cNvPr id="36" name="TextBox 35"/>
          <p:cNvSpPr txBox="1"/>
          <p:nvPr/>
        </p:nvSpPr>
        <p:spPr>
          <a:xfrm>
            <a:off x="6510528" y="3721608"/>
            <a:ext cx="2121408" cy="329184"/>
          </a:xfrm>
          <a:prstGeom prst="rect">
            <a:avLst/>
          </a:prstGeom>
          <a:noFill/>
        </p:spPr>
        <p:txBody>
          <a:bodyPr wrap="square" lIns="0" rIns="0" tIns="0" bIns="0" anchor="t">
            <a:noAutofit/>
          </a:bodyPr>
          <a:lstStyle/>
          <a:p>
            <a:pPr algn="l">
              <a:lnSpc>
                <a:spcPct val="105000"/>
              </a:lnSpc>
            </a:pPr>
            <a:r>
              <a:rPr sz="950" b="0" i="0">
                <a:solidFill>
                  <a:srgbClr val="4D4D4F"/>
                </a:solidFill>
                <a:latin typeface="Calibri"/>
              </a:rPr>
              <a:t>~220 kt transit storage behind the deep-water berth</a:t>
            </a:r>
          </a:p>
        </p:txBody>
      </p:sp>
      <p:sp>
        <p:nvSpPr>
          <p:cNvPr id="37" name="TextBox 36"/>
          <p:cNvSpPr txBox="1"/>
          <p:nvPr/>
        </p:nvSpPr>
        <p:spPr>
          <a:xfrm>
            <a:off x="6510528" y="4041648"/>
            <a:ext cx="2121408" cy="182880"/>
          </a:xfrm>
          <a:prstGeom prst="rect">
            <a:avLst/>
          </a:prstGeom>
          <a:noFill/>
        </p:spPr>
        <p:txBody>
          <a:bodyPr wrap="square" lIns="0" rIns="0" tIns="0" bIns="0" anchor="t">
            <a:noAutofit/>
          </a:bodyPr>
          <a:lstStyle/>
          <a:p>
            <a:pPr algn="l"/>
            <a:r>
              <a:rPr sz="850" b="0" i="1">
                <a:solidFill>
                  <a:srgbClr val="747678"/>
                </a:solidFill>
                <a:latin typeface="Calibri"/>
              </a:rPr>
              <a:t>JV with anchor feed customers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5" sz="half"/>
          </p:nvPr>
        </p:nvSpPr>
        <p:spPr/>
        <p:txBody>
          <a:bodyPr/>
          <a:lstStyle/>
          <a:p>
            <a:r>
              <a:rPr sz="1400" b="1">
                <a:solidFill>
                  <a:srgbClr val="747678"/>
                </a:solidFill>
                <a:latin typeface="Calibri"/>
              </a:rPr>
              <a:t>From one terminal in Surabaya to three gateways linked from berth to mill</a:t>
            </a:r>
          </a:p>
        </p:txBody>
      </p:sp>
      <p:sp>
        <p:nvSpPr>
          <p:cNvPr id="5" name="Text Placeholder 4"/>
          <p:cNvSpPr>
            <a:spLocks noGrp="1"/>
          </p:cNvSpPr>
          <p:nvPr>
            <p:ph type="body" idx="16" sz="half"/>
          </p:nvPr>
        </p:nvSpPr>
        <p:spPr/>
        <p:txBody>
          <a:bodyPr/>
          <a:lstStyle/>
          <a:p>
            <a:r>
              <a:rPr sz="1800" b="1">
                <a:solidFill>
                  <a:srgbClr val="4D4D4F"/>
                </a:solidFill>
                <a:latin typeface="Calibri"/>
              </a:rPr>
              <a:t>FKS has built the platform step by step since 2015</a:t>
            </a:r>
          </a:p>
        </p:txBody>
      </p:sp>
      <p:cxnSp>
        <p:nvCxnSpPr>
          <p:cNvPr id="6" name="Title rule"/>
          <p:cNvCxnSpPr/>
          <p:nvPr/>
        </p:nvCxnSpPr>
        <p:spPr>
          <a:xfrm>
            <a:off x="512064" y="886968"/>
            <a:ext cx="8119872" cy="0"/>
          </a:xfrm>
          <a:prstGeom prst="line">
            <a:avLst/>
          </a:prstGeom>
          <a:ln w="9525">
            <a:solidFill>
              <a:srgbClr val="D9DADC"/>
            </a:solidFill>
          </a:ln>
        </p:spPr>
        <p:style>
          <a:lnRef idx="2">
            <a:schemeClr val="accent1"/>
          </a:lnRef>
          <a:fillRef idx="0">
            <a:schemeClr val="accent1"/>
          </a:fillRef>
          <a:effectRef idx="1">
            <a:schemeClr val="accent1"/>
          </a:effectRef>
          <a:fontRef idx="minor">
            <a:schemeClr val="tx1"/>
          </a:fontRef>
        </p:style>
      </p:cxnSp>
      <p:sp>
        <p:nvSpPr>
          <p:cNvPr id="7" name="Page number"/>
          <p:cNvSpPr txBox="1"/>
          <p:nvPr/>
        </p:nvSpPr>
        <p:spPr>
          <a:xfrm>
            <a:off x="8229600" y="4754880"/>
            <a:ext cx="402336" cy="182880"/>
          </a:xfrm>
          <a:prstGeom prst="rect">
            <a:avLst/>
          </a:prstGeom>
          <a:noFill/>
        </p:spPr>
        <p:txBody>
          <a:bodyPr wrap="square" lIns="0" rIns="0" tIns="0" bIns="0" anchor="t">
            <a:noAutofit/>
          </a:bodyPr>
          <a:lstStyle/>
          <a:p>
            <a:pPr algn="r"/>
            <a:r>
              <a:rPr sz="800" b="0" i="0">
                <a:solidFill>
                  <a:srgbClr val="4D4D4F"/>
                </a:solidFill>
                <a:latin typeface="Calibri"/>
              </a:rPr>
              <a:t>7</a:t>
            </a:r>
          </a:p>
        </p:txBody>
      </p:sp>
      <p:cxnSp>
        <p:nvCxnSpPr>
          <p:cNvPr id="8" name="Connector 7"/>
          <p:cNvCxnSpPr/>
          <p:nvPr/>
        </p:nvCxnSpPr>
        <p:spPr>
          <a:xfrm>
            <a:off x="512064" y="2606040"/>
            <a:ext cx="8119872" cy="0"/>
          </a:xfrm>
          <a:prstGeom prst="line">
            <a:avLst/>
          </a:prstGeom>
          <a:ln w="12700">
            <a:solidFill>
              <a:srgbClr val="D9DADC"/>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9" name="Photo Teluk Lamong" descr="_crop_tl_tl2017_162x148.png"/>
          <p:cNvPicPr>
            <a:picLocks noChangeAspect="1"/>
          </p:cNvPicPr>
          <p:nvPr/>
        </p:nvPicPr>
        <p:blipFill>
          <a:blip r:embed="rId2"/>
          <a:stretch>
            <a:fillRect/>
          </a:stretch>
        </p:blipFill>
        <p:spPr>
          <a:xfrm>
            <a:off x="512064" y="1024128"/>
            <a:ext cx="1481328" cy="1353312"/>
          </a:xfrm>
          <a:prstGeom prst="rect">
            <a:avLst/>
          </a:prstGeom>
        </p:spPr>
      </p:pic>
      <p:sp>
        <p:nvSpPr>
          <p:cNvPr id="10" name="Oval 9"/>
          <p:cNvSpPr/>
          <p:nvPr/>
        </p:nvSpPr>
        <p:spPr>
          <a:xfrm>
            <a:off x="512064" y="2542032"/>
            <a:ext cx="128016" cy="128016"/>
          </a:xfrm>
          <a:prstGeom prst="ellipse">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064" y="2724912"/>
            <a:ext cx="1481328" cy="274320"/>
          </a:xfrm>
          <a:prstGeom prst="rect">
            <a:avLst/>
          </a:prstGeom>
          <a:noFill/>
        </p:spPr>
        <p:txBody>
          <a:bodyPr wrap="square" lIns="0" rIns="0" tIns="0" bIns="0" anchor="t">
            <a:noAutofit/>
          </a:bodyPr>
          <a:lstStyle/>
          <a:p>
            <a:pPr algn="l"/>
            <a:r>
              <a:rPr sz="1300" b="1" i="0">
                <a:solidFill>
                  <a:srgbClr val="8A6A0C"/>
                </a:solidFill>
                <a:latin typeface="Calibri"/>
              </a:rPr>
              <a:t>2015–17</a:t>
            </a:r>
          </a:p>
        </p:txBody>
      </p:sp>
      <p:sp>
        <p:nvSpPr>
          <p:cNvPr id="12" name="TextBox 11"/>
          <p:cNvSpPr txBox="1"/>
          <p:nvPr/>
        </p:nvSpPr>
        <p:spPr>
          <a:xfrm>
            <a:off x="512064" y="2999232"/>
            <a:ext cx="1481328" cy="237744"/>
          </a:xfrm>
          <a:prstGeom prst="rect">
            <a:avLst/>
          </a:prstGeom>
          <a:noFill/>
        </p:spPr>
        <p:txBody>
          <a:bodyPr wrap="square" lIns="0" rIns="0" tIns="0" bIns="0" anchor="t">
            <a:noAutofit/>
          </a:bodyPr>
          <a:lstStyle/>
          <a:p>
            <a:pPr algn="l"/>
            <a:r>
              <a:rPr sz="1100" b="1" i="0">
                <a:solidFill>
                  <a:srgbClr val="4D4D4F"/>
                </a:solidFill>
                <a:latin typeface="Calibri"/>
              </a:rPr>
              <a:t>Teluk Lamong</a:t>
            </a:r>
          </a:p>
        </p:txBody>
      </p:sp>
      <p:sp>
        <p:nvSpPr>
          <p:cNvPr id="13" name="TextBox 12"/>
          <p:cNvSpPr txBox="1"/>
          <p:nvPr/>
        </p:nvSpPr>
        <p:spPr>
          <a:xfrm>
            <a:off x="512064" y="3236976"/>
            <a:ext cx="1481328" cy="182880"/>
          </a:xfrm>
          <a:prstGeom prst="rect">
            <a:avLst/>
          </a:prstGeom>
          <a:noFill/>
        </p:spPr>
        <p:txBody>
          <a:bodyPr wrap="square" lIns="0" rIns="0" tIns="0" bIns="0" anchor="t">
            <a:noAutofit/>
          </a:bodyPr>
          <a:lstStyle/>
          <a:p>
            <a:pPr algn="l"/>
            <a:r>
              <a:rPr sz="850" b="0" i="0">
                <a:solidFill>
                  <a:srgbClr val="747678"/>
                </a:solidFill>
                <a:latin typeface="Calibri"/>
              </a:rPr>
              <a:t>Surabaya · East Java</a:t>
            </a:r>
          </a:p>
        </p:txBody>
      </p:sp>
      <p:sp>
        <p:nvSpPr>
          <p:cNvPr id="14" name="TextBox 13"/>
          <p:cNvSpPr txBox="1"/>
          <p:nvPr/>
        </p:nvSpPr>
        <p:spPr>
          <a:xfrm>
            <a:off x="512064" y="3483864"/>
            <a:ext cx="1481328" cy="868680"/>
          </a:xfrm>
          <a:prstGeom prst="rect">
            <a:avLst/>
          </a:prstGeom>
          <a:noFill/>
        </p:spPr>
        <p:txBody>
          <a:bodyPr wrap="square" lIns="0" rIns="0" tIns="0" bIns="0" anchor="t">
            <a:noAutofit/>
          </a:bodyPr>
          <a:lstStyle/>
          <a:p>
            <a:pPr algn="l">
              <a:lnSpc>
                <a:spcPct val="108000"/>
              </a:lnSpc>
            </a:pPr>
            <a:r>
              <a:rPr sz="950" b="0" i="0">
                <a:solidFill>
                  <a:srgbClr val="4D4D4F"/>
                </a:solidFill>
                <a:latin typeface="Calibri"/>
              </a:rPr>
              <a:t>First transit warehouse and conveyor, at Pelindo’s new deep-water berth</a:t>
            </a:r>
          </a:p>
        </p:txBody>
      </p:sp>
      <p:pic>
        <p:nvPicPr>
          <p:cNvPr id="15" name="Photo Cigading" descr="_crop_tl_cg2020_162x148.png"/>
          <p:cNvPicPr>
            <a:picLocks noChangeAspect="1"/>
          </p:cNvPicPr>
          <p:nvPr/>
        </p:nvPicPr>
        <p:blipFill>
          <a:blip r:embed="rId3"/>
          <a:stretch>
            <a:fillRect/>
          </a:stretch>
        </p:blipFill>
        <p:spPr>
          <a:xfrm>
            <a:off x="2171700" y="1024128"/>
            <a:ext cx="1481328" cy="1353312"/>
          </a:xfrm>
          <a:prstGeom prst="rect">
            <a:avLst/>
          </a:prstGeom>
        </p:spPr>
      </p:pic>
      <p:sp>
        <p:nvSpPr>
          <p:cNvPr id="16" name="Oval 15"/>
          <p:cNvSpPr/>
          <p:nvPr/>
        </p:nvSpPr>
        <p:spPr>
          <a:xfrm>
            <a:off x="2171700" y="2542032"/>
            <a:ext cx="128016" cy="128016"/>
          </a:xfrm>
          <a:prstGeom prst="ellipse">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71700" y="2724912"/>
            <a:ext cx="1481328" cy="274320"/>
          </a:xfrm>
          <a:prstGeom prst="rect">
            <a:avLst/>
          </a:prstGeom>
          <a:noFill/>
        </p:spPr>
        <p:txBody>
          <a:bodyPr wrap="square" lIns="0" rIns="0" tIns="0" bIns="0" anchor="t">
            <a:noAutofit/>
          </a:bodyPr>
          <a:lstStyle/>
          <a:p>
            <a:pPr algn="l"/>
            <a:r>
              <a:rPr sz="1300" b="1" i="0">
                <a:solidFill>
                  <a:srgbClr val="8A6A0C"/>
                </a:solidFill>
                <a:latin typeface="Calibri"/>
              </a:rPr>
              <a:t>2019–20</a:t>
            </a:r>
          </a:p>
        </p:txBody>
      </p:sp>
      <p:sp>
        <p:nvSpPr>
          <p:cNvPr id="18" name="TextBox 17"/>
          <p:cNvSpPr txBox="1"/>
          <p:nvPr/>
        </p:nvSpPr>
        <p:spPr>
          <a:xfrm>
            <a:off x="2171700" y="2999232"/>
            <a:ext cx="1481328" cy="237744"/>
          </a:xfrm>
          <a:prstGeom prst="rect">
            <a:avLst/>
          </a:prstGeom>
          <a:noFill/>
        </p:spPr>
        <p:txBody>
          <a:bodyPr wrap="square" lIns="0" rIns="0" tIns="0" bIns="0" anchor="t">
            <a:noAutofit/>
          </a:bodyPr>
          <a:lstStyle/>
          <a:p>
            <a:pPr algn="l"/>
            <a:r>
              <a:rPr sz="1100" b="1" i="0">
                <a:solidFill>
                  <a:srgbClr val="4D4D4F"/>
                </a:solidFill>
                <a:latin typeface="Calibri"/>
              </a:rPr>
              <a:t>Cigading</a:t>
            </a:r>
          </a:p>
        </p:txBody>
      </p:sp>
      <p:sp>
        <p:nvSpPr>
          <p:cNvPr id="19" name="TextBox 18"/>
          <p:cNvSpPr txBox="1"/>
          <p:nvPr/>
        </p:nvSpPr>
        <p:spPr>
          <a:xfrm>
            <a:off x="2171700" y="3236976"/>
            <a:ext cx="1481328" cy="182880"/>
          </a:xfrm>
          <a:prstGeom prst="rect">
            <a:avLst/>
          </a:prstGeom>
          <a:noFill/>
        </p:spPr>
        <p:txBody>
          <a:bodyPr wrap="square" lIns="0" rIns="0" tIns="0" bIns="0" anchor="t">
            <a:noAutofit/>
          </a:bodyPr>
          <a:lstStyle/>
          <a:p>
            <a:pPr algn="l"/>
            <a:r>
              <a:rPr sz="850" b="0" i="0">
                <a:solidFill>
                  <a:srgbClr val="747678"/>
                </a:solidFill>
                <a:latin typeface="Calibri"/>
              </a:rPr>
              <a:t>Cilegon · Banten</a:t>
            </a:r>
          </a:p>
        </p:txBody>
      </p:sp>
      <p:sp>
        <p:nvSpPr>
          <p:cNvPr id="20" name="TextBox 19"/>
          <p:cNvSpPr txBox="1"/>
          <p:nvPr/>
        </p:nvSpPr>
        <p:spPr>
          <a:xfrm>
            <a:off x="2171700" y="3483864"/>
            <a:ext cx="1481328" cy="868680"/>
          </a:xfrm>
          <a:prstGeom prst="rect">
            <a:avLst/>
          </a:prstGeom>
          <a:noFill/>
        </p:spPr>
        <p:txBody>
          <a:bodyPr wrap="square" lIns="0" rIns="0" tIns="0" bIns="0" anchor="t">
            <a:noAutofit/>
          </a:bodyPr>
          <a:lstStyle/>
          <a:p>
            <a:pPr algn="l">
              <a:lnSpc>
                <a:spcPct val="108000"/>
              </a:lnSpc>
            </a:pPr>
            <a:r>
              <a:rPr sz="950" b="0" i="0">
                <a:solidFill>
                  <a:srgbClr val="4D4D4F"/>
                </a:solidFill>
                <a:latin typeface="Calibri"/>
              </a:rPr>
              <a:t>Integrated warehouse fed by conveyor from Jetty 1, co-invested with KBS</a:t>
            </a:r>
          </a:p>
        </p:txBody>
      </p:sp>
      <p:pic>
        <p:nvPicPr>
          <p:cNvPr id="21" name="Photo Belawan" descr="_crop_tl_bw2021_162x148.png"/>
          <p:cNvPicPr>
            <a:picLocks noChangeAspect="1"/>
          </p:cNvPicPr>
          <p:nvPr/>
        </p:nvPicPr>
        <p:blipFill>
          <a:blip r:embed="rId4"/>
          <a:stretch>
            <a:fillRect/>
          </a:stretch>
        </p:blipFill>
        <p:spPr>
          <a:xfrm>
            <a:off x="3831335" y="1024128"/>
            <a:ext cx="1481328" cy="1353312"/>
          </a:xfrm>
          <a:prstGeom prst="rect">
            <a:avLst/>
          </a:prstGeom>
        </p:spPr>
      </p:pic>
      <p:sp>
        <p:nvSpPr>
          <p:cNvPr id="22" name="Oval 21"/>
          <p:cNvSpPr/>
          <p:nvPr/>
        </p:nvSpPr>
        <p:spPr>
          <a:xfrm>
            <a:off x="3831335" y="2542032"/>
            <a:ext cx="128016" cy="128016"/>
          </a:xfrm>
          <a:prstGeom prst="ellipse">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31335" y="2724912"/>
            <a:ext cx="1481328" cy="274320"/>
          </a:xfrm>
          <a:prstGeom prst="rect">
            <a:avLst/>
          </a:prstGeom>
          <a:noFill/>
        </p:spPr>
        <p:txBody>
          <a:bodyPr wrap="square" lIns="0" rIns="0" tIns="0" bIns="0" anchor="t">
            <a:noAutofit/>
          </a:bodyPr>
          <a:lstStyle/>
          <a:p>
            <a:pPr algn="l"/>
            <a:r>
              <a:rPr sz="1300" b="1" i="0">
                <a:solidFill>
                  <a:srgbClr val="8A6A0C"/>
                </a:solidFill>
                <a:latin typeface="Calibri"/>
              </a:rPr>
              <a:t>2020–21</a:t>
            </a:r>
          </a:p>
        </p:txBody>
      </p:sp>
      <p:sp>
        <p:nvSpPr>
          <p:cNvPr id="24" name="TextBox 23"/>
          <p:cNvSpPr txBox="1"/>
          <p:nvPr/>
        </p:nvSpPr>
        <p:spPr>
          <a:xfrm>
            <a:off x="3831335" y="2999232"/>
            <a:ext cx="1481328" cy="237744"/>
          </a:xfrm>
          <a:prstGeom prst="rect">
            <a:avLst/>
          </a:prstGeom>
          <a:noFill/>
        </p:spPr>
        <p:txBody>
          <a:bodyPr wrap="square" lIns="0" rIns="0" tIns="0" bIns="0" anchor="t">
            <a:noAutofit/>
          </a:bodyPr>
          <a:lstStyle/>
          <a:p>
            <a:pPr algn="l"/>
            <a:r>
              <a:rPr sz="1100" b="1" i="0">
                <a:solidFill>
                  <a:srgbClr val="4D4D4F"/>
                </a:solidFill>
                <a:latin typeface="Calibri"/>
              </a:rPr>
              <a:t>Belawan</a:t>
            </a:r>
          </a:p>
        </p:txBody>
      </p:sp>
      <p:sp>
        <p:nvSpPr>
          <p:cNvPr id="25" name="TextBox 24"/>
          <p:cNvSpPr txBox="1"/>
          <p:nvPr/>
        </p:nvSpPr>
        <p:spPr>
          <a:xfrm>
            <a:off x="3831335" y="3236976"/>
            <a:ext cx="1481328" cy="182880"/>
          </a:xfrm>
          <a:prstGeom prst="rect">
            <a:avLst/>
          </a:prstGeom>
          <a:noFill/>
        </p:spPr>
        <p:txBody>
          <a:bodyPr wrap="square" lIns="0" rIns="0" tIns="0" bIns="0" anchor="t">
            <a:noAutofit/>
          </a:bodyPr>
          <a:lstStyle/>
          <a:p>
            <a:pPr algn="l"/>
            <a:r>
              <a:rPr sz="850" b="0" i="0">
                <a:solidFill>
                  <a:srgbClr val="747678"/>
                </a:solidFill>
                <a:latin typeface="Calibri"/>
              </a:rPr>
              <a:t>Medan · North Sumatra</a:t>
            </a:r>
          </a:p>
        </p:txBody>
      </p:sp>
      <p:sp>
        <p:nvSpPr>
          <p:cNvPr id="26" name="TextBox 25"/>
          <p:cNvSpPr txBox="1"/>
          <p:nvPr/>
        </p:nvSpPr>
        <p:spPr>
          <a:xfrm>
            <a:off x="3831335" y="3483864"/>
            <a:ext cx="1481328" cy="868680"/>
          </a:xfrm>
          <a:prstGeom prst="rect">
            <a:avLst/>
          </a:prstGeom>
          <a:noFill/>
        </p:spPr>
        <p:txBody>
          <a:bodyPr wrap="square" lIns="0" rIns="0" tIns="0" bIns="0" anchor="t">
            <a:noAutofit/>
          </a:bodyPr>
          <a:lstStyle/>
          <a:p>
            <a:pPr algn="l">
              <a:lnSpc>
                <a:spcPct val="108000"/>
              </a:lnSpc>
            </a:pPr>
            <a:r>
              <a:rPr sz="950" b="0" i="0">
                <a:solidFill>
                  <a:srgbClr val="4D4D4F"/>
                </a:solidFill>
                <a:latin typeface="Calibri"/>
              </a:rPr>
              <a:t>Idle Pelindo warehouse and conveyor back in service in ~11 months</a:t>
            </a:r>
          </a:p>
        </p:txBody>
      </p:sp>
      <p:pic>
        <p:nvPicPr>
          <p:cNvPr id="27" name="Photo Connecting the chain" descr="_crop_tl_cg2026_162x148.png"/>
          <p:cNvPicPr>
            <a:picLocks noChangeAspect="1"/>
          </p:cNvPicPr>
          <p:nvPr/>
        </p:nvPicPr>
        <p:blipFill>
          <a:blip r:embed="rId5"/>
          <a:stretch>
            <a:fillRect/>
          </a:stretch>
        </p:blipFill>
        <p:spPr>
          <a:xfrm>
            <a:off x="5490972" y="1024128"/>
            <a:ext cx="1481328" cy="1353312"/>
          </a:xfrm>
          <a:prstGeom prst="rect">
            <a:avLst/>
          </a:prstGeom>
        </p:spPr>
      </p:pic>
      <p:sp>
        <p:nvSpPr>
          <p:cNvPr id="28" name="Oval 27"/>
          <p:cNvSpPr/>
          <p:nvPr/>
        </p:nvSpPr>
        <p:spPr>
          <a:xfrm>
            <a:off x="5490972" y="2542032"/>
            <a:ext cx="128016" cy="128016"/>
          </a:xfrm>
          <a:prstGeom prst="ellipse">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90972" y="2724912"/>
            <a:ext cx="1481328" cy="274320"/>
          </a:xfrm>
          <a:prstGeom prst="rect">
            <a:avLst/>
          </a:prstGeom>
          <a:noFill/>
        </p:spPr>
        <p:txBody>
          <a:bodyPr wrap="square" lIns="0" rIns="0" tIns="0" bIns="0" anchor="t">
            <a:noAutofit/>
          </a:bodyPr>
          <a:lstStyle/>
          <a:p>
            <a:pPr algn="l"/>
            <a:r>
              <a:rPr sz="1300" b="1" i="0">
                <a:solidFill>
                  <a:srgbClr val="8A6A0C"/>
                </a:solidFill>
                <a:latin typeface="Calibri"/>
              </a:rPr>
              <a:t>2024–26</a:t>
            </a:r>
          </a:p>
        </p:txBody>
      </p:sp>
      <p:sp>
        <p:nvSpPr>
          <p:cNvPr id="30" name="TextBox 29"/>
          <p:cNvSpPr txBox="1"/>
          <p:nvPr/>
        </p:nvSpPr>
        <p:spPr>
          <a:xfrm>
            <a:off x="5490972" y="2999232"/>
            <a:ext cx="1481328" cy="237744"/>
          </a:xfrm>
          <a:prstGeom prst="rect">
            <a:avLst/>
          </a:prstGeom>
          <a:noFill/>
        </p:spPr>
        <p:txBody>
          <a:bodyPr wrap="square" lIns="0" rIns="0" tIns="0" bIns="0" anchor="t">
            <a:noAutofit/>
          </a:bodyPr>
          <a:lstStyle/>
          <a:p>
            <a:pPr algn="l"/>
            <a:r>
              <a:rPr sz="1100" b="1" i="0">
                <a:solidFill>
                  <a:srgbClr val="4D4D4F"/>
                </a:solidFill>
                <a:latin typeface="Calibri"/>
              </a:rPr>
              <a:t>Connecting the chain</a:t>
            </a:r>
          </a:p>
        </p:txBody>
      </p:sp>
      <p:sp>
        <p:nvSpPr>
          <p:cNvPr id="31" name="TextBox 30"/>
          <p:cNvSpPr txBox="1"/>
          <p:nvPr/>
        </p:nvSpPr>
        <p:spPr>
          <a:xfrm>
            <a:off x="5490972" y="3236976"/>
            <a:ext cx="1481328" cy="182880"/>
          </a:xfrm>
          <a:prstGeom prst="rect">
            <a:avLst/>
          </a:prstGeom>
          <a:noFill/>
        </p:spPr>
        <p:txBody>
          <a:bodyPr wrap="square" lIns="0" rIns="0" tIns="0" bIns="0" anchor="t">
            <a:noAutofit/>
          </a:bodyPr>
          <a:lstStyle/>
          <a:p>
            <a:pPr algn="l"/>
            <a:r>
              <a:rPr sz="850" b="0" i="0">
                <a:solidFill>
                  <a:srgbClr val="747678"/>
                </a:solidFill>
                <a:latin typeface="Calibri"/>
              </a:rPr>
              <a:t>Cigading · Teluk Lamong</a:t>
            </a:r>
          </a:p>
        </p:txBody>
      </p:sp>
      <p:sp>
        <p:nvSpPr>
          <p:cNvPr id="32" name="TextBox 31"/>
          <p:cNvSpPr txBox="1"/>
          <p:nvPr/>
        </p:nvSpPr>
        <p:spPr>
          <a:xfrm>
            <a:off x="5490972" y="3483864"/>
            <a:ext cx="1481328" cy="868680"/>
          </a:xfrm>
          <a:prstGeom prst="rect">
            <a:avLst/>
          </a:prstGeom>
          <a:noFill/>
        </p:spPr>
        <p:txBody>
          <a:bodyPr wrap="square" lIns="0" rIns="0" tIns="0" bIns="0" anchor="t">
            <a:noAutofit/>
          </a:bodyPr>
          <a:lstStyle/>
          <a:p>
            <a:pPr algn="l">
              <a:lnSpc>
                <a:spcPct val="108000"/>
              </a:lnSpc>
            </a:pPr>
            <a:r>
              <a:rPr sz="950" b="0" i="0">
                <a:solidFill>
                  <a:srgbClr val="4D4D4F"/>
                </a:solidFill>
                <a:latin typeface="Calibri"/>
              </a:rPr>
              <a:t>Jetty 2 conveyor, a bagging line and a conveyor into the mills (2026, planned)</a:t>
            </a:r>
          </a:p>
        </p:txBody>
      </p:sp>
      <p:sp>
        <p:nvSpPr>
          <p:cNvPr id="33" name="Next panel"/>
          <p:cNvSpPr/>
          <p:nvPr/>
        </p:nvSpPr>
        <p:spPr>
          <a:xfrm>
            <a:off x="7150608" y="1024128"/>
            <a:ext cx="1481328" cy="1353312"/>
          </a:xfrm>
          <a:prstGeom prst="rect">
            <a:avLst/>
          </a:prstGeom>
          <a:solidFill>
            <a:srgbClr val="F1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ap - Neighbouring countries"/>
          <p:cNvSpPr/>
          <p:nvPr/>
        </p:nvSpPr>
        <p:spPr>
          <a:xfrm>
            <a:off x="7399821" y="1385534"/>
            <a:ext cx="1110254" cy="273726"/>
          </a:xfrm>
          <a:custGeom>
            <a:avLst/>
            <a:gdLst/>
            <a:ahLst/>
            <a:cxnLst/>
            <a:rect l="l" t="t" r="r" b="b"/>
            <a:pathLst>
              <a:path w="1110254" h="273726">
                <a:moveTo>
                  <a:pt x="133225" y="2816"/>
                </a:moveTo>
                <a:lnTo>
                  <a:pt x="134147" y="534"/>
                </a:lnTo>
                <a:lnTo>
                  <a:pt x="135263" y="0"/>
                </a:lnTo>
                <a:lnTo>
                  <a:pt x="136040" y="0"/>
                </a:lnTo>
                <a:lnTo>
                  <a:pt x="137981" y="0"/>
                </a:lnTo>
                <a:lnTo>
                  <a:pt x="140117" y="0"/>
                </a:lnTo>
                <a:lnTo>
                  <a:pt x="144194" y="0"/>
                </a:lnTo>
                <a:lnTo>
                  <a:pt x="154822" y="1554"/>
                </a:lnTo>
                <a:lnTo>
                  <a:pt x="157977" y="2525"/>
                </a:lnTo>
                <a:lnTo>
                  <a:pt x="162199" y="922"/>
                </a:lnTo>
                <a:lnTo>
                  <a:pt x="164044" y="1942"/>
                </a:lnTo>
                <a:lnTo>
                  <a:pt x="165985" y="3593"/>
                </a:lnTo>
                <a:lnTo>
                  <a:pt x="167101" y="8156"/>
                </a:lnTo>
                <a:lnTo>
                  <a:pt x="169868" y="12380"/>
                </a:lnTo>
                <a:lnTo>
                  <a:pt x="175449" y="11749"/>
                </a:lnTo>
                <a:lnTo>
                  <a:pt x="177390" y="12380"/>
                </a:lnTo>
                <a:lnTo>
                  <a:pt x="178604" y="12477"/>
                </a:lnTo>
                <a:lnTo>
                  <a:pt x="179672" y="16216"/>
                </a:lnTo>
                <a:lnTo>
                  <a:pt x="180205" y="22624"/>
                </a:lnTo>
                <a:lnTo>
                  <a:pt x="179672" y="26411"/>
                </a:lnTo>
                <a:lnTo>
                  <a:pt x="175643" y="31752"/>
                </a:lnTo>
                <a:lnTo>
                  <a:pt x="175109" y="35393"/>
                </a:lnTo>
                <a:lnTo>
                  <a:pt x="177196" y="37626"/>
                </a:lnTo>
                <a:lnTo>
                  <a:pt x="179963" y="40054"/>
                </a:lnTo>
                <a:lnTo>
                  <a:pt x="181516" y="41899"/>
                </a:lnTo>
                <a:lnTo>
                  <a:pt x="183166" y="41608"/>
                </a:lnTo>
                <a:lnTo>
                  <a:pt x="185253" y="40345"/>
                </a:lnTo>
                <a:lnTo>
                  <a:pt x="187146" y="37189"/>
                </a:lnTo>
                <a:lnTo>
                  <a:pt x="188456" y="34519"/>
                </a:lnTo>
                <a:lnTo>
                  <a:pt x="195591" y="31461"/>
                </a:lnTo>
                <a:lnTo>
                  <a:pt x="202968" y="28742"/>
                </a:lnTo>
                <a:lnTo>
                  <a:pt x="203987" y="29033"/>
                </a:lnTo>
                <a:lnTo>
                  <a:pt x="205152" y="30247"/>
                </a:lnTo>
                <a:lnTo>
                  <a:pt x="207530" y="34179"/>
                </a:lnTo>
                <a:lnTo>
                  <a:pt x="208889" y="35005"/>
                </a:lnTo>
                <a:lnTo>
                  <a:pt x="210927" y="35393"/>
                </a:lnTo>
                <a:lnTo>
                  <a:pt x="214373" y="35005"/>
                </a:lnTo>
                <a:lnTo>
                  <a:pt x="218401" y="32771"/>
                </a:lnTo>
                <a:lnTo>
                  <a:pt x="220488" y="28596"/>
                </a:lnTo>
                <a:lnTo>
                  <a:pt x="221410" y="25295"/>
                </a:lnTo>
                <a:lnTo>
                  <a:pt x="227186" y="19566"/>
                </a:lnTo>
                <a:lnTo>
                  <a:pt x="227817" y="15293"/>
                </a:lnTo>
                <a:lnTo>
                  <a:pt x="229418" y="12526"/>
                </a:lnTo>
                <a:lnTo>
                  <a:pt x="237815" y="14419"/>
                </a:lnTo>
                <a:lnTo>
                  <a:pt x="241018" y="15924"/>
                </a:lnTo>
                <a:lnTo>
                  <a:pt x="250433" y="30926"/>
                </a:lnTo>
                <a:lnTo>
                  <a:pt x="262858" y="41510"/>
                </a:lnTo>
                <a:lnTo>
                  <a:pt x="268148" y="45443"/>
                </a:lnTo>
                <a:lnTo>
                  <a:pt x="272176" y="47336"/>
                </a:lnTo>
                <a:lnTo>
                  <a:pt x="277758" y="53017"/>
                </a:lnTo>
                <a:lnTo>
                  <a:pt x="282611" y="60105"/>
                </a:lnTo>
                <a:lnTo>
                  <a:pt x="293240" y="80108"/>
                </a:lnTo>
                <a:lnTo>
                  <a:pt x="295084" y="88895"/>
                </a:lnTo>
                <a:lnTo>
                  <a:pt x="295812" y="102295"/>
                </a:lnTo>
                <a:lnTo>
                  <a:pt x="293483" y="122492"/>
                </a:lnTo>
                <a:lnTo>
                  <a:pt x="290619" y="132591"/>
                </a:lnTo>
                <a:lnTo>
                  <a:pt x="291153" y="137348"/>
                </a:lnTo>
                <a:lnTo>
                  <a:pt x="295084" y="144631"/>
                </a:lnTo>
                <a:lnTo>
                  <a:pt x="293871" y="151525"/>
                </a:lnTo>
                <a:lnTo>
                  <a:pt x="294648" y="157254"/>
                </a:lnTo>
                <a:lnTo>
                  <a:pt x="294356" y="173178"/>
                </a:lnTo>
                <a:lnTo>
                  <a:pt x="296589" y="177839"/>
                </a:lnTo>
                <a:lnTo>
                  <a:pt x="299113" y="180849"/>
                </a:lnTo>
                <a:lnTo>
                  <a:pt x="312459" y="190317"/>
                </a:lnTo>
                <a:lnTo>
                  <a:pt x="313430" y="193812"/>
                </a:lnTo>
                <a:lnTo>
                  <a:pt x="320031" y="205804"/>
                </a:lnTo>
                <a:lnTo>
                  <a:pt x="332212" y="231924"/>
                </a:lnTo>
                <a:lnTo>
                  <a:pt x="335561" y="243673"/>
                </a:lnTo>
                <a:lnTo>
                  <a:pt x="335173" y="246829"/>
                </a:lnTo>
                <a:lnTo>
                  <a:pt x="333717" y="248140"/>
                </a:lnTo>
                <a:lnTo>
                  <a:pt x="330126" y="249305"/>
                </a:lnTo>
                <a:lnTo>
                  <a:pt x="327165" y="247023"/>
                </a:lnTo>
                <a:lnTo>
                  <a:pt x="326146" y="245373"/>
                </a:lnTo>
                <a:lnTo>
                  <a:pt x="326486" y="243333"/>
                </a:lnTo>
                <a:lnTo>
                  <a:pt x="325272" y="241294"/>
                </a:lnTo>
                <a:lnTo>
                  <a:pt x="322360" y="238915"/>
                </a:lnTo>
                <a:lnTo>
                  <a:pt x="320661" y="236731"/>
                </a:lnTo>
                <a:lnTo>
                  <a:pt x="321147" y="240323"/>
                </a:lnTo>
                <a:lnTo>
                  <a:pt x="321195" y="244936"/>
                </a:lnTo>
                <a:lnTo>
                  <a:pt x="317458" y="245324"/>
                </a:lnTo>
                <a:lnTo>
                  <a:pt x="312702" y="243868"/>
                </a:lnTo>
                <a:lnTo>
                  <a:pt x="306781" y="245178"/>
                </a:lnTo>
                <a:lnTo>
                  <a:pt x="299744" y="250859"/>
                </a:lnTo>
                <a:lnTo>
                  <a:pt x="296346" y="251053"/>
                </a:lnTo>
                <a:lnTo>
                  <a:pt x="293774" y="246149"/>
                </a:lnTo>
                <a:lnTo>
                  <a:pt x="292463" y="242848"/>
                </a:lnTo>
                <a:lnTo>
                  <a:pt x="290377" y="240518"/>
                </a:lnTo>
                <a:lnTo>
                  <a:pt x="268051" y="228574"/>
                </a:lnTo>
                <a:lnTo>
                  <a:pt x="259800" y="225467"/>
                </a:lnTo>
                <a:lnTo>
                  <a:pt x="251113" y="216437"/>
                </a:lnTo>
                <a:lnTo>
                  <a:pt x="231602" y="206435"/>
                </a:lnTo>
                <a:lnTo>
                  <a:pt x="219178" y="196677"/>
                </a:lnTo>
                <a:lnTo>
                  <a:pt x="213888" y="190608"/>
                </a:lnTo>
                <a:lnTo>
                  <a:pt x="201220" y="185267"/>
                </a:lnTo>
                <a:lnTo>
                  <a:pt x="195736" y="179004"/>
                </a:lnTo>
                <a:lnTo>
                  <a:pt x="193018" y="177742"/>
                </a:lnTo>
                <a:lnTo>
                  <a:pt x="190349" y="175509"/>
                </a:lnTo>
                <a:lnTo>
                  <a:pt x="193164" y="169392"/>
                </a:lnTo>
                <a:lnTo>
                  <a:pt x="191999" y="163031"/>
                </a:lnTo>
                <a:lnTo>
                  <a:pt x="190543" y="157642"/>
                </a:lnTo>
                <a:lnTo>
                  <a:pt x="181564" y="147010"/>
                </a:lnTo>
                <a:lnTo>
                  <a:pt x="177196" y="139582"/>
                </a:lnTo>
                <a:lnTo>
                  <a:pt x="168752" y="132202"/>
                </a:lnTo>
                <a:lnTo>
                  <a:pt x="165403" y="127978"/>
                </a:lnTo>
                <a:lnTo>
                  <a:pt x="162151" y="123026"/>
                </a:lnTo>
                <a:lnTo>
                  <a:pt x="164189" y="121278"/>
                </a:lnTo>
                <a:lnTo>
                  <a:pt x="166082" y="120259"/>
                </a:lnTo>
                <a:lnTo>
                  <a:pt x="164335" y="116666"/>
                </a:lnTo>
                <a:lnTo>
                  <a:pt x="159530" y="110403"/>
                </a:lnTo>
                <a:lnTo>
                  <a:pt x="157298" y="103266"/>
                </a:lnTo>
                <a:lnTo>
                  <a:pt x="157298" y="89721"/>
                </a:lnTo>
                <a:lnTo>
                  <a:pt x="150406" y="70689"/>
                </a:lnTo>
                <a:lnTo>
                  <a:pt x="144582" y="44278"/>
                </a:lnTo>
                <a:lnTo>
                  <a:pt x="145601" y="35053"/>
                </a:lnTo>
                <a:lnTo>
                  <a:pt x="144096" y="25052"/>
                </a:lnTo>
                <a:lnTo>
                  <a:pt x="140214" y="15390"/>
                </a:lnTo>
                <a:lnTo>
                  <a:pt x="135118" y="8545"/>
                </a:lnTo>
                <a:lnTo>
                  <a:pt x="133225" y="2816"/>
                </a:lnTo>
                <a:close/>
                <a:moveTo>
                  <a:pt x="980378" y="113073"/>
                </a:moveTo>
                <a:lnTo>
                  <a:pt x="978582" y="113073"/>
                </a:lnTo>
                <a:lnTo>
                  <a:pt x="974408" y="112005"/>
                </a:lnTo>
                <a:lnTo>
                  <a:pt x="966012" y="106859"/>
                </a:lnTo>
                <a:lnTo>
                  <a:pt x="957422" y="105014"/>
                </a:lnTo>
                <a:lnTo>
                  <a:pt x="944948" y="104868"/>
                </a:lnTo>
                <a:lnTo>
                  <a:pt x="937862" y="104140"/>
                </a:lnTo>
                <a:lnTo>
                  <a:pt x="934999" y="104917"/>
                </a:lnTo>
                <a:lnTo>
                  <a:pt x="932572" y="104965"/>
                </a:lnTo>
                <a:lnTo>
                  <a:pt x="930825" y="103897"/>
                </a:lnTo>
                <a:lnTo>
                  <a:pt x="928981" y="103363"/>
                </a:lnTo>
                <a:lnTo>
                  <a:pt x="924127" y="106422"/>
                </a:lnTo>
                <a:lnTo>
                  <a:pt x="921846" y="105500"/>
                </a:lnTo>
                <a:lnTo>
                  <a:pt x="919517" y="104189"/>
                </a:lnTo>
                <a:lnTo>
                  <a:pt x="915440" y="103752"/>
                </a:lnTo>
                <a:lnTo>
                  <a:pt x="910490" y="104140"/>
                </a:lnTo>
                <a:lnTo>
                  <a:pt x="905054" y="107247"/>
                </a:lnTo>
                <a:lnTo>
                  <a:pt x="898939" y="104431"/>
                </a:lnTo>
                <a:lnTo>
                  <a:pt x="897240" y="104480"/>
                </a:lnTo>
                <a:lnTo>
                  <a:pt x="896075" y="105208"/>
                </a:lnTo>
                <a:lnTo>
                  <a:pt x="893406" y="109044"/>
                </a:lnTo>
                <a:lnTo>
                  <a:pt x="888407" y="112005"/>
                </a:lnTo>
                <a:lnTo>
                  <a:pt x="885932" y="117394"/>
                </a:lnTo>
                <a:lnTo>
                  <a:pt x="884379" y="122541"/>
                </a:lnTo>
                <a:lnTo>
                  <a:pt x="883020" y="124337"/>
                </a:lnTo>
                <a:lnTo>
                  <a:pt x="882680" y="134338"/>
                </a:lnTo>
                <a:lnTo>
                  <a:pt x="881903" y="139145"/>
                </a:lnTo>
                <a:lnTo>
                  <a:pt x="883165" y="145553"/>
                </a:lnTo>
                <a:lnTo>
                  <a:pt x="882923" y="148272"/>
                </a:lnTo>
                <a:lnTo>
                  <a:pt x="880690" y="152350"/>
                </a:lnTo>
                <a:lnTo>
                  <a:pt x="880399" y="153321"/>
                </a:lnTo>
                <a:lnTo>
                  <a:pt x="879234" y="159779"/>
                </a:lnTo>
                <a:lnTo>
                  <a:pt x="879671" y="161526"/>
                </a:lnTo>
                <a:lnTo>
                  <a:pt x="879380" y="163711"/>
                </a:lnTo>
                <a:lnTo>
                  <a:pt x="877487" y="168275"/>
                </a:lnTo>
                <a:lnTo>
                  <a:pt x="874089" y="169489"/>
                </a:lnTo>
                <a:lnTo>
                  <a:pt x="870498" y="170217"/>
                </a:lnTo>
                <a:lnTo>
                  <a:pt x="867440" y="168663"/>
                </a:lnTo>
                <a:lnTo>
                  <a:pt x="864674" y="171188"/>
                </a:lnTo>
                <a:lnTo>
                  <a:pt x="861179" y="175023"/>
                </a:lnTo>
                <a:lnTo>
                  <a:pt x="859626" y="177645"/>
                </a:lnTo>
                <a:lnTo>
                  <a:pt x="859675" y="180073"/>
                </a:lnTo>
                <a:lnTo>
                  <a:pt x="860015" y="181675"/>
                </a:lnTo>
                <a:lnTo>
                  <a:pt x="859287" y="183374"/>
                </a:lnTo>
                <a:lnTo>
                  <a:pt x="859190" y="185122"/>
                </a:lnTo>
                <a:lnTo>
                  <a:pt x="859384" y="187695"/>
                </a:lnTo>
                <a:lnTo>
                  <a:pt x="861762" y="188763"/>
                </a:lnTo>
                <a:lnTo>
                  <a:pt x="864237" y="190948"/>
                </a:lnTo>
                <a:lnTo>
                  <a:pt x="864140" y="193084"/>
                </a:lnTo>
                <a:lnTo>
                  <a:pt x="862781" y="194541"/>
                </a:lnTo>
                <a:lnTo>
                  <a:pt x="859675" y="196822"/>
                </a:lnTo>
                <a:lnTo>
                  <a:pt x="853948" y="201435"/>
                </a:lnTo>
                <a:lnTo>
                  <a:pt x="847493" y="205416"/>
                </a:lnTo>
                <a:lnTo>
                  <a:pt x="845066" y="206338"/>
                </a:lnTo>
                <a:lnTo>
                  <a:pt x="844193" y="208135"/>
                </a:lnTo>
                <a:lnTo>
                  <a:pt x="843756" y="210611"/>
                </a:lnTo>
                <a:lnTo>
                  <a:pt x="845163" y="215951"/>
                </a:lnTo>
                <a:lnTo>
                  <a:pt x="846522" y="217553"/>
                </a:lnTo>
                <a:lnTo>
                  <a:pt x="847250" y="219447"/>
                </a:lnTo>
                <a:lnTo>
                  <a:pt x="846377" y="221680"/>
                </a:lnTo>
                <a:lnTo>
                  <a:pt x="845746" y="223622"/>
                </a:lnTo>
                <a:lnTo>
                  <a:pt x="843368" y="224836"/>
                </a:lnTo>
                <a:lnTo>
                  <a:pt x="841087" y="225710"/>
                </a:lnTo>
                <a:lnTo>
                  <a:pt x="840213" y="227263"/>
                </a:lnTo>
                <a:lnTo>
                  <a:pt x="839000" y="233721"/>
                </a:lnTo>
                <a:lnTo>
                  <a:pt x="837592" y="237071"/>
                </a:lnTo>
                <a:lnTo>
                  <a:pt x="834438" y="242071"/>
                </a:lnTo>
                <a:lnTo>
                  <a:pt x="833418" y="244353"/>
                </a:lnTo>
                <a:lnTo>
                  <a:pt x="831817" y="245081"/>
                </a:lnTo>
                <a:lnTo>
                  <a:pt x="825701" y="242751"/>
                </a:lnTo>
                <a:lnTo>
                  <a:pt x="820266" y="244159"/>
                </a:lnTo>
                <a:lnTo>
                  <a:pt x="813034" y="245081"/>
                </a:lnTo>
                <a:lnTo>
                  <a:pt x="806919" y="244936"/>
                </a:lnTo>
                <a:lnTo>
                  <a:pt x="802163" y="245955"/>
                </a:lnTo>
                <a:lnTo>
                  <a:pt x="798911" y="248577"/>
                </a:lnTo>
                <a:lnTo>
                  <a:pt x="795271" y="251927"/>
                </a:lnTo>
                <a:lnTo>
                  <a:pt x="791485" y="254354"/>
                </a:lnTo>
                <a:lnTo>
                  <a:pt x="788573" y="255568"/>
                </a:lnTo>
                <a:lnTo>
                  <a:pt x="783283" y="252073"/>
                </a:lnTo>
                <a:lnTo>
                  <a:pt x="780614" y="252364"/>
                </a:lnTo>
                <a:lnTo>
                  <a:pt x="775809" y="251150"/>
                </a:lnTo>
                <a:lnTo>
                  <a:pt x="764501" y="247217"/>
                </a:lnTo>
                <a:lnTo>
                  <a:pt x="761734" y="246052"/>
                </a:lnTo>
                <a:lnTo>
                  <a:pt x="758725" y="245955"/>
                </a:lnTo>
                <a:lnTo>
                  <a:pt x="757803" y="244839"/>
                </a:lnTo>
                <a:lnTo>
                  <a:pt x="758288" y="242945"/>
                </a:lnTo>
                <a:lnTo>
                  <a:pt x="757803" y="240420"/>
                </a:lnTo>
                <a:lnTo>
                  <a:pt x="755619" y="239498"/>
                </a:lnTo>
                <a:lnTo>
                  <a:pt x="732954" y="239886"/>
                </a:lnTo>
                <a:lnTo>
                  <a:pt x="726450" y="242023"/>
                </a:lnTo>
                <a:lnTo>
                  <a:pt x="722034" y="243722"/>
                </a:lnTo>
                <a:lnTo>
                  <a:pt x="718879" y="245712"/>
                </a:lnTo>
                <a:lnTo>
                  <a:pt x="717957" y="250616"/>
                </a:lnTo>
                <a:lnTo>
                  <a:pt x="716113" y="255180"/>
                </a:lnTo>
                <a:lnTo>
                  <a:pt x="713686" y="260083"/>
                </a:lnTo>
                <a:lnTo>
                  <a:pt x="706115" y="261540"/>
                </a:lnTo>
                <a:lnTo>
                  <a:pt x="700582" y="266443"/>
                </a:lnTo>
                <a:lnTo>
                  <a:pt x="698689" y="267075"/>
                </a:lnTo>
                <a:lnTo>
                  <a:pt x="694855" y="266346"/>
                </a:lnTo>
                <a:lnTo>
                  <a:pt x="690778" y="265909"/>
                </a:lnTo>
                <a:lnTo>
                  <a:pt x="687866" y="267317"/>
                </a:lnTo>
                <a:lnTo>
                  <a:pt x="684760" y="267220"/>
                </a:lnTo>
                <a:lnTo>
                  <a:pt x="675248" y="264938"/>
                </a:lnTo>
                <a:lnTo>
                  <a:pt x="666220" y="264550"/>
                </a:lnTo>
                <a:lnTo>
                  <a:pt x="661124" y="265764"/>
                </a:lnTo>
                <a:lnTo>
                  <a:pt x="658309" y="266201"/>
                </a:lnTo>
                <a:lnTo>
                  <a:pt x="642633" y="272949"/>
                </a:lnTo>
                <a:lnTo>
                  <a:pt x="637343" y="273726"/>
                </a:lnTo>
                <a:lnTo>
                  <a:pt x="635159" y="272755"/>
                </a:lnTo>
                <a:lnTo>
                  <a:pt x="632150" y="269988"/>
                </a:lnTo>
                <a:lnTo>
                  <a:pt x="628073" y="267220"/>
                </a:lnTo>
                <a:lnTo>
                  <a:pt x="618366" y="257801"/>
                </a:lnTo>
                <a:lnTo>
                  <a:pt x="614775" y="255568"/>
                </a:lnTo>
                <a:lnTo>
                  <a:pt x="612397" y="253286"/>
                </a:lnTo>
                <a:lnTo>
                  <a:pt x="610116" y="250616"/>
                </a:lnTo>
                <a:lnTo>
                  <a:pt x="606912" y="247703"/>
                </a:lnTo>
                <a:lnTo>
                  <a:pt x="603952" y="245712"/>
                </a:lnTo>
                <a:lnTo>
                  <a:pt x="599972" y="241634"/>
                </a:lnTo>
                <a:lnTo>
                  <a:pt x="595992" y="237168"/>
                </a:lnTo>
                <a:lnTo>
                  <a:pt x="595119" y="229302"/>
                </a:lnTo>
                <a:lnTo>
                  <a:pt x="591964" y="227895"/>
                </a:lnTo>
                <a:lnTo>
                  <a:pt x="590896" y="225855"/>
                </a:lnTo>
                <a:lnTo>
                  <a:pt x="590411" y="223525"/>
                </a:lnTo>
                <a:lnTo>
                  <a:pt x="594779" y="217116"/>
                </a:lnTo>
                <a:lnTo>
                  <a:pt x="597934" y="223865"/>
                </a:lnTo>
                <a:lnTo>
                  <a:pt x="599195" y="225370"/>
                </a:lnTo>
                <a:lnTo>
                  <a:pt x="606233" y="229934"/>
                </a:lnTo>
                <a:lnTo>
                  <a:pt x="612057" y="232167"/>
                </a:lnTo>
                <a:lnTo>
                  <a:pt x="618318" y="233089"/>
                </a:lnTo>
                <a:lnTo>
                  <a:pt x="624724" y="233284"/>
                </a:lnTo>
                <a:lnTo>
                  <a:pt x="627248" y="232992"/>
                </a:lnTo>
                <a:lnTo>
                  <a:pt x="629723" y="232070"/>
                </a:lnTo>
                <a:lnTo>
                  <a:pt x="632198" y="233041"/>
                </a:lnTo>
                <a:lnTo>
                  <a:pt x="645545" y="240420"/>
                </a:lnTo>
                <a:lnTo>
                  <a:pt x="650738" y="241731"/>
                </a:lnTo>
                <a:lnTo>
                  <a:pt x="656222" y="241197"/>
                </a:lnTo>
                <a:lnTo>
                  <a:pt x="658406" y="241926"/>
                </a:lnTo>
                <a:lnTo>
                  <a:pt x="666075" y="247557"/>
                </a:lnTo>
                <a:lnTo>
                  <a:pt x="668356" y="248237"/>
                </a:lnTo>
                <a:lnTo>
                  <a:pt x="672141" y="247800"/>
                </a:lnTo>
                <a:lnTo>
                  <a:pt x="667288" y="245227"/>
                </a:lnTo>
                <a:lnTo>
                  <a:pt x="664133" y="243382"/>
                </a:lnTo>
                <a:lnTo>
                  <a:pt x="662726" y="239935"/>
                </a:lnTo>
                <a:lnTo>
                  <a:pt x="663599" y="236245"/>
                </a:lnTo>
                <a:lnTo>
                  <a:pt x="666657" y="233818"/>
                </a:lnTo>
                <a:lnTo>
                  <a:pt x="668793" y="231147"/>
                </a:lnTo>
                <a:lnTo>
                  <a:pt x="669569" y="223234"/>
                </a:lnTo>
                <a:lnTo>
                  <a:pt x="670928" y="219204"/>
                </a:lnTo>
                <a:lnTo>
                  <a:pt x="673500" y="215369"/>
                </a:lnTo>
                <a:lnTo>
                  <a:pt x="674325" y="211679"/>
                </a:lnTo>
                <a:lnTo>
                  <a:pt x="671462" y="208863"/>
                </a:lnTo>
                <a:lnTo>
                  <a:pt x="670831" y="204056"/>
                </a:lnTo>
                <a:lnTo>
                  <a:pt x="671462" y="200027"/>
                </a:lnTo>
                <a:lnTo>
                  <a:pt x="673064" y="197308"/>
                </a:lnTo>
                <a:lnTo>
                  <a:pt x="675684" y="199104"/>
                </a:lnTo>
                <a:lnTo>
                  <a:pt x="678354" y="200804"/>
                </a:lnTo>
                <a:lnTo>
                  <a:pt x="681023" y="200609"/>
                </a:lnTo>
                <a:lnTo>
                  <a:pt x="682867" y="199930"/>
                </a:lnTo>
                <a:lnTo>
                  <a:pt x="683207" y="197891"/>
                </a:lnTo>
                <a:lnTo>
                  <a:pt x="682673" y="194298"/>
                </a:lnTo>
                <a:lnTo>
                  <a:pt x="682819" y="187695"/>
                </a:lnTo>
                <a:lnTo>
                  <a:pt x="686216" y="182403"/>
                </a:lnTo>
                <a:lnTo>
                  <a:pt x="691555" y="178762"/>
                </a:lnTo>
                <a:lnTo>
                  <a:pt x="696651" y="177014"/>
                </a:lnTo>
                <a:lnTo>
                  <a:pt x="715627" y="174052"/>
                </a:lnTo>
                <a:lnTo>
                  <a:pt x="745621" y="166527"/>
                </a:lnTo>
                <a:lnTo>
                  <a:pt x="754551" y="163566"/>
                </a:lnTo>
                <a:lnTo>
                  <a:pt x="757803" y="162060"/>
                </a:lnTo>
                <a:lnTo>
                  <a:pt x="760569" y="159973"/>
                </a:lnTo>
                <a:lnTo>
                  <a:pt x="765180" y="153224"/>
                </a:lnTo>
                <a:lnTo>
                  <a:pt x="773916" y="142689"/>
                </a:lnTo>
                <a:lnTo>
                  <a:pt x="780031" y="133950"/>
                </a:lnTo>
                <a:lnTo>
                  <a:pt x="792941" y="121327"/>
                </a:lnTo>
                <a:lnTo>
                  <a:pt x="803230" y="109578"/>
                </a:lnTo>
                <a:lnTo>
                  <a:pt x="804638" y="107344"/>
                </a:lnTo>
                <a:lnTo>
                  <a:pt x="806337" y="100936"/>
                </a:lnTo>
                <a:lnTo>
                  <a:pt x="806434" y="97926"/>
                </a:lnTo>
                <a:lnTo>
                  <a:pt x="806142" y="94867"/>
                </a:lnTo>
                <a:lnTo>
                  <a:pt x="807550" y="93459"/>
                </a:lnTo>
                <a:lnTo>
                  <a:pt x="809540" y="92585"/>
                </a:lnTo>
                <a:lnTo>
                  <a:pt x="810025" y="92585"/>
                </a:lnTo>
                <a:lnTo>
                  <a:pt x="811530" y="93945"/>
                </a:lnTo>
                <a:lnTo>
                  <a:pt x="815121" y="95789"/>
                </a:lnTo>
                <a:lnTo>
                  <a:pt x="817791" y="98168"/>
                </a:lnTo>
                <a:lnTo>
                  <a:pt x="819586" y="101276"/>
                </a:lnTo>
                <a:lnTo>
                  <a:pt x="820897" y="104140"/>
                </a:lnTo>
                <a:lnTo>
                  <a:pt x="820994" y="106616"/>
                </a:lnTo>
                <a:lnTo>
                  <a:pt x="822595" y="108607"/>
                </a:lnTo>
                <a:lnTo>
                  <a:pt x="827157" y="108947"/>
                </a:lnTo>
                <a:lnTo>
                  <a:pt x="828613" y="111471"/>
                </a:lnTo>
                <a:lnTo>
                  <a:pt x="831768" y="115841"/>
                </a:lnTo>
                <a:lnTo>
                  <a:pt x="834680" y="118996"/>
                </a:lnTo>
                <a:lnTo>
                  <a:pt x="836427" y="120210"/>
                </a:lnTo>
                <a:lnTo>
                  <a:pt x="838660" y="119531"/>
                </a:lnTo>
                <a:lnTo>
                  <a:pt x="842106" y="116666"/>
                </a:lnTo>
                <a:lnTo>
                  <a:pt x="844581" y="113170"/>
                </a:lnTo>
                <a:lnTo>
                  <a:pt x="846231" y="108413"/>
                </a:lnTo>
                <a:lnTo>
                  <a:pt x="844921" y="107733"/>
                </a:lnTo>
                <a:lnTo>
                  <a:pt x="847250" y="104189"/>
                </a:lnTo>
                <a:lnTo>
                  <a:pt x="847687" y="102295"/>
                </a:lnTo>
                <a:lnTo>
                  <a:pt x="846619" y="100547"/>
                </a:lnTo>
                <a:lnTo>
                  <a:pt x="845260" y="98848"/>
                </a:lnTo>
                <a:lnTo>
                  <a:pt x="844727" y="94527"/>
                </a:lnTo>
                <a:lnTo>
                  <a:pt x="843804" y="88992"/>
                </a:lnTo>
                <a:lnTo>
                  <a:pt x="843174" y="86516"/>
                </a:lnTo>
                <a:lnTo>
                  <a:pt x="844969" y="84720"/>
                </a:lnTo>
                <a:lnTo>
                  <a:pt x="848901" y="82438"/>
                </a:lnTo>
                <a:lnTo>
                  <a:pt x="852783" y="79816"/>
                </a:lnTo>
                <a:lnTo>
                  <a:pt x="856763" y="77680"/>
                </a:lnTo>
                <a:lnTo>
                  <a:pt x="856860" y="81516"/>
                </a:lnTo>
                <a:lnTo>
                  <a:pt x="856763" y="87827"/>
                </a:lnTo>
                <a:lnTo>
                  <a:pt x="857976" y="93071"/>
                </a:lnTo>
                <a:lnTo>
                  <a:pt x="860646" y="102441"/>
                </a:lnTo>
                <a:lnTo>
                  <a:pt x="863752" y="103703"/>
                </a:lnTo>
                <a:lnTo>
                  <a:pt x="867440" y="104529"/>
                </a:lnTo>
                <a:lnTo>
                  <a:pt x="869576" y="104237"/>
                </a:lnTo>
                <a:lnTo>
                  <a:pt x="870935" y="103655"/>
                </a:lnTo>
                <a:lnTo>
                  <a:pt x="871323" y="102878"/>
                </a:lnTo>
                <a:lnTo>
                  <a:pt x="868993" y="99237"/>
                </a:lnTo>
                <a:lnTo>
                  <a:pt x="868411" y="90595"/>
                </a:lnTo>
                <a:lnTo>
                  <a:pt x="866518" y="84914"/>
                </a:lnTo>
                <a:lnTo>
                  <a:pt x="863606" y="79282"/>
                </a:lnTo>
                <a:lnTo>
                  <a:pt x="862247" y="77680"/>
                </a:lnTo>
                <a:lnTo>
                  <a:pt x="873653" y="76078"/>
                </a:lnTo>
                <a:lnTo>
                  <a:pt x="876225" y="74330"/>
                </a:lnTo>
                <a:lnTo>
                  <a:pt x="880690" y="70446"/>
                </a:lnTo>
                <a:lnTo>
                  <a:pt x="882340" y="68262"/>
                </a:lnTo>
                <a:lnTo>
                  <a:pt x="883699" y="63407"/>
                </a:lnTo>
                <a:lnTo>
                  <a:pt x="878118" y="60494"/>
                </a:lnTo>
                <a:lnTo>
                  <a:pt x="875934" y="56755"/>
                </a:lnTo>
                <a:lnTo>
                  <a:pt x="875788" y="52774"/>
                </a:lnTo>
                <a:lnTo>
                  <a:pt x="882437" y="45297"/>
                </a:lnTo>
                <a:lnTo>
                  <a:pt x="884767" y="43550"/>
                </a:lnTo>
                <a:lnTo>
                  <a:pt x="885786" y="46171"/>
                </a:lnTo>
                <a:lnTo>
                  <a:pt x="888698" y="46851"/>
                </a:lnTo>
                <a:lnTo>
                  <a:pt x="891416" y="46948"/>
                </a:lnTo>
                <a:lnTo>
                  <a:pt x="894134" y="46802"/>
                </a:lnTo>
                <a:lnTo>
                  <a:pt x="898016" y="43015"/>
                </a:lnTo>
                <a:lnTo>
                  <a:pt x="900006" y="37626"/>
                </a:lnTo>
                <a:lnTo>
                  <a:pt x="906898" y="30004"/>
                </a:lnTo>
                <a:lnTo>
                  <a:pt x="909325" y="24129"/>
                </a:lnTo>
                <a:lnTo>
                  <a:pt x="910684" y="17964"/>
                </a:lnTo>
                <a:lnTo>
                  <a:pt x="928010" y="0"/>
                </a:lnTo>
                <a:lnTo>
                  <a:pt x="930097" y="0"/>
                </a:lnTo>
                <a:lnTo>
                  <a:pt x="940386" y="0"/>
                </a:lnTo>
                <a:lnTo>
                  <a:pt x="941648" y="0"/>
                </a:lnTo>
                <a:lnTo>
                  <a:pt x="944415" y="0"/>
                </a:lnTo>
                <a:lnTo>
                  <a:pt x="945240" y="0"/>
                </a:lnTo>
                <a:lnTo>
                  <a:pt x="944851" y="0"/>
                </a:lnTo>
                <a:lnTo>
                  <a:pt x="943201" y="0"/>
                </a:lnTo>
                <a:lnTo>
                  <a:pt x="942231" y="0"/>
                </a:lnTo>
                <a:lnTo>
                  <a:pt x="943395" y="0"/>
                </a:lnTo>
                <a:lnTo>
                  <a:pt x="948297" y="0"/>
                </a:lnTo>
                <a:lnTo>
                  <a:pt x="953442" y="0"/>
                </a:lnTo>
                <a:lnTo>
                  <a:pt x="956305" y="0"/>
                </a:lnTo>
                <a:lnTo>
                  <a:pt x="958780" y="0"/>
                </a:lnTo>
                <a:lnTo>
                  <a:pt x="963682" y="0"/>
                </a:lnTo>
                <a:lnTo>
                  <a:pt x="964750" y="0"/>
                </a:lnTo>
                <a:lnTo>
                  <a:pt x="964410" y="0"/>
                </a:lnTo>
                <a:lnTo>
                  <a:pt x="964896" y="0"/>
                </a:lnTo>
                <a:lnTo>
                  <a:pt x="966788" y="0"/>
                </a:lnTo>
                <a:lnTo>
                  <a:pt x="970962" y="0"/>
                </a:lnTo>
                <a:lnTo>
                  <a:pt x="976738" y="0"/>
                </a:lnTo>
                <a:lnTo>
                  <a:pt x="982125" y="0"/>
                </a:lnTo>
                <a:lnTo>
                  <a:pt x="983872" y="1262"/>
                </a:lnTo>
                <a:lnTo>
                  <a:pt x="985037" y="3544"/>
                </a:lnTo>
                <a:lnTo>
                  <a:pt x="986202" y="7283"/>
                </a:lnTo>
                <a:lnTo>
                  <a:pt x="986299" y="11069"/>
                </a:lnTo>
                <a:lnTo>
                  <a:pt x="982416" y="14711"/>
                </a:lnTo>
                <a:lnTo>
                  <a:pt x="984066" y="20682"/>
                </a:lnTo>
                <a:lnTo>
                  <a:pt x="983824" y="24178"/>
                </a:lnTo>
                <a:lnTo>
                  <a:pt x="982465" y="27140"/>
                </a:lnTo>
                <a:lnTo>
                  <a:pt x="976835" y="29858"/>
                </a:lnTo>
                <a:lnTo>
                  <a:pt x="992220" y="27188"/>
                </a:lnTo>
                <a:lnTo>
                  <a:pt x="996006" y="25634"/>
                </a:lnTo>
                <a:lnTo>
                  <a:pt x="1001247" y="21702"/>
                </a:lnTo>
                <a:lnTo>
                  <a:pt x="1004062" y="25100"/>
                </a:lnTo>
                <a:lnTo>
                  <a:pt x="1006683" y="30975"/>
                </a:lnTo>
                <a:lnTo>
                  <a:pt x="1004548" y="32432"/>
                </a:lnTo>
                <a:lnTo>
                  <a:pt x="997898" y="34616"/>
                </a:lnTo>
                <a:lnTo>
                  <a:pt x="997559" y="35490"/>
                </a:lnTo>
                <a:lnTo>
                  <a:pt x="999791" y="38549"/>
                </a:lnTo>
                <a:lnTo>
                  <a:pt x="1002558" y="38258"/>
                </a:lnTo>
                <a:lnTo>
                  <a:pt x="1008091" y="36218"/>
                </a:lnTo>
                <a:lnTo>
                  <a:pt x="1013138" y="32966"/>
                </a:lnTo>
                <a:lnTo>
                  <a:pt x="1015613" y="33014"/>
                </a:lnTo>
                <a:lnTo>
                  <a:pt x="1018185" y="33694"/>
                </a:lnTo>
                <a:lnTo>
                  <a:pt x="1023184" y="35781"/>
                </a:lnTo>
                <a:lnTo>
                  <a:pt x="1025999" y="37432"/>
                </a:lnTo>
                <a:lnTo>
                  <a:pt x="1028378" y="39568"/>
                </a:lnTo>
                <a:lnTo>
                  <a:pt x="1029931" y="44084"/>
                </a:lnTo>
                <a:lnTo>
                  <a:pt x="1035706" y="45686"/>
                </a:lnTo>
                <a:lnTo>
                  <a:pt x="1047500" y="51997"/>
                </a:lnTo>
                <a:lnTo>
                  <a:pt x="1049732" y="52531"/>
                </a:lnTo>
                <a:lnTo>
                  <a:pt x="1052013" y="52677"/>
                </a:lnTo>
                <a:lnTo>
                  <a:pt x="1058226" y="51900"/>
                </a:lnTo>
                <a:lnTo>
                  <a:pt x="1060410" y="52774"/>
                </a:lnTo>
                <a:lnTo>
                  <a:pt x="1062011" y="55056"/>
                </a:lnTo>
                <a:lnTo>
                  <a:pt x="1062497" y="57872"/>
                </a:lnTo>
                <a:lnTo>
                  <a:pt x="1062351" y="60882"/>
                </a:lnTo>
                <a:lnTo>
                  <a:pt x="1061720" y="63164"/>
                </a:lnTo>
                <a:lnTo>
                  <a:pt x="1060264" y="65057"/>
                </a:lnTo>
                <a:lnTo>
                  <a:pt x="1055993" y="67970"/>
                </a:lnTo>
                <a:lnTo>
                  <a:pt x="1045316" y="71709"/>
                </a:lnTo>
                <a:lnTo>
                  <a:pt x="1033668" y="74573"/>
                </a:lnTo>
                <a:lnTo>
                  <a:pt x="1027795" y="74379"/>
                </a:lnTo>
                <a:lnTo>
                  <a:pt x="1019593" y="71903"/>
                </a:lnTo>
                <a:lnTo>
                  <a:pt x="1016584" y="72243"/>
                </a:lnTo>
                <a:lnTo>
                  <a:pt x="1013720" y="73359"/>
                </a:lnTo>
                <a:lnTo>
                  <a:pt x="1010032" y="81127"/>
                </a:lnTo>
                <a:lnTo>
                  <a:pt x="1016778" y="88895"/>
                </a:lnTo>
                <a:lnTo>
                  <a:pt x="1028329" y="97003"/>
                </a:lnTo>
                <a:lnTo>
                  <a:pt x="1029931" y="98994"/>
                </a:lnTo>
                <a:lnTo>
                  <a:pt x="1029494" y="101470"/>
                </a:lnTo>
                <a:lnTo>
                  <a:pt x="1027650" y="102975"/>
                </a:lnTo>
                <a:lnTo>
                  <a:pt x="1025223" y="103800"/>
                </a:lnTo>
                <a:lnTo>
                  <a:pt x="1018719" y="105063"/>
                </a:lnTo>
                <a:lnTo>
                  <a:pt x="1012167" y="106034"/>
                </a:lnTo>
                <a:lnTo>
                  <a:pt x="1006732" y="107393"/>
                </a:lnTo>
                <a:lnTo>
                  <a:pt x="1001441" y="109238"/>
                </a:lnTo>
                <a:lnTo>
                  <a:pt x="996006" y="108607"/>
                </a:lnTo>
                <a:lnTo>
                  <a:pt x="988483" y="104965"/>
                </a:lnTo>
                <a:lnTo>
                  <a:pt x="986299" y="104723"/>
                </a:lnTo>
                <a:lnTo>
                  <a:pt x="984066" y="106616"/>
                </a:lnTo>
                <a:lnTo>
                  <a:pt x="981834" y="111665"/>
                </a:lnTo>
                <a:lnTo>
                  <a:pt x="980378" y="113073"/>
                </a:lnTo>
                <a:close/>
                <a:moveTo>
                  <a:pt x="141476" y="58503"/>
                </a:moveTo>
                <a:lnTo>
                  <a:pt x="140262" y="59862"/>
                </a:lnTo>
                <a:lnTo>
                  <a:pt x="136719" y="59086"/>
                </a:lnTo>
                <a:lnTo>
                  <a:pt x="137350" y="51123"/>
                </a:lnTo>
                <a:lnTo>
                  <a:pt x="139389" y="50104"/>
                </a:lnTo>
                <a:lnTo>
                  <a:pt x="142495" y="51560"/>
                </a:lnTo>
                <a:lnTo>
                  <a:pt x="143902" y="52920"/>
                </a:lnTo>
                <a:lnTo>
                  <a:pt x="141476" y="58503"/>
                </a:lnTo>
                <a:close/>
                <a:moveTo>
                  <a:pt x="120072" y="1651"/>
                </a:moveTo>
                <a:lnTo>
                  <a:pt x="123518" y="6846"/>
                </a:lnTo>
                <a:lnTo>
                  <a:pt x="121771" y="9176"/>
                </a:lnTo>
                <a:lnTo>
                  <a:pt x="120946" y="9856"/>
                </a:lnTo>
                <a:lnTo>
                  <a:pt x="118859" y="9079"/>
                </a:lnTo>
                <a:lnTo>
                  <a:pt x="116918" y="11069"/>
                </a:lnTo>
                <a:lnTo>
                  <a:pt x="115025" y="11506"/>
                </a:lnTo>
                <a:lnTo>
                  <a:pt x="113132" y="7865"/>
                </a:lnTo>
                <a:lnTo>
                  <a:pt x="110802" y="6457"/>
                </a:lnTo>
                <a:lnTo>
                  <a:pt x="110269" y="3981"/>
                </a:lnTo>
                <a:lnTo>
                  <a:pt x="113423" y="3544"/>
                </a:lnTo>
                <a:lnTo>
                  <a:pt x="115268" y="4370"/>
                </a:lnTo>
                <a:lnTo>
                  <a:pt x="118810" y="2670"/>
                </a:lnTo>
                <a:lnTo>
                  <a:pt x="120072" y="1651"/>
                </a:lnTo>
                <a:close/>
                <a:moveTo>
                  <a:pt x="680198" y="198327"/>
                </a:moveTo>
                <a:lnTo>
                  <a:pt x="678742" y="198959"/>
                </a:lnTo>
                <a:lnTo>
                  <a:pt x="676461" y="197211"/>
                </a:lnTo>
                <a:lnTo>
                  <a:pt x="675878" y="182500"/>
                </a:lnTo>
                <a:lnTo>
                  <a:pt x="677480" y="181189"/>
                </a:lnTo>
                <a:lnTo>
                  <a:pt x="678548" y="181383"/>
                </a:lnTo>
                <a:lnTo>
                  <a:pt x="679664" y="184054"/>
                </a:lnTo>
                <a:lnTo>
                  <a:pt x="679567" y="190511"/>
                </a:lnTo>
                <a:lnTo>
                  <a:pt x="679761" y="196191"/>
                </a:lnTo>
                <a:lnTo>
                  <a:pt x="680198" y="198327"/>
                </a:lnTo>
                <a:close/>
                <a:moveTo>
                  <a:pt x="320128" y="250956"/>
                </a:moveTo>
                <a:lnTo>
                  <a:pt x="312848" y="254160"/>
                </a:lnTo>
                <a:lnTo>
                  <a:pt x="304597" y="251199"/>
                </a:lnTo>
                <a:lnTo>
                  <a:pt x="307266" y="246489"/>
                </a:lnTo>
                <a:lnTo>
                  <a:pt x="312751" y="245324"/>
                </a:lnTo>
                <a:lnTo>
                  <a:pt x="317167" y="246829"/>
                </a:lnTo>
                <a:lnTo>
                  <a:pt x="319691" y="247994"/>
                </a:lnTo>
                <a:lnTo>
                  <a:pt x="321389" y="249305"/>
                </a:lnTo>
                <a:lnTo>
                  <a:pt x="320128" y="250956"/>
                </a:lnTo>
                <a:close/>
                <a:moveTo>
                  <a:pt x="862247" y="77680"/>
                </a:moveTo>
                <a:lnTo>
                  <a:pt x="863606" y="79282"/>
                </a:lnTo>
                <a:lnTo>
                  <a:pt x="866518" y="84914"/>
                </a:lnTo>
                <a:lnTo>
                  <a:pt x="868411" y="90595"/>
                </a:lnTo>
                <a:lnTo>
                  <a:pt x="868993" y="99237"/>
                </a:lnTo>
                <a:lnTo>
                  <a:pt x="871323" y="102878"/>
                </a:lnTo>
                <a:lnTo>
                  <a:pt x="870935" y="103655"/>
                </a:lnTo>
                <a:lnTo>
                  <a:pt x="869576" y="104237"/>
                </a:lnTo>
                <a:lnTo>
                  <a:pt x="867440" y="104529"/>
                </a:lnTo>
                <a:lnTo>
                  <a:pt x="863752" y="103703"/>
                </a:lnTo>
                <a:lnTo>
                  <a:pt x="860646" y="102441"/>
                </a:lnTo>
                <a:lnTo>
                  <a:pt x="857976" y="93071"/>
                </a:lnTo>
                <a:lnTo>
                  <a:pt x="856763" y="87827"/>
                </a:lnTo>
                <a:lnTo>
                  <a:pt x="856860" y="81516"/>
                </a:lnTo>
                <a:lnTo>
                  <a:pt x="856763" y="77680"/>
                </a:lnTo>
                <a:lnTo>
                  <a:pt x="862247" y="77680"/>
                </a:lnTo>
                <a:close/>
                <a:moveTo>
                  <a:pt x="856763" y="77680"/>
                </a:moveTo>
                <a:lnTo>
                  <a:pt x="852783" y="79816"/>
                </a:lnTo>
                <a:lnTo>
                  <a:pt x="848901" y="82438"/>
                </a:lnTo>
                <a:lnTo>
                  <a:pt x="844969" y="84720"/>
                </a:lnTo>
                <a:lnTo>
                  <a:pt x="843174" y="86516"/>
                </a:lnTo>
                <a:lnTo>
                  <a:pt x="843804" y="88992"/>
                </a:lnTo>
                <a:lnTo>
                  <a:pt x="844727" y="94527"/>
                </a:lnTo>
                <a:lnTo>
                  <a:pt x="845260" y="98848"/>
                </a:lnTo>
                <a:lnTo>
                  <a:pt x="846619" y="100547"/>
                </a:lnTo>
                <a:lnTo>
                  <a:pt x="847687" y="102295"/>
                </a:lnTo>
                <a:lnTo>
                  <a:pt x="847250" y="104189"/>
                </a:lnTo>
                <a:lnTo>
                  <a:pt x="844921" y="107733"/>
                </a:lnTo>
                <a:lnTo>
                  <a:pt x="846231" y="108413"/>
                </a:lnTo>
                <a:lnTo>
                  <a:pt x="844581" y="113170"/>
                </a:lnTo>
                <a:lnTo>
                  <a:pt x="842106" y="116666"/>
                </a:lnTo>
                <a:lnTo>
                  <a:pt x="838660" y="119531"/>
                </a:lnTo>
                <a:lnTo>
                  <a:pt x="836427" y="120210"/>
                </a:lnTo>
                <a:lnTo>
                  <a:pt x="834680" y="118996"/>
                </a:lnTo>
                <a:lnTo>
                  <a:pt x="831768" y="115841"/>
                </a:lnTo>
                <a:lnTo>
                  <a:pt x="828613" y="111471"/>
                </a:lnTo>
                <a:lnTo>
                  <a:pt x="827157" y="108947"/>
                </a:lnTo>
                <a:lnTo>
                  <a:pt x="822595" y="108607"/>
                </a:lnTo>
                <a:lnTo>
                  <a:pt x="820994" y="106616"/>
                </a:lnTo>
                <a:lnTo>
                  <a:pt x="820897" y="104140"/>
                </a:lnTo>
                <a:lnTo>
                  <a:pt x="819586" y="101276"/>
                </a:lnTo>
                <a:lnTo>
                  <a:pt x="817791" y="98168"/>
                </a:lnTo>
                <a:lnTo>
                  <a:pt x="815121" y="95789"/>
                </a:lnTo>
                <a:lnTo>
                  <a:pt x="811530" y="93945"/>
                </a:lnTo>
                <a:lnTo>
                  <a:pt x="810025" y="92585"/>
                </a:lnTo>
                <a:lnTo>
                  <a:pt x="815558" y="92682"/>
                </a:lnTo>
                <a:lnTo>
                  <a:pt x="821431" y="91905"/>
                </a:lnTo>
                <a:lnTo>
                  <a:pt x="827497" y="89332"/>
                </a:lnTo>
                <a:lnTo>
                  <a:pt x="833370" y="86177"/>
                </a:lnTo>
                <a:lnTo>
                  <a:pt x="838272" y="82632"/>
                </a:lnTo>
                <a:lnTo>
                  <a:pt x="842882" y="78603"/>
                </a:lnTo>
                <a:lnTo>
                  <a:pt x="847736" y="75447"/>
                </a:lnTo>
                <a:lnTo>
                  <a:pt x="855210" y="71757"/>
                </a:lnTo>
                <a:lnTo>
                  <a:pt x="857782" y="72048"/>
                </a:lnTo>
                <a:lnTo>
                  <a:pt x="857734" y="74670"/>
                </a:lnTo>
                <a:lnTo>
                  <a:pt x="856763" y="77680"/>
                </a:lnTo>
                <a:close/>
                <a:moveTo>
                  <a:pt x="1110254" y="60348"/>
                </a:moveTo>
                <a:lnTo>
                  <a:pt x="1108943" y="63309"/>
                </a:lnTo>
                <a:lnTo>
                  <a:pt x="1107439" y="64669"/>
                </a:lnTo>
                <a:lnTo>
                  <a:pt x="1105400" y="63892"/>
                </a:lnTo>
                <a:lnTo>
                  <a:pt x="1103847" y="62387"/>
                </a:lnTo>
                <a:lnTo>
                  <a:pt x="1103022" y="64620"/>
                </a:lnTo>
                <a:lnTo>
                  <a:pt x="1098751" y="65494"/>
                </a:lnTo>
                <a:lnTo>
                  <a:pt x="1096082" y="68941"/>
                </a:lnTo>
                <a:lnTo>
                  <a:pt x="1092199" y="69912"/>
                </a:lnTo>
                <a:lnTo>
                  <a:pt x="1089433" y="69427"/>
                </a:lnTo>
                <a:lnTo>
                  <a:pt x="1089724" y="66368"/>
                </a:lnTo>
                <a:lnTo>
                  <a:pt x="1097295" y="61756"/>
                </a:lnTo>
                <a:lnTo>
                  <a:pt x="1102003" y="60008"/>
                </a:lnTo>
                <a:lnTo>
                  <a:pt x="1106128" y="56707"/>
                </a:lnTo>
                <a:lnTo>
                  <a:pt x="1108215" y="56318"/>
                </a:lnTo>
                <a:lnTo>
                  <a:pt x="1109234" y="59037"/>
                </a:lnTo>
                <a:lnTo>
                  <a:pt x="1110254" y="60348"/>
                </a:lnTo>
                <a:close/>
                <a:moveTo>
                  <a:pt x="133371" y="0"/>
                </a:moveTo>
                <a:lnTo>
                  <a:pt x="133031" y="0"/>
                </a:lnTo>
                <a:lnTo>
                  <a:pt x="134244" y="0"/>
                </a:lnTo>
                <a:lnTo>
                  <a:pt x="135894" y="0"/>
                </a:lnTo>
                <a:lnTo>
                  <a:pt x="138030" y="0"/>
                </a:lnTo>
                <a:lnTo>
                  <a:pt x="140359" y="0"/>
                </a:lnTo>
                <a:lnTo>
                  <a:pt x="142883" y="0"/>
                </a:lnTo>
                <a:lnTo>
                  <a:pt x="145552" y="0"/>
                </a:lnTo>
                <a:lnTo>
                  <a:pt x="148416" y="0"/>
                </a:lnTo>
                <a:lnTo>
                  <a:pt x="151328" y="0"/>
                </a:lnTo>
                <a:lnTo>
                  <a:pt x="152687" y="0"/>
                </a:lnTo>
                <a:lnTo>
                  <a:pt x="153658" y="0"/>
                </a:lnTo>
                <a:lnTo>
                  <a:pt x="153803" y="0"/>
                </a:lnTo>
                <a:lnTo>
                  <a:pt x="152444" y="0"/>
                </a:lnTo>
                <a:lnTo>
                  <a:pt x="150066" y="0"/>
                </a:lnTo>
                <a:lnTo>
                  <a:pt x="146766" y="0"/>
                </a:lnTo>
                <a:lnTo>
                  <a:pt x="147834" y="0"/>
                </a:lnTo>
                <a:lnTo>
                  <a:pt x="152396" y="0"/>
                </a:lnTo>
                <a:lnTo>
                  <a:pt x="157783" y="0"/>
                </a:lnTo>
                <a:lnTo>
                  <a:pt x="163558" y="0"/>
                </a:lnTo>
                <a:lnTo>
                  <a:pt x="166616" y="0"/>
                </a:lnTo>
                <a:lnTo>
                  <a:pt x="169091" y="0"/>
                </a:lnTo>
                <a:lnTo>
                  <a:pt x="171421" y="0"/>
                </a:lnTo>
                <a:lnTo>
                  <a:pt x="174381" y="0"/>
                </a:lnTo>
                <a:lnTo>
                  <a:pt x="183506" y="0"/>
                </a:lnTo>
                <a:lnTo>
                  <a:pt x="186272" y="0"/>
                </a:lnTo>
                <a:lnTo>
                  <a:pt x="186709" y="0"/>
                </a:lnTo>
                <a:lnTo>
                  <a:pt x="185593" y="0"/>
                </a:lnTo>
                <a:lnTo>
                  <a:pt x="187000" y="0"/>
                </a:lnTo>
                <a:lnTo>
                  <a:pt x="189572" y="0"/>
                </a:lnTo>
                <a:lnTo>
                  <a:pt x="189864" y="0"/>
                </a:lnTo>
                <a:lnTo>
                  <a:pt x="186709" y="0"/>
                </a:lnTo>
                <a:lnTo>
                  <a:pt x="184040" y="0"/>
                </a:lnTo>
                <a:lnTo>
                  <a:pt x="181128" y="0"/>
                </a:lnTo>
                <a:lnTo>
                  <a:pt x="178895" y="0"/>
                </a:lnTo>
                <a:lnTo>
                  <a:pt x="178264" y="0"/>
                </a:lnTo>
                <a:lnTo>
                  <a:pt x="178458" y="0"/>
                </a:lnTo>
                <a:lnTo>
                  <a:pt x="180497" y="0"/>
                </a:lnTo>
                <a:lnTo>
                  <a:pt x="182681" y="0"/>
                </a:lnTo>
                <a:lnTo>
                  <a:pt x="183214" y="0"/>
                </a:lnTo>
                <a:lnTo>
                  <a:pt x="182972" y="0"/>
                </a:lnTo>
                <a:lnTo>
                  <a:pt x="181467" y="0"/>
                </a:lnTo>
                <a:lnTo>
                  <a:pt x="175934" y="0"/>
                </a:lnTo>
                <a:lnTo>
                  <a:pt x="171518" y="0"/>
                </a:lnTo>
                <a:lnTo>
                  <a:pt x="173848" y="0"/>
                </a:lnTo>
                <a:lnTo>
                  <a:pt x="178216" y="0"/>
                </a:lnTo>
                <a:lnTo>
                  <a:pt x="181079" y="0"/>
                </a:lnTo>
                <a:lnTo>
                  <a:pt x="184088" y="0"/>
                </a:lnTo>
                <a:lnTo>
                  <a:pt x="190543" y="0"/>
                </a:lnTo>
                <a:lnTo>
                  <a:pt x="196076" y="0"/>
                </a:lnTo>
                <a:lnTo>
                  <a:pt x="202919" y="0"/>
                </a:lnTo>
                <a:lnTo>
                  <a:pt x="203356" y="0"/>
                </a:lnTo>
                <a:lnTo>
                  <a:pt x="209374" y="0"/>
                </a:lnTo>
                <a:lnTo>
                  <a:pt x="212092" y="0"/>
                </a:lnTo>
                <a:lnTo>
                  <a:pt x="213596" y="0"/>
                </a:lnTo>
                <a:lnTo>
                  <a:pt x="215732" y="0"/>
                </a:lnTo>
                <a:lnTo>
                  <a:pt x="218450" y="0"/>
                </a:lnTo>
                <a:lnTo>
                  <a:pt x="221944" y="0"/>
                </a:lnTo>
                <a:lnTo>
                  <a:pt x="226215" y="0"/>
                </a:lnTo>
                <a:lnTo>
                  <a:pt x="229418" y="0"/>
                </a:lnTo>
                <a:lnTo>
                  <a:pt x="231700" y="0"/>
                </a:lnTo>
                <a:lnTo>
                  <a:pt x="235776" y="0"/>
                </a:lnTo>
                <a:lnTo>
                  <a:pt x="241600" y="0"/>
                </a:lnTo>
                <a:lnTo>
                  <a:pt x="246793" y="0"/>
                </a:lnTo>
                <a:lnTo>
                  <a:pt x="251356" y="0"/>
                </a:lnTo>
                <a:lnTo>
                  <a:pt x="253540" y="0"/>
                </a:lnTo>
                <a:lnTo>
                  <a:pt x="253443" y="0"/>
                </a:lnTo>
                <a:lnTo>
                  <a:pt x="254462" y="0"/>
                </a:lnTo>
                <a:lnTo>
                  <a:pt x="256597" y="0"/>
                </a:lnTo>
                <a:lnTo>
                  <a:pt x="257519" y="0"/>
                </a:lnTo>
                <a:lnTo>
                  <a:pt x="257277" y="0"/>
                </a:lnTo>
                <a:lnTo>
                  <a:pt x="259364" y="0"/>
                </a:lnTo>
                <a:lnTo>
                  <a:pt x="263683" y="0"/>
                </a:lnTo>
                <a:lnTo>
                  <a:pt x="268148" y="0"/>
                </a:lnTo>
                <a:lnTo>
                  <a:pt x="272613" y="0"/>
                </a:lnTo>
                <a:lnTo>
                  <a:pt x="275525" y="0"/>
                </a:lnTo>
                <a:lnTo>
                  <a:pt x="277467" y="0"/>
                </a:lnTo>
                <a:lnTo>
                  <a:pt x="280282" y="0"/>
                </a:lnTo>
                <a:lnTo>
                  <a:pt x="282757" y="0"/>
                </a:lnTo>
                <a:lnTo>
                  <a:pt x="285814" y="0"/>
                </a:lnTo>
                <a:lnTo>
                  <a:pt x="286639" y="0"/>
                </a:lnTo>
                <a:lnTo>
                  <a:pt x="285135" y="0"/>
                </a:lnTo>
                <a:lnTo>
                  <a:pt x="285281" y="0"/>
                </a:lnTo>
                <a:lnTo>
                  <a:pt x="287028" y="0"/>
                </a:lnTo>
                <a:lnTo>
                  <a:pt x="290862" y="0"/>
                </a:lnTo>
                <a:lnTo>
                  <a:pt x="296734" y="0"/>
                </a:lnTo>
                <a:lnTo>
                  <a:pt x="303626" y="0"/>
                </a:lnTo>
                <a:lnTo>
                  <a:pt x="311489" y="0"/>
                </a:lnTo>
                <a:lnTo>
                  <a:pt x="316682" y="0"/>
                </a:lnTo>
                <a:lnTo>
                  <a:pt x="319157" y="0"/>
                </a:lnTo>
                <a:lnTo>
                  <a:pt x="323962" y="0"/>
                </a:lnTo>
                <a:lnTo>
                  <a:pt x="331096" y="0"/>
                </a:lnTo>
                <a:lnTo>
                  <a:pt x="337260" y="0"/>
                </a:lnTo>
                <a:lnTo>
                  <a:pt x="342356" y="0"/>
                </a:lnTo>
                <a:lnTo>
                  <a:pt x="347743" y="0"/>
                </a:lnTo>
                <a:lnTo>
                  <a:pt x="353422" y="0"/>
                </a:lnTo>
                <a:lnTo>
                  <a:pt x="357498" y="0"/>
                </a:lnTo>
                <a:lnTo>
                  <a:pt x="361187" y="0"/>
                </a:lnTo>
                <a:lnTo>
                  <a:pt x="358421" y="0"/>
                </a:lnTo>
                <a:lnTo>
                  <a:pt x="357693" y="0"/>
                </a:lnTo>
                <a:lnTo>
                  <a:pt x="358032" y="0"/>
                </a:lnTo>
                <a:lnTo>
                  <a:pt x="361333" y="0"/>
                </a:lnTo>
                <a:lnTo>
                  <a:pt x="367690" y="0"/>
                </a:lnTo>
                <a:lnTo>
                  <a:pt x="371379" y="0"/>
                </a:lnTo>
                <a:lnTo>
                  <a:pt x="372398" y="0"/>
                </a:lnTo>
                <a:lnTo>
                  <a:pt x="377349" y="0"/>
                </a:lnTo>
                <a:lnTo>
                  <a:pt x="386182" y="0"/>
                </a:lnTo>
                <a:lnTo>
                  <a:pt x="389822" y="0"/>
                </a:lnTo>
                <a:lnTo>
                  <a:pt x="388366" y="0"/>
                </a:lnTo>
                <a:lnTo>
                  <a:pt x="388220" y="0"/>
                </a:lnTo>
                <a:lnTo>
                  <a:pt x="389482" y="0"/>
                </a:lnTo>
                <a:lnTo>
                  <a:pt x="392540" y="0"/>
                </a:lnTo>
                <a:lnTo>
                  <a:pt x="397393" y="0"/>
                </a:lnTo>
                <a:lnTo>
                  <a:pt x="400305" y="0"/>
                </a:lnTo>
                <a:lnTo>
                  <a:pt x="401227" y="0"/>
                </a:lnTo>
                <a:lnTo>
                  <a:pt x="401130" y="0"/>
                </a:lnTo>
                <a:lnTo>
                  <a:pt x="400014" y="0"/>
                </a:lnTo>
                <a:lnTo>
                  <a:pt x="397975" y="0"/>
                </a:lnTo>
                <a:lnTo>
                  <a:pt x="395015" y="0"/>
                </a:lnTo>
                <a:lnTo>
                  <a:pt x="394675" y="0"/>
                </a:lnTo>
                <a:lnTo>
                  <a:pt x="393899" y="0"/>
                </a:lnTo>
                <a:lnTo>
                  <a:pt x="395986" y="0"/>
                </a:lnTo>
                <a:lnTo>
                  <a:pt x="396665" y="0"/>
                </a:lnTo>
                <a:lnTo>
                  <a:pt x="395500" y="0"/>
                </a:lnTo>
                <a:lnTo>
                  <a:pt x="394384" y="0"/>
                </a:lnTo>
                <a:lnTo>
                  <a:pt x="394238" y="0"/>
                </a:lnTo>
                <a:lnTo>
                  <a:pt x="393219" y="0"/>
                </a:lnTo>
                <a:lnTo>
                  <a:pt x="390647" y="0"/>
                </a:lnTo>
                <a:lnTo>
                  <a:pt x="386716" y="0"/>
                </a:lnTo>
                <a:lnTo>
                  <a:pt x="381959" y="0"/>
                </a:lnTo>
                <a:lnTo>
                  <a:pt x="378999" y="0"/>
                </a:lnTo>
                <a:lnTo>
                  <a:pt x="378319" y="0"/>
                </a:lnTo>
                <a:lnTo>
                  <a:pt x="376232" y="0"/>
                </a:lnTo>
                <a:lnTo>
                  <a:pt x="373709" y="0"/>
                </a:lnTo>
                <a:lnTo>
                  <a:pt x="371767" y="0"/>
                </a:lnTo>
                <a:lnTo>
                  <a:pt x="370263" y="0"/>
                </a:lnTo>
                <a:lnTo>
                  <a:pt x="369244" y="0"/>
                </a:lnTo>
                <a:lnTo>
                  <a:pt x="368661" y="0"/>
                </a:lnTo>
                <a:lnTo>
                  <a:pt x="364245" y="0"/>
                </a:lnTo>
                <a:lnTo>
                  <a:pt x="359391" y="0"/>
                </a:lnTo>
                <a:lnTo>
                  <a:pt x="349539" y="0"/>
                </a:lnTo>
                <a:lnTo>
                  <a:pt x="341579" y="0"/>
                </a:lnTo>
                <a:lnTo>
                  <a:pt x="332649" y="0"/>
                </a:lnTo>
                <a:lnTo>
                  <a:pt x="324204" y="0"/>
                </a:lnTo>
                <a:lnTo>
                  <a:pt x="320710" y="0"/>
                </a:lnTo>
                <a:lnTo>
                  <a:pt x="316682" y="0"/>
                </a:lnTo>
                <a:lnTo>
                  <a:pt x="312751" y="0"/>
                </a:lnTo>
                <a:lnTo>
                  <a:pt x="309062" y="0"/>
                </a:lnTo>
                <a:lnTo>
                  <a:pt x="302170" y="0"/>
                </a:lnTo>
                <a:lnTo>
                  <a:pt x="299549" y="0"/>
                </a:lnTo>
                <a:lnTo>
                  <a:pt x="294017" y="0"/>
                </a:lnTo>
                <a:lnTo>
                  <a:pt x="288241" y="0"/>
                </a:lnTo>
                <a:lnTo>
                  <a:pt x="282708" y="0"/>
                </a:lnTo>
                <a:lnTo>
                  <a:pt x="274555" y="0"/>
                </a:lnTo>
                <a:lnTo>
                  <a:pt x="268634" y="0"/>
                </a:lnTo>
                <a:lnTo>
                  <a:pt x="266886" y="0"/>
                </a:lnTo>
                <a:lnTo>
                  <a:pt x="263974" y="0"/>
                </a:lnTo>
                <a:lnTo>
                  <a:pt x="259897" y="0"/>
                </a:lnTo>
                <a:lnTo>
                  <a:pt x="254607" y="0"/>
                </a:lnTo>
                <a:lnTo>
                  <a:pt x="250967" y="0"/>
                </a:lnTo>
                <a:lnTo>
                  <a:pt x="251987" y="0"/>
                </a:lnTo>
                <a:lnTo>
                  <a:pt x="251064" y="0"/>
                </a:lnTo>
                <a:lnTo>
                  <a:pt x="245337" y="0"/>
                </a:lnTo>
                <a:lnTo>
                  <a:pt x="240824" y="0"/>
                </a:lnTo>
                <a:lnTo>
                  <a:pt x="240047" y="0"/>
                </a:lnTo>
                <a:lnTo>
                  <a:pt x="240581" y="0"/>
                </a:lnTo>
                <a:lnTo>
                  <a:pt x="242134" y="0"/>
                </a:lnTo>
                <a:lnTo>
                  <a:pt x="245046" y="0"/>
                </a:lnTo>
                <a:lnTo>
                  <a:pt x="246939" y="0"/>
                </a:lnTo>
                <a:lnTo>
                  <a:pt x="248347" y="0"/>
                </a:lnTo>
                <a:lnTo>
                  <a:pt x="248783" y="0"/>
                </a:lnTo>
                <a:lnTo>
                  <a:pt x="255093" y="0"/>
                </a:lnTo>
                <a:lnTo>
                  <a:pt x="258636" y="0"/>
                </a:lnTo>
                <a:lnTo>
                  <a:pt x="261208" y="0"/>
                </a:lnTo>
                <a:lnTo>
                  <a:pt x="260286" y="0"/>
                </a:lnTo>
                <a:lnTo>
                  <a:pt x="258781" y="0"/>
                </a:lnTo>
                <a:lnTo>
                  <a:pt x="260286" y="0"/>
                </a:lnTo>
                <a:lnTo>
                  <a:pt x="269070" y="0"/>
                </a:lnTo>
                <a:lnTo>
                  <a:pt x="269847" y="0"/>
                </a:lnTo>
                <a:lnTo>
                  <a:pt x="268779" y="0"/>
                </a:lnTo>
                <a:lnTo>
                  <a:pt x="267420" y="0"/>
                </a:lnTo>
                <a:lnTo>
                  <a:pt x="262955" y="0"/>
                </a:lnTo>
                <a:lnTo>
                  <a:pt x="261548" y="0"/>
                </a:lnTo>
                <a:lnTo>
                  <a:pt x="256306" y="0"/>
                </a:lnTo>
                <a:lnTo>
                  <a:pt x="253345" y="0"/>
                </a:lnTo>
                <a:lnTo>
                  <a:pt x="252423" y="0"/>
                </a:lnTo>
                <a:lnTo>
                  <a:pt x="250725" y="0"/>
                </a:lnTo>
                <a:lnTo>
                  <a:pt x="245580" y="0"/>
                </a:lnTo>
                <a:lnTo>
                  <a:pt x="241164" y="0"/>
                </a:lnTo>
                <a:lnTo>
                  <a:pt x="237087" y="0"/>
                </a:lnTo>
                <a:lnTo>
                  <a:pt x="236553" y="0"/>
                </a:lnTo>
                <a:lnTo>
                  <a:pt x="235679" y="0"/>
                </a:lnTo>
                <a:lnTo>
                  <a:pt x="231020" y="0"/>
                </a:lnTo>
                <a:lnTo>
                  <a:pt x="226167" y="0"/>
                </a:lnTo>
                <a:lnTo>
                  <a:pt x="221847" y="0"/>
                </a:lnTo>
                <a:lnTo>
                  <a:pt x="219129" y="0"/>
                </a:lnTo>
                <a:lnTo>
                  <a:pt x="216557" y="0"/>
                </a:lnTo>
                <a:lnTo>
                  <a:pt x="211121" y="0"/>
                </a:lnTo>
                <a:lnTo>
                  <a:pt x="197580" y="0"/>
                </a:lnTo>
                <a:lnTo>
                  <a:pt x="180351" y="0"/>
                </a:lnTo>
                <a:lnTo>
                  <a:pt x="173750" y="0"/>
                </a:lnTo>
                <a:lnTo>
                  <a:pt x="171033" y="0"/>
                </a:lnTo>
                <a:lnTo>
                  <a:pt x="169334" y="0"/>
                </a:lnTo>
                <a:lnTo>
                  <a:pt x="170936" y="0"/>
                </a:lnTo>
                <a:lnTo>
                  <a:pt x="171324" y="0"/>
                </a:lnTo>
                <a:lnTo>
                  <a:pt x="173362" y="0"/>
                </a:lnTo>
                <a:lnTo>
                  <a:pt x="172392" y="0"/>
                </a:lnTo>
                <a:lnTo>
                  <a:pt x="173411" y="0"/>
                </a:lnTo>
                <a:lnTo>
                  <a:pt x="174187" y="0"/>
                </a:lnTo>
                <a:lnTo>
                  <a:pt x="171469" y="0"/>
                </a:lnTo>
                <a:lnTo>
                  <a:pt x="159287" y="0"/>
                </a:lnTo>
                <a:lnTo>
                  <a:pt x="156715" y="0"/>
                </a:lnTo>
                <a:lnTo>
                  <a:pt x="153463" y="0"/>
                </a:lnTo>
                <a:lnTo>
                  <a:pt x="138903" y="0"/>
                </a:lnTo>
                <a:lnTo>
                  <a:pt x="133371" y="0"/>
                </a:lnTo>
                <a:lnTo>
                  <a:pt x="128275" y="0"/>
                </a:lnTo>
                <a:lnTo>
                  <a:pt x="127013" y="0"/>
                </a:lnTo>
                <a:lnTo>
                  <a:pt x="129925" y="0"/>
                </a:lnTo>
                <a:lnTo>
                  <a:pt x="131817" y="0"/>
                </a:lnTo>
                <a:lnTo>
                  <a:pt x="126576" y="0"/>
                </a:lnTo>
                <a:lnTo>
                  <a:pt x="125702" y="0"/>
                </a:lnTo>
                <a:lnTo>
                  <a:pt x="127741" y="0"/>
                </a:lnTo>
                <a:lnTo>
                  <a:pt x="126916" y="0"/>
                </a:lnTo>
                <a:lnTo>
                  <a:pt x="124052" y="0"/>
                </a:lnTo>
                <a:lnTo>
                  <a:pt x="119538" y="0"/>
                </a:lnTo>
                <a:lnTo>
                  <a:pt x="117694" y="0"/>
                </a:lnTo>
                <a:lnTo>
                  <a:pt x="114103" y="0"/>
                </a:lnTo>
                <a:lnTo>
                  <a:pt x="109346" y="0"/>
                </a:lnTo>
                <a:lnTo>
                  <a:pt x="106143" y="0"/>
                </a:lnTo>
                <a:lnTo>
                  <a:pt x="103862" y="0"/>
                </a:lnTo>
                <a:lnTo>
                  <a:pt x="102552" y="0"/>
                </a:lnTo>
                <a:lnTo>
                  <a:pt x="92748" y="0"/>
                </a:lnTo>
                <a:lnTo>
                  <a:pt x="90418" y="0"/>
                </a:lnTo>
                <a:lnTo>
                  <a:pt x="86924" y="0"/>
                </a:lnTo>
                <a:lnTo>
                  <a:pt x="88137" y="0"/>
                </a:lnTo>
                <a:lnTo>
                  <a:pt x="88380" y="0"/>
                </a:lnTo>
                <a:lnTo>
                  <a:pt x="87118" y="0"/>
                </a:lnTo>
                <a:lnTo>
                  <a:pt x="86730" y="0"/>
                </a:lnTo>
                <a:lnTo>
                  <a:pt x="88186" y="0"/>
                </a:lnTo>
                <a:lnTo>
                  <a:pt x="92894" y="0"/>
                </a:lnTo>
                <a:lnTo>
                  <a:pt x="91777" y="0"/>
                </a:lnTo>
                <a:lnTo>
                  <a:pt x="91243" y="0"/>
                </a:lnTo>
                <a:lnTo>
                  <a:pt x="95175" y="0"/>
                </a:lnTo>
                <a:lnTo>
                  <a:pt x="98038" y="0"/>
                </a:lnTo>
                <a:lnTo>
                  <a:pt x="114054" y="0"/>
                </a:lnTo>
                <a:lnTo>
                  <a:pt x="119490" y="0"/>
                </a:lnTo>
                <a:lnTo>
                  <a:pt x="121528" y="0"/>
                </a:lnTo>
                <a:lnTo>
                  <a:pt x="122839" y="0"/>
                </a:lnTo>
                <a:lnTo>
                  <a:pt x="125557" y="0"/>
                </a:lnTo>
                <a:lnTo>
                  <a:pt x="126964" y="0"/>
                </a:lnTo>
                <a:lnTo>
                  <a:pt x="130167" y="0"/>
                </a:lnTo>
                <a:lnTo>
                  <a:pt x="133710" y="0"/>
                </a:lnTo>
                <a:lnTo>
                  <a:pt x="134924" y="0"/>
                </a:lnTo>
                <a:lnTo>
                  <a:pt x="135166" y="0"/>
                </a:lnTo>
                <a:lnTo>
                  <a:pt x="135360" y="0"/>
                </a:lnTo>
                <a:lnTo>
                  <a:pt x="138564" y="0"/>
                </a:lnTo>
                <a:lnTo>
                  <a:pt x="140990" y="0"/>
                </a:lnTo>
                <a:lnTo>
                  <a:pt x="149484" y="0"/>
                </a:lnTo>
                <a:lnTo>
                  <a:pt x="151910" y="0"/>
                </a:lnTo>
                <a:lnTo>
                  <a:pt x="153900" y="0"/>
                </a:lnTo>
                <a:lnTo>
                  <a:pt x="148756" y="0"/>
                </a:lnTo>
                <a:lnTo>
                  <a:pt x="147397" y="0"/>
                </a:lnTo>
                <a:lnTo>
                  <a:pt x="145892" y="0"/>
                </a:lnTo>
                <a:lnTo>
                  <a:pt x="144096" y="0"/>
                </a:lnTo>
                <a:lnTo>
                  <a:pt x="141233" y="0"/>
                </a:lnTo>
                <a:lnTo>
                  <a:pt x="141039" y="0"/>
                </a:lnTo>
                <a:lnTo>
                  <a:pt x="143174" y="0"/>
                </a:lnTo>
                <a:lnTo>
                  <a:pt x="142835" y="0"/>
                </a:lnTo>
                <a:lnTo>
                  <a:pt x="139923" y="0"/>
                </a:lnTo>
                <a:lnTo>
                  <a:pt x="135118" y="0"/>
                </a:lnTo>
                <a:lnTo>
                  <a:pt x="135263" y="0"/>
                </a:lnTo>
                <a:lnTo>
                  <a:pt x="137399" y="0"/>
                </a:lnTo>
                <a:lnTo>
                  <a:pt x="145455" y="0"/>
                </a:lnTo>
                <a:lnTo>
                  <a:pt x="148028" y="0"/>
                </a:lnTo>
                <a:lnTo>
                  <a:pt x="151231" y="0"/>
                </a:lnTo>
                <a:lnTo>
                  <a:pt x="155890" y="0"/>
                </a:lnTo>
                <a:lnTo>
                  <a:pt x="161520" y="0"/>
                </a:lnTo>
                <a:lnTo>
                  <a:pt x="165937" y="0"/>
                </a:lnTo>
                <a:lnTo>
                  <a:pt x="176857" y="0"/>
                </a:lnTo>
                <a:lnTo>
                  <a:pt x="183457" y="0"/>
                </a:lnTo>
                <a:lnTo>
                  <a:pt x="190640" y="0"/>
                </a:lnTo>
                <a:lnTo>
                  <a:pt x="195445" y="0"/>
                </a:lnTo>
                <a:lnTo>
                  <a:pt x="200153" y="0"/>
                </a:lnTo>
                <a:lnTo>
                  <a:pt x="205783" y="0"/>
                </a:lnTo>
                <a:lnTo>
                  <a:pt x="214761" y="1214"/>
                </a:lnTo>
                <a:lnTo>
                  <a:pt x="229418" y="12526"/>
                </a:lnTo>
                <a:lnTo>
                  <a:pt x="227817" y="15293"/>
                </a:lnTo>
                <a:lnTo>
                  <a:pt x="227186" y="19566"/>
                </a:lnTo>
                <a:lnTo>
                  <a:pt x="221410" y="25295"/>
                </a:lnTo>
                <a:lnTo>
                  <a:pt x="220488" y="28596"/>
                </a:lnTo>
                <a:lnTo>
                  <a:pt x="218401" y="32771"/>
                </a:lnTo>
                <a:lnTo>
                  <a:pt x="214373" y="35005"/>
                </a:lnTo>
                <a:lnTo>
                  <a:pt x="210927" y="35393"/>
                </a:lnTo>
                <a:lnTo>
                  <a:pt x="208889" y="35005"/>
                </a:lnTo>
                <a:lnTo>
                  <a:pt x="207530" y="34179"/>
                </a:lnTo>
                <a:lnTo>
                  <a:pt x="205152" y="30247"/>
                </a:lnTo>
                <a:lnTo>
                  <a:pt x="203987" y="29033"/>
                </a:lnTo>
                <a:lnTo>
                  <a:pt x="202968" y="28742"/>
                </a:lnTo>
                <a:lnTo>
                  <a:pt x="195591" y="31461"/>
                </a:lnTo>
                <a:lnTo>
                  <a:pt x="188456" y="34519"/>
                </a:lnTo>
                <a:lnTo>
                  <a:pt x="187146" y="37189"/>
                </a:lnTo>
                <a:lnTo>
                  <a:pt x="185253" y="40345"/>
                </a:lnTo>
                <a:lnTo>
                  <a:pt x="183166" y="41608"/>
                </a:lnTo>
                <a:lnTo>
                  <a:pt x="181516" y="41899"/>
                </a:lnTo>
                <a:lnTo>
                  <a:pt x="179963" y="40054"/>
                </a:lnTo>
                <a:lnTo>
                  <a:pt x="177196" y="37626"/>
                </a:lnTo>
                <a:lnTo>
                  <a:pt x="175109" y="35393"/>
                </a:lnTo>
                <a:lnTo>
                  <a:pt x="175643" y="31752"/>
                </a:lnTo>
                <a:lnTo>
                  <a:pt x="179672" y="26411"/>
                </a:lnTo>
                <a:lnTo>
                  <a:pt x="180205" y="22624"/>
                </a:lnTo>
                <a:lnTo>
                  <a:pt x="179672" y="16216"/>
                </a:lnTo>
                <a:lnTo>
                  <a:pt x="178604" y="12477"/>
                </a:lnTo>
                <a:lnTo>
                  <a:pt x="177390" y="12380"/>
                </a:lnTo>
                <a:lnTo>
                  <a:pt x="175449" y="11749"/>
                </a:lnTo>
                <a:lnTo>
                  <a:pt x="169868" y="12380"/>
                </a:lnTo>
                <a:lnTo>
                  <a:pt x="167101" y="8156"/>
                </a:lnTo>
                <a:lnTo>
                  <a:pt x="165985" y="3593"/>
                </a:lnTo>
                <a:lnTo>
                  <a:pt x="164044" y="1942"/>
                </a:lnTo>
                <a:lnTo>
                  <a:pt x="162199" y="922"/>
                </a:lnTo>
                <a:lnTo>
                  <a:pt x="157977" y="2525"/>
                </a:lnTo>
                <a:lnTo>
                  <a:pt x="154822" y="1554"/>
                </a:lnTo>
                <a:lnTo>
                  <a:pt x="144194" y="0"/>
                </a:lnTo>
                <a:lnTo>
                  <a:pt x="140117" y="0"/>
                </a:lnTo>
                <a:lnTo>
                  <a:pt x="137981" y="0"/>
                </a:lnTo>
                <a:lnTo>
                  <a:pt x="136040" y="0"/>
                </a:lnTo>
                <a:lnTo>
                  <a:pt x="135263" y="0"/>
                </a:lnTo>
                <a:lnTo>
                  <a:pt x="134147" y="534"/>
                </a:lnTo>
                <a:lnTo>
                  <a:pt x="133225" y="2816"/>
                </a:lnTo>
                <a:lnTo>
                  <a:pt x="121092" y="0"/>
                </a:lnTo>
                <a:lnTo>
                  <a:pt x="112695" y="0"/>
                </a:lnTo>
                <a:lnTo>
                  <a:pt x="113860" y="0"/>
                </a:lnTo>
                <a:lnTo>
                  <a:pt x="111336" y="0"/>
                </a:lnTo>
                <a:lnTo>
                  <a:pt x="108133" y="0"/>
                </a:lnTo>
                <a:lnTo>
                  <a:pt x="105755" y="0"/>
                </a:lnTo>
                <a:lnTo>
                  <a:pt x="107890" y="0"/>
                </a:lnTo>
                <a:lnTo>
                  <a:pt x="104590" y="0"/>
                </a:lnTo>
                <a:lnTo>
                  <a:pt x="100028" y="0"/>
                </a:lnTo>
                <a:lnTo>
                  <a:pt x="96339" y="0"/>
                </a:lnTo>
                <a:lnTo>
                  <a:pt x="93476" y="0"/>
                </a:lnTo>
                <a:lnTo>
                  <a:pt x="91729" y="0"/>
                </a:lnTo>
                <a:lnTo>
                  <a:pt x="87798" y="0"/>
                </a:lnTo>
                <a:lnTo>
                  <a:pt x="82702" y="0"/>
                </a:lnTo>
                <a:lnTo>
                  <a:pt x="81003" y="0"/>
                </a:lnTo>
                <a:lnTo>
                  <a:pt x="81391" y="0"/>
                </a:lnTo>
                <a:lnTo>
                  <a:pt x="77654" y="0"/>
                </a:lnTo>
                <a:lnTo>
                  <a:pt x="72704" y="0"/>
                </a:lnTo>
                <a:lnTo>
                  <a:pt x="68675" y="0"/>
                </a:lnTo>
                <a:lnTo>
                  <a:pt x="64550" y="0"/>
                </a:lnTo>
                <a:lnTo>
                  <a:pt x="61250" y="0"/>
                </a:lnTo>
                <a:lnTo>
                  <a:pt x="58483" y="0"/>
                </a:lnTo>
                <a:lnTo>
                  <a:pt x="54649" y="0"/>
                </a:lnTo>
                <a:lnTo>
                  <a:pt x="53387" y="0"/>
                </a:lnTo>
                <a:lnTo>
                  <a:pt x="50815" y="0"/>
                </a:lnTo>
                <a:lnTo>
                  <a:pt x="47903" y="0"/>
                </a:lnTo>
                <a:lnTo>
                  <a:pt x="45185" y="0"/>
                </a:lnTo>
                <a:lnTo>
                  <a:pt x="41933" y="0"/>
                </a:lnTo>
                <a:lnTo>
                  <a:pt x="41399" y="0"/>
                </a:lnTo>
                <a:lnTo>
                  <a:pt x="42128" y="0"/>
                </a:lnTo>
                <a:lnTo>
                  <a:pt x="46204" y="0"/>
                </a:lnTo>
                <a:lnTo>
                  <a:pt x="48388" y="0"/>
                </a:lnTo>
                <a:lnTo>
                  <a:pt x="51883" y="0"/>
                </a:lnTo>
                <a:lnTo>
                  <a:pt x="54309" y="0"/>
                </a:lnTo>
                <a:lnTo>
                  <a:pt x="57658" y="0"/>
                </a:lnTo>
                <a:lnTo>
                  <a:pt x="64501" y="0"/>
                </a:lnTo>
                <a:lnTo>
                  <a:pt x="65229" y="0"/>
                </a:lnTo>
                <a:lnTo>
                  <a:pt x="66637" y="0"/>
                </a:lnTo>
                <a:lnTo>
                  <a:pt x="67656" y="0"/>
                </a:lnTo>
                <a:lnTo>
                  <a:pt x="67996" y="0"/>
                </a:lnTo>
                <a:lnTo>
                  <a:pt x="67122" y="0"/>
                </a:lnTo>
                <a:lnTo>
                  <a:pt x="68578" y="0"/>
                </a:lnTo>
                <a:lnTo>
                  <a:pt x="73432" y="0"/>
                </a:lnTo>
                <a:lnTo>
                  <a:pt x="80129" y="0"/>
                </a:lnTo>
                <a:lnTo>
                  <a:pt x="88137" y="0"/>
                </a:lnTo>
                <a:lnTo>
                  <a:pt x="96339" y="0"/>
                </a:lnTo>
                <a:lnTo>
                  <a:pt x="100416" y="0"/>
                </a:lnTo>
                <a:lnTo>
                  <a:pt x="102115" y="0"/>
                </a:lnTo>
                <a:lnTo>
                  <a:pt x="103911" y="0"/>
                </a:lnTo>
                <a:lnTo>
                  <a:pt x="106726" y="0"/>
                </a:lnTo>
                <a:lnTo>
                  <a:pt x="108618" y="0"/>
                </a:lnTo>
                <a:lnTo>
                  <a:pt x="108764" y="0"/>
                </a:lnTo>
                <a:lnTo>
                  <a:pt x="104299" y="0"/>
                </a:lnTo>
                <a:lnTo>
                  <a:pt x="101387" y="0"/>
                </a:lnTo>
                <a:lnTo>
                  <a:pt x="99882" y="0"/>
                </a:lnTo>
                <a:lnTo>
                  <a:pt x="99106" y="0"/>
                </a:lnTo>
                <a:lnTo>
                  <a:pt x="98038" y="0"/>
                </a:lnTo>
                <a:lnTo>
                  <a:pt x="98572" y="0"/>
                </a:lnTo>
                <a:lnTo>
                  <a:pt x="96970" y="0"/>
                </a:lnTo>
                <a:lnTo>
                  <a:pt x="93330" y="0"/>
                </a:lnTo>
                <a:lnTo>
                  <a:pt x="89593" y="0"/>
                </a:lnTo>
                <a:lnTo>
                  <a:pt x="87361" y="0"/>
                </a:lnTo>
                <a:lnTo>
                  <a:pt x="84934" y="0"/>
                </a:lnTo>
                <a:lnTo>
                  <a:pt x="84109" y="0"/>
                </a:lnTo>
                <a:lnTo>
                  <a:pt x="85565" y="0"/>
                </a:lnTo>
                <a:lnTo>
                  <a:pt x="87458" y="0"/>
                </a:lnTo>
                <a:lnTo>
                  <a:pt x="87264" y="0"/>
                </a:lnTo>
                <a:lnTo>
                  <a:pt x="86487" y="0"/>
                </a:lnTo>
                <a:lnTo>
                  <a:pt x="85565" y="0"/>
                </a:lnTo>
                <a:lnTo>
                  <a:pt x="83090" y="0"/>
                </a:lnTo>
                <a:lnTo>
                  <a:pt x="79644" y="0"/>
                </a:lnTo>
                <a:lnTo>
                  <a:pt x="75713" y="0"/>
                </a:lnTo>
                <a:lnTo>
                  <a:pt x="65375" y="0"/>
                </a:lnTo>
                <a:lnTo>
                  <a:pt x="58047" y="0"/>
                </a:lnTo>
                <a:lnTo>
                  <a:pt x="54406" y="0"/>
                </a:lnTo>
                <a:lnTo>
                  <a:pt x="49796" y="0"/>
                </a:lnTo>
                <a:lnTo>
                  <a:pt x="46496" y="0"/>
                </a:lnTo>
                <a:lnTo>
                  <a:pt x="42322" y="0"/>
                </a:lnTo>
                <a:lnTo>
                  <a:pt x="40186" y="0"/>
                </a:lnTo>
                <a:lnTo>
                  <a:pt x="39021" y="0"/>
                </a:lnTo>
                <a:lnTo>
                  <a:pt x="39652" y="0"/>
                </a:lnTo>
                <a:lnTo>
                  <a:pt x="41642" y="0"/>
                </a:lnTo>
                <a:lnTo>
                  <a:pt x="44263" y="0"/>
                </a:lnTo>
                <a:lnTo>
                  <a:pt x="46350" y="0"/>
                </a:lnTo>
                <a:lnTo>
                  <a:pt x="52320" y="0"/>
                </a:lnTo>
                <a:lnTo>
                  <a:pt x="56445" y="0"/>
                </a:lnTo>
                <a:lnTo>
                  <a:pt x="57416" y="0"/>
                </a:lnTo>
                <a:lnTo>
                  <a:pt x="57804" y="0"/>
                </a:lnTo>
                <a:lnTo>
                  <a:pt x="57270" y="0"/>
                </a:lnTo>
                <a:lnTo>
                  <a:pt x="57464" y="0"/>
                </a:lnTo>
                <a:lnTo>
                  <a:pt x="58241" y="0"/>
                </a:lnTo>
                <a:lnTo>
                  <a:pt x="59114" y="0"/>
                </a:lnTo>
                <a:lnTo>
                  <a:pt x="70083" y="0"/>
                </a:lnTo>
                <a:lnTo>
                  <a:pt x="72412" y="0"/>
                </a:lnTo>
                <a:lnTo>
                  <a:pt x="73480" y="0"/>
                </a:lnTo>
                <a:lnTo>
                  <a:pt x="72558" y="0"/>
                </a:lnTo>
                <a:lnTo>
                  <a:pt x="70908" y="0"/>
                </a:lnTo>
                <a:lnTo>
                  <a:pt x="63822" y="0"/>
                </a:lnTo>
                <a:lnTo>
                  <a:pt x="62463" y="0"/>
                </a:lnTo>
                <a:lnTo>
                  <a:pt x="59211" y="0"/>
                </a:lnTo>
                <a:lnTo>
                  <a:pt x="57804" y="0"/>
                </a:lnTo>
                <a:lnTo>
                  <a:pt x="55765" y="0"/>
                </a:lnTo>
                <a:lnTo>
                  <a:pt x="53581" y="0"/>
                </a:lnTo>
                <a:lnTo>
                  <a:pt x="53242" y="0"/>
                </a:lnTo>
                <a:lnTo>
                  <a:pt x="51689" y="0"/>
                </a:lnTo>
                <a:lnTo>
                  <a:pt x="42856" y="0"/>
                </a:lnTo>
                <a:lnTo>
                  <a:pt x="38876" y="0"/>
                </a:lnTo>
                <a:lnTo>
                  <a:pt x="33440" y="0"/>
                </a:lnTo>
                <a:lnTo>
                  <a:pt x="26937" y="0"/>
                </a:lnTo>
                <a:lnTo>
                  <a:pt x="20336" y="0"/>
                </a:lnTo>
                <a:lnTo>
                  <a:pt x="17230" y="0"/>
                </a:lnTo>
                <a:lnTo>
                  <a:pt x="16114" y="0"/>
                </a:lnTo>
                <a:lnTo>
                  <a:pt x="15774" y="0"/>
                </a:lnTo>
                <a:lnTo>
                  <a:pt x="17764" y="0"/>
                </a:lnTo>
                <a:lnTo>
                  <a:pt x="16793" y="0"/>
                </a:lnTo>
                <a:lnTo>
                  <a:pt x="13493" y="0"/>
                </a:lnTo>
                <a:lnTo>
                  <a:pt x="12037" y="0"/>
                </a:lnTo>
                <a:lnTo>
                  <a:pt x="12522" y="0"/>
                </a:lnTo>
                <a:lnTo>
                  <a:pt x="10920" y="0"/>
                </a:lnTo>
                <a:lnTo>
                  <a:pt x="7280" y="0"/>
                </a:lnTo>
                <a:lnTo>
                  <a:pt x="3737" y="0"/>
                </a:lnTo>
                <a:lnTo>
                  <a:pt x="340" y="0"/>
                </a:lnTo>
                <a:lnTo>
                  <a:pt x="0" y="0"/>
                </a:lnTo>
                <a:lnTo>
                  <a:pt x="1117" y="0"/>
                </a:lnTo>
                <a:lnTo>
                  <a:pt x="5388" y="0"/>
                </a:lnTo>
                <a:lnTo>
                  <a:pt x="6844" y="0"/>
                </a:lnTo>
                <a:lnTo>
                  <a:pt x="9853" y="0"/>
                </a:lnTo>
                <a:lnTo>
                  <a:pt x="14463" y="0"/>
                </a:lnTo>
                <a:lnTo>
                  <a:pt x="17181" y="0"/>
                </a:lnTo>
                <a:lnTo>
                  <a:pt x="18055" y="0"/>
                </a:lnTo>
                <a:lnTo>
                  <a:pt x="18443" y="0"/>
                </a:lnTo>
                <a:lnTo>
                  <a:pt x="16114" y="0"/>
                </a:lnTo>
                <a:lnTo>
                  <a:pt x="16502" y="0"/>
                </a:lnTo>
                <a:lnTo>
                  <a:pt x="20870" y="0"/>
                </a:lnTo>
                <a:lnTo>
                  <a:pt x="20384" y="0"/>
                </a:lnTo>
                <a:lnTo>
                  <a:pt x="21501" y="0"/>
                </a:lnTo>
                <a:lnTo>
                  <a:pt x="26306" y="0"/>
                </a:lnTo>
                <a:lnTo>
                  <a:pt x="29946" y="0"/>
                </a:lnTo>
                <a:lnTo>
                  <a:pt x="31110" y="0"/>
                </a:lnTo>
                <a:lnTo>
                  <a:pt x="32761" y="0"/>
                </a:lnTo>
                <a:lnTo>
                  <a:pt x="35770" y="0"/>
                </a:lnTo>
                <a:lnTo>
                  <a:pt x="41982" y="0"/>
                </a:lnTo>
                <a:lnTo>
                  <a:pt x="44651" y="0"/>
                </a:lnTo>
                <a:lnTo>
                  <a:pt x="48388" y="0"/>
                </a:lnTo>
                <a:lnTo>
                  <a:pt x="52465" y="0"/>
                </a:lnTo>
                <a:lnTo>
                  <a:pt x="54358" y="0"/>
                </a:lnTo>
                <a:lnTo>
                  <a:pt x="67316" y="0"/>
                </a:lnTo>
                <a:lnTo>
                  <a:pt x="70180" y="0"/>
                </a:lnTo>
                <a:lnTo>
                  <a:pt x="72898" y="0"/>
                </a:lnTo>
                <a:lnTo>
                  <a:pt x="74888" y="0"/>
                </a:lnTo>
                <a:lnTo>
                  <a:pt x="76878" y="0"/>
                </a:lnTo>
                <a:lnTo>
                  <a:pt x="78285" y="0"/>
                </a:lnTo>
                <a:lnTo>
                  <a:pt x="79935" y="0"/>
                </a:lnTo>
                <a:lnTo>
                  <a:pt x="80857" y="0"/>
                </a:lnTo>
                <a:lnTo>
                  <a:pt x="82507" y="0"/>
                </a:lnTo>
                <a:lnTo>
                  <a:pt x="85274" y="0"/>
                </a:lnTo>
                <a:lnTo>
                  <a:pt x="88477" y="0"/>
                </a:lnTo>
                <a:lnTo>
                  <a:pt x="92699" y="0"/>
                </a:lnTo>
                <a:lnTo>
                  <a:pt x="95320" y="0"/>
                </a:lnTo>
                <a:lnTo>
                  <a:pt x="98281" y="0"/>
                </a:lnTo>
                <a:lnTo>
                  <a:pt x="100853" y="0"/>
                </a:lnTo>
                <a:lnTo>
                  <a:pt x="102503" y="0"/>
                </a:lnTo>
                <a:lnTo>
                  <a:pt x="103280" y="0"/>
                </a:lnTo>
                <a:lnTo>
                  <a:pt x="102552" y="0"/>
                </a:lnTo>
                <a:lnTo>
                  <a:pt x="100659" y="0"/>
                </a:lnTo>
                <a:lnTo>
                  <a:pt x="101193" y="0"/>
                </a:lnTo>
                <a:lnTo>
                  <a:pt x="104736" y="0"/>
                </a:lnTo>
                <a:lnTo>
                  <a:pt x="109929" y="0"/>
                </a:lnTo>
                <a:lnTo>
                  <a:pt x="113860" y="0"/>
                </a:lnTo>
                <a:lnTo>
                  <a:pt x="116432" y="0"/>
                </a:lnTo>
                <a:lnTo>
                  <a:pt x="118956" y="0"/>
                </a:lnTo>
                <a:lnTo>
                  <a:pt x="122111" y="0"/>
                </a:lnTo>
                <a:lnTo>
                  <a:pt x="125217" y="0"/>
                </a:lnTo>
                <a:lnTo>
                  <a:pt x="127644" y="0"/>
                </a:lnTo>
                <a:lnTo>
                  <a:pt x="133371" y="0"/>
                </a:lnTo>
                <a:close/>
              </a:path>
            </a:pathLst>
          </a:custGeom>
          <a:solidFill>
            <a:srgbClr val="E4E5E6"/>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ap - Indonesia"/>
          <p:cNvSpPr/>
          <p:nvPr/>
        </p:nvSpPr>
        <p:spPr>
          <a:xfrm>
            <a:off x="7294649" y="1427821"/>
            <a:ext cx="1227559" cy="734516"/>
          </a:xfrm>
          <a:custGeom>
            <a:avLst/>
            <a:gdLst/>
            <a:ahLst/>
            <a:cxnLst/>
            <a:rect l="l" t="t" r="r" b="b"/>
            <a:pathLst>
              <a:path w="1227559" h="734516">
                <a:moveTo>
                  <a:pt x="110414" y="202163"/>
                </a:moveTo>
                <a:lnTo>
                  <a:pt x="120897" y="215806"/>
                </a:lnTo>
                <a:lnTo>
                  <a:pt x="125168" y="217651"/>
                </a:lnTo>
                <a:lnTo>
                  <a:pt x="130847" y="223865"/>
                </a:lnTo>
                <a:lnTo>
                  <a:pt x="132254" y="226001"/>
                </a:lnTo>
                <a:lnTo>
                  <a:pt x="130798" y="230371"/>
                </a:lnTo>
                <a:lnTo>
                  <a:pt x="129536" y="242800"/>
                </a:lnTo>
                <a:lnTo>
                  <a:pt x="126818" y="245907"/>
                </a:lnTo>
                <a:lnTo>
                  <a:pt x="120218" y="244353"/>
                </a:lnTo>
                <a:lnTo>
                  <a:pt x="120169" y="242168"/>
                </a:lnTo>
                <a:lnTo>
                  <a:pt x="116335" y="232798"/>
                </a:lnTo>
                <a:lnTo>
                  <a:pt x="109395" y="227603"/>
                </a:lnTo>
                <a:lnTo>
                  <a:pt x="106677" y="227312"/>
                </a:lnTo>
                <a:lnTo>
                  <a:pt x="104930" y="221972"/>
                </a:lnTo>
                <a:lnTo>
                  <a:pt x="101435" y="215660"/>
                </a:lnTo>
                <a:lnTo>
                  <a:pt x="90855" y="204105"/>
                </a:lnTo>
                <a:lnTo>
                  <a:pt x="98863" y="204154"/>
                </a:lnTo>
                <a:lnTo>
                  <a:pt x="102746" y="201338"/>
                </a:lnTo>
                <a:lnTo>
                  <a:pt x="103668" y="199104"/>
                </a:lnTo>
                <a:lnTo>
                  <a:pt x="104299" y="198522"/>
                </a:lnTo>
                <a:lnTo>
                  <a:pt x="110414" y="202163"/>
                </a:lnTo>
                <a:close/>
                <a:moveTo>
                  <a:pt x="192047" y="359611"/>
                </a:moveTo>
                <a:lnTo>
                  <a:pt x="187582" y="359854"/>
                </a:lnTo>
                <a:lnTo>
                  <a:pt x="177973" y="354077"/>
                </a:lnTo>
                <a:lnTo>
                  <a:pt x="175740" y="351455"/>
                </a:lnTo>
                <a:lnTo>
                  <a:pt x="175158" y="347959"/>
                </a:lnTo>
                <a:lnTo>
                  <a:pt x="165985" y="334511"/>
                </a:lnTo>
                <a:lnTo>
                  <a:pt x="164772" y="331452"/>
                </a:lnTo>
                <a:lnTo>
                  <a:pt x="168363" y="320431"/>
                </a:lnTo>
                <a:lnTo>
                  <a:pt x="177730" y="317761"/>
                </a:lnTo>
                <a:lnTo>
                  <a:pt x="180836" y="319606"/>
                </a:lnTo>
                <a:lnTo>
                  <a:pt x="181904" y="324558"/>
                </a:lnTo>
                <a:lnTo>
                  <a:pt x="187243" y="333540"/>
                </a:lnTo>
                <a:lnTo>
                  <a:pt x="188990" y="338346"/>
                </a:lnTo>
                <a:lnTo>
                  <a:pt x="190349" y="340483"/>
                </a:lnTo>
                <a:lnTo>
                  <a:pt x="190883" y="342133"/>
                </a:lnTo>
                <a:lnTo>
                  <a:pt x="190446" y="343298"/>
                </a:lnTo>
                <a:lnTo>
                  <a:pt x="194280" y="348979"/>
                </a:lnTo>
                <a:lnTo>
                  <a:pt x="197046" y="352329"/>
                </a:lnTo>
                <a:lnTo>
                  <a:pt x="197241" y="357669"/>
                </a:lnTo>
                <a:lnTo>
                  <a:pt x="192047" y="359611"/>
                </a:lnTo>
                <a:close/>
                <a:moveTo>
                  <a:pt x="1040268" y="691500"/>
                </a:moveTo>
                <a:lnTo>
                  <a:pt x="1034104" y="701550"/>
                </a:lnTo>
                <a:lnTo>
                  <a:pt x="1036288" y="703152"/>
                </a:lnTo>
                <a:lnTo>
                  <a:pt x="1037647" y="704706"/>
                </a:lnTo>
                <a:lnTo>
                  <a:pt x="1027455" y="706794"/>
                </a:lnTo>
                <a:lnTo>
                  <a:pt x="1023233" y="705677"/>
                </a:lnTo>
                <a:lnTo>
                  <a:pt x="1020758" y="705968"/>
                </a:lnTo>
                <a:lnTo>
                  <a:pt x="1010468" y="704075"/>
                </a:lnTo>
                <a:lnTo>
                  <a:pt x="1003091" y="701793"/>
                </a:lnTo>
                <a:lnTo>
                  <a:pt x="1002218" y="699948"/>
                </a:lnTo>
                <a:lnTo>
                  <a:pt x="1002800" y="697763"/>
                </a:lnTo>
                <a:lnTo>
                  <a:pt x="1004984" y="698492"/>
                </a:lnTo>
                <a:lnTo>
                  <a:pt x="1010711" y="698831"/>
                </a:lnTo>
                <a:lnTo>
                  <a:pt x="1012847" y="697860"/>
                </a:lnTo>
                <a:lnTo>
                  <a:pt x="1012944" y="691355"/>
                </a:lnTo>
                <a:lnTo>
                  <a:pt x="1012119" y="682907"/>
                </a:lnTo>
                <a:lnTo>
                  <a:pt x="1019835" y="676013"/>
                </a:lnTo>
                <a:lnTo>
                  <a:pt x="1023912" y="673245"/>
                </a:lnTo>
                <a:lnTo>
                  <a:pt x="1028669" y="671595"/>
                </a:lnTo>
                <a:lnTo>
                  <a:pt x="1040559" y="675430"/>
                </a:lnTo>
                <a:lnTo>
                  <a:pt x="1042549" y="676450"/>
                </a:lnTo>
                <a:lnTo>
                  <a:pt x="1044054" y="678003"/>
                </a:lnTo>
                <a:lnTo>
                  <a:pt x="1044782" y="680479"/>
                </a:lnTo>
                <a:lnTo>
                  <a:pt x="1040268" y="691500"/>
                </a:lnTo>
                <a:close/>
                <a:moveTo>
                  <a:pt x="982368" y="669216"/>
                </a:moveTo>
                <a:lnTo>
                  <a:pt x="987269" y="671789"/>
                </a:lnTo>
                <a:lnTo>
                  <a:pt x="994161" y="679363"/>
                </a:lnTo>
                <a:lnTo>
                  <a:pt x="994792" y="681450"/>
                </a:lnTo>
                <a:lnTo>
                  <a:pt x="992705" y="683441"/>
                </a:lnTo>
                <a:lnTo>
                  <a:pt x="987803" y="686645"/>
                </a:lnTo>
                <a:lnTo>
                  <a:pt x="976835" y="691597"/>
                </a:lnTo>
                <a:lnTo>
                  <a:pt x="974942" y="693928"/>
                </a:lnTo>
                <a:lnTo>
                  <a:pt x="972612" y="698492"/>
                </a:lnTo>
                <a:lnTo>
                  <a:pt x="972078" y="700434"/>
                </a:lnTo>
                <a:lnTo>
                  <a:pt x="971302" y="701502"/>
                </a:lnTo>
                <a:lnTo>
                  <a:pt x="970040" y="702230"/>
                </a:lnTo>
                <a:lnTo>
                  <a:pt x="967662" y="702910"/>
                </a:lnTo>
                <a:lnTo>
                  <a:pt x="965090" y="701939"/>
                </a:lnTo>
                <a:lnTo>
                  <a:pt x="967419" y="699026"/>
                </a:lnTo>
                <a:lnTo>
                  <a:pt x="967516" y="695530"/>
                </a:lnTo>
                <a:lnTo>
                  <a:pt x="965769" y="692229"/>
                </a:lnTo>
                <a:lnTo>
                  <a:pt x="963294" y="689510"/>
                </a:lnTo>
                <a:lnTo>
                  <a:pt x="958295" y="685771"/>
                </a:lnTo>
                <a:lnTo>
                  <a:pt x="952956" y="682519"/>
                </a:lnTo>
                <a:lnTo>
                  <a:pt x="947569" y="680819"/>
                </a:lnTo>
                <a:lnTo>
                  <a:pt x="941842" y="680043"/>
                </a:lnTo>
                <a:lnTo>
                  <a:pt x="939804" y="678440"/>
                </a:lnTo>
                <a:lnTo>
                  <a:pt x="936455" y="674362"/>
                </a:lnTo>
                <a:lnTo>
                  <a:pt x="935339" y="672129"/>
                </a:lnTo>
                <a:lnTo>
                  <a:pt x="934805" y="669750"/>
                </a:lnTo>
                <a:lnTo>
                  <a:pt x="935144" y="667468"/>
                </a:lnTo>
                <a:lnTo>
                  <a:pt x="936552" y="667371"/>
                </a:lnTo>
                <a:lnTo>
                  <a:pt x="942182" y="667905"/>
                </a:lnTo>
                <a:lnTo>
                  <a:pt x="952519" y="670575"/>
                </a:lnTo>
                <a:lnTo>
                  <a:pt x="957615" y="670769"/>
                </a:lnTo>
                <a:lnTo>
                  <a:pt x="960527" y="670138"/>
                </a:lnTo>
                <a:lnTo>
                  <a:pt x="968099" y="664895"/>
                </a:lnTo>
                <a:lnTo>
                  <a:pt x="969894" y="664943"/>
                </a:lnTo>
                <a:lnTo>
                  <a:pt x="977126" y="667274"/>
                </a:lnTo>
                <a:lnTo>
                  <a:pt x="982368" y="669216"/>
                </a:lnTo>
                <a:close/>
                <a:moveTo>
                  <a:pt x="526055" y="354319"/>
                </a:moveTo>
                <a:lnTo>
                  <a:pt x="527705" y="357669"/>
                </a:lnTo>
                <a:lnTo>
                  <a:pt x="529986" y="360679"/>
                </a:lnTo>
                <a:lnTo>
                  <a:pt x="531685" y="363932"/>
                </a:lnTo>
                <a:lnTo>
                  <a:pt x="533966" y="379565"/>
                </a:lnTo>
                <a:lnTo>
                  <a:pt x="541586" y="392965"/>
                </a:lnTo>
                <a:lnTo>
                  <a:pt x="563523" y="398209"/>
                </a:lnTo>
                <a:lnTo>
                  <a:pt x="559932" y="400393"/>
                </a:lnTo>
                <a:lnTo>
                  <a:pt x="558136" y="402336"/>
                </a:lnTo>
                <a:lnTo>
                  <a:pt x="556777" y="404569"/>
                </a:lnTo>
                <a:lnTo>
                  <a:pt x="553525" y="413890"/>
                </a:lnTo>
                <a:lnTo>
                  <a:pt x="553865" y="415832"/>
                </a:lnTo>
                <a:lnTo>
                  <a:pt x="555758" y="418988"/>
                </a:lnTo>
                <a:lnTo>
                  <a:pt x="556195" y="422435"/>
                </a:lnTo>
                <a:lnTo>
                  <a:pt x="553477" y="422387"/>
                </a:lnTo>
                <a:lnTo>
                  <a:pt x="550371" y="421658"/>
                </a:lnTo>
                <a:lnTo>
                  <a:pt x="547895" y="420348"/>
                </a:lnTo>
                <a:lnTo>
                  <a:pt x="545614" y="418648"/>
                </a:lnTo>
                <a:lnTo>
                  <a:pt x="543091" y="417338"/>
                </a:lnTo>
                <a:lnTo>
                  <a:pt x="540421" y="416464"/>
                </a:lnTo>
                <a:lnTo>
                  <a:pt x="535956" y="413793"/>
                </a:lnTo>
                <a:lnTo>
                  <a:pt x="529938" y="411900"/>
                </a:lnTo>
                <a:lnTo>
                  <a:pt x="523774" y="410443"/>
                </a:lnTo>
                <a:lnTo>
                  <a:pt x="520765" y="406511"/>
                </a:lnTo>
                <a:lnTo>
                  <a:pt x="519358" y="401607"/>
                </a:lnTo>
                <a:lnTo>
                  <a:pt x="520862" y="394325"/>
                </a:lnTo>
                <a:lnTo>
                  <a:pt x="519358" y="392334"/>
                </a:lnTo>
                <a:lnTo>
                  <a:pt x="517125" y="390538"/>
                </a:lnTo>
                <a:lnTo>
                  <a:pt x="514456" y="385294"/>
                </a:lnTo>
                <a:lnTo>
                  <a:pt x="513437" y="379177"/>
                </a:lnTo>
                <a:lnTo>
                  <a:pt x="509505" y="376847"/>
                </a:lnTo>
                <a:lnTo>
                  <a:pt x="504361" y="375390"/>
                </a:lnTo>
                <a:lnTo>
                  <a:pt x="502128" y="374225"/>
                </a:lnTo>
                <a:lnTo>
                  <a:pt x="491936" y="376458"/>
                </a:lnTo>
                <a:lnTo>
                  <a:pt x="489509" y="375924"/>
                </a:lnTo>
                <a:lnTo>
                  <a:pt x="487325" y="374225"/>
                </a:lnTo>
                <a:lnTo>
                  <a:pt x="481744" y="372477"/>
                </a:lnTo>
                <a:lnTo>
                  <a:pt x="481987" y="369079"/>
                </a:lnTo>
                <a:lnTo>
                  <a:pt x="484559" y="366360"/>
                </a:lnTo>
                <a:lnTo>
                  <a:pt x="490626" y="363641"/>
                </a:lnTo>
                <a:lnTo>
                  <a:pt x="493489" y="361311"/>
                </a:lnTo>
                <a:lnTo>
                  <a:pt x="494072" y="358300"/>
                </a:lnTo>
                <a:lnTo>
                  <a:pt x="492955" y="356067"/>
                </a:lnTo>
                <a:lnTo>
                  <a:pt x="493392" y="353737"/>
                </a:lnTo>
                <a:lnTo>
                  <a:pt x="495334" y="351503"/>
                </a:lnTo>
                <a:lnTo>
                  <a:pt x="497615" y="349756"/>
                </a:lnTo>
                <a:lnTo>
                  <a:pt x="503681" y="347425"/>
                </a:lnTo>
                <a:lnTo>
                  <a:pt x="506351" y="351455"/>
                </a:lnTo>
                <a:lnTo>
                  <a:pt x="507710" y="354853"/>
                </a:lnTo>
                <a:lnTo>
                  <a:pt x="509311" y="357329"/>
                </a:lnTo>
                <a:lnTo>
                  <a:pt x="511883" y="353834"/>
                </a:lnTo>
                <a:lnTo>
                  <a:pt x="510233" y="347765"/>
                </a:lnTo>
                <a:lnTo>
                  <a:pt x="514893" y="346406"/>
                </a:lnTo>
                <a:lnTo>
                  <a:pt x="519455" y="346357"/>
                </a:lnTo>
                <a:lnTo>
                  <a:pt x="522901" y="348008"/>
                </a:lnTo>
                <a:lnTo>
                  <a:pt x="525133" y="350630"/>
                </a:lnTo>
                <a:lnTo>
                  <a:pt x="526055" y="354319"/>
                </a:lnTo>
                <a:close/>
                <a:moveTo>
                  <a:pt x="636226" y="94139"/>
                </a:moveTo>
                <a:lnTo>
                  <a:pt x="629626" y="95935"/>
                </a:lnTo>
                <a:lnTo>
                  <a:pt x="625743" y="93411"/>
                </a:lnTo>
                <a:lnTo>
                  <a:pt x="629917" y="90352"/>
                </a:lnTo>
                <a:lnTo>
                  <a:pt x="631373" y="90158"/>
                </a:lnTo>
                <a:lnTo>
                  <a:pt x="632344" y="89527"/>
                </a:lnTo>
                <a:lnTo>
                  <a:pt x="632683" y="88313"/>
                </a:lnTo>
                <a:lnTo>
                  <a:pt x="625161" y="86274"/>
                </a:lnTo>
                <a:lnTo>
                  <a:pt x="623074" y="84478"/>
                </a:lnTo>
                <a:lnTo>
                  <a:pt x="620987" y="79914"/>
                </a:lnTo>
                <a:lnTo>
                  <a:pt x="621084" y="77001"/>
                </a:lnTo>
                <a:lnTo>
                  <a:pt x="630694" y="69378"/>
                </a:lnTo>
                <a:lnTo>
                  <a:pt x="632926" y="68553"/>
                </a:lnTo>
                <a:lnTo>
                  <a:pt x="633314" y="71709"/>
                </a:lnTo>
                <a:lnTo>
                  <a:pt x="639963" y="79768"/>
                </a:lnTo>
                <a:lnTo>
                  <a:pt x="640255" y="85109"/>
                </a:lnTo>
                <a:lnTo>
                  <a:pt x="640012" y="87051"/>
                </a:lnTo>
                <a:lnTo>
                  <a:pt x="636226" y="94139"/>
                </a:lnTo>
                <a:close/>
                <a:moveTo>
                  <a:pt x="630936" y="418843"/>
                </a:moveTo>
                <a:lnTo>
                  <a:pt x="630208" y="423940"/>
                </a:lnTo>
                <a:lnTo>
                  <a:pt x="628995" y="425882"/>
                </a:lnTo>
                <a:lnTo>
                  <a:pt x="624967" y="428407"/>
                </a:lnTo>
                <a:lnTo>
                  <a:pt x="623559" y="429961"/>
                </a:lnTo>
                <a:lnTo>
                  <a:pt x="619773" y="429718"/>
                </a:lnTo>
                <a:lnTo>
                  <a:pt x="619288" y="427048"/>
                </a:lnTo>
                <a:lnTo>
                  <a:pt x="618026" y="425203"/>
                </a:lnTo>
                <a:lnTo>
                  <a:pt x="613998" y="423115"/>
                </a:lnTo>
                <a:lnTo>
                  <a:pt x="612979" y="423649"/>
                </a:lnTo>
                <a:lnTo>
                  <a:pt x="612251" y="426756"/>
                </a:lnTo>
                <a:lnTo>
                  <a:pt x="604388" y="428941"/>
                </a:lnTo>
                <a:lnTo>
                  <a:pt x="602156" y="429087"/>
                </a:lnTo>
                <a:lnTo>
                  <a:pt x="603272" y="425008"/>
                </a:lnTo>
                <a:lnTo>
                  <a:pt x="601234" y="421756"/>
                </a:lnTo>
                <a:lnTo>
                  <a:pt x="601088" y="417823"/>
                </a:lnTo>
                <a:lnTo>
                  <a:pt x="600700" y="416075"/>
                </a:lnTo>
                <a:lnTo>
                  <a:pt x="599681" y="415056"/>
                </a:lnTo>
                <a:lnTo>
                  <a:pt x="601719" y="412288"/>
                </a:lnTo>
                <a:lnTo>
                  <a:pt x="601379" y="409230"/>
                </a:lnTo>
                <a:lnTo>
                  <a:pt x="603515" y="405928"/>
                </a:lnTo>
                <a:lnTo>
                  <a:pt x="604680" y="397869"/>
                </a:lnTo>
                <a:lnTo>
                  <a:pt x="613027" y="396121"/>
                </a:lnTo>
                <a:lnTo>
                  <a:pt x="614823" y="397578"/>
                </a:lnTo>
                <a:lnTo>
                  <a:pt x="624481" y="399374"/>
                </a:lnTo>
                <a:lnTo>
                  <a:pt x="631324" y="404229"/>
                </a:lnTo>
                <a:lnTo>
                  <a:pt x="635013" y="410686"/>
                </a:lnTo>
                <a:lnTo>
                  <a:pt x="630936" y="418843"/>
                </a:lnTo>
                <a:close/>
                <a:moveTo>
                  <a:pt x="62414" y="19420"/>
                </a:moveTo>
                <a:lnTo>
                  <a:pt x="68335" y="19857"/>
                </a:lnTo>
                <a:lnTo>
                  <a:pt x="79401" y="17236"/>
                </a:lnTo>
                <a:lnTo>
                  <a:pt x="85468" y="17478"/>
                </a:lnTo>
                <a:lnTo>
                  <a:pt x="91195" y="19372"/>
                </a:lnTo>
                <a:lnTo>
                  <a:pt x="96242" y="20488"/>
                </a:lnTo>
                <a:lnTo>
                  <a:pt x="108909" y="19080"/>
                </a:lnTo>
                <a:lnTo>
                  <a:pt x="111288" y="19469"/>
                </a:lnTo>
                <a:lnTo>
                  <a:pt x="113569" y="20537"/>
                </a:lnTo>
                <a:lnTo>
                  <a:pt x="115559" y="22285"/>
                </a:lnTo>
                <a:lnTo>
                  <a:pt x="121334" y="28596"/>
                </a:lnTo>
                <a:lnTo>
                  <a:pt x="131089" y="36364"/>
                </a:lnTo>
                <a:lnTo>
                  <a:pt x="133953" y="41365"/>
                </a:lnTo>
                <a:lnTo>
                  <a:pt x="135554" y="46948"/>
                </a:lnTo>
                <a:lnTo>
                  <a:pt x="136574" y="48259"/>
                </a:lnTo>
                <a:lnTo>
                  <a:pt x="147591" y="58940"/>
                </a:lnTo>
                <a:lnTo>
                  <a:pt x="148804" y="63455"/>
                </a:lnTo>
                <a:lnTo>
                  <a:pt x="147251" y="69621"/>
                </a:lnTo>
                <a:lnTo>
                  <a:pt x="150454" y="74573"/>
                </a:lnTo>
                <a:lnTo>
                  <a:pt x="161180" y="79186"/>
                </a:lnTo>
                <a:lnTo>
                  <a:pt x="167538" y="82584"/>
                </a:lnTo>
                <a:lnTo>
                  <a:pt x="168897" y="84623"/>
                </a:lnTo>
                <a:lnTo>
                  <a:pt x="169819" y="87099"/>
                </a:lnTo>
                <a:lnTo>
                  <a:pt x="173313" y="90789"/>
                </a:lnTo>
                <a:lnTo>
                  <a:pt x="177730" y="93168"/>
                </a:lnTo>
                <a:lnTo>
                  <a:pt x="191416" y="99431"/>
                </a:lnTo>
                <a:lnTo>
                  <a:pt x="209374" y="112540"/>
                </a:lnTo>
                <a:lnTo>
                  <a:pt x="219614" y="118754"/>
                </a:lnTo>
                <a:lnTo>
                  <a:pt x="228108" y="128221"/>
                </a:lnTo>
                <a:lnTo>
                  <a:pt x="231117" y="132736"/>
                </a:lnTo>
                <a:lnTo>
                  <a:pt x="233641" y="137640"/>
                </a:lnTo>
                <a:lnTo>
                  <a:pt x="238785" y="144728"/>
                </a:lnTo>
                <a:lnTo>
                  <a:pt x="247521" y="153516"/>
                </a:lnTo>
                <a:lnTo>
                  <a:pt x="249754" y="156235"/>
                </a:lnTo>
                <a:lnTo>
                  <a:pt x="252083" y="160070"/>
                </a:lnTo>
                <a:lnTo>
                  <a:pt x="254801" y="163711"/>
                </a:lnTo>
                <a:lnTo>
                  <a:pt x="258053" y="167013"/>
                </a:lnTo>
                <a:lnTo>
                  <a:pt x="261936" y="169537"/>
                </a:lnTo>
                <a:lnTo>
                  <a:pt x="265867" y="170363"/>
                </a:lnTo>
                <a:lnTo>
                  <a:pt x="272273" y="176723"/>
                </a:lnTo>
                <a:lnTo>
                  <a:pt x="275719" y="178713"/>
                </a:lnTo>
                <a:lnTo>
                  <a:pt x="275185" y="173713"/>
                </a:lnTo>
                <a:lnTo>
                  <a:pt x="272273" y="169392"/>
                </a:lnTo>
                <a:lnTo>
                  <a:pt x="272322" y="166770"/>
                </a:lnTo>
                <a:lnTo>
                  <a:pt x="272807" y="164391"/>
                </a:lnTo>
                <a:lnTo>
                  <a:pt x="275185" y="162449"/>
                </a:lnTo>
                <a:lnTo>
                  <a:pt x="278049" y="161866"/>
                </a:lnTo>
                <a:lnTo>
                  <a:pt x="283388" y="163711"/>
                </a:lnTo>
                <a:lnTo>
                  <a:pt x="292075" y="171237"/>
                </a:lnTo>
                <a:lnTo>
                  <a:pt x="295764" y="175606"/>
                </a:lnTo>
                <a:lnTo>
                  <a:pt x="298530" y="181675"/>
                </a:lnTo>
                <a:lnTo>
                  <a:pt x="300811" y="187986"/>
                </a:lnTo>
                <a:lnTo>
                  <a:pt x="304305" y="191094"/>
                </a:lnTo>
                <a:lnTo>
                  <a:pt x="309062" y="192162"/>
                </a:lnTo>
                <a:lnTo>
                  <a:pt x="314352" y="192647"/>
                </a:lnTo>
                <a:lnTo>
                  <a:pt x="319254" y="194589"/>
                </a:lnTo>
                <a:lnTo>
                  <a:pt x="330659" y="203280"/>
                </a:lnTo>
                <a:lnTo>
                  <a:pt x="334445" y="207358"/>
                </a:lnTo>
                <a:lnTo>
                  <a:pt x="337308" y="212164"/>
                </a:lnTo>
                <a:lnTo>
                  <a:pt x="339298" y="217845"/>
                </a:lnTo>
                <a:lnTo>
                  <a:pt x="340512" y="223817"/>
                </a:lnTo>
                <a:lnTo>
                  <a:pt x="341288" y="225224"/>
                </a:lnTo>
                <a:lnTo>
                  <a:pt x="348617" y="232410"/>
                </a:lnTo>
                <a:lnTo>
                  <a:pt x="352451" y="235469"/>
                </a:lnTo>
                <a:lnTo>
                  <a:pt x="357159" y="236925"/>
                </a:lnTo>
                <a:lnTo>
                  <a:pt x="370894" y="238576"/>
                </a:lnTo>
                <a:lnTo>
                  <a:pt x="375747" y="241052"/>
                </a:lnTo>
                <a:lnTo>
                  <a:pt x="379775" y="245179"/>
                </a:lnTo>
                <a:lnTo>
                  <a:pt x="381474" y="249402"/>
                </a:lnTo>
                <a:lnTo>
                  <a:pt x="378610" y="253141"/>
                </a:lnTo>
                <a:lnTo>
                  <a:pt x="367836" y="258821"/>
                </a:lnTo>
                <a:lnTo>
                  <a:pt x="356382" y="262802"/>
                </a:lnTo>
                <a:lnTo>
                  <a:pt x="367545" y="261443"/>
                </a:lnTo>
                <a:lnTo>
                  <a:pt x="373175" y="259744"/>
                </a:lnTo>
                <a:lnTo>
                  <a:pt x="378368" y="257170"/>
                </a:lnTo>
                <a:lnTo>
                  <a:pt x="383512" y="253869"/>
                </a:lnTo>
                <a:lnTo>
                  <a:pt x="391666" y="249257"/>
                </a:lnTo>
                <a:lnTo>
                  <a:pt x="394675" y="248334"/>
                </a:lnTo>
                <a:lnTo>
                  <a:pt x="398218" y="248674"/>
                </a:lnTo>
                <a:lnTo>
                  <a:pt x="401470" y="249985"/>
                </a:lnTo>
                <a:lnTo>
                  <a:pt x="406323" y="254500"/>
                </a:lnTo>
                <a:lnTo>
                  <a:pt x="410885" y="259258"/>
                </a:lnTo>
                <a:lnTo>
                  <a:pt x="414282" y="264841"/>
                </a:lnTo>
                <a:lnTo>
                  <a:pt x="416418" y="271007"/>
                </a:lnTo>
                <a:lnTo>
                  <a:pt x="412487" y="274260"/>
                </a:lnTo>
                <a:lnTo>
                  <a:pt x="406808" y="276639"/>
                </a:lnTo>
                <a:lnTo>
                  <a:pt x="399043" y="282611"/>
                </a:lnTo>
                <a:lnTo>
                  <a:pt x="398218" y="284941"/>
                </a:lnTo>
                <a:lnTo>
                  <a:pt x="399771" y="286495"/>
                </a:lnTo>
                <a:lnTo>
                  <a:pt x="397878" y="290864"/>
                </a:lnTo>
                <a:lnTo>
                  <a:pt x="402246" y="293583"/>
                </a:lnTo>
                <a:lnTo>
                  <a:pt x="402926" y="295914"/>
                </a:lnTo>
                <a:lnTo>
                  <a:pt x="399140" y="299215"/>
                </a:lnTo>
                <a:lnTo>
                  <a:pt x="399528" y="301254"/>
                </a:lnTo>
                <a:lnTo>
                  <a:pt x="404090" y="309945"/>
                </a:lnTo>
                <a:lnTo>
                  <a:pt x="406274" y="311935"/>
                </a:lnTo>
                <a:lnTo>
                  <a:pt x="413215" y="316353"/>
                </a:lnTo>
                <a:lnTo>
                  <a:pt x="423844" y="320820"/>
                </a:lnTo>
                <a:lnTo>
                  <a:pt x="429716" y="322859"/>
                </a:lnTo>
                <a:lnTo>
                  <a:pt x="436414" y="324461"/>
                </a:lnTo>
                <a:lnTo>
                  <a:pt x="439277" y="324412"/>
                </a:lnTo>
                <a:lnTo>
                  <a:pt x="444276" y="323684"/>
                </a:lnTo>
                <a:lnTo>
                  <a:pt x="445247" y="325432"/>
                </a:lnTo>
                <a:lnTo>
                  <a:pt x="447431" y="334025"/>
                </a:lnTo>
                <a:lnTo>
                  <a:pt x="448450" y="339414"/>
                </a:lnTo>
                <a:lnTo>
                  <a:pt x="449955" y="350969"/>
                </a:lnTo>
                <a:lnTo>
                  <a:pt x="451945" y="355776"/>
                </a:lnTo>
                <a:lnTo>
                  <a:pt x="451799" y="361602"/>
                </a:lnTo>
                <a:lnTo>
                  <a:pt x="454371" y="366603"/>
                </a:lnTo>
                <a:lnTo>
                  <a:pt x="459564" y="369758"/>
                </a:lnTo>
                <a:lnTo>
                  <a:pt x="465146" y="372380"/>
                </a:lnTo>
                <a:lnTo>
                  <a:pt x="467766" y="374905"/>
                </a:lnTo>
                <a:lnTo>
                  <a:pt x="467766" y="378740"/>
                </a:lnTo>
                <a:lnTo>
                  <a:pt x="466844" y="381750"/>
                </a:lnTo>
                <a:lnTo>
                  <a:pt x="464952" y="384129"/>
                </a:lnTo>
                <a:lnTo>
                  <a:pt x="459176" y="389130"/>
                </a:lnTo>
                <a:lnTo>
                  <a:pt x="458157" y="391266"/>
                </a:lnTo>
                <a:lnTo>
                  <a:pt x="457380" y="396752"/>
                </a:lnTo>
                <a:lnTo>
                  <a:pt x="458351" y="399277"/>
                </a:lnTo>
                <a:lnTo>
                  <a:pt x="460632" y="399422"/>
                </a:lnTo>
                <a:lnTo>
                  <a:pt x="462476" y="398112"/>
                </a:lnTo>
                <a:lnTo>
                  <a:pt x="469368" y="390732"/>
                </a:lnTo>
                <a:lnTo>
                  <a:pt x="471261" y="389421"/>
                </a:lnTo>
                <a:lnTo>
                  <a:pt x="473882" y="388402"/>
                </a:lnTo>
                <a:lnTo>
                  <a:pt x="476551" y="387770"/>
                </a:lnTo>
                <a:lnTo>
                  <a:pt x="489218" y="387673"/>
                </a:lnTo>
                <a:lnTo>
                  <a:pt x="494557" y="388839"/>
                </a:lnTo>
                <a:lnTo>
                  <a:pt x="499313" y="391266"/>
                </a:lnTo>
                <a:lnTo>
                  <a:pt x="503536" y="394276"/>
                </a:lnTo>
                <a:lnTo>
                  <a:pt x="518921" y="413502"/>
                </a:lnTo>
                <a:lnTo>
                  <a:pt x="525958" y="424086"/>
                </a:lnTo>
                <a:lnTo>
                  <a:pt x="526541" y="426756"/>
                </a:lnTo>
                <a:lnTo>
                  <a:pt x="526638" y="429475"/>
                </a:lnTo>
                <a:lnTo>
                  <a:pt x="525473" y="431611"/>
                </a:lnTo>
                <a:lnTo>
                  <a:pt x="519018" y="438845"/>
                </a:lnTo>
                <a:lnTo>
                  <a:pt x="518241" y="440836"/>
                </a:lnTo>
                <a:lnTo>
                  <a:pt x="516251" y="448749"/>
                </a:lnTo>
                <a:lnTo>
                  <a:pt x="516640" y="454430"/>
                </a:lnTo>
                <a:lnTo>
                  <a:pt x="518775" y="456809"/>
                </a:lnTo>
                <a:lnTo>
                  <a:pt x="520425" y="459382"/>
                </a:lnTo>
                <a:lnTo>
                  <a:pt x="520328" y="461712"/>
                </a:lnTo>
                <a:lnTo>
                  <a:pt x="516106" y="473413"/>
                </a:lnTo>
                <a:lnTo>
                  <a:pt x="515621" y="475404"/>
                </a:lnTo>
                <a:lnTo>
                  <a:pt x="518338" y="494387"/>
                </a:lnTo>
                <a:lnTo>
                  <a:pt x="518533" y="499533"/>
                </a:lnTo>
                <a:lnTo>
                  <a:pt x="517950" y="506039"/>
                </a:lnTo>
                <a:lnTo>
                  <a:pt x="518338" y="516526"/>
                </a:lnTo>
                <a:lnTo>
                  <a:pt x="514893" y="548908"/>
                </a:lnTo>
                <a:lnTo>
                  <a:pt x="514262" y="550802"/>
                </a:lnTo>
                <a:lnTo>
                  <a:pt x="511592" y="555754"/>
                </a:lnTo>
                <a:lnTo>
                  <a:pt x="508146" y="555754"/>
                </a:lnTo>
                <a:lnTo>
                  <a:pt x="505331" y="554880"/>
                </a:lnTo>
                <a:lnTo>
                  <a:pt x="503342" y="552987"/>
                </a:lnTo>
                <a:lnTo>
                  <a:pt x="502274" y="550608"/>
                </a:lnTo>
                <a:lnTo>
                  <a:pt x="500672" y="548714"/>
                </a:lnTo>
                <a:lnTo>
                  <a:pt x="492227" y="542743"/>
                </a:lnTo>
                <a:lnTo>
                  <a:pt x="490043" y="543714"/>
                </a:lnTo>
                <a:lnTo>
                  <a:pt x="481501" y="551142"/>
                </a:lnTo>
                <a:lnTo>
                  <a:pt x="479220" y="552258"/>
                </a:lnTo>
                <a:lnTo>
                  <a:pt x="476405" y="551336"/>
                </a:lnTo>
                <a:lnTo>
                  <a:pt x="471892" y="549103"/>
                </a:lnTo>
                <a:lnTo>
                  <a:pt x="457817" y="541286"/>
                </a:lnTo>
                <a:lnTo>
                  <a:pt x="456943" y="543811"/>
                </a:lnTo>
                <a:lnTo>
                  <a:pt x="456749" y="547209"/>
                </a:lnTo>
                <a:lnTo>
                  <a:pt x="459564" y="555657"/>
                </a:lnTo>
                <a:lnTo>
                  <a:pt x="459953" y="559395"/>
                </a:lnTo>
                <a:lnTo>
                  <a:pt x="457380" y="560124"/>
                </a:lnTo>
                <a:lnTo>
                  <a:pt x="455973" y="559978"/>
                </a:lnTo>
                <a:lnTo>
                  <a:pt x="450100" y="555026"/>
                </a:lnTo>
                <a:lnTo>
                  <a:pt x="444713" y="549588"/>
                </a:lnTo>
                <a:lnTo>
                  <a:pt x="438549" y="542209"/>
                </a:lnTo>
                <a:lnTo>
                  <a:pt x="434036" y="538713"/>
                </a:lnTo>
                <a:lnTo>
                  <a:pt x="430007" y="534780"/>
                </a:lnTo>
                <a:lnTo>
                  <a:pt x="418553" y="519924"/>
                </a:lnTo>
                <a:lnTo>
                  <a:pt x="415593" y="517642"/>
                </a:lnTo>
                <a:lnTo>
                  <a:pt x="397927" y="507107"/>
                </a:lnTo>
                <a:lnTo>
                  <a:pt x="394335" y="504631"/>
                </a:lnTo>
                <a:lnTo>
                  <a:pt x="389822" y="500310"/>
                </a:lnTo>
                <a:lnTo>
                  <a:pt x="384968" y="496426"/>
                </a:lnTo>
                <a:lnTo>
                  <a:pt x="374291" y="490357"/>
                </a:lnTo>
                <a:lnTo>
                  <a:pt x="355800" y="474869"/>
                </a:lnTo>
                <a:lnTo>
                  <a:pt x="347743" y="465985"/>
                </a:lnTo>
                <a:lnTo>
                  <a:pt x="338813" y="451711"/>
                </a:lnTo>
                <a:lnTo>
                  <a:pt x="335901" y="448021"/>
                </a:lnTo>
                <a:lnTo>
                  <a:pt x="320855" y="437292"/>
                </a:lnTo>
                <a:lnTo>
                  <a:pt x="312653" y="430786"/>
                </a:lnTo>
                <a:lnTo>
                  <a:pt x="309256" y="427048"/>
                </a:lnTo>
                <a:lnTo>
                  <a:pt x="301248" y="414036"/>
                </a:lnTo>
                <a:lnTo>
                  <a:pt x="298918" y="409618"/>
                </a:lnTo>
                <a:lnTo>
                  <a:pt x="296006" y="405783"/>
                </a:lnTo>
                <a:lnTo>
                  <a:pt x="291153" y="402627"/>
                </a:lnTo>
                <a:lnTo>
                  <a:pt x="286930" y="398937"/>
                </a:lnTo>
                <a:lnTo>
                  <a:pt x="278437" y="387139"/>
                </a:lnTo>
                <a:lnTo>
                  <a:pt x="275816" y="382478"/>
                </a:lnTo>
                <a:lnTo>
                  <a:pt x="273778" y="377381"/>
                </a:lnTo>
                <a:lnTo>
                  <a:pt x="274118" y="367185"/>
                </a:lnTo>
                <a:lnTo>
                  <a:pt x="256257" y="336356"/>
                </a:lnTo>
                <a:lnTo>
                  <a:pt x="251744" y="326743"/>
                </a:lnTo>
                <a:lnTo>
                  <a:pt x="247570" y="313440"/>
                </a:lnTo>
                <a:lnTo>
                  <a:pt x="246648" y="312081"/>
                </a:lnTo>
                <a:lnTo>
                  <a:pt x="236892" y="300137"/>
                </a:lnTo>
                <a:lnTo>
                  <a:pt x="233447" y="296302"/>
                </a:lnTo>
                <a:lnTo>
                  <a:pt x="229273" y="292709"/>
                </a:lnTo>
                <a:lnTo>
                  <a:pt x="225827" y="288534"/>
                </a:lnTo>
                <a:lnTo>
                  <a:pt x="219081" y="274891"/>
                </a:lnTo>
                <a:lnTo>
                  <a:pt x="216605" y="271104"/>
                </a:lnTo>
                <a:lnTo>
                  <a:pt x="213111" y="268337"/>
                </a:lnTo>
                <a:lnTo>
                  <a:pt x="200347" y="263142"/>
                </a:lnTo>
                <a:lnTo>
                  <a:pt x="195542" y="260278"/>
                </a:lnTo>
                <a:lnTo>
                  <a:pt x="191805" y="256199"/>
                </a:lnTo>
                <a:lnTo>
                  <a:pt x="189524" y="251005"/>
                </a:lnTo>
                <a:lnTo>
                  <a:pt x="187000" y="239984"/>
                </a:lnTo>
                <a:lnTo>
                  <a:pt x="180982" y="223185"/>
                </a:lnTo>
                <a:lnTo>
                  <a:pt x="174187" y="200707"/>
                </a:lnTo>
                <a:lnTo>
                  <a:pt x="169673" y="190657"/>
                </a:lnTo>
                <a:lnTo>
                  <a:pt x="164432" y="182743"/>
                </a:lnTo>
                <a:lnTo>
                  <a:pt x="162927" y="180947"/>
                </a:lnTo>
                <a:lnTo>
                  <a:pt x="139777" y="166722"/>
                </a:lnTo>
                <a:lnTo>
                  <a:pt x="135797" y="164634"/>
                </a:lnTo>
                <a:lnTo>
                  <a:pt x="131623" y="163372"/>
                </a:lnTo>
                <a:lnTo>
                  <a:pt x="125605" y="162449"/>
                </a:lnTo>
                <a:lnTo>
                  <a:pt x="121043" y="158759"/>
                </a:lnTo>
                <a:lnTo>
                  <a:pt x="119150" y="152205"/>
                </a:lnTo>
                <a:lnTo>
                  <a:pt x="118131" y="143369"/>
                </a:lnTo>
                <a:lnTo>
                  <a:pt x="116966" y="138077"/>
                </a:lnTo>
                <a:lnTo>
                  <a:pt x="115704" y="135067"/>
                </a:lnTo>
                <a:lnTo>
                  <a:pt x="105997" y="128852"/>
                </a:lnTo>
                <a:lnTo>
                  <a:pt x="102212" y="123900"/>
                </a:lnTo>
                <a:lnTo>
                  <a:pt x="99057" y="118463"/>
                </a:lnTo>
                <a:lnTo>
                  <a:pt x="96145" y="114239"/>
                </a:lnTo>
                <a:lnTo>
                  <a:pt x="85516" y="99722"/>
                </a:lnTo>
                <a:lnTo>
                  <a:pt x="81876" y="95887"/>
                </a:lnTo>
                <a:lnTo>
                  <a:pt x="77363" y="93217"/>
                </a:lnTo>
                <a:lnTo>
                  <a:pt x="63967" y="90401"/>
                </a:lnTo>
                <a:lnTo>
                  <a:pt x="60085" y="88022"/>
                </a:lnTo>
                <a:lnTo>
                  <a:pt x="53581" y="79768"/>
                </a:lnTo>
                <a:lnTo>
                  <a:pt x="49650" y="75544"/>
                </a:lnTo>
                <a:lnTo>
                  <a:pt x="37905" y="66320"/>
                </a:lnTo>
                <a:lnTo>
                  <a:pt x="18055" y="46948"/>
                </a:lnTo>
                <a:lnTo>
                  <a:pt x="13978" y="42142"/>
                </a:lnTo>
                <a:lnTo>
                  <a:pt x="10920" y="37093"/>
                </a:lnTo>
                <a:lnTo>
                  <a:pt x="8445" y="31703"/>
                </a:lnTo>
                <a:lnTo>
                  <a:pt x="0" y="16750"/>
                </a:lnTo>
                <a:lnTo>
                  <a:pt x="680" y="13740"/>
                </a:lnTo>
                <a:lnTo>
                  <a:pt x="1942" y="10584"/>
                </a:lnTo>
                <a:lnTo>
                  <a:pt x="1747" y="8011"/>
                </a:lnTo>
                <a:lnTo>
                  <a:pt x="825" y="5438"/>
                </a:lnTo>
                <a:lnTo>
                  <a:pt x="1019" y="3107"/>
                </a:lnTo>
                <a:lnTo>
                  <a:pt x="3543" y="1748"/>
                </a:lnTo>
                <a:lnTo>
                  <a:pt x="9173" y="0"/>
                </a:lnTo>
                <a:lnTo>
                  <a:pt x="15046" y="194"/>
                </a:lnTo>
                <a:lnTo>
                  <a:pt x="20481" y="971"/>
                </a:lnTo>
                <a:lnTo>
                  <a:pt x="25723" y="2428"/>
                </a:lnTo>
                <a:lnTo>
                  <a:pt x="30770" y="5535"/>
                </a:lnTo>
                <a:lnTo>
                  <a:pt x="39798" y="13497"/>
                </a:lnTo>
                <a:lnTo>
                  <a:pt x="44942" y="16265"/>
                </a:lnTo>
                <a:lnTo>
                  <a:pt x="50669" y="17575"/>
                </a:lnTo>
                <a:lnTo>
                  <a:pt x="62414" y="19420"/>
                </a:lnTo>
                <a:close/>
                <a:moveTo>
                  <a:pt x="1227559" y="691403"/>
                </a:moveTo>
                <a:lnTo>
                  <a:pt x="1227559" y="693103"/>
                </a:lnTo>
                <a:lnTo>
                  <a:pt x="1227559" y="694753"/>
                </a:lnTo>
                <a:lnTo>
                  <a:pt x="1227559" y="696889"/>
                </a:lnTo>
                <a:lnTo>
                  <a:pt x="1227559" y="697375"/>
                </a:lnTo>
                <a:lnTo>
                  <a:pt x="1227559" y="697521"/>
                </a:lnTo>
                <a:lnTo>
                  <a:pt x="1227559" y="697132"/>
                </a:lnTo>
                <a:lnTo>
                  <a:pt x="1227559" y="697860"/>
                </a:lnTo>
                <a:lnTo>
                  <a:pt x="1227559" y="703444"/>
                </a:lnTo>
                <a:lnTo>
                  <a:pt x="1227559" y="703929"/>
                </a:lnTo>
                <a:lnTo>
                  <a:pt x="1227559" y="705337"/>
                </a:lnTo>
                <a:lnTo>
                  <a:pt x="1227559" y="703152"/>
                </a:lnTo>
                <a:lnTo>
                  <a:pt x="1227559" y="701550"/>
                </a:lnTo>
                <a:lnTo>
                  <a:pt x="1227559" y="701113"/>
                </a:lnTo>
                <a:lnTo>
                  <a:pt x="1227559" y="701259"/>
                </a:lnTo>
                <a:lnTo>
                  <a:pt x="1227559" y="706211"/>
                </a:lnTo>
                <a:lnTo>
                  <a:pt x="1227559" y="705192"/>
                </a:lnTo>
                <a:lnTo>
                  <a:pt x="1227559" y="705580"/>
                </a:lnTo>
                <a:lnTo>
                  <a:pt x="1227559" y="706648"/>
                </a:lnTo>
                <a:lnTo>
                  <a:pt x="1227559" y="707085"/>
                </a:lnTo>
                <a:lnTo>
                  <a:pt x="1227559" y="706745"/>
                </a:lnTo>
                <a:lnTo>
                  <a:pt x="1227559" y="702910"/>
                </a:lnTo>
                <a:lnTo>
                  <a:pt x="1227559" y="700628"/>
                </a:lnTo>
                <a:lnTo>
                  <a:pt x="1218823" y="701502"/>
                </a:lnTo>
                <a:lnTo>
                  <a:pt x="1209165" y="699414"/>
                </a:lnTo>
                <a:lnTo>
                  <a:pt x="1203875" y="701016"/>
                </a:lnTo>
                <a:lnTo>
                  <a:pt x="1198876" y="703347"/>
                </a:lnTo>
                <a:lnTo>
                  <a:pt x="1197420" y="700919"/>
                </a:lnTo>
                <a:lnTo>
                  <a:pt x="1195575" y="698783"/>
                </a:lnTo>
                <a:lnTo>
                  <a:pt x="1193974" y="695579"/>
                </a:lnTo>
                <a:lnTo>
                  <a:pt x="1193925" y="691937"/>
                </a:lnTo>
                <a:lnTo>
                  <a:pt x="1194459" y="689413"/>
                </a:lnTo>
                <a:lnTo>
                  <a:pt x="1195915" y="687082"/>
                </a:lnTo>
                <a:lnTo>
                  <a:pt x="1196789" y="684655"/>
                </a:lnTo>
                <a:lnTo>
                  <a:pt x="1197226" y="682082"/>
                </a:lnTo>
                <a:lnTo>
                  <a:pt x="1199312" y="683295"/>
                </a:lnTo>
                <a:lnTo>
                  <a:pt x="1201545" y="682858"/>
                </a:lnTo>
                <a:lnTo>
                  <a:pt x="1208097" y="680043"/>
                </a:lnTo>
                <a:lnTo>
                  <a:pt x="1214503" y="675770"/>
                </a:lnTo>
                <a:lnTo>
                  <a:pt x="1220473" y="674216"/>
                </a:lnTo>
                <a:lnTo>
                  <a:pt x="1223919" y="673780"/>
                </a:lnTo>
                <a:lnTo>
                  <a:pt x="1226880" y="674605"/>
                </a:lnTo>
                <a:lnTo>
                  <a:pt x="1227559" y="674314"/>
                </a:lnTo>
                <a:lnTo>
                  <a:pt x="1227559" y="673343"/>
                </a:lnTo>
                <a:lnTo>
                  <a:pt x="1227559" y="676644"/>
                </a:lnTo>
                <a:lnTo>
                  <a:pt x="1227559" y="677275"/>
                </a:lnTo>
                <a:lnTo>
                  <a:pt x="1227559" y="677566"/>
                </a:lnTo>
                <a:lnTo>
                  <a:pt x="1227559" y="679460"/>
                </a:lnTo>
                <a:lnTo>
                  <a:pt x="1227559" y="682276"/>
                </a:lnTo>
                <a:lnTo>
                  <a:pt x="1227559" y="684898"/>
                </a:lnTo>
                <a:lnTo>
                  <a:pt x="1227559" y="688442"/>
                </a:lnTo>
                <a:lnTo>
                  <a:pt x="1227559" y="689753"/>
                </a:lnTo>
                <a:lnTo>
                  <a:pt x="1227559" y="690092"/>
                </a:lnTo>
                <a:lnTo>
                  <a:pt x="1227559" y="689607"/>
                </a:lnTo>
                <a:lnTo>
                  <a:pt x="1227559" y="687228"/>
                </a:lnTo>
                <a:lnTo>
                  <a:pt x="1227559" y="686257"/>
                </a:lnTo>
                <a:lnTo>
                  <a:pt x="1227559" y="686305"/>
                </a:lnTo>
                <a:lnTo>
                  <a:pt x="1227559" y="685674"/>
                </a:lnTo>
                <a:lnTo>
                  <a:pt x="1227559" y="685092"/>
                </a:lnTo>
                <a:lnTo>
                  <a:pt x="1227559" y="683781"/>
                </a:lnTo>
                <a:lnTo>
                  <a:pt x="1227559" y="684606"/>
                </a:lnTo>
                <a:lnTo>
                  <a:pt x="1227559" y="685820"/>
                </a:lnTo>
                <a:lnTo>
                  <a:pt x="1227559" y="692034"/>
                </a:lnTo>
                <a:lnTo>
                  <a:pt x="1227559" y="692180"/>
                </a:lnTo>
                <a:lnTo>
                  <a:pt x="1227559" y="690869"/>
                </a:lnTo>
                <a:lnTo>
                  <a:pt x="1227559" y="689170"/>
                </a:lnTo>
                <a:lnTo>
                  <a:pt x="1227559" y="686645"/>
                </a:lnTo>
                <a:lnTo>
                  <a:pt x="1227559" y="684509"/>
                </a:lnTo>
                <a:lnTo>
                  <a:pt x="1227559" y="682664"/>
                </a:lnTo>
                <a:lnTo>
                  <a:pt x="1227559" y="681208"/>
                </a:lnTo>
                <a:lnTo>
                  <a:pt x="1227559" y="678829"/>
                </a:lnTo>
                <a:lnTo>
                  <a:pt x="1227559" y="676450"/>
                </a:lnTo>
                <a:lnTo>
                  <a:pt x="1227559" y="672469"/>
                </a:lnTo>
                <a:lnTo>
                  <a:pt x="1227559" y="670721"/>
                </a:lnTo>
                <a:lnTo>
                  <a:pt x="1227559" y="667856"/>
                </a:lnTo>
                <a:lnTo>
                  <a:pt x="1227559" y="666206"/>
                </a:lnTo>
                <a:lnTo>
                  <a:pt x="1227559" y="666837"/>
                </a:lnTo>
                <a:lnTo>
                  <a:pt x="1227559" y="669070"/>
                </a:lnTo>
                <a:lnTo>
                  <a:pt x="1227559" y="677664"/>
                </a:lnTo>
                <a:lnTo>
                  <a:pt x="1227559" y="678877"/>
                </a:lnTo>
                <a:lnTo>
                  <a:pt x="1227559" y="680188"/>
                </a:lnTo>
                <a:lnTo>
                  <a:pt x="1227559" y="681887"/>
                </a:lnTo>
                <a:lnTo>
                  <a:pt x="1227559" y="685043"/>
                </a:lnTo>
                <a:lnTo>
                  <a:pt x="1227559" y="688976"/>
                </a:lnTo>
                <a:lnTo>
                  <a:pt x="1227559" y="690626"/>
                </a:lnTo>
                <a:lnTo>
                  <a:pt x="1227559" y="691403"/>
                </a:lnTo>
                <a:close/>
                <a:moveTo>
                  <a:pt x="1203923" y="728447"/>
                </a:moveTo>
                <a:lnTo>
                  <a:pt x="1206107" y="730632"/>
                </a:lnTo>
                <a:lnTo>
                  <a:pt x="1214018" y="734516"/>
                </a:lnTo>
                <a:lnTo>
                  <a:pt x="1215329" y="734516"/>
                </a:lnTo>
                <a:lnTo>
                  <a:pt x="1215814" y="734516"/>
                </a:lnTo>
                <a:lnTo>
                  <a:pt x="1217415" y="734516"/>
                </a:lnTo>
                <a:lnTo>
                  <a:pt x="1221007" y="734516"/>
                </a:lnTo>
                <a:lnTo>
                  <a:pt x="1224841" y="734516"/>
                </a:lnTo>
                <a:lnTo>
                  <a:pt x="1227559" y="734516"/>
                </a:lnTo>
                <a:lnTo>
                  <a:pt x="1224598" y="734516"/>
                </a:lnTo>
                <a:lnTo>
                  <a:pt x="1222463" y="734516"/>
                </a:lnTo>
                <a:lnTo>
                  <a:pt x="1215668" y="734516"/>
                </a:lnTo>
                <a:lnTo>
                  <a:pt x="1210330" y="734516"/>
                </a:lnTo>
                <a:lnTo>
                  <a:pt x="1205816" y="734516"/>
                </a:lnTo>
                <a:lnTo>
                  <a:pt x="1203195" y="734516"/>
                </a:lnTo>
                <a:lnTo>
                  <a:pt x="1199943" y="734516"/>
                </a:lnTo>
                <a:lnTo>
                  <a:pt x="1194216" y="734516"/>
                </a:lnTo>
                <a:lnTo>
                  <a:pt x="1183927" y="734516"/>
                </a:lnTo>
                <a:lnTo>
                  <a:pt x="1177569" y="734516"/>
                </a:lnTo>
                <a:lnTo>
                  <a:pt x="1174997" y="734516"/>
                </a:lnTo>
                <a:lnTo>
                  <a:pt x="1172376" y="734516"/>
                </a:lnTo>
                <a:lnTo>
                  <a:pt x="1158884" y="734516"/>
                </a:lnTo>
                <a:lnTo>
                  <a:pt x="1156797" y="734516"/>
                </a:lnTo>
                <a:lnTo>
                  <a:pt x="1155147" y="734516"/>
                </a:lnTo>
                <a:lnTo>
                  <a:pt x="1153642" y="734516"/>
                </a:lnTo>
                <a:lnTo>
                  <a:pt x="1152769" y="734516"/>
                </a:lnTo>
                <a:lnTo>
                  <a:pt x="1154467" y="733156"/>
                </a:lnTo>
                <a:lnTo>
                  <a:pt x="1156263" y="731603"/>
                </a:lnTo>
                <a:lnTo>
                  <a:pt x="1163786" y="728884"/>
                </a:lnTo>
                <a:lnTo>
                  <a:pt x="1169125" y="728059"/>
                </a:lnTo>
                <a:lnTo>
                  <a:pt x="1175337" y="728204"/>
                </a:lnTo>
                <a:lnTo>
                  <a:pt x="1184607" y="727330"/>
                </a:lnTo>
                <a:lnTo>
                  <a:pt x="1193343" y="728690"/>
                </a:lnTo>
                <a:lnTo>
                  <a:pt x="1196061" y="727719"/>
                </a:lnTo>
                <a:lnTo>
                  <a:pt x="1200477" y="724854"/>
                </a:lnTo>
                <a:lnTo>
                  <a:pt x="1202030" y="725874"/>
                </a:lnTo>
                <a:lnTo>
                  <a:pt x="1203923" y="728447"/>
                </a:lnTo>
                <a:close/>
                <a:moveTo>
                  <a:pt x="1117970" y="677129"/>
                </a:moveTo>
                <a:lnTo>
                  <a:pt x="1120397" y="679023"/>
                </a:lnTo>
                <a:lnTo>
                  <a:pt x="1122629" y="678877"/>
                </a:lnTo>
                <a:lnTo>
                  <a:pt x="1127240" y="675916"/>
                </a:lnTo>
                <a:lnTo>
                  <a:pt x="1130055" y="674848"/>
                </a:lnTo>
                <a:lnTo>
                  <a:pt x="1133016" y="674799"/>
                </a:lnTo>
                <a:lnTo>
                  <a:pt x="1135928" y="675333"/>
                </a:lnTo>
                <a:lnTo>
                  <a:pt x="1138791" y="677372"/>
                </a:lnTo>
                <a:lnTo>
                  <a:pt x="1139810" y="680771"/>
                </a:lnTo>
                <a:lnTo>
                  <a:pt x="1140878" y="681839"/>
                </a:lnTo>
                <a:lnTo>
                  <a:pt x="1142528" y="677761"/>
                </a:lnTo>
                <a:lnTo>
                  <a:pt x="1144761" y="676547"/>
                </a:lnTo>
                <a:lnTo>
                  <a:pt x="1147285" y="675916"/>
                </a:lnTo>
                <a:lnTo>
                  <a:pt x="1151167" y="676158"/>
                </a:lnTo>
                <a:lnTo>
                  <a:pt x="1154176" y="678101"/>
                </a:lnTo>
                <a:lnTo>
                  <a:pt x="1156894" y="683878"/>
                </a:lnTo>
                <a:lnTo>
                  <a:pt x="1156797" y="688927"/>
                </a:lnTo>
                <a:lnTo>
                  <a:pt x="1157768" y="690821"/>
                </a:lnTo>
                <a:lnTo>
                  <a:pt x="1159661" y="692180"/>
                </a:lnTo>
                <a:lnTo>
                  <a:pt x="1161068" y="694122"/>
                </a:lnTo>
                <a:lnTo>
                  <a:pt x="1159806" y="696161"/>
                </a:lnTo>
                <a:lnTo>
                  <a:pt x="1158593" y="697132"/>
                </a:lnTo>
                <a:lnTo>
                  <a:pt x="1155050" y="698103"/>
                </a:lnTo>
                <a:lnTo>
                  <a:pt x="1153351" y="697666"/>
                </a:lnTo>
                <a:lnTo>
                  <a:pt x="1151798" y="696307"/>
                </a:lnTo>
                <a:lnTo>
                  <a:pt x="1150051" y="695821"/>
                </a:lnTo>
                <a:lnTo>
                  <a:pt x="1146071" y="696258"/>
                </a:lnTo>
                <a:lnTo>
                  <a:pt x="1142431" y="697375"/>
                </a:lnTo>
                <a:lnTo>
                  <a:pt x="1142917" y="699268"/>
                </a:lnTo>
                <a:lnTo>
                  <a:pt x="1145926" y="700094"/>
                </a:lnTo>
                <a:lnTo>
                  <a:pt x="1146848" y="700968"/>
                </a:lnTo>
                <a:lnTo>
                  <a:pt x="1146654" y="702133"/>
                </a:lnTo>
                <a:lnTo>
                  <a:pt x="1145440" y="702376"/>
                </a:lnTo>
                <a:lnTo>
                  <a:pt x="1141558" y="700773"/>
                </a:lnTo>
                <a:lnTo>
                  <a:pt x="1138937" y="701113"/>
                </a:lnTo>
                <a:lnTo>
                  <a:pt x="1129473" y="703249"/>
                </a:lnTo>
                <a:lnTo>
                  <a:pt x="1126949" y="703201"/>
                </a:lnTo>
                <a:lnTo>
                  <a:pt x="1125542" y="701162"/>
                </a:lnTo>
                <a:lnTo>
                  <a:pt x="1125639" y="695870"/>
                </a:lnTo>
                <a:lnTo>
                  <a:pt x="1124619" y="694462"/>
                </a:lnTo>
                <a:lnTo>
                  <a:pt x="1117582" y="700919"/>
                </a:lnTo>
                <a:lnTo>
                  <a:pt x="1115447" y="702521"/>
                </a:lnTo>
                <a:lnTo>
                  <a:pt x="1112632" y="703249"/>
                </a:lnTo>
                <a:lnTo>
                  <a:pt x="1109671" y="703007"/>
                </a:lnTo>
                <a:lnTo>
                  <a:pt x="1099479" y="706891"/>
                </a:lnTo>
                <a:lnTo>
                  <a:pt x="1096276" y="706357"/>
                </a:lnTo>
                <a:lnTo>
                  <a:pt x="1093218" y="706357"/>
                </a:lnTo>
                <a:lnTo>
                  <a:pt x="1082347" y="710629"/>
                </a:lnTo>
                <a:lnTo>
                  <a:pt x="1076523" y="711794"/>
                </a:lnTo>
                <a:lnTo>
                  <a:pt x="1073514" y="711891"/>
                </a:lnTo>
                <a:lnTo>
                  <a:pt x="1070553" y="711503"/>
                </a:lnTo>
                <a:lnTo>
                  <a:pt x="1067884" y="711891"/>
                </a:lnTo>
                <a:lnTo>
                  <a:pt x="1065506" y="713591"/>
                </a:lnTo>
                <a:lnTo>
                  <a:pt x="1060652" y="715047"/>
                </a:lnTo>
                <a:lnTo>
                  <a:pt x="1055653" y="713931"/>
                </a:lnTo>
                <a:lnTo>
                  <a:pt x="1051431" y="712474"/>
                </a:lnTo>
                <a:lnTo>
                  <a:pt x="1047403" y="710532"/>
                </a:lnTo>
                <a:lnTo>
                  <a:pt x="1046432" y="708056"/>
                </a:lnTo>
                <a:lnTo>
                  <a:pt x="1046626" y="705094"/>
                </a:lnTo>
                <a:lnTo>
                  <a:pt x="1048325" y="701065"/>
                </a:lnTo>
                <a:lnTo>
                  <a:pt x="1047160" y="693976"/>
                </a:lnTo>
                <a:lnTo>
                  <a:pt x="1048033" y="690724"/>
                </a:lnTo>
                <a:lnTo>
                  <a:pt x="1049684" y="687519"/>
                </a:lnTo>
                <a:lnTo>
                  <a:pt x="1052159" y="686354"/>
                </a:lnTo>
                <a:lnTo>
                  <a:pt x="1055411" y="686111"/>
                </a:lnTo>
                <a:lnTo>
                  <a:pt x="1060798" y="683247"/>
                </a:lnTo>
                <a:lnTo>
                  <a:pt x="1065700" y="679508"/>
                </a:lnTo>
                <a:lnTo>
                  <a:pt x="1068563" y="679897"/>
                </a:lnTo>
                <a:lnTo>
                  <a:pt x="1075018" y="682519"/>
                </a:lnTo>
                <a:lnTo>
                  <a:pt x="1078804" y="682810"/>
                </a:lnTo>
                <a:lnTo>
                  <a:pt x="1085210" y="682373"/>
                </a:lnTo>
                <a:lnTo>
                  <a:pt x="1087879" y="684024"/>
                </a:lnTo>
                <a:lnTo>
                  <a:pt x="1088899" y="687713"/>
                </a:lnTo>
                <a:lnTo>
                  <a:pt x="1090355" y="689024"/>
                </a:lnTo>
                <a:lnTo>
                  <a:pt x="1092247" y="689995"/>
                </a:lnTo>
                <a:lnTo>
                  <a:pt x="1096810" y="696210"/>
                </a:lnTo>
                <a:lnTo>
                  <a:pt x="1101032" y="695870"/>
                </a:lnTo>
                <a:lnTo>
                  <a:pt x="1104769" y="697035"/>
                </a:lnTo>
                <a:lnTo>
                  <a:pt x="1111273" y="693248"/>
                </a:lnTo>
                <a:lnTo>
                  <a:pt x="1116223" y="693345"/>
                </a:lnTo>
                <a:lnTo>
                  <a:pt x="1117631" y="690432"/>
                </a:lnTo>
                <a:lnTo>
                  <a:pt x="1114670" y="687325"/>
                </a:lnTo>
                <a:lnTo>
                  <a:pt x="1111079" y="684752"/>
                </a:lnTo>
                <a:lnTo>
                  <a:pt x="1109186" y="684218"/>
                </a:lnTo>
                <a:lnTo>
                  <a:pt x="1107099" y="684363"/>
                </a:lnTo>
                <a:lnTo>
                  <a:pt x="1105206" y="683975"/>
                </a:lnTo>
                <a:lnTo>
                  <a:pt x="1097246" y="678295"/>
                </a:lnTo>
                <a:lnTo>
                  <a:pt x="1094868" y="675236"/>
                </a:lnTo>
                <a:lnTo>
                  <a:pt x="1093509" y="671643"/>
                </a:lnTo>
                <a:lnTo>
                  <a:pt x="1094334" y="668973"/>
                </a:lnTo>
                <a:lnTo>
                  <a:pt x="1099819" y="666594"/>
                </a:lnTo>
                <a:lnTo>
                  <a:pt x="1102391" y="666012"/>
                </a:lnTo>
                <a:lnTo>
                  <a:pt x="1111904" y="667614"/>
                </a:lnTo>
                <a:lnTo>
                  <a:pt x="1113554" y="668973"/>
                </a:lnTo>
                <a:lnTo>
                  <a:pt x="1116077" y="674653"/>
                </a:lnTo>
                <a:lnTo>
                  <a:pt x="1117970" y="677129"/>
                </a:lnTo>
                <a:close/>
                <a:moveTo>
                  <a:pt x="1227559" y="224982"/>
                </a:moveTo>
                <a:lnTo>
                  <a:pt x="1227559" y="233187"/>
                </a:lnTo>
                <a:lnTo>
                  <a:pt x="1227559" y="237168"/>
                </a:lnTo>
                <a:lnTo>
                  <a:pt x="1227559" y="241489"/>
                </a:lnTo>
                <a:lnTo>
                  <a:pt x="1227559" y="246247"/>
                </a:lnTo>
                <a:lnTo>
                  <a:pt x="1227559" y="250422"/>
                </a:lnTo>
                <a:lnTo>
                  <a:pt x="1227559" y="251684"/>
                </a:lnTo>
                <a:lnTo>
                  <a:pt x="1227559" y="253966"/>
                </a:lnTo>
                <a:lnTo>
                  <a:pt x="1227559" y="254840"/>
                </a:lnTo>
                <a:lnTo>
                  <a:pt x="1227559" y="255083"/>
                </a:lnTo>
                <a:lnTo>
                  <a:pt x="1227559" y="258433"/>
                </a:lnTo>
                <a:lnTo>
                  <a:pt x="1227559" y="258870"/>
                </a:lnTo>
                <a:lnTo>
                  <a:pt x="1227559" y="258724"/>
                </a:lnTo>
                <a:lnTo>
                  <a:pt x="1227559" y="257850"/>
                </a:lnTo>
                <a:lnTo>
                  <a:pt x="1227559" y="257413"/>
                </a:lnTo>
                <a:lnTo>
                  <a:pt x="1227559" y="253092"/>
                </a:lnTo>
                <a:lnTo>
                  <a:pt x="1227559" y="249694"/>
                </a:lnTo>
                <a:lnTo>
                  <a:pt x="1227559" y="249305"/>
                </a:lnTo>
                <a:lnTo>
                  <a:pt x="1227559" y="249694"/>
                </a:lnTo>
                <a:lnTo>
                  <a:pt x="1227559" y="249937"/>
                </a:lnTo>
                <a:lnTo>
                  <a:pt x="1227559" y="250568"/>
                </a:lnTo>
                <a:lnTo>
                  <a:pt x="1227559" y="252073"/>
                </a:lnTo>
                <a:lnTo>
                  <a:pt x="1227559" y="251393"/>
                </a:lnTo>
                <a:lnTo>
                  <a:pt x="1227559" y="249694"/>
                </a:lnTo>
                <a:lnTo>
                  <a:pt x="1227559" y="249111"/>
                </a:lnTo>
                <a:lnTo>
                  <a:pt x="1227559" y="249257"/>
                </a:lnTo>
                <a:lnTo>
                  <a:pt x="1227559" y="251830"/>
                </a:lnTo>
                <a:lnTo>
                  <a:pt x="1227559" y="251587"/>
                </a:lnTo>
                <a:lnTo>
                  <a:pt x="1227559" y="248286"/>
                </a:lnTo>
                <a:lnTo>
                  <a:pt x="1227559" y="247655"/>
                </a:lnTo>
                <a:lnTo>
                  <a:pt x="1225618" y="248529"/>
                </a:lnTo>
                <a:lnTo>
                  <a:pt x="1220230" y="251490"/>
                </a:lnTo>
                <a:lnTo>
                  <a:pt x="1218192" y="253481"/>
                </a:lnTo>
                <a:lnTo>
                  <a:pt x="1212611" y="260229"/>
                </a:lnTo>
                <a:lnTo>
                  <a:pt x="1209456" y="265181"/>
                </a:lnTo>
                <a:lnTo>
                  <a:pt x="1207078" y="271347"/>
                </a:lnTo>
                <a:lnTo>
                  <a:pt x="1205039" y="277659"/>
                </a:lnTo>
                <a:lnTo>
                  <a:pt x="1203923" y="282805"/>
                </a:lnTo>
                <a:lnTo>
                  <a:pt x="1203875" y="288194"/>
                </a:lnTo>
                <a:lnTo>
                  <a:pt x="1204845" y="294263"/>
                </a:lnTo>
                <a:lnTo>
                  <a:pt x="1206350" y="300283"/>
                </a:lnTo>
                <a:lnTo>
                  <a:pt x="1208000" y="304847"/>
                </a:lnTo>
                <a:lnTo>
                  <a:pt x="1214989" y="315431"/>
                </a:lnTo>
                <a:lnTo>
                  <a:pt x="1216396" y="316936"/>
                </a:lnTo>
                <a:lnTo>
                  <a:pt x="1223919" y="319946"/>
                </a:lnTo>
                <a:lnTo>
                  <a:pt x="1227559" y="323733"/>
                </a:lnTo>
                <a:lnTo>
                  <a:pt x="1227559" y="334365"/>
                </a:lnTo>
                <a:lnTo>
                  <a:pt x="1227559" y="339803"/>
                </a:lnTo>
                <a:lnTo>
                  <a:pt x="1227559" y="339851"/>
                </a:lnTo>
                <a:lnTo>
                  <a:pt x="1227559" y="339512"/>
                </a:lnTo>
                <a:lnTo>
                  <a:pt x="1227559" y="340191"/>
                </a:lnTo>
                <a:lnTo>
                  <a:pt x="1227559" y="341599"/>
                </a:lnTo>
                <a:lnTo>
                  <a:pt x="1227559" y="338298"/>
                </a:lnTo>
                <a:lnTo>
                  <a:pt x="1227559" y="332132"/>
                </a:lnTo>
                <a:lnTo>
                  <a:pt x="1227559" y="327568"/>
                </a:lnTo>
                <a:lnTo>
                  <a:pt x="1227559" y="318878"/>
                </a:lnTo>
                <a:lnTo>
                  <a:pt x="1227559" y="314848"/>
                </a:lnTo>
                <a:lnTo>
                  <a:pt x="1227559" y="313537"/>
                </a:lnTo>
                <a:lnTo>
                  <a:pt x="1227559" y="314071"/>
                </a:lnTo>
                <a:lnTo>
                  <a:pt x="1227559" y="316402"/>
                </a:lnTo>
                <a:lnTo>
                  <a:pt x="1227559" y="318247"/>
                </a:lnTo>
                <a:lnTo>
                  <a:pt x="1227559" y="319218"/>
                </a:lnTo>
                <a:lnTo>
                  <a:pt x="1227559" y="318586"/>
                </a:lnTo>
                <a:lnTo>
                  <a:pt x="1227559" y="315771"/>
                </a:lnTo>
                <a:lnTo>
                  <a:pt x="1227559" y="314023"/>
                </a:lnTo>
                <a:lnTo>
                  <a:pt x="1227559" y="311838"/>
                </a:lnTo>
                <a:lnTo>
                  <a:pt x="1227559" y="310042"/>
                </a:lnTo>
                <a:lnTo>
                  <a:pt x="1227559" y="310673"/>
                </a:lnTo>
                <a:lnTo>
                  <a:pt x="1227559" y="309945"/>
                </a:lnTo>
                <a:lnTo>
                  <a:pt x="1227559" y="308342"/>
                </a:lnTo>
                <a:lnTo>
                  <a:pt x="1227559" y="306643"/>
                </a:lnTo>
                <a:lnTo>
                  <a:pt x="1227559" y="305284"/>
                </a:lnTo>
                <a:lnTo>
                  <a:pt x="1227559" y="304410"/>
                </a:lnTo>
                <a:lnTo>
                  <a:pt x="1227559" y="302419"/>
                </a:lnTo>
                <a:lnTo>
                  <a:pt x="1227559" y="301011"/>
                </a:lnTo>
                <a:lnTo>
                  <a:pt x="1227559" y="302031"/>
                </a:lnTo>
                <a:lnTo>
                  <a:pt x="1227559" y="304798"/>
                </a:lnTo>
                <a:lnTo>
                  <a:pt x="1227559" y="307614"/>
                </a:lnTo>
                <a:lnTo>
                  <a:pt x="1227559" y="311061"/>
                </a:lnTo>
                <a:lnTo>
                  <a:pt x="1227559" y="319994"/>
                </a:lnTo>
                <a:lnTo>
                  <a:pt x="1227559" y="322034"/>
                </a:lnTo>
                <a:lnTo>
                  <a:pt x="1227559" y="323102"/>
                </a:lnTo>
                <a:lnTo>
                  <a:pt x="1227559" y="321936"/>
                </a:lnTo>
                <a:lnTo>
                  <a:pt x="1227559" y="317324"/>
                </a:lnTo>
                <a:lnTo>
                  <a:pt x="1227559" y="315625"/>
                </a:lnTo>
                <a:lnTo>
                  <a:pt x="1227559" y="317033"/>
                </a:lnTo>
                <a:lnTo>
                  <a:pt x="1227559" y="318344"/>
                </a:lnTo>
                <a:lnTo>
                  <a:pt x="1227559" y="320189"/>
                </a:lnTo>
                <a:lnTo>
                  <a:pt x="1227559" y="324947"/>
                </a:lnTo>
                <a:lnTo>
                  <a:pt x="1227559" y="330336"/>
                </a:lnTo>
                <a:lnTo>
                  <a:pt x="1227559" y="338735"/>
                </a:lnTo>
                <a:lnTo>
                  <a:pt x="1227559" y="346017"/>
                </a:lnTo>
                <a:lnTo>
                  <a:pt x="1227559" y="348785"/>
                </a:lnTo>
                <a:lnTo>
                  <a:pt x="1227559" y="350678"/>
                </a:lnTo>
                <a:lnTo>
                  <a:pt x="1227559" y="355485"/>
                </a:lnTo>
                <a:lnTo>
                  <a:pt x="1227559" y="359077"/>
                </a:lnTo>
                <a:lnTo>
                  <a:pt x="1227559" y="363738"/>
                </a:lnTo>
                <a:lnTo>
                  <a:pt x="1227559" y="365292"/>
                </a:lnTo>
                <a:lnTo>
                  <a:pt x="1227559" y="365826"/>
                </a:lnTo>
                <a:lnTo>
                  <a:pt x="1227559" y="364952"/>
                </a:lnTo>
                <a:lnTo>
                  <a:pt x="1227559" y="362330"/>
                </a:lnTo>
                <a:lnTo>
                  <a:pt x="1227559" y="364466"/>
                </a:lnTo>
                <a:lnTo>
                  <a:pt x="1227559" y="367768"/>
                </a:lnTo>
                <a:lnTo>
                  <a:pt x="1227559" y="368933"/>
                </a:lnTo>
                <a:lnTo>
                  <a:pt x="1227559" y="372574"/>
                </a:lnTo>
                <a:lnTo>
                  <a:pt x="1227559" y="377721"/>
                </a:lnTo>
                <a:lnTo>
                  <a:pt x="1227559" y="378837"/>
                </a:lnTo>
                <a:lnTo>
                  <a:pt x="1227559" y="380488"/>
                </a:lnTo>
                <a:lnTo>
                  <a:pt x="1227559" y="382090"/>
                </a:lnTo>
                <a:lnTo>
                  <a:pt x="1227559" y="386508"/>
                </a:lnTo>
                <a:lnTo>
                  <a:pt x="1227559" y="396704"/>
                </a:lnTo>
                <a:lnTo>
                  <a:pt x="1227559" y="402238"/>
                </a:lnTo>
                <a:lnTo>
                  <a:pt x="1227559" y="406802"/>
                </a:lnTo>
                <a:lnTo>
                  <a:pt x="1227559" y="414473"/>
                </a:lnTo>
                <a:lnTo>
                  <a:pt x="1227559" y="416609"/>
                </a:lnTo>
                <a:lnTo>
                  <a:pt x="1227559" y="419134"/>
                </a:lnTo>
                <a:lnTo>
                  <a:pt x="1227559" y="421464"/>
                </a:lnTo>
                <a:lnTo>
                  <a:pt x="1227559" y="425834"/>
                </a:lnTo>
                <a:lnTo>
                  <a:pt x="1227559" y="428698"/>
                </a:lnTo>
                <a:lnTo>
                  <a:pt x="1227559" y="432291"/>
                </a:lnTo>
                <a:lnTo>
                  <a:pt x="1227559" y="437534"/>
                </a:lnTo>
                <a:lnTo>
                  <a:pt x="1227559" y="444526"/>
                </a:lnTo>
                <a:lnTo>
                  <a:pt x="1227559" y="446905"/>
                </a:lnTo>
                <a:lnTo>
                  <a:pt x="1227559" y="449041"/>
                </a:lnTo>
                <a:lnTo>
                  <a:pt x="1227559" y="451080"/>
                </a:lnTo>
                <a:lnTo>
                  <a:pt x="1227559" y="452633"/>
                </a:lnTo>
                <a:lnTo>
                  <a:pt x="1227559" y="453459"/>
                </a:lnTo>
                <a:lnTo>
                  <a:pt x="1227559" y="454867"/>
                </a:lnTo>
                <a:lnTo>
                  <a:pt x="1227559" y="460353"/>
                </a:lnTo>
                <a:lnTo>
                  <a:pt x="1227559" y="461761"/>
                </a:lnTo>
                <a:lnTo>
                  <a:pt x="1227559" y="463751"/>
                </a:lnTo>
                <a:lnTo>
                  <a:pt x="1227559" y="466762"/>
                </a:lnTo>
                <a:lnTo>
                  <a:pt x="1227559" y="468509"/>
                </a:lnTo>
                <a:lnTo>
                  <a:pt x="1227559" y="471568"/>
                </a:lnTo>
                <a:lnTo>
                  <a:pt x="1227559" y="472345"/>
                </a:lnTo>
                <a:lnTo>
                  <a:pt x="1227559" y="471471"/>
                </a:lnTo>
                <a:lnTo>
                  <a:pt x="1227559" y="470112"/>
                </a:lnTo>
                <a:lnTo>
                  <a:pt x="1227559" y="470646"/>
                </a:lnTo>
                <a:lnTo>
                  <a:pt x="1227559" y="472782"/>
                </a:lnTo>
                <a:lnTo>
                  <a:pt x="1227559" y="475549"/>
                </a:lnTo>
                <a:lnTo>
                  <a:pt x="1227559" y="478608"/>
                </a:lnTo>
                <a:lnTo>
                  <a:pt x="1227559" y="484434"/>
                </a:lnTo>
                <a:lnTo>
                  <a:pt x="1227559" y="486522"/>
                </a:lnTo>
                <a:lnTo>
                  <a:pt x="1227559" y="486424"/>
                </a:lnTo>
                <a:lnTo>
                  <a:pt x="1227559" y="484045"/>
                </a:lnTo>
                <a:lnTo>
                  <a:pt x="1227559" y="485745"/>
                </a:lnTo>
                <a:lnTo>
                  <a:pt x="1227559" y="487444"/>
                </a:lnTo>
                <a:lnTo>
                  <a:pt x="1227559" y="487978"/>
                </a:lnTo>
                <a:lnTo>
                  <a:pt x="1227559" y="487735"/>
                </a:lnTo>
                <a:lnTo>
                  <a:pt x="1227559" y="487978"/>
                </a:lnTo>
                <a:lnTo>
                  <a:pt x="1227559" y="491571"/>
                </a:lnTo>
                <a:lnTo>
                  <a:pt x="1227559" y="493707"/>
                </a:lnTo>
                <a:lnTo>
                  <a:pt x="1227559" y="497591"/>
                </a:lnTo>
                <a:lnTo>
                  <a:pt x="1227559" y="500261"/>
                </a:lnTo>
                <a:lnTo>
                  <a:pt x="1227559" y="505942"/>
                </a:lnTo>
                <a:lnTo>
                  <a:pt x="1227559" y="507884"/>
                </a:lnTo>
                <a:lnTo>
                  <a:pt x="1227559" y="508660"/>
                </a:lnTo>
                <a:lnTo>
                  <a:pt x="1227559" y="507155"/>
                </a:lnTo>
                <a:lnTo>
                  <a:pt x="1227559" y="505650"/>
                </a:lnTo>
                <a:lnTo>
                  <a:pt x="1227559" y="504388"/>
                </a:lnTo>
                <a:lnTo>
                  <a:pt x="1227559" y="500553"/>
                </a:lnTo>
                <a:lnTo>
                  <a:pt x="1227559" y="495697"/>
                </a:lnTo>
                <a:lnTo>
                  <a:pt x="1227559" y="481230"/>
                </a:lnTo>
                <a:lnTo>
                  <a:pt x="1227559" y="479385"/>
                </a:lnTo>
                <a:lnTo>
                  <a:pt x="1227559" y="477734"/>
                </a:lnTo>
                <a:lnTo>
                  <a:pt x="1227559" y="475064"/>
                </a:lnTo>
                <a:lnTo>
                  <a:pt x="1227559" y="472005"/>
                </a:lnTo>
                <a:lnTo>
                  <a:pt x="1227559" y="468218"/>
                </a:lnTo>
                <a:lnTo>
                  <a:pt x="1227559" y="466713"/>
                </a:lnTo>
                <a:lnTo>
                  <a:pt x="1227559" y="463557"/>
                </a:lnTo>
                <a:lnTo>
                  <a:pt x="1227559" y="445934"/>
                </a:lnTo>
                <a:lnTo>
                  <a:pt x="1227559" y="444234"/>
                </a:lnTo>
                <a:lnTo>
                  <a:pt x="1227559" y="441273"/>
                </a:lnTo>
                <a:lnTo>
                  <a:pt x="1227559" y="438554"/>
                </a:lnTo>
                <a:lnTo>
                  <a:pt x="1227559" y="428892"/>
                </a:lnTo>
                <a:lnTo>
                  <a:pt x="1227559" y="427048"/>
                </a:lnTo>
                <a:lnTo>
                  <a:pt x="1227559" y="419425"/>
                </a:lnTo>
                <a:lnTo>
                  <a:pt x="1227559" y="413162"/>
                </a:lnTo>
                <a:lnTo>
                  <a:pt x="1227559" y="406899"/>
                </a:lnTo>
                <a:lnTo>
                  <a:pt x="1227559" y="402918"/>
                </a:lnTo>
                <a:lnTo>
                  <a:pt x="1227559" y="401753"/>
                </a:lnTo>
                <a:lnTo>
                  <a:pt x="1227559" y="401559"/>
                </a:lnTo>
                <a:lnTo>
                  <a:pt x="1227559" y="402821"/>
                </a:lnTo>
                <a:lnTo>
                  <a:pt x="1227559" y="405977"/>
                </a:lnTo>
                <a:lnTo>
                  <a:pt x="1219842" y="412628"/>
                </a:lnTo>
                <a:lnTo>
                  <a:pt x="1215959" y="416464"/>
                </a:lnTo>
                <a:lnTo>
                  <a:pt x="1215620" y="421513"/>
                </a:lnTo>
                <a:lnTo>
                  <a:pt x="1217852" y="426416"/>
                </a:lnTo>
                <a:lnTo>
                  <a:pt x="1220764" y="430932"/>
                </a:lnTo>
                <a:lnTo>
                  <a:pt x="1222317" y="435835"/>
                </a:lnTo>
                <a:lnTo>
                  <a:pt x="1224501" y="453265"/>
                </a:lnTo>
                <a:lnTo>
                  <a:pt x="1224404" y="455255"/>
                </a:lnTo>
                <a:lnTo>
                  <a:pt x="1221881" y="460304"/>
                </a:lnTo>
                <a:lnTo>
                  <a:pt x="1220861" y="471665"/>
                </a:lnTo>
                <a:lnTo>
                  <a:pt x="1221978" y="487638"/>
                </a:lnTo>
                <a:lnTo>
                  <a:pt x="1223676" y="497445"/>
                </a:lnTo>
                <a:lnTo>
                  <a:pt x="1222948" y="502786"/>
                </a:lnTo>
                <a:lnTo>
                  <a:pt x="1218338" y="514244"/>
                </a:lnTo>
                <a:lnTo>
                  <a:pt x="1216930" y="520555"/>
                </a:lnTo>
                <a:lnTo>
                  <a:pt x="1216833" y="523128"/>
                </a:lnTo>
                <a:lnTo>
                  <a:pt x="1222269" y="535120"/>
                </a:lnTo>
                <a:lnTo>
                  <a:pt x="1223531" y="539830"/>
                </a:lnTo>
                <a:lnTo>
                  <a:pt x="1224162" y="544733"/>
                </a:lnTo>
                <a:lnTo>
                  <a:pt x="1218435" y="542354"/>
                </a:lnTo>
                <a:lnTo>
                  <a:pt x="1215717" y="542451"/>
                </a:lnTo>
                <a:lnTo>
                  <a:pt x="1213047" y="543180"/>
                </a:lnTo>
                <a:lnTo>
                  <a:pt x="1207029" y="543956"/>
                </a:lnTo>
                <a:lnTo>
                  <a:pt x="1200963" y="544102"/>
                </a:lnTo>
                <a:lnTo>
                  <a:pt x="1198827" y="544976"/>
                </a:lnTo>
                <a:lnTo>
                  <a:pt x="1194459" y="548180"/>
                </a:lnTo>
                <a:lnTo>
                  <a:pt x="1191838" y="549443"/>
                </a:lnTo>
                <a:lnTo>
                  <a:pt x="1189557" y="549685"/>
                </a:lnTo>
                <a:lnTo>
                  <a:pt x="1181792" y="545704"/>
                </a:lnTo>
                <a:lnTo>
                  <a:pt x="1177230" y="541383"/>
                </a:lnTo>
                <a:lnTo>
                  <a:pt x="1173007" y="536674"/>
                </a:lnTo>
                <a:lnTo>
                  <a:pt x="1172231" y="531285"/>
                </a:lnTo>
                <a:lnTo>
                  <a:pt x="1173735" y="525799"/>
                </a:lnTo>
                <a:lnTo>
                  <a:pt x="1175822" y="519875"/>
                </a:lnTo>
                <a:lnTo>
                  <a:pt x="1179996" y="510068"/>
                </a:lnTo>
                <a:lnTo>
                  <a:pt x="1179802" y="503514"/>
                </a:lnTo>
                <a:lnTo>
                  <a:pt x="1181209" y="498125"/>
                </a:lnTo>
                <a:lnTo>
                  <a:pt x="1183588" y="492882"/>
                </a:lnTo>
                <a:lnTo>
                  <a:pt x="1184461" y="488075"/>
                </a:lnTo>
                <a:lnTo>
                  <a:pt x="1185044" y="469141"/>
                </a:lnTo>
                <a:lnTo>
                  <a:pt x="1184413" y="467490"/>
                </a:lnTo>
                <a:lnTo>
                  <a:pt x="1178734" y="456275"/>
                </a:lnTo>
                <a:lnTo>
                  <a:pt x="1178055" y="454381"/>
                </a:lnTo>
                <a:lnTo>
                  <a:pt x="1178006" y="451323"/>
                </a:lnTo>
                <a:lnTo>
                  <a:pt x="1178637" y="448458"/>
                </a:lnTo>
                <a:lnTo>
                  <a:pt x="1178783" y="445836"/>
                </a:lnTo>
                <a:lnTo>
                  <a:pt x="1177424" y="443846"/>
                </a:lnTo>
                <a:lnTo>
                  <a:pt x="1175143" y="442001"/>
                </a:lnTo>
                <a:lnTo>
                  <a:pt x="1172328" y="441224"/>
                </a:lnTo>
                <a:lnTo>
                  <a:pt x="1166407" y="442001"/>
                </a:lnTo>
                <a:lnTo>
                  <a:pt x="1154516" y="445060"/>
                </a:lnTo>
                <a:lnTo>
                  <a:pt x="1150973" y="442389"/>
                </a:lnTo>
                <a:lnTo>
                  <a:pt x="1148352" y="438263"/>
                </a:lnTo>
                <a:lnTo>
                  <a:pt x="1146654" y="432534"/>
                </a:lnTo>
                <a:lnTo>
                  <a:pt x="1145634" y="426562"/>
                </a:lnTo>
                <a:lnTo>
                  <a:pt x="1146120" y="420930"/>
                </a:lnTo>
                <a:lnTo>
                  <a:pt x="1147867" y="415493"/>
                </a:lnTo>
                <a:lnTo>
                  <a:pt x="1146459" y="411657"/>
                </a:lnTo>
                <a:lnTo>
                  <a:pt x="1144275" y="407530"/>
                </a:lnTo>
                <a:lnTo>
                  <a:pt x="1144227" y="405394"/>
                </a:lnTo>
                <a:lnTo>
                  <a:pt x="1145489" y="403501"/>
                </a:lnTo>
                <a:lnTo>
                  <a:pt x="1147624" y="401947"/>
                </a:lnTo>
                <a:lnTo>
                  <a:pt x="1150294" y="401025"/>
                </a:lnTo>
                <a:lnTo>
                  <a:pt x="1152720" y="399374"/>
                </a:lnTo>
                <a:lnTo>
                  <a:pt x="1159224" y="393839"/>
                </a:lnTo>
                <a:lnTo>
                  <a:pt x="1161311" y="388936"/>
                </a:lnTo>
                <a:lnTo>
                  <a:pt x="1161456" y="382915"/>
                </a:lnTo>
                <a:lnTo>
                  <a:pt x="1163106" y="377187"/>
                </a:lnTo>
                <a:lnTo>
                  <a:pt x="1166455" y="371895"/>
                </a:lnTo>
                <a:lnTo>
                  <a:pt x="1170386" y="366991"/>
                </a:lnTo>
                <a:lnTo>
                  <a:pt x="1171648" y="361893"/>
                </a:lnTo>
                <a:lnTo>
                  <a:pt x="1169707" y="353882"/>
                </a:lnTo>
                <a:lnTo>
                  <a:pt x="1170484" y="350193"/>
                </a:lnTo>
                <a:lnTo>
                  <a:pt x="1169804" y="345920"/>
                </a:lnTo>
                <a:lnTo>
                  <a:pt x="1169756" y="341648"/>
                </a:lnTo>
                <a:lnTo>
                  <a:pt x="1172182" y="333637"/>
                </a:lnTo>
                <a:lnTo>
                  <a:pt x="1179414" y="317324"/>
                </a:lnTo>
                <a:lnTo>
                  <a:pt x="1186500" y="308634"/>
                </a:lnTo>
                <a:lnTo>
                  <a:pt x="1189266" y="306352"/>
                </a:lnTo>
                <a:lnTo>
                  <a:pt x="1192955" y="310381"/>
                </a:lnTo>
                <a:lnTo>
                  <a:pt x="1195721" y="315139"/>
                </a:lnTo>
                <a:lnTo>
                  <a:pt x="1195770" y="310818"/>
                </a:lnTo>
                <a:lnTo>
                  <a:pt x="1195042" y="306595"/>
                </a:lnTo>
                <a:lnTo>
                  <a:pt x="1192227" y="296787"/>
                </a:lnTo>
                <a:lnTo>
                  <a:pt x="1189800" y="277562"/>
                </a:lnTo>
                <a:lnTo>
                  <a:pt x="1190479" y="275765"/>
                </a:lnTo>
                <a:lnTo>
                  <a:pt x="1192955" y="276057"/>
                </a:lnTo>
                <a:lnTo>
                  <a:pt x="1195430" y="274357"/>
                </a:lnTo>
                <a:lnTo>
                  <a:pt x="1196789" y="271347"/>
                </a:lnTo>
                <a:lnTo>
                  <a:pt x="1194168" y="264210"/>
                </a:lnTo>
                <a:lnTo>
                  <a:pt x="1194022" y="261686"/>
                </a:lnTo>
                <a:lnTo>
                  <a:pt x="1199070" y="251684"/>
                </a:lnTo>
                <a:lnTo>
                  <a:pt x="1203195" y="248043"/>
                </a:lnTo>
                <a:lnTo>
                  <a:pt x="1204991" y="245761"/>
                </a:lnTo>
                <a:lnTo>
                  <a:pt x="1206010" y="239644"/>
                </a:lnTo>
                <a:lnTo>
                  <a:pt x="1208194" y="237362"/>
                </a:lnTo>
                <a:lnTo>
                  <a:pt x="1210912" y="235711"/>
                </a:lnTo>
                <a:lnTo>
                  <a:pt x="1214455" y="231487"/>
                </a:lnTo>
                <a:lnTo>
                  <a:pt x="1216396" y="226147"/>
                </a:lnTo>
                <a:lnTo>
                  <a:pt x="1217561" y="225759"/>
                </a:lnTo>
                <a:lnTo>
                  <a:pt x="1218920" y="225564"/>
                </a:lnTo>
                <a:lnTo>
                  <a:pt x="1221104" y="230177"/>
                </a:lnTo>
                <a:lnTo>
                  <a:pt x="1223482" y="232070"/>
                </a:lnTo>
                <a:lnTo>
                  <a:pt x="1227559" y="233575"/>
                </a:lnTo>
                <a:lnTo>
                  <a:pt x="1227559" y="231827"/>
                </a:lnTo>
                <a:lnTo>
                  <a:pt x="1227559" y="229497"/>
                </a:lnTo>
                <a:lnTo>
                  <a:pt x="1227559" y="227458"/>
                </a:lnTo>
                <a:lnTo>
                  <a:pt x="1227559" y="225370"/>
                </a:lnTo>
                <a:lnTo>
                  <a:pt x="1227559" y="222991"/>
                </a:lnTo>
                <a:lnTo>
                  <a:pt x="1227559" y="217505"/>
                </a:lnTo>
                <a:lnTo>
                  <a:pt x="1227559" y="212456"/>
                </a:lnTo>
                <a:lnTo>
                  <a:pt x="1227559" y="210708"/>
                </a:lnTo>
                <a:lnTo>
                  <a:pt x="1227559" y="209591"/>
                </a:lnTo>
                <a:lnTo>
                  <a:pt x="1227559" y="208912"/>
                </a:lnTo>
                <a:lnTo>
                  <a:pt x="1227559" y="208815"/>
                </a:lnTo>
                <a:lnTo>
                  <a:pt x="1227559" y="212019"/>
                </a:lnTo>
                <a:lnTo>
                  <a:pt x="1227559" y="212601"/>
                </a:lnTo>
                <a:lnTo>
                  <a:pt x="1227559" y="212359"/>
                </a:lnTo>
                <a:lnTo>
                  <a:pt x="1227559" y="212893"/>
                </a:lnTo>
                <a:lnTo>
                  <a:pt x="1227559" y="214349"/>
                </a:lnTo>
                <a:lnTo>
                  <a:pt x="1227559" y="217165"/>
                </a:lnTo>
                <a:lnTo>
                  <a:pt x="1227559" y="219641"/>
                </a:lnTo>
                <a:lnTo>
                  <a:pt x="1227559" y="220855"/>
                </a:lnTo>
                <a:lnTo>
                  <a:pt x="1227559" y="221438"/>
                </a:lnTo>
                <a:lnTo>
                  <a:pt x="1227559" y="220418"/>
                </a:lnTo>
                <a:lnTo>
                  <a:pt x="1227559" y="223234"/>
                </a:lnTo>
                <a:lnTo>
                  <a:pt x="1227559" y="223865"/>
                </a:lnTo>
                <a:lnTo>
                  <a:pt x="1227559" y="225516"/>
                </a:lnTo>
                <a:lnTo>
                  <a:pt x="1227559" y="227603"/>
                </a:lnTo>
                <a:lnTo>
                  <a:pt x="1227559" y="231390"/>
                </a:lnTo>
                <a:lnTo>
                  <a:pt x="1227559" y="232216"/>
                </a:lnTo>
                <a:lnTo>
                  <a:pt x="1227559" y="232021"/>
                </a:lnTo>
                <a:lnTo>
                  <a:pt x="1227559" y="228477"/>
                </a:lnTo>
                <a:lnTo>
                  <a:pt x="1227559" y="227701"/>
                </a:lnTo>
                <a:lnTo>
                  <a:pt x="1227559" y="227555"/>
                </a:lnTo>
                <a:lnTo>
                  <a:pt x="1227559" y="228235"/>
                </a:lnTo>
                <a:lnTo>
                  <a:pt x="1227559" y="232604"/>
                </a:lnTo>
                <a:lnTo>
                  <a:pt x="1227559" y="232021"/>
                </a:lnTo>
                <a:lnTo>
                  <a:pt x="1227559" y="223671"/>
                </a:lnTo>
                <a:lnTo>
                  <a:pt x="1227559" y="215757"/>
                </a:lnTo>
                <a:lnTo>
                  <a:pt x="1227559" y="213572"/>
                </a:lnTo>
                <a:lnTo>
                  <a:pt x="1227559" y="209980"/>
                </a:lnTo>
                <a:lnTo>
                  <a:pt x="1227559" y="205707"/>
                </a:lnTo>
                <a:lnTo>
                  <a:pt x="1227559" y="204542"/>
                </a:lnTo>
                <a:lnTo>
                  <a:pt x="1227559" y="203328"/>
                </a:lnTo>
                <a:lnTo>
                  <a:pt x="1227559" y="202017"/>
                </a:lnTo>
                <a:lnTo>
                  <a:pt x="1227559" y="196774"/>
                </a:lnTo>
                <a:lnTo>
                  <a:pt x="1227559" y="192113"/>
                </a:lnTo>
                <a:lnTo>
                  <a:pt x="1227559" y="190705"/>
                </a:lnTo>
                <a:lnTo>
                  <a:pt x="1227559" y="191434"/>
                </a:lnTo>
                <a:lnTo>
                  <a:pt x="1227559" y="193473"/>
                </a:lnTo>
                <a:lnTo>
                  <a:pt x="1227559" y="200367"/>
                </a:lnTo>
                <a:lnTo>
                  <a:pt x="1227559" y="201483"/>
                </a:lnTo>
                <a:lnTo>
                  <a:pt x="1227559" y="204930"/>
                </a:lnTo>
                <a:lnTo>
                  <a:pt x="1227559" y="206338"/>
                </a:lnTo>
                <a:lnTo>
                  <a:pt x="1227559" y="216000"/>
                </a:lnTo>
                <a:lnTo>
                  <a:pt x="1227559" y="220709"/>
                </a:lnTo>
                <a:lnTo>
                  <a:pt x="1227559" y="224982"/>
                </a:lnTo>
                <a:close/>
                <a:moveTo>
                  <a:pt x="590508" y="564979"/>
                </a:moveTo>
                <a:lnTo>
                  <a:pt x="595410" y="570513"/>
                </a:lnTo>
                <a:lnTo>
                  <a:pt x="599681" y="573475"/>
                </a:lnTo>
                <a:lnTo>
                  <a:pt x="604728" y="575077"/>
                </a:lnTo>
                <a:lnTo>
                  <a:pt x="610018" y="575223"/>
                </a:lnTo>
                <a:lnTo>
                  <a:pt x="615260" y="575902"/>
                </a:lnTo>
                <a:lnTo>
                  <a:pt x="621327" y="578039"/>
                </a:lnTo>
                <a:lnTo>
                  <a:pt x="627587" y="579010"/>
                </a:lnTo>
                <a:lnTo>
                  <a:pt x="630451" y="578621"/>
                </a:lnTo>
                <a:lnTo>
                  <a:pt x="633217" y="577553"/>
                </a:lnTo>
                <a:lnTo>
                  <a:pt x="635207" y="577456"/>
                </a:lnTo>
                <a:lnTo>
                  <a:pt x="636906" y="578476"/>
                </a:lnTo>
                <a:lnTo>
                  <a:pt x="641225" y="583185"/>
                </a:lnTo>
                <a:lnTo>
                  <a:pt x="645933" y="587457"/>
                </a:lnTo>
                <a:lnTo>
                  <a:pt x="647001" y="589642"/>
                </a:lnTo>
                <a:lnTo>
                  <a:pt x="650204" y="599983"/>
                </a:lnTo>
                <a:lnTo>
                  <a:pt x="653796" y="602993"/>
                </a:lnTo>
                <a:lnTo>
                  <a:pt x="658746" y="603819"/>
                </a:lnTo>
                <a:lnTo>
                  <a:pt x="664521" y="603819"/>
                </a:lnTo>
                <a:lnTo>
                  <a:pt x="670297" y="604256"/>
                </a:lnTo>
                <a:lnTo>
                  <a:pt x="683692" y="606683"/>
                </a:lnTo>
                <a:lnTo>
                  <a:pt x="689031" y="606343"/>
                </a:lnTo>
                <a:lnTo>
                  <a:pt x="693739" y="603916"/>
                </a:lnTo>
                <a:lnTo>
                  <a:pt x="697912" y="605518"/>
                </a:lnTo>
                <a:lnTo>
                  <a:pt x="709269" y="608382"/>
                </a:lnTo>
                <a:lnTo>
                  <a:pt x="714851" y="609062"/>
                </a:lnTo>
                <a:lnTo>
                  <a:pt x="721209" y="608237"/>
                </a:lnTo>
                <a:lnTo>
                  <a:pt x="727566" y="608043"/>
                </a:lnTo>
                <a:lnTo>
                  <a:pt x="730624" y="608868"/>
                </a:lnTo>
                <a:lnTo>
                  <a:pt x="733536" y="610130"/>
                </a:lnTo>
                <a:lnTo>
                  <a:pt x="736060" y="610616"/>
                </a:lnTo>
                <a:lnTo>
                  <a:pt x="738632" y="610567"/>
                </a:lnTo>
                <a:lnTo>
                  <a:pt x="743243" y="608140"/>
                </a:lnTo>
                <a:lnTo>
                  <a:pt x="746300" y="603722"/>
                </a:lnTo>
                <a:lnTo>
                  <a:pt x="748727" y="598090"/>
                </a:lnTo>
                <a:lnTo>
                  <a:pt x="750668" y="592264"/>
                </a:lnTo>
                <a:lnTo>
                  <a:pt x="751979" y="589739"/>
                </a:lnTo>
                <a:lnTo>
                  <a:pt x="753726" y="587506"/>
                </a:lnTo>
                <a:lnTo>
                  <a:pt x="756007" y="586098"/>
                </a:lnTo>
                <a:lnTo>
                  <a:pt x="758482" y="585175"/>
                </a:lnTo>
                <a:lnTo>
                  <a:pt x="765131" y="585758"/>
                </a:lnTo>
                <a:lnTo>
                  <a:pt x="766539" y="587166"/>
                </a:lnTo>
                <a:lnTo>
                  <a:pt x="773965" y="597070"/>
                </a:lnTo>
                <a:lnTo>
                  <a:pt x="775323" y="597944"/>
                </a:lnTo>
                <a:lnTo>
                  <a:pt x="783089" y="598575"/>
                </a:lnTo>
                <a:lnTo>
                  <a:pt x="785273" y="598235"/>
                </a:lnTo>
                <a:lnTo>
                  <a:pt x="789981" y="596245"/>
                </a:lnTo>
                <a:lnTo>
                  <a:pt x="792698" y="596051"/>
                </a:lnTo>
                <a:lnTo>
                  <a:pt x="797746" y="598527"/>
                </a:lnTo>
                <a:lnTo>
                  <a:pt x="799881" y="600614"/>
                </a:lnTo>
                <a:lnTo>
                  <a:pt x="802308" y="602119"/>
                </a:lnTo>
                <a:lnTo>
                  <a:pt x="814539" y="603722"/>
                </a:lnTo>
                <a:lnTo>
                  <a:pt x="819246" y="607945"/>
                </a:lnTo>
                <a:lnTo>
                  <a:pt x="821673" y="608528"/>
                </a:lnTo>
                <a:lnTo>
                  <a:pt x="830166" y="607994"/>
                </a:lnTo>
                <a:lnTo>
                  <a:pt x="836087" y="608431"/>
                </a:lnTo>
                <a:lnTo>
                  <a:pt x="841184" y="609548"/>
                </a:lnTo>
                <a:lnTo>
                  <a:pt x="843513" y="615616"/>
                </a:lnTo>
                <a:lnTo>
                  <a:pt x="845406" y="621782"/>
                </a:lnTo>
                <a:lnTo>
                  <a:pt x="846522" y="623870"/>
                </a:lnTo>
                <a:lnTo>
                  <a:pt x="851521" y="626006"/>
                </a:lnTo>
                <a:lnTo>
                  <a:pt x="853560" y="627900"/>
                </a:lnTo>
                <a:lnTo>
                  <a:pt x="853026" y="634114"/>
                </a:lnTo>
                <a:lnTo>
                  <a:pt x="853608" y="639940"/>
                </a:lnTo>
                <a:lnTo>
                  <a:pt x="864237" y="645086"/>
                </a:lnTo>
                <a:lnTo>
                  <a:pt x="875594" y="647999"/>
                </a:lnTo>
                <a:lnTo>
                  <a:pt x="887727" y="648291"/>
                </a:lnTo>
                <a:lnTo>
                  <a:pt x="899812" y="647271"/>
                </a:lnTo>
                <a:lnTo>
                  <a:pt x="906073" y="646009"/>
                </a:lnTo>
                <a:lnTo>
                  <a:pt x="913887" y="643824"/>
                </a:lnTo>
                <a:lnTo>
                  <a:pt x="915537" y="643873"/>
                </a:lnTo>
                <a:lnTo>
                  <a:pt x="930679" y="650573"/>
                </a:lnTo>
                <a:lnTo>
                  <a:pt x="931941" y="651592"/>
                </a:lnTo>
                <a:lnTo>
                  <a:pt x="933640" y="656641"/>
                </a:lnTo>
                <a:lnTo>
                  <a:pt x="933591" y="661933"/>
                </a:lnTo>
                <a:lnTo>
                  <a:pt x="930776" y="674459"/>
                </a:lnTo>
                <a:lnTo>
                  <a:pt x="930582" y="677906"/>
                </a:lnTo>
                <a:lnTo>
                  <a:pt x="930873" y="681353"/>
                </a:lnTo>
                <a:lnTo>
                  <a:pt x="933883" y="688830"/>
                </a:lnTo>
                <a:lnTo>
                  <a:pt x="935484" y="691015"/>
                </a:lnTo>
                <a:lnTo>
                  <a:pt x="940968" y="694947"/>
                </a:lnTo>
                <a:lnTo>
                  <a:pt x="941163" y="696987"/>
                </a:lnTo>
                <a:lnTo>
                  <a:pt x="940435" y="699074"/>
                </a:lnTo>
                <a:lnTo>
                  <a:pt x="934368" y="697666"/>
                </a:lnTo>
                <a:lnTo>
                  <a:pt x="930679" y="695918"/>
                </a:lnTo>
                <a:lnTo>
                  <a:pt x="928544" y="693103"/>
                </a:lnTo>
                <a:lnTo>
                  <a:pt x="925535" y="691549"/>
                </a:lnTo>
                <a:lnTo>
                  <a:pt x="919856" y="692083"/>
                </a:lnTo>
                <a:lnTo>
                  <a:pt x="909179" y="689267"/>
                </a:lnTo>
                <a:lnTo>
                  <a:pt x="897191" y="684898"/>
                </a:lnTo>
                <a:lnTo>
                  <a:pt x="875836" y="675624"/>
                </a:lnTo>
                <a:lnTo>
                  <a:pt x="870061" y="675673"/>
                </a:lnTo>
                <a:lnTo>
                  <a:pt x="864480" y="676887"/>
                </a:lnTo>
                <a:lnTo>
                  <a:pt x="858607" y="679217"/>
                </a:lnTo>
                <a:lnTo>
                  <a:pt x="852492" y="680916"/>
                </a:lnTo>
                <a:lnTo>
                  <a:pt x="847978" y="681548"/>
                </a:lnTo>
                <a:lnTo>
                  <a:pt x="843465" y="681111"/>
                </a:lnTo>
                <a:lnTo>
                  <a:pt x="832108" y="678877"/>
                </a:lnTo>
                <a:lnTo>
                  <a:pt x="820605" y="677421"/>
                </a:lnTo>
                <a:lnTo>
                  <a:pt x="791242" y="676498"/>
                </a:lnTo>
                <a:lnTo>
                  <a:pt x="782943" y="674411"/>
                </a:lnTo>
                <a:lnTo>
                  <a:pt x="769160" y="673343"/>
                </a:lnTo>
                <a:lnTo>
                  <a:pt x="758240" y="671498"/>
                </a:lnTo>
                <a:lnTo>
                  <a:pt x="747417" y="668925"/>
                </a:lnTo>
                <a:lnTo>
                  <a:pt x="719850" y="656399"/>
                </a:lnTo>
                <a:lnTo>
                  <a:pt x="710822" y="653340"/>
                </a:lnTo>
                <a:lnTo>
                  <a:pt x="683110" y="647368"/>
                </a:lnTo>
                <a:lnTo>
                  <a:pt x="678839" y="646883"/>
                </a:lnTo>
                <a:lnTo>
                  <a:pt x="668792" y="647320"/>
                </a:lnTo>
                <a:lnTo>
                  <a:pt x="662434" y="645572"/>
                </a:lnTo>
                <a:lnTo>
                  <a:pt x="656853" y="645523"/>
                </a:lnTo>
                <a:lnTo>
                  <a:pt x="648602" y="647465"/>
                </a:lnTo>
                <a:lnTo>
                  <a:pt x="646030" y="648873"/>
                </a:lnTo>
                <a:lnTo>
                  <a:pt x="642827" y="651835"/>
                </a:lnTo>
                <a:lnTo>
                  <a:pt x="637197" y="651689"/>
                </a:lnTo>
                <a:lnTo>
                  <a:pt x="631616" y="651107"/>
                </a:lnTo>
                <a:lnTo>
                  <a:pt x="616861" y="648291"/>
                </a:lnTo>
                <a:lnTo>
                  <a:pt x="611377" y="646543"/>
                </a:lnTo>
                <a:lnTo>
                  <a:pt x="606136" y="644018"/>
                </a:lnTo>
                <a:lnTo>
                  <a:pt x="601379" y="640668"/>
                </a:lnTo>
                <a:lnTo>
                  <a:pt x="598904" y="639455"/>
                </a:lnTo>
                <a:lnTo>
                  <a:pt x="586188" y="636056"/>
                </a:lnTo>
                <a:lnTo>
                  <a:pt x="575802" y="634842"/>
                </a:lnTo>
                <a:lnTo>
                  <a:pt x="554447" y="633337"/>
                </a:lnTo>
                <a:lnTo>
                  <a:pt x="549788" y="632269"/>
                </a:lnTo>
                <a:lnTo>
                  <a:pt x="545905" y="631055"/>
                </a:lnTo>
                <a:lnTo>
                  <a:pt x="543770" y="628288"/>
                </a:lnTo>
                <a:lnTo>
                  <a:pt x="544061" y="624744"/>
                </a:lnTo>
                <a:lnTo>
                  <a:pt x="545566" y="621734"/>
                </a:lnTo>
                <a:lnTo>
                  <a:pt x="547701" y="618675"/>
                </a:lnTo>
                <a:lnTo>
                  <a:pt x="549060" y="615762"/>
                </a:lnTo>
                <a:lnTo>
                  <a:pt x="533432" y="609645"/>
                </a:lnTo>
                <a:lnTo>
                  <a:pt x="521105" y="606295"/>
                </a:lnTo>
                <a:lnTo>
                  <a:pt x="515815" y="605664"/>
                </a:lnTo>
                <a:lnTo>
                  <a:pt x="510476" y="605664"/>
                </a:lnTo>
                <a:lnTo>
                  <a:pt x="504458" y="606343"/>
                </a:lnTo>
                <a:lnTo>
                  <a:pt x="498488" y="606052"/>
                </a:lnTo>
                <a:lnTo>
                  <a:pt x="495722" y="605032"/>
                </a:lnTo>
                <a:lnTo>
                  <a:pt x="492858" y="604693"/>
                </a:lnTo>
                <a:lnTo>
                  <a:pt x="489995" y="605421"/>
                </a:lnTo>
                <a:lnTo>
                  <a:pt x="487665" y="605130"/>
                </a:lnTo>
                <a:lnTo>
                  <a:pt x="487083" y="602362"/>
                </a:lnTo>
                <a:lnTo>
                  <a:pt x="488539" y="599983"/>
                </a:lnTo>
                <a:lnTo>
                  <a:pt x="491596" y="597313"/>
                </a:lnTo>
                <a:lnTo>
                  <a:pt x="493295" y="596828"/>
                </a:lnTo>
                <a:lnTo>
                  <a:pt x="494072" y="601051"/>
                </a:lnTo>
                <a:lnTo>
                  <a:pt x="494945" y="601877"/>
                </a:lnTo>
                <a:lnTo>
                  <a:pt x="497615" y="602799"/>
                </a:lnTo>
                <a:lnTo>
                  <a:pt x="498779" y="602556"/>
                </a:lnTo>
                <a:lnTo>
                  <a:pt x="503487" y="597167"/>
                </a:lnTo>
                <a:lnTo>
                  <a:pt x="504798" y="594546"/>
                </a:lnTo>
                <a:lnTo>
                  <a:pt x="507079" y="587409"/>
                </a:lnTo>
                <a:lnTo>
                  <a:pt x="509554" y="588768"/>
                </a:lnTo>
                <a:lnTo>
                  <a:pt x="512029" y="587894"/>
                </a:lnTo>
                <a:lnTo>
                  <a:pt x="513485" y="586778"/>
                </a:lnTo>
                <a:lnTo>
                  <a:pt x="517416" y="570222"/>
                </a:lnTo>
                <a:lnTo>
                  <a:pt x="520717" y="565416"/>
                </a:lnTo>
                <a:lnTo>
                  <a:pt x="525230" y="561386"/>
                </a:lnTo>
                <a:lnTo>
                  <a:pt x="527463" y="560415"/>
                </a:lnTo>
                <a:lnTo>
                  <a:pt x="531879" y="562891"/>
                </a:lnTo>
                <a:lnTo>
                  <a:pt x="540809" y="563813"/>
                </a:lnTo>
                <a:lnTo>
                  <a:pt x="546100" y="565464"/>
                </a:lnTo>
                <a:lnTo>
                  <a:pt x="551438" y="565658"/>
                </a:lnTo>
                <a:lnTo>
                  <a:pt x="556631" y="566435"/>
                </a:lnTo>
                <a:lnTo>
                  <a:pt x="563863" y="569348"/>
                </a:lnTo>
                <a:lnTo>
                  <a:pt x="566435" y="569057"/>
                </a:lnTo>
                <a:lnTo>
                  <a:pt x="569056" y="568134"/>
                </a:lnTo>
                <a:lnTo>
                  <a:pt x="572939" y="564979"/>
                </a:lnTo>
                <a:lnTo>
                  <a:pt x="574589" y="559929"/>
                </a:lnTo>
                <a:lnTo>
                  <a:pt x="580219" y="562503"/>
                </a:lnTo>
                <a:lnTo>
                  <a:pt x="588469" y="563522"/>
                </a:lnTo>
                <a:lnTo>
                  <a:pt x="590508" y="564979"/>
                </a:lnTo>
                <a:close/>
                <a:moveTo>
                  <a:pt x="699951" y="174829"/>
                </a:moveTo>
                <a:lnTo>
                  <a:pt x="695583" y="181238"/>
                </a:lnTo>
                <a:lnTo>
                  <a:pt x="696068" y="183568"/>
                </a:lnTo>
                <a:lnTo>
                  <a:pt x="697136" y="185608"/>
                </a:lnTo>
                <a:lnTo>
                  <a:pt x="700291" y="187015"/>
                </a:lnTo>
                <a:lnTo>
                  <a:pt x="701164" y="194881"/>
                </a:lnTo>
                <a:lnTo>
                  <a:pt x="705144" y="199347"/>
                </a:lnTo>
                <a:lnTo>
                  <a:pt x="709124" y="203425"/>
                </a:lnTo>
                <a:lnTo>
                  <a:pt x="712084" y="205416"/>
                </a:lnTo>
                <a:lnTo>
                  <a:pt x="715288" y="208329"/>
                </a:lnTo>
                <a:lnTo>
                  <a:pt x="717569" y="210999"/>
                </a:lnTo>
                <a:lnTo>
                  <a:pt x="719947" y="213281"/>
                </a:lnTo>
                <a:lnTo>
                  <a:pt x="723538" y="215514"/>
                </a:lnTo>
                <a:lnTo>
                  <a:pt x="733245" y="224933"/>
                </a:lnTo>
                <a:lnTo>
                  <a:pt x="737322" y="227701"/>
                </a:lnTo>
                <a:lnTo>
                  <a:pt x="740331" y="230468"/>
                </a:lnTo>
                <a:lnTo>
                  <a:pt x="742515" y="231439"/>
                </a:lnTo>
                <a:lnTo>
                  <a:pt x="747805" y="230662"/>
                </a:lnTo>
                <a:lnTo>
                  <a:pt x="763481" y="223914"/>
                </a:lnTo>
                <a:lnTo>
                  <a:pt x="766296" y="223477"/>
                </a:lnTo>
                <a:lnTo>
                  <a:pt x="771392" y="222263"/>
                </a:lnTo>
                <a:lnTo>
                  <a:pt x="780420" y="222651"/>
                </a:lnTo>
                <a:lnTo>
                  <a:pt x="789932" y="224933"/>
                </a:lnTo>
                <a:lnTo>
                  <a:pt x="793038" y="225030"/>
                </a:lnTo>
                <a:lnTo>
                  <a:pt x="795950" y="223622"/>
                </a:lnTo>
                <a:lnTo>
                  <a:pt x="800027" y="224059"/>
                </a:lnTo>
                <a:lnTo>
                  <a:pt x="803861" y="224788"/>
                </a:lnTo>
                <a:lnTo>
                  <a:pt x="805754" y="224156"/>
                </a:lnTo>
                <a:lnTo>
                  <a:pt x="811287" y="219253"/>
                </a:lnTo>
                <a:lnTo>
                  <a:pt x="818858" y="217796"/>
                </a:lnTo>
                <a:lnTo>
                  <a:pt x="821285" y="212893"/>
                </a:lnTo>
                <a:lnTo>
                  <a:pt x="823129" y="208329"/>
                </a:lnTo>
                <a:lnTo>
                  <a:pt x="824051" y="203425"/>
                </a:lnTo>
                <a:lnTo>
                  <a:pt x="827206" y="201435"/>
                </a:lnTo>
                <a:lnTo>
                  <a:pt x="831622" y="199736"/>
                </a:lnTo>
                <a:lnTo>
                  <a:pt x="838126" y="197599"/>
                </a:lnTo>
                <a:lnTo>
                  <a:pt x="860791" y="197211"/>
                </a:lnTo>
                <a:lnTo>
                  <a:pt x="862975" y="198133"/>
                </a:lnTo>
                <a:lnTo>
                  <a:pt x="863460" y="200658"/>
                </a:lnTo>
                <a:lnTo>
                  <a:pt x="862975" y="202552"/>
                </a:lnTo>
                <a:lnTo>
                  <a:pt x="863897" y="203668"/>
                </a:lnTo>
                <a:lnTo>
                  <a:pt x="866906" y="203765"/>
                </a:lnTo>
                <a:lnTo>
                  <a:pt x="869673" y="204930"/>
                </a:lnTo>
                <a:lnTo>
                  <a:pt x="880981" y="208863"/>
                </a:lnTo>
                <a:lnTo>
                  <a:pt x="885786" y="210077"/>
                </a:lnTo>
                <a:lnTo>
                  <a:pt x="888455" y="209786"/>
                </a:lnTo>
                <a:lnTo>
                  <a:pt x="893745" y="213281"/>
                </a:lnTo>
                <a:lnTo>
                  <a:pt x="896657" y="212067"/>
                </a:lnTo>
                <a:lnTo>
                  <a:pt x="900443" y="209640"/>
                </a:lnTo>
                <a:lnTo>
                  <a:pt x="904083" y="206290"/>
                </a:lnTo>
                <a:lnTo>
                  <a:pt x="907335" y="203668"/>
                </a:lnTo>
                <a:lnTo>
                  <a:pt x="912091" y="202649"/>
                </a:lnTo>
                <a:lnTo>
                  <a:pt x="918206" y="202794"/>
                </a:lnTo>
                <a:lnTo>
                  <a:pt x="925438" y="201872"/>
                </a:lnTo>
                <a:lnTo>
                  <a:pt x="930873" y="200464"/>
                </a:lnTo>
                <a:lnTo>
                  <a:pt x="936989" y="202794"/>
                </a:lnTo>
                <a:lnTo>
                  <a:pt x="938590" y="202066"/>
                </a:lnTo>
                <a:lnTo>
                  <a:pt x="939610" y="199784"/>
                </a:lnTo>
                <a:lnTo>
                  <a:pt x="942764" y="194784"/>
                </a:lnTo>
                <a:lnTo>
                  <a:pt x="944172" y="191434"/>
                </a:lnTo>
                <a:lnTo>
                  <a:pt x="945385" y="184976"/>
                </a:lnTo>
                <a:lnTo>
                  <a:pt x="946259" y="183423"/>
                </a:lnTo>
                <a:lnTo>
                  <a:pt x="948540" y="182549"/>
                </a:lnTo>
                <a:lnTo>
                  <a:pt x="950918" y="181335"/>
                </a:lnTo>
                <a:lnTo>
                  <a:pt x="951549" y="179393"/>
                </a:lnTo>
                <a:lnTo>
                  <a:pt x="952422" y="177160"/>
                </a:lnTo>
                <a:lnTo>
                  <a:pt x="951694" y="175266"/>
                </a:lnTo>
                <a:lnTo>
                  <a:pt x="950335" y="173664"/>
                </a:lnTo>
                <a:lnTo>
                  <a:pt x="948928" y="168324"/>
                </a:lnTo>
                <a:lnTo>
                  <a:pt x="949365" y="165848"/>
                </a:lnTo>
                <a:lnTo>
                  <a:pt x="950238" y="164051"/>
                </a:lnTo>
                <a:lnTo>
                  <a:pt x="952665" y="163129"/>
                </a:lnTo>
                <a:lnTo>
                  <a:pt x="959120" y="159148"/>
                </a:lnTo>
                <a:lnTo>
                  <a:pt x="964847" y="154535"/>
                </a:lnTo>
                <a:lnTo>
                  <a:pt x="967953" y="152254"/>
                </a:lnTo>
                <a:lnTo>
                  <a:pt x="969312" y="150797"/>
                </a:lnTo>
                <a:lnTo>
                  <a:pt x="969409" y="148661"/>
                </a:lnTo>
                <a:lnTo>
                  <a:pt x="966934" y="146476"/>
                </a:lnTo>
                <a:lnTo>
                  <a:pt x="964556" y="145408"/>
                </a:lnTo>
                <a:lnTo>
                  <a:pt x="964362" y="142835"/>
                </a:lnTo>
                <a:lnTo>
                  <a:pt x="964459" y="141087"/>
                </a:lnTo>
                <a:lnTo>
                  <a:pt x="965187" y="139388"/>
                </a:lnTo>
                <a:lnTo>
                  <a:pt x="964847" y="137786"/>
                </a:lnTo>
                <a:lnTo>
                  <a:pt x="964798" y="135358"/>
                </a:lnTo>
                <a:lnTo>
                  <a:pt x="966351" y="132736"/>
                </a:lnTo>
                <a:lnTo>
                  <a:pt x="969846" y="128901"/>
                </a:lnTo>
                <a:lnTo>
                  <a:pt x="972612" y="126376"/>
                </a:lnTo>
                <a:lnTo>
                  <a:pt x="975670" y="127930"/>
                </a:lnTo>
                <a:lnTo>
                  <a:pt x="979261" y="127202"/>
                </a:lnTo>
                <a:lnTo>
                  <a:pt x="982659" y="125988"/>
                </a:lnTo>
                <a:lnTo>
                  <a:pt x="984552" y="121424"/>
                </a:lnTo>
                <a:lnTo>
                  <a:pt x="984843" y="119239"/>
                </a:lnTo>
                <a:lnTo>
                  <a:pt x="984406" y="117492"/>
                </a:lnTo>
                <a:lnTo>
                  <a:pt x="985571" y="111034"/>
                </a:lnTo>
                <a:lnTo>
                  <a:pt x="985862" y="110063"/>
                </a:lnTo>
                <a:lnTo>
                  <a:pt x="988095" y="105985"/>
                </a:lnTo>
                <a:lnTo>
                  <a:pt x="988337" y="103266"/>
                </a:lnTo>
                <a:lnTo>
                  <a:pt x="987075" y="96858"/>
                </a:lnTo>
                <a:lnTo>
                  <a:pt x="987852" y="92051"/>
                </a:lnTo>
                <a:lnTo>
                  <a:pt x="988192" y="82050"/>
                </a:lnTo>
                <a:lnTo>
                  <a:pt x="989551" y="80254"/>
                </a:lnTo>
                <a:lnTo>
                  <a:pt x="991104" y="75107"/>
                </a:lnTo>
                <a:lnTo>
                  <a:pt x="993579" y="69718"/>
                </a:lnTo>
                <a:lnTo>
                  <a:pt x="998578" y="66757"/>
                </a:lnTo>
                <a:lnTo>
                  <a:pt x="1001247" y="62921"/>
                </a:lnTo>
                <a:lnTo>
                  <a:pt x="1002412" y="62193"/>
                </a:lnTo>
                <a:lnTo>
                  <a:pt x="1004111" y="62144"/>
                </a:lnTo>
                <a:lnTo>
                  <a:pt x="1010226" y="64960"/>
                </a:lnTo>
                <a:lnTo>
                  <a:pt x="1015662" y="61853"/>
                </a:lnTo>
                <a:lnTo>
                  <a:pt x="1020612" y="61465"/>
                </a:lnTo>
                <a:lnTo>
                  <a:pt x="1024689" y="61902"/>
                </a:lnTo>
                <a:lnTo>
                  <a:pt x="1027018" y="63213"/>
                </a:lnTo>
                <a:lnTo>
                  <a:pt x="1029299" y="64135"/>
                </a:lnTo>
                <a:lnTo>
                  <a:pt x="1034153" y="61076"/>
                </a:lnTo>
                <a:lnTo>
                  <a:pt x="1035997" y="61610"/>
                </a:lnTo>
                <a:lnTo>
                  <a:pt x="1037744" y="62678"/>
                </a:lnTo>
                <a:lnTo>
                  <a:pt x="1040171" y="62630"/>
                </a:lnTo>
                <a:lnTo>
                  <a:pt x="1043034" y="61853"/>
                </a:lnTo>
                <a:lnTo>
                  <a:pt x="1050120" y="62581"/>
                </a:lnTo>
                <a:lnTo>
                  <a:pt x="1062594" y="62727"/>
                </a:lnTo>
                <a:lnTo>
                  <a:pt x="1071184" y="64572"/>
                </a:lnTo>
                <a:lnTo>
                  <a:pt x="1079580" y="69718"/>
                </a:lnTo>
                <a:lnTo>
                  <a:pt x="1083754" y="70786"/>
                </a:lnTo>
                <a:lnTo>
                  <a:pt x="1085550" y="70786"/>
                </a:lnTo>
                <a:lnTo>
                  <a:pt x="1085162" y="71223"/>
                </a:lnTo>
                <a:lnTo>
                  <a:pt x="1081813" y="72631"/>
                </a:lnTo>
                <a:lnTo>
                  <a:pt x="1080260" y="75399"/>
                </a:lnTo>
                <a:lnTo>
                  <a:pt x="1084822" y="79671"/>
                </a:lnTo>
                <a:lnTo>
                  <a:pt x="1085162" y="82487"/>
                </a:lnTo>
                <a:lnTo>
                  <a:pt x="1088705" y="85012"/>
                </a:lnTo>
                <a:lnTo>
                  <a:pt x="1093024" y="88944"/>
                </a:lnTo>
                <a:lnTo>
                  <a:pt x="1093218" y="90255"/>
                </a:lnTo>
                <a:lnTo>
                  <a:pt x="1094674" y="92003"/>
                </a:lnTo>
                <a:lnTo>
                  <a:pt x="1095402" y="94188"/>
                </a:lnTo>
                <a:lnTo>
                  <a:pt x="1092345" y="96324"/>
                </a:lnTo>
                <a:lnTo>
                  <a:pt x="1088268" y="96761"/>
                </a:lnTo>
                <a:lnTo>
                  <a:pt x="1085210" y="94722"/>
                </a:lnTo>
                <a:lnTo>
                  <a:pt x="1082444" y="92197"/>
                </a:lnTo>
                <a:lnTo>
                  <a:pt x="1081716" y="95304"/>
                </a:lnTo>
                <a:lnTo>
                  <a:pt x="1079532" y="97101"/>
                </a:lnTo>
                <a:lnTo>
                  <a:pt x="1071669" y="96615"/>
                </a:lnTo>
                <a:lnTo>
                  <a:pt x="1066039" y="96615"/>
                </a:lnTo>
                <a:lnTo>
                  <a:pt x="1060409" y="97392"/>
                </a:lnTo>
                <a:lnTo>
                  <a:pt x="1063224" y="97877"/>
                </a:lnTo>
                <a:lnTo>
                  <a:pt x="1065748" y="98897"/>
                </a:lnTo>
                <a:lnTo>
                  <a:pt x="1074484" y="106908"/>
                </a:lnTo>
                <a:lnTo>
                  <a:pt x="1076377" y="109918"/>
                </a:lnTo>
                <a:lnTo>
                  <a:pt x="1073319" y="115792"/>
                </a:lnTo>
                <a:lnTo>
                  <a:pt x="1074775" y="118220"/>
                </a:lnTo>
                <a:lnTo>
                  <a:pt x="1078173" y="119628"/>
                </a:lnTo>
                <a:lnTo>
                  <a:pt x="1082298" y="122541"/>
                </a:lnTo>
                <a:lnTo>
                  <a:pt x="1085210" y="122881"/>
                </a:lnTo>
                <a:lnTo>
                  <a:pt x="1087346" y="124531"/>
                </a:lnTo>
                <a:lnTo>
                  <a:pt x="1087394" y="127396"/>
                </a:lnTo>
                <a:lnTo>
                  <a:pt x="1088656" y="130018"/>
                </a:lnTo>
                <a:lnTo>
                  <a:pt x="1085307" y="131086"/>
                </a:lnTo>
                <a:lnTo>
                  <a:pt x="1088607" y="131765"/>
                </a:lnTo>
                <a:lnTo>
                  <a:pt x="1091568" y="133125"/>
                </a:lnTo>
                <a:lnTo>
                  <a:pt x="1089966" y="134484"/>
                </a:lnTo>
                <a:lnTo>
                  <a:pt x="1088705" y="136135"/>
                </a:lnTo>
                <a:lnTo>
                  <a:pt x="1090063" y="137009"/>
                </a:lnTo>
                <a:lnTo>
                  <a:pt x="1094092" y="138514"/>
                </a:lnTo>
                <a:lnTo>
                  <a:pt x="1095839" y="139922"/>
                </a:lnTo>
                <a:lnTo>
                  <a:pt x="1096761" y="143709"/>
                </a:lnTo>
                <a:lnTo>
                  <a:pt x="1100692" y="149875"/>
                </a:lnTo>
                <a:lnTo>
                  <a:pt x="1107875" y="157837"/>
                </a:lnTo>
                <a:lnTo>
                  <a:pt x="1109477" y="160750"/>
                </a:lnTo>
                <a:lnTo>
                  <a:pt x="1109428" y="163420"/>
                </a:lnTo>
                <a:lnTo>
                  <a:pt x="1108264" y="165751"/>
                </a:lnTo>
                <a:lnTo>
                  <a:pt x="1104138" y="168421"/>
                </a:lnTo>
                <a:lnTo>
                  <a:pt x="1100838" y="171965"/>
                </a:lnTo>
                <a:lnTo>
                  <a:pt x="1100450" y="173227"/>
                </a:lnTo>
                <a:lnTo>
                  <a:pt x="1095985" y="174878"/>
                </a:lnTo>
                <a:lnTo>
                  <a:pt x="1098023" y="176092"/>
                </a:lnTo>
                <a:lnTo>
                  <a:pt x="1099673" y="177742"/>
                </a:lnTo>
                <a:lnTo>
                  <a:pt x="1102731" y="182646"/>
                </a:lnTo>
                <a:lnTo>
                  <a:pt x="1110108" y="190657"/>
                </a:lnTo>
                <a:lnTo>
                  <a:pt x="1113845" y="193667"/>
                </a:lnTo>
                <a:lnTo>
                  <a:pt x="1129133" y="204542"/>
                </a:lnTo>
                <a:lnTo>
                  <a:pt x="1137238" y="209251"/>
                </a:lnTo>
                <a:lnTo>
                  <a:pt x="1147624" y="220078"/>
                </a:lnTo>
                <a:lnTo>
                  <a:pt x="1152963" y="222603"/>
                </a:lnTo>
                <a:lnTo>
                  <a:pt x="1154031" y="225613"/>
                </a:lnTo>
                <a:lnTo>
                  <a:pt x="1149517" y="230225"/>
                </a:lnTo>
                <a:lnTo>
                  <a:pt x="1142965" y="232556"/>
                </a:lnTo>
                <a:lnTo>
                  <a:pt x="1132191" y="233769"/>
                </a:lnTo>
                <a:lnTo>
                  <a:pt x="1121368" y="232167"/>
                </a:lnTo>
                <a:lnTo>
                  <a:pt x="1115738" y="230856"/>
                </a:lnTo>
                <a:lnTo>
                  <a:pt x="1110884" y="228186"/>
                </a:lnTo>
                <a:lnTo>
                  <a:pt x="1107002" y="222846"/>
                </a:lnTo>
                <a:lnTo>
                  <a:pt x="1101954" y="219932"/>
                </a:lnTo>
                <a:lnTo>
                  <a:pt x="1103896" y="223185"/>
                </a:lnTo>
                <a:lnTo>
                  <a:pt x="1105109" y="226487"/>
                </a:lnTo>
                <a:lnTo>
                  <a:pt x="1104478" y="230079"/>
                </a:lnTo>
                <a:lnTo>
                  <a:pt x="1102488" y="232944"/>
                </a:lnTo>
                <a:lnTo>
                  <a:pt x="1099091" y="234983"/>
                </a:lnTo>
                <a:lnTo>
                  <a:pt x="1095402" y="236682"/>
                </a:lnTo>
                <a:lnTo>
                  <a:pt x="1093849" y="237848"/>
                </a:lnTo>
                <a:lnTo>
                  <a:pt x="1084531" y="256734"/>
                </a:lnTo>
                <a:lnTo>
                  <a:pt x="1083026" y="261831"/>
                </a:lnTo>
                <a:lnTo>
                  <a:pt x="1080211" y="282999"/>
                </a:lnTo>
                <a:lnTo>
                  <a:pt x="1080163" y="289019"/>
                </a:lnTo>
                <a:lnTo>
                  <a:pt x="1084337" y="300186"/>
                </a:lnTo>
                <a:lnTo>
                  <a:pt x="1084725" y="306061"/>
                </a:lnTo>
                <a:lnTo>
                  <a:pt x="1085550" y="308634"/>
                </a:lnTo>
                <a:lnTo>
                  <a:pt x="1084967" y="310721"/>
                </a:lnTo>
                <a:lnTo>
                  <a:pt x="1083026" y="311984"/>
                </a:lnTo>
                <a:lnTo>
                  <a:pt x="1075018" y="315382"/>
                </a:lnTo>
                <a:lnTo>
                  <a:pt x="1069388" y="318247"/>
                </a:lnTo>
                <a:lnTo>
                  <a:pt x="1064778" y="322276"/>
                </a:lnTo>
                <a:lnTo>
                  <a:pt x="1061089" y="327325"/>
                </a:lnTo>
                <a:lnTo>
                  <a:pt x="1057837" y="330967"/>
                </a:lnTo>
                <a:lnTo>
                  <a:pt x="1053518" y="332715"/>
                </a:lnTo>
                <a:lnTo>
                  <a:pt x="1050363" y="332423"/>
                </a:lnTo>
                <a:lnTo>
                  <a:pt x="1047839" y="330773"/>
                </a:lnTo>
                <a:lnTo>
                  <a:pt x="1046092" y="327520"/>
                </a:lnTo>
                <a:lnTo>
                  <a:pt x="1045073" y="323976"/>
                </a:lnTo>
                <a:lnTo>
                  <a:pt x="1044393" y="326597"/>
                </a:lnTo>
                <a:lnTo>
                  <a:pt x="1044539" y="329170"/>
                </a:lnTo>
                <a:lnTo>
                  <a:pt x="1045995" y="331889"/>
                </a:lnTo>
                <a:lnTo>
                  <a:pt x="1046577" y="334802"/>
                </a:lnTo>
                <a:lnTo>
                  <a:pt x="1045704" y="337715"/>
                </a:lnTo>
                <a:lnTo>
                  <a:pt x="1043860" y="340094"/>
                </a:lnTo>
                <a:lnTo>
                  <a:pt x="1038861" y="342667"/>
                </a:lnTo>
                <a:lnTo>
                  <a:pt x="1036046" y="344852"/>
                </a:lnTo>
                <a:lnTo>
                  <a:pt x="1035609" y="348688"/>
                </a:lnTo>
                <a:lnTo>
                  <a:pt x="1034298" y="350872"/>
                </a:lnTo>
                <a:lnTo>
                  <a:pt x="1032357" y="352572"/>
                </a:lnTo>
                <a:lnTo>
                  <a:pt x="1025271" y="356407"/>
                </a:lnTo>
                <a:lnTo>
                  <a:pt x="1023718" y="357961"/>
                </a:lnTo>
                <a:lnTo>
                  <a:pt x="1022505" y="359951"/>
                </a:lnTo>
                <a:lnTo>
                  <a:pt x="1026290" y="359660"/>
                </a:lnTo>
                <a:lnTo>
                  <a:pt x="1029736" y="359951"/>
                </a:lnTo>
                <a:lnTo>
                  <a:pt x="1030027" y="363787"/>
                </a:lnTo>
                <a:lnTo>
                  <a:pt x="1031095" y="366651"/>
                </a:lnTo>
                <a:lnTo>
                  <a:pt x="1029736" y="372963"/>
                </a:lnTo>
                <a:lnTo>
                  <a:pt x="1024398" y="377187"/>
                </a:lnTo>
                <a:lnTo>
                  <a:pt x="1027067" y="378060"/>
                </a:lnTo>
                <a:lnTo>
                  <a:pt x="1029445" y="379468"/>
                </a:lnTo>
                <a:lnTo>
                  <a:pt x="1034784" y="380488"/>
                </a:lnTo>
                <a:lnTo>
                  <a:pt x="1036580" y="384955"/>
                </a:lnTo>
                <a:lnTo>
                  <a:pt x="1035803" y="390344"/>
                </a:lnTo>
                <a:lnTo>
                  <a:pt x="1034832" y="395199"/>
                </a:lnTo>
                <a:lnTo>
                  <a:pt x="1030998" y="396509"/>
                </a:lnTo>
                <a:lnTo>
                  <a:pt x="1028620" y="395636"/>
                </a:lnTo>
                <a:lnTo>
                  <a:pt x="1026290" y="395733"/>
                </a:lnTo>
                <a:lnTo>
                  <a:pt x="1024543" y="397189"/>
                </a:lnTo>
                <a:lnTo>
                  <a:pt x="1024058" y="399665"/>
                </a:lnTo>
                <a:lnTo>
                  <a:pt x="1027358" y="398451"/>
                </a:lnTo>
                <a:lnTo>
                  <a:pt x="1027213" y="404714"/>
                </a:lnTo>
                <a:lnTo>
                  <a:pt x="1026290" y="410832"/>
                </a:lnTo>
                <a:lnTo>
                  <a:pt x="1025223" y="414182"/>
                </a:lnTo>
                <a:lnTo>
                  <a:pt x="1023184" y="416949"/>
                </a:lnTo>
                <a:lnTo>
                  <a:pt x="1020127" y="417823"/>
                </a:lnTo>
                <a:lnTo>
                  <a:pt x="1017215" y="415784"/>
                </a:lnTo>
                <a:lnTo>
                  <a:pt x="1016632" y="418163"/>
                </a:lnTo>
                <a:lnTo>
                  <a:pt x="1017506" y="420153"/>
                </a:lnTo>
                <a:lnTo>
                  <a:pt x="1021631" y="425057"/>
                </a:lnTo>
                <a:lnTo>
                  <a:pt x="1019107" y="426174"/>
                </a:lnTo>
                <a:lnTo>
                  <a:pt x="1017263" y="427824"/>
                </a:lnTo>
                <a:lnTo>
                  <a:pt x="1016438" y="430252"/>
                </a:lnTo>
                <a:lnTo>
                  <a:pt x="1011973" y="435835"/>
                </a:lnTo>
                <a:lnTo>
                  <a:pt x="1009983" y="439962"/>
                </a:lnTo>
                <a:lnTo>
                  <a:pt x="1009110" y="444331"/>
                </a:lnTo>
                <a:lnTo>
                  <a:pt x="1007023" y="447827"/>
                </a:lnTo>
                <a:lnTo>
                  <a:pt x="973146" y="462975"/>
                </a:lnTo>
                <a:lnTo>
                  <a:pt x="945773" y="475743"/>
                </a:lnTo>
                <a:lnTo>
                  <a:pt x="943783" y="474869"/>
                </a:lnTo>
                <a:lnTo>
                  <a:pt x="942424" y="472927"/>
                </a:lnTo>
                <a:lnTo>
                  <a:pt x="941502" y="453070"/>
                </a:lnTo>
                <a:lnTo>
                  <a:pt x="938105" y="442923"/>
                </a:lnTo>
                <a:lnTo>
                  <a:pt x="937620" y="437243"/>
                </a:lnTo>
                <a:lnTo>
                  <a:pt x="933737" y="442341"/>
                </a:lnTo>
                <a:lnTo>
                  <a:pt x="931359" y="441807"/>
                </a:lnTo>
                <a:lnTo>
                  <a:pt x="928787" y="440496"/>
                </a:lnTo>
                <a:lnTo>
                  <a:pt x="926894" y="438845"/>
                </a:lnTo>
                <a:lnTo>
                  <a:pt x="926748" y="436660"/>
                </a:lnTo>
                <a:lnTo>
                  <a:pt x="928787" y="430349"/>
                </a:lnTo>
                <a:lnTo>
                  <a:pt x="926311" y="433796"/>
                </a:lnTo>
                <a:lnTo>
                  <a:pt x="923545" y="436466"/>
                </a:lnTo>
                <a:lnTo>
                  <a:pt x="920730" y="436126"/>
                </a:lnTo>
                <a:lnTo>
                  <a:pt x="918303" y="434816"/>
                </a:lnTo>
                <a:lnTo>
                  <a:pt x="917381" y="432776"/>
                </a:lnTo>
                <a:lnTo>
                  <a:pt x="916071" y="432485"/>
                </a:lnTo>
                <a:lnTo>
                  <a:pt x="910101" y="438068"/>
                </a:lnTo>
                <a:lnTo>
                  <a:pt x="902190" y="441079"/>
                </a:lnTo>
                <a:lnTo>
                  <a:pt x="897774" y="441030"/>
                </a:lnTo>
                <a:lnTo>
                  <a:pt x="894328" y="439331"/>
                </a:lnTo>
                <a:lnTo>
                  <a:pt x="894473" y="435058"/>
                </a:lnTo>
                <a:lnTo>
                  <a:pt x="894134" y="430883"/>
                </a:lnTo>
                <a:lnTo>
                  <a:pt x="893163" y="428456"/>
                </a:lnTo>
                <a:lnTo>
                  <a:pt x="891027" y="427582"/>
                </a:lnTo>
                <a:lnTo>
                  <a:pt x="889086" y="427873"/>
                </a:lnTo>
                <a:lnTo>
                  <a:pt x="883408" y="430058"/>
                </a:lnTo>
                <a:lnTo>
                  <a:pt x="881369" y="429815"/>
                </a:lnTo>
                <a:lnTo>
                  <a:pt x="880204" y="430883"/>
                </a:lnTo>
                <a:lnTo>
                  <a:pt x="865208" y="415687"/>
                </a:lnTo>
                <a:lnTo>
                  <a:pt x="862150" y="428019"/>
                </a:lnTo>
                <a:lnTo>
                  <a:pt x="851812" y="434573"/>
                </a:lnTo>
                <a:lnTo>
                  <a:pt x="844144" y="438360"/>
                </a:lnTo>
                <a:lnTo>
                  <a:pt x="836573" y="436952"/>
                </a:lnTo>
                <a:lnTo>
                  <a:pt x="828856" y="434524"/>
                </a:lnTo>
                <a:lnTo>
                  <a:pt x="821188" y="437437"/>
                </a:lnTo>
                <a:lnTo>
                  <a:pt x="812840" y="444671"/>
                </a:lnTo>
                <a:lnTo>
                  <a:pt x="810510" y="445788"/>
                </a:lnTo>
                <a:lnTo>
                  <a:pt x="808132" y="445739"/>
                </a:lnTo>
                <a:lnTo>
                  <a:pt x="806385" y="444817"/>
                </a:lnTo>
                <a:lnTo>
                  <a:pt x="806967" y="439331"/>
                </a:lnTo>
                <a:lnTo>
                  <a:pt x="807064" y="433893"/>
                </a:lnTo>
                <a:lnTo>
                  <a:pt x="806433" y="421707"/>
                </a:lnTo>
                <a:lnTo>
                  <a:pt x="805754" y="419328"/>
                </a:lnTo>
                <a:lnTo>
                  <a:pt x="803376" y="415978"/>
                </a:lnTo>
                <a:lnTo>
                  <a:pt x="800221" y="413551"/>
                </a:lnTo>
                <a:lnTo>
                  <a:pt x="798425" y="415347"/>
                </a:lnTo>
                <a:lnTo>
                  <a:pt x="796824" y="417726"/>
                </a:lnTo>
                <a:lnTo>
                  <a:pt x="790514" y="417629"/>
                </a:lnTo>
                <a:lnTo>
                  <a:pt x="784351" y="415735"/>
                </a:lnTo>
                <a:lnTo>
                  <a:pt x="779061" y="416803"/>
                </a:lnTo>
                <a:lnTo>
                  <a:pt x="768626" y="421658"/>
                </a:lnTo>
                <a:lnTo>
                  <a:pt x="763093" y="422387"/>
                </a:lnTo>
                <a:lnTo>
                  <a:pt x="760132" y="421319"/>
                </a:lnTo>
                <a:lnTo>
                  <a:pt x="758240" y="418697"/>
                </a:lnTo>
                <a:lnTo>
                  <a:pt x="759307" y="416318"/>
                </a:lnTo>
                <a:lnTo>
                  <a:pt x="761588" y="414522"/>
                </a:lnTo>
                <a:lnTo>
                  <a:pt x="757318" y="415930"/>
                </a:lnTo>
                <a:lnTo>
                  <a:pt x="753678" y="418406"/>
                </a:lnTo>
                <a:lnTo>
                  <a:pt x="752076" y="419959"/>
                </a:lnTo>
                <a:lnTo>
                  <a:pt x="750377" y="419182"/>
                </a:lnTo>
                <a:lnTo>
                  <a:pt x="745815" y="413648"/>
                </a:lnTo>
                <a:lnTo>
                  <a:pt x="736303" y="415735"/>
                </a:lnTo>
                <a:lnTo>
                  <a:pt x="734992" y="416367"/>
                </a:lnTo>
                <a:lnTo>
                  <a:pt x="732663" y="418211"/>
                </a:lnTo>
                <a:lnTo>
                  <a:pt x="730381" y="417289"/>
                </a:lnTo>
                <a:lnTo>
                  <a:pt x="729265" y="415298"/>
                </a:lnTo>
                <a:lnTo>
                  <a:pt x="728828" y="403841"/>
                </a:lnTo>
                <a:lnTo>
                  <a:pt x="723975" y="381750"/>
                </a:lnTo>
                <a:lnTo>
                  <a:pt x="722665" y="370438"/>
                </a:lnTo>
                <a:lnTo>
                  <a:pt x="721597" y="367768"/>
                </a:lnTo>
                <a:lnTo>
                  <a:pt x="716016" y="363738"/>
                </a:lnTo>
                <a:lnTo>
                  <a:pt x="716210" y="357912"/>
                </a:lnTo>
                <a:lnTo>
                  <a:pt x="719073" y="353057"/>
                </a:lnTo>
                <a:lnTo>
                  <a:pt x="719704" y="347377"/>
                </a:lnTo>
                <a:lnTo>
                  <a:pt x="718879" y="341211"/>
                </a:lnTo>
                <a:lnTo>
                  <a:pt x="717132" y="335191"/>
                </a:lnTo>
                <a:lnTo>
                  <a:pt x="714948" y="330627"/>
                </a:lnTo>
                <a:lnTo>
                  <a:pt x="711793" y="326743"/>
                </a:lnTo>
                <a:lnTo>
                  <a:pt x="707619" y="322373"/>
                </a:lnTo>
                <a:lnTo>
                  <a:pt x="702523" y="319121"/>
                </a:lnTo>
                <a:lnTo>
                  <a:pt x="691458" y="315479"/>
                </a:lnTo>
                <a:lnTo>
                  <a:pt x="685585" y="315771"/>
                </a:lnTo>
                <a:lnTo>
                  <a:pt x="683450" y="314363"/>
                </a:lnTo>
                <a:lnTo>
                  <a:pt x="681993" y="312469"/>
                </a:lnTo>
                <a:lnTo>
                  <a:pt x="682576" y="308828"/>
                </a:lnTo>
                <a:lnTo>
                  <a:pt x="684566" y="306303"/>
                </a:lnTo>
                <a:lnTo>
                  <a:pt x="687187" y="305672"/>
                </a:lnTo>
                <a:lnTo>
                  <a:pt x="687526" y="304264"/>
                </a:lnTo>
                <a:lnTo>
                  <a:pt x="681896" y="301303"/>
                </a:lnTo>
                <a:lnTo>
                  <a:pt x="677237" y="297321"/>
                </a:lnTo>
                <a:lnTo>
                  <a:pt x="675733" y="294894"/>
                </a:lnTo>
                <a:lnTo>
                  <a:pt x="675296" y="292272"/>
                </a:lnTo>
                <a:lnTo>
                  <a:pt x="675344" y="286155"/>
                </a:lnTo>
                <a:lnTo>
                  <a:pt x="676703" y="282319"/>
                </a:lnTo>
                <a:lnTo>
                  <a:pt x="677431" y="280183"/>
                </a:lnTo>
                <a:lnTo>
                  <a:pt x="678887" y="273726"/>
                </a:lnTo>
                <a:lnTo>
                  <a:pt x="681945" y="271784"/>
                </a:lnTo>
                <a:lnTo>
                  <a:pt x="681411" y="270570"/>
                </a:lnTo>
                <a:lnTo>
                  <a:pt x="680101" y="269696"/>
                </a:lnTo>
                <a:lnTo>
                  <a:pt x="678208" y="267609"/>
                </a:lnTo>
                <a:lnTo>
                  <a:pt x="676655" y="265133"/>
                </a:lnTo>
                <a:lnTo>
                  <a:pt x="673063" y="261006"/>
                </a:lnTo>
                <a:lnTo>
                  <a:pt x="666754" y="256005"/>
                </a:lnTo>
                <a:lnTo>
                  <a:pt x="665686" y="247412"/>
                </a:lnTo>
                <a:lnTo>
                  <a:pt x="664861" y="234740"/>
                </a:lnTo>
                <a:lnTo>
                  <a:pt x="665395" y="228963"/>
                </a:lnTo>
                <a:lnTo>
                  <a:pt x="667433" y="218185"/>
                </a:lnTo>
                <a:lnTo>
                  <a:pt x="670928" y="214835"/>
                </a:lnTo>
                <a:lnTo>
                  <a:pt x="673694" y="213864"/>
                </a:lnTo>
                <a:lnTo>
                  <a:pt x="675830" y="212407"/>
                </a:lnTo>
                <a:lnTo>
                  <a:pt x="674083" y="212213"/>
                </a:lnTo>
                <a:lnTo>
                  <a:pt x="672578" y="212747"/>
                </a:lnTo>
                <a:lnTo>
                  <a:pt x="669909" y="213087"/>
                </a:lnTo>
                <a:lnTo>
                  <a:pt x="672093" y="203474"/>
                </a:lnTo>
                <a:lnTo>
                  <a:pt x="673112" y="200658"/>
                </a:lnTo>
                <a:lnTo>
                  <a:pt x="677528" y="195269"/>
                </a:lnTo>
                <a:lnTo>
                  <a:pt x="682673" y="190511"/>
                </a:lnTo>
                <a:lnTo>
                  <a:pt x="684857" y="184879"/>
                </a:lnTo>
                <a:lnTo>
                  <a:pt x="687818" y="179927"/>
                </a:lnTo>
                <a:lnTo>
                  <a:pt x="699951" y="174829"/>
                </a:lnTo>
                <a:close/>
                <a:moveTo>
                  <a:pt x="315517" y="172402"/>
                </a:moveTo>
                <a:lnTo>
                  <a:pt x="318138" y="176334"/>
                </a:lnTo>
                <a:lnTo>
                  <a:pt x="318720" y="178956"/>
                </a:lnTo>
                <a:lnTo>
                  <a:pt x="316779" y="181869"/>
                </a:lnTo>
                <a:lnTo>
                  <a:pt x="316051" y="186433"/>
                </a:lnTo>
                <a:lnTo>
                  <a:pt x="310421" y="189977"/>
                </a:lnTo>
                <a:lnTo>
                  <a:pt x="305470" y="189152"/>
                </a:lnTo>
                <a:lnTo>
                  <a:pt x="303869" y="187889"/>
                </a:lnTo>
                <a:lnTo>
                  <a:pt x="300714" y="180995"/>
                </a:lnTo>
                <a:lnTo>
                  <a:pt x="301054" y="175121"/>
                </a:lnTo>
                <a:lnTo>
                  <a:pt x="302995" y="172887"/>
                </a:lnTo>
                <a:lnTo>
                  <a:pt x="307606" y="173227"/>
                </a:lnTo>
                <a:lnTo>
                  <a:pt x="312265" y="170023"/>
                </a:lnTo>
                <a:lnTo>
                  <a:pt x="315517" y="172402"/>
                </a:lnTo>
                <a:close/>
                <a:moveTo>
                  <a:pt x="350412" y="225224"/>
                </a:moveTo>
                <a:lnTo>
                  <a:pt x="348180" y="226681"/>
                </a:lnTo>
                <a:lnTo>
                  <a:pt x="345462" y="224399"/>
                </a:lnTo>
                <a:lnTo>
                  <a:pt x="343278" y="221049"/>
                </a:lnTo>
                <a:lnTo>
                  <a:pt x="342065" y="217602"/>
                </a:lnTo>
                <a:lnTo>
                  <a:pt x="341045" y="211922"/>
                </a:lnTo>
                <a:lnTo>
                  <a:pt x="340803" y="207844"/>
                </a:lnTo>
                <a:lnTo>
                  <a:pt x="342113" y="205465"/>
                </a:lnTo>
                <a:lnTo>
                  <a:pt x="343084" y="205562"/>
                </a:lnTo>
                <a:lnTo>
                  <a:pt x="347112" y="207941"/>
                </a:lnTo>
                <a:lnTo>
                  <a:pt x="349733" y="212067"/>
                </a:lnTo>
                <a:lnTo>
                  <a:pt x="351189" y="213378"/>
                </a:lnTo>
                <a:lnTo>
                  <a:pt x="351480" y="217165"/>
                </a:lnTo>
                <a:lnTo>
                  <a:pt x="350509" y="221486"/>
                </a:lnTo>
                <a:lnTo>
                  <a:pt x="350412" y="225224"/>
                </a:lnTo>
                <a:close/>
                <a:moveTo>
                  <a:pt x="353567" y="202454"/>
                </a:moveTo>
                <a:lnTo>
                  <a:pt x="353907" y="208669"/>
                </a:lnTo>
                <a:lnTo>
                  <a:pt x="350315" y="207067"/>
                </a:lnTo>
                <a:lnTo>
                  <a:pt x="347500" y="204591"/>
                </a:lnTo>
                <a:lnTo>
                  <a:pt x="342987" y="202746"/>
                </a:lnTo>
                <a:lnTo>
                  <a:pt x="337502" y="202163"/>
                </a:lnTo>
                <a:lnTo>
                  <a:pt x="333523" y="200512"/>
                </a:lnTo>
                <a:lnTo>
                  <a:pt x="330708" y="197648"/>
                </a:lnTo>
                <a:lnTo>
                  <a:pt x="330562" y="196289"/>
                </a:lnTo>
                <a:lnTo>
                  <a:pt x="330853" y="195220"/>
                </a:lnTo>
                <a:lnTo>
                  <a:pt x="331727" y="194395"/>
                </a:lnTo>
                <a:lnTo>
                  <a:pt x="352499" y="199978"/>
                </a:lnTo>
                <a:lnTo>
                  <a:pt x="353567" y="202454"/>
                </a:lnTo>
                <a:close/>
                <a:moveTo>
                  <a:pt x="379581" y="237022"/>
                </a:moveTo>
                <a:lnTo>
                  <a:pt x="378659" y="238916"/>
                </a:lnTo>
                <a:lnTo>
                  <a:pt x="376815" y="237508"/>
                </a:lnTo>
                <a:lnTo>
                  <a:pt x="367351" y="235420"/>
                </a:lnTo>
                <a:lnTo>
                  <a:pt x="364196" y="235226"/>
                </a:lnTo>
                <a:lnTo>
                  <a:pt x="355994" y="232895"/>
                </a:lnTo>
                <a:lnTo>
                  <a:pt x="353470" y="231682"/>
                </a:lnTo>
                <a:lnTo>
                  <a:pt x="351723" y="230079"/>
                </a:lnTo>
                <a:lnTo>
                  <a:pt x="352305" y="227166"/>
                </a:lnTo>
                <a:lnTo>
                  <a:pt x="353519" y="225370"/>
                </a:lnTo>
                <a:lnTo>
                  <a:pt x="354295" y="220418"/>
                </a:lnTo>
                <a:lnTo>
                  <a:pt x="356333" y="218427"/>
                </a:lnTo>
                <a:lnTo>
                  <a:pt x="360410" y="222117"/>
                </a:lnTo>
                <a:lnTo>
                  <a:pt x="364924" y="225273"/>
                </a:lnTo>
                <a:lnTo>
                  <a:pt x="367545" y="226730"/>
                </a:lnTo>
                <a:lnTo>
                  <a:pt x="375504" y="229934"/>
                </a:lnTo>
                <a:lnTo>
                  <a:pt x="378319" y="231585"/>
                </a:lnTo>
                <a:lnTo>
                  <a:pt x="379581" y="237022"/>
                </a:lnTo>
                <a:close/>
                <a:moveTo>
                  <a:pt x="386279" y="231050"/>
                </a:moveTo>
                <a:lnTo>
                  <a:pt x="384871" y="232410"/>
                </a:lnTo>
                <a:lnTo>
                  <a:pt x="382444" y="232119"/>
                </a:lnTo>
                <a:lnTo>
                  <a:pt x="379824" y="230468"/>
                </a:lnTo>
                <a:lnTo>
                  <a:pt x="376475" y="227506"/>
                </a:lnTo>
                <a:lnTo>
                  <a:pt x="372689" y="224885"/>
                </a:lnTo>
                <a:lnTo>
                  <a:pt x="367933" y="223234"/>
                </a:lnTo>
                <a:lnTo>
                  <a:pt x="364924" y="222748"/>
                </a:lnTo>
                <a:lnTo>
                  <a:pt x="363759" y="222117"/>
                </a:lnTo>
                <a:lnTo>
                  <a:pt x="364924" y="217019"/>
                </a:lnTo>
                <a:lnTo>
                  <a:pt x="368030" y="216728"/>
                </a:lnTo>
                <a:lnTo>
                  <a:pt x="378174" y="221438"/>
                </a:lnTo>
                <a:lnTo>
                  <a:pt x="381522" y="224011"/>
                </a:lnTo>
                <a:lnTo>
                  <a:pt x="386279" y="231050"/>
                </a:lnTo>
                <a:close/>
                <a:moveTo>
                  <a:pt x="392006" y="246975"/>
                </a:moveTo>
                <a:lnTo>
                  <a:pt x="386570" y="247266"/>
                </a:lnTo>
                <a:lnTo>
                  <a:pt x="385017" y="246635"/>
                </a:lnTo>
                <a:lnTo>
                  <a:pt x="385648" y="242071"/>
                </a:lnTo>
                <a:lnTo>
                  <a:pt x="387298" y="239304"/>
                </a:lnTo>
                <a:lnTo>
                  <a:pt x="389773" y="239353"/>
                </a:lnTo>
                <a:lnTo>
                  <a:pt x="392539" y="243479"/>
                </a:lnTo>
                <a:lnTo>
                  <a:pt x="392006" y="246975"/>
                </a:lnTo>
                <a:close/>
                <a:moveTo>
                  <a:pt x="400062" y="241052"/>
                </a:moveTo>
                <a:lnTo>
                  <a:pt x="399091" y="241683"/>
                </a:lnTo>
                <a:lnTo>
                  <a:pt x="394918" y="235517"/>
                </a:lnTo>
                <a:lnTo>
                  <a:pt x="395985" y="231973"/>
                </a:lnTo>
                <a:lnTo>
                  <a:pt x="396956" y="231050"/>
                </a:lnTo>
                <a:lnTo>
                  <a:pt x="399237" y="233235"/>
                </a:lnTo>
                <a:lnTo>
                  <a:pt x="401033" y="235517"/>
                </a:lnTo>
                <a:lnTo>
                  <a:pt x="402343" y="238187"/>
                </a:lnTo>
                <a:lnTo>
                  <a:pt x="400062" y="241052"/>
                </a:lnTo>
                <a:close/>
                <a:moveTo>
                  <a:pt x="427969" y="215951"/>
                </a:moveTo>
                <a:lnTo>
                  <a:pt x="431027" y="218088"/>
                </a:lnTo>
                <a:lnTo>
                  <a:pt x="433550" y="216680"/>
                </a:lnTo>
                <a:lnTo>
                  <a:pt x="433453" y="218525"/>
                </a:lnTo>
                <a:lnTo>
                  <a:pt x="432919" y="220272"/>
                </a:lnTo>
                <a:lnTo>
                  <a:pt x="429959" y="225224"/>
                </a:lnTo>
                <a:lnTo>
                  <a:pt x="425008" y="224108"/>
                </a:lnTo>
                <a:lnTo>
                  <a:pt x="423844" y="222506"/>
                </a:lnTo>
                <a:lnTo>
                  <a:pt x="423455" y="221292"/>
                </a:lnTo>
                <a:lnTo>
                  <a:pt x="424183" y="220515"/>
                </a:lnTo>
                <a:lnTo>
                  <a:pt x="424572" y="218088"/>
                </a:lnTo>
                <a:lnTo>
                  <a:pt x="426756" y="218088"/>
                </a:lnTo>
                <a:lnTo>
                  <a:pt x="427969" y="215951"/>
                </a:lnTo>
                <a:close/>
                <a:moveTo>
                  <a:pt x="455148" y="214252"/>
                </a:moveTo>
                <a:lnTo>
                  <a:pt x="455439" y="217893"/>
                </a:lnTo>
                <a:lnTo>
                  <a:pt x="458205" y="219641"/>
                </a:lnTo>
                <a:lnTo>
                  <a:pt x="458933" y="222311"/>
                </a:lnTo>
                <a:lnTo>
                  <a:pt x="458448" y="226632"/>
                </a:lnTo>
                <a:lnTo>
                  <a:pt x="455827" y="231585"/>
                </a:lnTo>
                <a:lnTo>
                  <a:pt x="454662" y="232895"/>
                </a:lnTo>
                <a:lnTo>
                  <a:pt x="451217" y="231876"/>
                </a:lnTo>
                <a:lnTo>
                  <a:pt x="450100" y="230225"/>
                </a:lnTo>
                <a:lnTo>
                  <a:pt x="449615" y="228963"/>
                </a:lnTo>
                <a:lnTo>
                  <a:pt x="450100" y="227992"/>
                </a:lnTo>
                <a:lnTo>
                  <a:pt x="447577" y="226875"/>
                </a:lnTo>
                <a:lnTo>
                  <a:pt x="449178" y="224933"/>
                </a:lnTo>
                <a:lnTo>
                  <a:pt x="448062" y="222311"/>
                </a:lnTo>
                <a:lnTo>
                  <a:pt x="441024" y="223962"/>
                </a:lnTo>
                <a:lnTo>
                  <a:pt x="438986" y="224011"/>
                </a:lnTo>
                <a:lnTo>
                  <a:pt x="438598" y="221001"/>
                </a:lnTo>
                <a:lnTo>
                  <a:pt x="438889" y="219738"/>
                </a:lnTo>
                <a:lnTo>
                  <a:pt x="444325" y="215951"/>
                </a:lnTo>
                <a:lnTo>
                  <a:pt x="447528" y="215223"/>
                </a:lnTo>
                <a:lnTo>
                  <a:pt x="451022" y="216000"/>
                </a:lnTo>
                <a:lnTo>
                  <a:pt x="455148" y="214252"/>
                </a:lnTo>
                <a:close/>
                <a:moveTo>
                  <a:pt x="464563" y="281834"/>
                </a:moveTo>
                <a:lnTo>
                  <a:pt x="465971" y="282611"/>
                </a:lnTo>
                <a:lnTo>
                  <a:pt x="467669" y="280135"/>
                </a:lnTo>
                <a:lnTo>
                  <a:pt x="470873" y="283582"/>
                </a:lnTo>
                <a:lnTo>
                  <a:pt x="472862" y="285281"/>
                </a:lnTo>
                <a:lnTo>
                  <a:pt x="475532" y="287029"/>
                </a:lnTo>
                <a:lnTo>
                  <a:pt x="472911" y="287077"/>
                </a:lnTo>
                <a:lnTo>
                  <a:pt x="471843" y="288680"/>
                </a:lnTo>
                <a:lnTo>
                  <a:pt x="471115" y="288971"/>
                </a:lnTo>
                <a:lnTo>
                  <a:pt x="460826" y="283436"/>
                </a:lnTo>
                <a:lnTo>
                  <a:pt x="454274" y="285232"/>
                </a:lnTo>
                <a:lnTo>
                  <a:pt x="449761" y="283582"/>
                </a:lnTo>
                <a:lnTo>
                  <a:pt x="448450" y="282465"/>
                </a:lnTo>
                <a:lnTo>
                  <a:pt x="450877" y="279406"/>
                </a:lnTo>
                <a:lnTo>
                  <a:pt x="453109" y="272415"/>
                </a:lnTo>
                <a:lnTo>
                  <a:pt x="457623" y="274163"/>
                </a:lnTo>
                <a:lnTo>
                  <a:pt x="458691" y="276348"/>
                </a:lnTo>
                <a:lnTo>
                  <a:pt x="458448" y="276979"/>
                </a:lnTo>
                <a:lnTo>
                  <a:pt x="461360" y="278290"/>
                </a:lnTo>
                <a:lnTo>
                  <a:pt x="464563" y="281834"/>
                </a:lnTo>
                <a:close/>
                <a:moveTo>
                  <a:pt x="449761" y="289553"/>
                </a:moveTo>
                <a:lnTo>
                  <a:pt x="454323" y="294263"/>
                </a:lnTo>
                <a:lnTo>
                  <a:pt x="455390" y="295962"/>
                </a:lnTo>
                <a:lnTo>
                  <a:pt x="453158" y="298584"/>
                </a:lnTo>
                <a:lnTo>
                  <a:pt x="451362" y="302274"/>
                </a:lnTo>
                <a:lnTo>
                  <a:pt x="450294" y="303050"/>
                </a:lnTo>
                <a:lnTo>
                  <a:pt x="446849" y="301642"/>
                </a:lnTo>
                <a:lnTo>
                  <a:pt x="444373" y="305284"/>
                </a:lnTo>
                <a:lnTo>
                  <a:pt x="442772" y="299458"/>
                </a:lnTo>
                <a:lnTo>
                  <a:pt x="439229" y="295768"/>
                </a:lnTo>
                <a:lnTo>
                  <a:pt x="441413" y="292030"/>
                </a:lnTo>
                <a:lnTo>
                  <a:pt x="442238" y="291738"/>
                </a:lnTo>
                <a:lnTo>
                  <a:pt x="443306" y="291884"/>
                </a:lnTo>
                <a:lnTo>
                  <a:pt x="444422" y="292855"/>
                </a:lnTo>
                <a:lnTo>
                  <a:pt x="449761" y="289553"/>
                </a:lnTo>
                <a:close/>
                <a:moveTo>
                  <a:pt x="413991" y="290185"/>
                </a:moveTo>
                <a:lnTo>
                  <a:pt x="407633" y="291884"/>
                </a:lnTo>
                <a:lnTo>
                  <a:pt x="400596" y="290670"/>
                </a:lnTo>
                <a:lnTo>
                  <a:pt x="401470" y="287709"/>
                </a:lnTo>
                <a:lnTo>
                  <a:pt x="404867" y="284359"/>
                </a:lnTo>
                <a:lnTo>
                  <a:pt x="407876" y="284504"/>
                </a:lnTo>
                <a:lnTo>
                  <a:pt x="413360" y="286738"/>
                </a:lnTo>
                <a:lnTo>
                  <a:pt x="415302" y="288728"/>
                </a:lnTo>
                <a:lnTo>
                  <a:pt x="413991" y="290185"/>
                </a:lnTo>
                <a:close/>
                <a:moveTo>
                  <a:pt x="703882" y="330627"/>
                </a:moveTo>
                <a:lnTo>
                  <a:pt x="694224" y="335579"/>
                </a:lnTo>
                <a:lnTo>
                  <a:pt x="691943" y="335336"/>
                </a:lnTo>
                <a:lnTo>
                  <a:pt x="690196" y="333540"/>
                </a:lnTo>
                <a:lnTo>
                  <a:pt x="691263" y="323976"/>
                </a:lnTo>
                <a:lnTo>
                  <a:pt x="692525" y="321111"/>
                </a:lnTo>
                <a:lnTo>
                  <a:pt x="699271" y="320820"/>
                </a:lnTo>
                <a:lnTo>
                  <a:pt x="703397" y="322179"/>
                </a:lnTo>
                <a:lnTo>
                  <a:pt x="705484" y="323733"/>
                </a:lnTo>
                <a:lnTo>
                  <a:pt x="706357" y="326937"/>
                </a:lnTo>
                <a:lnTo>
                  <a:pt x="705872" y="328879"/>
                </a:lnTo>
                <a:lnTo>
                  <a:pt x="703882" y="330627"/>
                </a:lnTo>
                <a:close/>
                <a:moveTo>
                  <a:pt x="904568" y="618238"/>
                </a:moveTo>
                <a:lnTo>
                  <a:pt x="903646" y="618966"/>
                </a:lnTo>
                <a:lnTo>
                  <a:pt x="895395" y="618578"/>
                </a:lnTo>
                <a:lnTo>
                  <a:pt x="890057" y="622511"/>
                </a:lnTo>
                <a:lnTo>
                  <a:pt x="886417" y="623724"/>
                </a:lnTo>
                <a:lnTo>
                  <a:pt x="873167" y="623724"/>
                </a:lnTo>
                <a:lnTo>
                  <a:pt x="871614" y="623190"/>
                </a:lnTo>
                <a:lnTo>
                  <a:pt x="870449" y="623239"/>
                </a:lnTo>
                <a:lnTo>
                  <a:pt x="869721" y="624016"/>
                </a:lnTo>
                <a:lnTo>
                  <a:pt x="865499" y="623433"/>
                </a:lnTo>
                <a:lnTo>
                  <a:pt x="852104" y="619937"/>
                </a:lnTo>
                <a:lnTo>
                  <a:pt x="850259" y="616685"/>
                </a:lnTo>
                <a:lnTo>
                  <a:pt x="852346" y="613189"/>
                </a:lnTo>
                <a:lnTo>
                  <a:pt x="857151" y="608285"/>
                </a:lnTo>
                <a:lnTo>
                  <a:pt x="866809" y="607314"/>
                </a:lnTo>
                <a:lnTo>
                  <a:pt x="910878" y="606974"/>
                </a:lnTo>
                <a:lnTo>
                  <a:pt x="915682" y="611198"/>
                </a:lnTo>
                <a:lnTo>
                  <a:pt x="916119" y="612606"/>
                </a:lnTo>
                <a:lnTo>
                  <a:pt x="906510" y="615519"/>
                </a:lnTo>
                <a:lnTo>
                  <a:pt x="904568" y="618238"/>
                </a:lnTo>
                <a:close/>
                <a:moveTo>
                  <a:pt x="347500" y="539296"/>
                </a:moveTo>
                <a:lnTo>
                  <a:pt x="343569" y="539490"/>
                </a:lnTo>
                <a:lnTo>
                  <a:pt x="336289" y="533567"/>
                </a:lnTo>
                <a:lnTo>
                  <a:pt x="335076" y="531722"/>
                </a:lnTo>
                <a:lnTo>
                  <a:pt x="337163" y="529925"/>
                </a:lnTo>
                <a:lnTo>
                  <a:pt x="339298" y="530071"/>
                </a:lnTo>
                <a:lnTo>
                  <a:pt x="347743" y="533809"/>
                </a:lnTo>
                <a:lnTo>
                  <a:pt x="349345" y="535703"/>
                </a:lnTo>
                <a:lnTo>
                  <a:pt x="347500" y="539296"/>
                </a:lnTo>
                <a:close/>
                <a:moveTo>
                  <a:pt x="253248" y="427824"/>
                </a:moveTo>
                <a:lnTo>
                  <a:pt x="255190" y="434913"/>
                </a:lnTo>
                <a:lnTo>
                  <a:pt x="249414" y="430058"/>
                </a:lnTo>
                <a:lnTo>
                  <a:pt x="249511" y="426659"/>
                </a:lnTo>
                <a:lnTo>
                  <a:pt x="248735" y="424426"/>
                </a:lnTo>
                <a:lnTo>
                  <a:pt x="245240" y="421707"/>
                </a:lnTo>
                <a:lnTo>
                  <a:pt x="242522" y="418309"/>
                </a:lnTo>
                <a:lnTo>
                  <a:pt x="241309" y="410201"/>
                </a:lnTo>
                <a:lnTo>
                  <a:pt x="242280" y="408550"/>
                </a:lnTo>
                <a:lnTo>
                  <a:pt x="244561" y="408404"/>
                </a:lnTo>
                <a:lnTo>
                  <a:pt x="254704" y="419037"/>
                </a:lnTo>
                <a:lnTo>
                  <a:pt x="255384" y="420833"/>
                </a:lnTo>
                <a:lnTo>
                  <a:pt x="255141" y="424620"/>
                </a:lnTo>
                <a:lnTo>
                  <a:pt x="253685" y="425785"/>
                </a:lnTo>
                <a:lnTo>
                  <a:pt x="253248" y="427824"/>
                </a:lnTo>
                <a:close/>
                <a:moveTo>
                  <a:pt x="242522" y="406365"/>
                </a:moveTo>
                <a:lnTo>
                  <a:pt x="239076" y="410249"/>
                </a:lnTo>
                <a:lnTo>
                  <a:pt x="233349" y="410201"/>
                </a:lnTo>
                <a:lnTo>
                  <a:pt x="232233" y="407773"/>
                </a:lnTo>
                <a:lnTo>
                  <a:pt x="232476" y="401899"/>
                </a:lnTo>
                <a:lnTo>
                  <a:pt x="231068" y="400005"/>
                </a:lnTo>
                <a:lnTo>
                  <a:pt x="231117" y="399228"/>
                </a:lnTo>
                <a:lnTo>
                  <a:pt x="232039" y="395878"/>
                </a:lnTo>
                <a:lnTo>
                  <a:pt x="233204" y="395150"/>
                </a:lnTo>
                <a:lnTo>
                  <a:pt x="242425" y="403404"/>
                </a:lnTo>
                <a:lnTo>
                  <a:pt x="242522" y="406365"/>
                </a:lnTo>
                <a:close/>
                <a:moveTo>
                  <a:pt x="225002" y="387042"/>
                </a:moveTo>
                <a:lnTo>
                  <a:pt x="225244" y="388353"/>
                </a:lnTo>
                <a:lnTo>
                  <a:pt x="217333" y="384081"/>
                </a:lnTo>
                <a:lnTo>
                  <a:pt x="213548" y="382915"/>
                </a:lnTo>
                <a:lnTo>
                  <a:pt x="210150" y="378255"/>
                </a:lnTo>
                <a:lnTo>
                  <a:pt x="211218" y="375973"/>
                </a:lnTo>
                <a:lnTo>
                  <a:pt x="211364" y="372866"/>
                </a:lnTo>
                <a:lnTo>
                  <a:pt x="211849" y="371652"/>
                </a:lnTo>
                <a:lnTo>
                  <a:pt x="214276" y="371215"/>
                </a:lnTo>
                <a:lnTo>
                  <a:pt x="217382" y="373448"/>
                </a:lnTo>
                <a:lnTo>
                  <a:pt x="219760" y="379031"/>
                </a:lnTo>
                <a:lnTo>
                  <a:pt x="223691" y="384178"/>
                </a:lnTo>
                <a:lnTo>
                  <a:pt x="225002" y="387042"/>
                </a:lnTo>
                <a:close/>
                <a:moveTo>
                  <a:pt x="157831" y="299021"/>
                </a:moveTo>
                <a:lnTo>
                  <a:pt x="154968" y="301303"/>
                </a:lnTo>
                <a:lnTo>
                  <a:pt x="150600" y="299118"/>
                </a:lnTo>
                <a:lnTo>
                  <a:pt x="152056" y="296011"/>
                </a:lnTo>
                <a:lnTo>
                  <a:pt x="152784" y="291690"/>
                </a:lnTo>
                <a:lnTo>
                  <a:pt x="155405" y="288291"/>
                </a:lnTo>
                <a:lnTo>
                  <a:pt x="156278" y="284261"/>
                </a:lnTo>
                <a:lnTo>
                  <a:pt x="151231" y="273338"/>
                </a:lnTo>
                <a:lnTo>
                  <a:pt x="153754" y="272949"/>
                </a:lnTo>
                <a:lnTo>
                  <a:pt x="155696" y="274163"/>
                </a:lnTo>
                <a:lnTo>
                  <a:pt x="159045" y="281446"/>
                </a:lnTo>
                <a:lnTo>
                  <a:pt x="161957" y="285815"/>
                </a:lnTo>
                <a:lnTo>
                  <a:pt x="160792" y="291738"/>
                </a:lnTo>
                <a:lnTo>
                  <a:pt x="157831" y="299021"/>
                </a:lnTo>
                <a:close/>
                <a:moveTo>
                  <a:pt x="61007" y="158711"/>
                </a:moveTo>
                <a:lnTo>
                  <a:pt x="57949" y="159148"/>
                </a:lnTo>
                <a:lnTo>
                  <a:pt x="55037" y="158128"/>
                </a:lnTo>
                <a:lnTo>
                  <a:pt x="52562" y="155312"/>
                </a:lnTo>
                <a:lnTo>
                  <a:pt x="39555" y="147253"/>
                </a:lnTo>
                <a:lnTo>
                  <a:pt x="35478" y="147156"/>
                </a:lnTo>
                <a:lnTo>
                  <a:pt x="32663" y="145068"/>
                </a:lnTo>
                <a:lnTo>
                  <a:pt x="29217" y="144340"/>
                </a:lnTo>
                <a:lnTo>
                  <a:pt x="25529" y="138951"/>
                </a:lnTo>
                <a:lnTo>
                  <a:pt x="24752" y="136086"/>
                </a:lnTo>
                <a:lnTo>
                  <a:pt x="27422" y="134678"/>
                </a:lnTo>
                <a:lnTo>
                  <a:pt x="29072" y="131717"/>
                </a:lnTo>
                <a:lnTo>
                  <a:pt x="33440" y="133028"/>
                </a:lnTo>
                <a:lnTo>
                  <a:pt x="38390" y="138271"/>
                </a:lnTo>
                <a:lnTo>
                  <a:pt x="43438" y="140213"/>
                </a:lnTo>
                <a:lnTo>
                  <a:pt x="44797" y="141184"/>
                </a:lnTo>
                <a:lnTo>
                  <a:pt x="47223" y="144097"/>
                </a:lnTo>
                <a:lnTo>
                  <a:pt x="58726" y="151185"/>
                </a:lnTo>
                <a:lnTo>
                  <a:pt x="59988" y="153564"/>
                </a:lnTo>
                <a:lnTo>
                  <a:pt x="60764" y="155992"/>
                </a:lnTo>
                <a:lnTo>
                  <a:pt x="61007" y="158711"/>
                </a:lnTo>
                <a:close/>
                <a:moveTo>
                  <a:pt x="1227559" y="579058"/>
                </a:moveTo>
                <a:lnTo>
                  <a:pt x="1226928" y="587166"/>
                </a:lnTo>
                <a:lnTo>
                  <a:pt x="1226006" y="584302"/>
                </a:lnTo>
                <a:lnTo>
                  <a:pt x="1225666" y="576922"/>
                </a:lnTo>
                <a:lnTo>
                  <a:pt x="1224453" y="573329"/>
                </a:lnTo>
                <a:lnTo>
                  <a:pt x="1225229" y="569202"/>
                </a:lnTo>
                <a:lnTo>
                  <a:pt x="1224938" y="558570"/>
                </a:lnTo>
                <a:lnTo>
                  <a:pt x="1226443" y="553666"/>
                </a:lnTo>
                <a:lnTo>
                  <a:pt x="1227559" y="559929"/>
                </a:lnTo>
                <a:lnTo>
                  <a:pt x="1227559" y="563085"/>
                </a:lnTo>
                <a:lnTo>
                  <a:pt x="1227559" y="579058"/>
                </a:lnTo>
                <a:close/>
                <a:moveTo>
                  <a:pt x="978922" y="611732"/>
                </a:moveTo>
                <a:lnTo>
                  <a:pt x="974990" y="612558"/>
                </a:lnTo>
                <a:lnTo>
                  <a:pt x="971302" y="610859"/>
                </a:lnTo>
                <a:lnTo>
                  <a:pt x="971399" y="608528"/>
                </a:lnTo>
                <a:lnTo>
                  <a:pt x="972321" y="606392"/>
                </a:lnTo>
                <a:lnTo>
                  <a:pt x="977805" y="605275"/>
                </a:lnTo>
                <a:lnTo>
                  <a:pt x="980717" y="605372"/>
                </a:lnTo>
                <a:lnTo>
                  <a:pt x="983872" y="606829"/>
                </a:lnTo>
                <a:lnTo>
                  <a:pt x="986056" y="608382"/>
                </a:lnTo>
                <a:lnTo>
                  <a:pt x="987124" y="610179"/>
                </a:lnTo>
                <a:lnTo>
                  <a:pt x="981203" y="610276"/>
                </a:lnTo>
                <a:lnTo>
                  <a:pt x="978922" y="611732"/>
                </a:lnTo>
                <a:close/>
                <a:moveTo>
                  <a:pt x="1023864" y="461081"/>
                </a:moveTo>
                <a:lnTo>
                  <a:pt x="1013672" y="470112"/>
                </a:lnTo>
                <a:lnTo>
                  <a:pt x="1012022" y="467830"/>
                </a:lnTo>
                <a:lnTo>
                  <a:pt x="1012895" y="458605"/>
                </a:lnTo>
                <a:lnTo>
                  <a:pt x="1010032" y="452925"/>
                </a:lnTo>
                <a:lnTo>
                  <a:pt x="1010226" y="448652"/>
                </a:lnTo>
                <a:lnTo>
                  <a:pt x="1012264" y="441176"/>
                </a:lnTo>
                <a:lnTo>
                  <a:pt x="1014837" y="435447"/>
                </a:lnTo>
                <a:lnTo>
                  <a:pt x="1020758" y="431563"/>
                </a:lnTo>
                <a:lnTo>
                  <a:pt x="1022262" y="431126"/>
                </a:lnTo>
                <a:lnTo>
                  <a:pt x="1021874" y="438117"/>
                </a:lnTo>
                <a:lnTo>
                  <a:pt x="1023087" y="440739"/>
                </a:lnTo>
                <a:lnTo>
                  <a:pt x="1023475" y="442972"/>
                </a:lnTo>
                <a:lnTo>
                  <a:pt x="1022845" y="444914"/>
                </a:lnTo>
                <a:lnTo>
                  <a:pt x="1023961" y="453847"/>
                </a:lnTo>
                <a:lnTo>
                  <a:pt x="1024640" y="455983"/>
                </a:lnTo>
                <a:lnTo>
                  <a:pt x="1023184" y="458799"/>
                </a:lnTo>
                <a:lnTo>
                  <a:pt x="1023864" y="461081"/>
                </a:lnTo>
                <a:close/>
                <a:moveTo>
                  <a:pt x="512175" y="134290"/>
                </a:moveTo>
                <a:lnTo>
                  <a:pt x="510185" y="134484"/>
                </a:lnTo>
                <a:lnTo>
                  <a:pt x="509554" y="133028"/>
                </a:lnTo>
                <a:lnTo>
                  <a:pt x="509651" y="130552"/>
                </a:lnTo>
                <a:lnTo>
                  <a:pt x="509457" y="128561"/>
                </a:lnTo>
                <a:lnTo>
                  <a:pt x="508874" y="127105"/>
                </a:lnTo>
                <a:lnTo>
                  <a:pt x="508874" y="124629"/>
                </a:lnTo>
                <a:lnTo>
                  <a:pt x="510767" y="125842"/>
                </a:lnTo>
                <a:lnTo>
                  <a:pt x="512175" y="127007"/>
                </a:lnTo>
                <a:lnTo>
                  <a:pt x="513873" y="127833"/>
                </a:lnTo>
                <a:lnTo>
                  <a:pt x="515184" y="128415"/>
                </a:lnTo>
                <a:lnTo>
                  <a:pt x="515912" y="128755"/>
                </a:lnTo>
                <a:lnTo>
                  <a:pt x="514553" y="132299"/>
                </a:lnTo>
                <a:lnTo>
                  <a:pt x="512175" y="134290"/>
                </a:lnTo>
                <a:close/>
                <a:moveTo>
                  <a:pt x="1177278" y="697666"/>
                </a:moveTo>
                <a:lnTo>
                  <a:pt x="1175385" y="698103"/>
                </a:lnTo>
                <a:lnTo>
                  <a:pt x="1173493" y="697423"/>
                </a:lnTo>
                <a:lnTo>
                  <a:pt x="1174269" y="693103"/>
                </a:lnTo>
                <a:lnTo>
                  <a:pt x="1173153" y="690189"/>
                </a:lnTo>
                <a:lnTo>
                  <a:pt x="1175143" y="687859"/>
                </a:lnTo>
                <a:lnTo>
                  <a:pt x="1175628" y="683781"/>
                </a:lnTo>
                <a:lnTo>
                  <a:pt x="1176405" y="682519"/>
                </a:lnTo>
                <a:lnTo>
                  <a:pt x="1177618" y="683829"/>
                </a:lnTo>
                <a:lnTo>
                  <a:pt x="1178152" y="684655"/>
                </a:lnTo>
                <a:lnTo>
                  <a:pt x="1179123" y="685043"/>
                </a:lnTo>
                <a:lnTo>
                  <a:pt x="1181307" y="685140"/>
                </a:lnTo>
                <a:lnTo>
                  <a:pt x="1181792" y="686888"/>
                </a:lnTo>
                <a:lnTo>
                  <a:pt x="1181695" y="688539"/>
                </a:lnTo>
                <a:lnTo>
                  <a:pt x="1180773" y="690287"/>
                </a:lnTo>
                <a:lnTo>
                  <a:pt x="1178200" y="692180"/>
                </a:lnTo>
                <a:lnTo>
                  <a:pt x="1176308" y="694316"/>
                </a:lnTo>
                <a:lnTo>
                  <a:pt x="1177278" y="697666"/>
                </a:lnTo>
                <a:close/>
                <a:moveTo>
                  <a:pt x="1089190" y="70883"/>
                </a:moveTo>
                <a:lnTo>
                  <a:pt x="1093849" y="70981"/>
                </a:lnTo>
                <a:lnTo>
                  <a:pt x="1100644" y="70058"/>
                </a:lnTo>
                <a:lnTo>
                  <a:pt x="1102245" y="74670"/>
                </a:lnTo>
                <a:lnTo>
                  <a:pt x="1102488" y="76467"/>
                </a:lnTo>
                <a:lnTo>
                  <a:pt x="1093461" y="78894"/>
                </a:lnTo>
                <a:lnTo>
                  <a:pt x="1088025" y="73214"/>
                </a:lnTo>
                <a:lnTo>
                  <a:pt x="1089190" y="70883"/>
                </a:lnTo>
                <a:close/>
                <a:moveTo>
                  <a:pt x="1089627" y="113996"/>
                </a:moveTo>
                <a:lnTo>
                  <a:pt x="1089044" y="115598"/>
                </a:lnTo>
                <a:lnTo>
                  <a:pt x="1084870" y="111714"/>
                </a:lnTo>
                <a:lnTo>
                  <a:pt x="1083754" y="108898"/>
                </a:lnTo>
                <a:lnTo>
                  <a:pt x="1084288" y="106665"/>
                </a:lnTo>
                <a:lnTo>
                  <a:pt x="1088607" y="106471"/>
                </a:lnTo>
                <a:lnTo>
                  <a:pt x="1090743" y="107830"/>
                </a:lnTo>
                <a:lnTo>
                  <a:pt x="1089627" y="113996"/>
                </a:lnTo>
                <a:close/>
                <a:moveTo>
                  <a:pt x="1084676" y="679508"/>
                </a:moveTo>
                <a:lnTo>
                  <a:pt x="1083609" y="679557"/>
                </a:lnTo>
                <a:lnTo>
                  <a:pt x="1081473" y="678635"/>
                </a:lnTo>
                <a:lnTo>
                  <a:pt x="1082250" y="676595"/>
                </a:lnTo>
                <a:lnTo>
                  <a:pt x="1081085" y="673294"/>
                </a:lnTo>
                <a:lnTo>
                  <a:pt x="1081522" y="670575"/>
                </a:lnTo>
                <a:lnTo>
                  <a:pt x="1084191" y="669070"/>
                </a:lnTo>
                <a:lnTo>
                  <a:pt x="1089966" y="668876"/>
                </a:lnTo>
                <a:lnTo>
                  <a:pt x="1090161" y="670867"/>
                </a:lnTo>
                <a:lnTo>
                  <a:pt x="1084676" y="679508"/>
                </a:lnTo>
                <a:close/>
              </a:path>
            </a:pathLst>
          </a:custGeom>
          <a:solidFill>
            <a:srgbClr val="D0D2D4"/>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417971" y="1471871"/>
            <a:ext cx="91440" cy="91440"/>
          </a:xfrm>
          <a:prstGeom prst="ellipse">
            <a:avLst/>
          </a:prstGeom>
          <a:solidFill>
            <a:srgbClr val="E6B222"/>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770810" y="1943293"/>
            <a:ext cx="91440" cy="91440"/>
          </a:xfrm>
          <a:prstGeom prst="ellipse">
            <a:avLst/>
          </a:prstGeom>
          <a:solidFill>
            <a:srgbClr val="E6B222"/>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96955" y="2004466"/>
            <a:ext cx="91440" cy="91440"/>
          </a:xfrm>
          <a:prstGeom prst="ellipse">
            <a:avLst/>
          </a:prstGeom>
          <a:solidFill>
            <a:srgbClr val="E6B222"/>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42780" y="1564682"/>
            <a:ext cx="109728" cy="109728"/>
          </a:xfrm>
          <a:prstGeom prst="ellipse">
            <a:avLst/>
          </a:prstGeom>
          <a:solidFill>
            <a:srgbClr val="FFFFFF"/>
          </a:solidFill>
          <a:ln w="15875">
            <a:solidFill>
              <a:srgbClr val="E6B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830415" y="1992897"/>
            <a:ext cx="109728" cy="109728"/>
          </a:xfrm>
          <a:prstGeom prst="ellipse">
            <a:avLst/>
          </a:prstGeom>
          <a:solidFill>
            <a:srgbClr val="FFFFFF"/>
          </a:solidFill>
          <a:ln w="15875">
            <a:solidFill>
              <a:srgbClr val="E6B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60336" y="1078992"/>
            <a:ext cx="731520" cy="146304"/>
          </a:xfrm>
          <a:prstGeom prst="rect">
            <a:avLst/>
          </a:prstGeom>
          <a:noFill/>
        </p:spPr>
        <p:txBody>
          <a:bodyPr wrap="square" lIns="0" rIns="0" tIns="0" bIns="0" anchor="t">
            <a:noAutofit/>
          </a:bodyPr>
          <a:lstStyle/>
          <a:p>
            <a:pPr algn="l"/>
            <a:r>
              <a:rPr sz="750" b="1" i="0" spc="200">
                <a:solidFill>
                  <a:srgbClr val="8A6A0C"/>
                </a:solidFill>
                <a:latin typeface="Calibri"/>
              </a:rPr>
              <a:t>NEXT</a:t>
            </a:r>
          </a:p>
        </p:txBody>
      </p:sp>
      <p:sp>
        <p:nvSpPr>
          <p:cNvPr id="40" name="Oval 39"/>
          <p:cNvSpPr/>
          <p:nvPr/>
        </p:nvSpPr>
        <p:spPr>
          <a:xfrm>
            <a:off x="7150608" y="2542032"/>
            <a:ext cx="128016" cy="128016"/>
          </a:xfrm>
          <a:prstGeom prst="ellipse">
            <a:avLst/>
          </a:prstGeom>
          <a:solidFill>
            <a:srgbClr val="FFFFFF"/>
          </a:solidFill>
          <a:ln w="15875">
            <a:solidFill>
              <a:srgbClr val="E6B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50608" y="2724912"/>
            <a:ext cx="1481328" cy="274320"/>
          </a:xfrm>
          <a:prstGeom prst="rect">
            <a:avLst/>
          </a:prstGeom>
          <a:noFill/>
        </p:spPr>
        <p:txBody>
          <a:bodyPr wrap="square" lIns="0" rIns="0" tIns="0" bIns="0" anchor="t">
            <a:noAutofit/>
          </a:bodyPr>
          <a:lstStyle/>
          <a:p>
            <a:pPr algn="l"/>
            <a:r>
              <a:rPr sz="1300" b="1" i="0">
                <a:solidFill>
                  <a:srgbClr val="8A6A0C"/>
                </a:solidFill>
                <a:latin typeface="Calibri"/>
              </a:rPr>
              <a:t>Next</a:t>
            </a:r>
          </a:p>
        </p:txBody>
      </p:sp>
      <p:sp>
        <p:nvSpPr>
          <p:cNvPr id="42" name="TextBox 41"/>
          <p:cNvSpPr txBox="1"/>
          <p:nvPr/>
        </p:nvSpPr>
        <p:spPr>
          <a:xfrm>
            <a:off x="7150608" y="2999232"/>
            <a:ext cx="1481328" cy="237744"/>
          </a:xfrm>
          <a:prstGeom prst="rect">
            <a:avLst/>
          </a:prstGeom>
          <a:noFill/>
        </p:spPr>
        <p:txBody>
          <a:bodyPr wrap="square" lIns="0" rIns="0" tIns="0" bIns="0" anchor="t">
            <a:noAutofit/>
          </a:bodyPr>
          <a:lstStyle/>
          <a:p>
            <a:pPr algn="l"/>
            <a:r>
              <a:rPr sz="1100" b="1" i="0">
                <a:solidFill>
                  <a:srgbClr val="4D4D4F"/>
                </a:solidFill>
                <a:latin typeface="Calibri"/>
              </a:rPr>
              <a:t>Expansion</a:t>
            </a:r>
          </a:p>
        </p:txBody>
      </p:sp>
      <p:sp>
        <p:nvSpPr>
          <p:cNvPr id="43" name="TextBox 42"/>
          <p:cNvSpPr txBox="1"/>
          <p:nvPr/>
        </p:nvSpPr>
        <p:spPr>
          <a:xfrm>
            <a:off x="7150608" y="3236976"/>
            <a:ext cx="1481328" cy="182880"/>
          </a:xfrm>
          <a:prstGeom prst="rect">
            <a:avLst/>
          </a:prstGeom>
          <a:noFill/>
        </p:spPr>
        <p:txBody>
          <a:bodyPr wrap="square" lIns="0" rIns="0" tIns="0" bIns="0" anchor="t">
            <a:noAutofit/>
          </a:bodyPr>
          <a:lstStyle/>
          <a:p>
            <a:pPr algn="l"/>
            <a:r>
              <a:rPr sz="850" b="0" i="0">
                <a:solidFill>
                  <a:srgbClr val="747678"/>
                </a:solidFill>
                <a:latin typeface="Calibri"/>
              </a:rPr>
              <a:t>Sites and new gateways</a:t>
            </a:r>
          </a:p>
        </p:txBody>
      </p:sp>
      <p:sp>
        <p:nvSpPr>
          <p:cNvPr id="44" name="TextBox 43"/>
          <p:cNvSpPr txBox="1"/>
          <p:nvPr/>
        </p:nvSpPr>
        <p:spPr>
          <a:xfrm>
            <a:off x="7150608" y="3483864"/>
            <a:ext cx="1481328" cy="868680"/>
          </a:xfrm>
          <a:prstGeom prst="rect">
            <a:avLst/>
          </a:prstGeom>
          <a:noFill/>
        </p:spPr>
        <p:txBody>
          <a:bodyPr wrap="square" lIns="0" rIns="0" tIns="0" bIns="0" anchor="t">
            <a:noAutofit/>
          </a:bodyPr>
          <a:lstStyle/>
          <a:p>
            <a:pPr algn="l">
              <a:lnSpc>
                <a:spcPct val="108000"/>
              </a:lnSpc>
            </a:pPr>
            <a:r>
              <a:rPr sz="950" b="0" i="0">
                <a:solidFill>
                  <a:srgbClr val="4D4D4F"/>
                </a:solidFill>
                <a:latin typeface="Calibri"/>
              </a:rPr>
              <a:t>Cigading 4 → 6 Mtpa · Teluk Lamong 4 → 5 Mtpa · New: Ciwandan, Dumai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5" sz="half"/>
          </p:nvPr>
        </p:nvSpPr>
        <p:spPr/>
        <p:txBody>
          <a:bodyPr/>
          <a:lstStyle/>
          <a:p>
            <a:r>
              <a:rPr sz="1400" b="1">
                <a:solidFill>
                  <a:srgbClr val="747678"/>
                </a:solidFill>
                <a:latin typeface="Calibri"/>
              </a:rPr>
              <a:t>Two new gateways and two site expansions, drawn from the gateway screen</a:t>
            </a:r>
          </a:p>
        </p:txBody>
      </p:sp>
      <p:sp>
        <p:nvSpPr>
          <p:cNvPr id="5" name="Text Placeholder 4"/>
          <p:cNvSpPr>
            <a:spLocks noGrp="1"/>
          </p:cNvSpPr>
          <p:nvPr>
            <p:ph type="body" idx="16" sz="half"/>
          </p:nvPr>
        </p:nvSpPr>
        <p:spPr/>
        <p:txBody>
          <a:bodyPr/>
          <a:lstStyle/>
          <a:p>
            <a:r>
              <a:rPr sz="1800" b="1">
                <a:solidFill>
                  <a:srgbClr val="4D4D4F"/>
                </a:solidFill>
                <a:latin typeface="Calibri"/>
              </a:rPr>
              <a:t>The current platform gives FKS a clear path for expansion</a:t>
            </a:r>
          </a:p>
        </p:txBody>
      </p:sp>
      <p:cxnSp>
        <p:nvCxnSpPr>
          <p:cNvPr id="6" name="Title rule"/>
          <p:cNvCxnSpPr/>
          <p:nvPr/>
        </p:nvCxnSpPr>
        <p:spPr>
          <a:xfrm>
            <a:off x="512064" y="886968"/>
            <a:ext cx="8119872" cy="0"/>
          </a:xfrm>
          <a:prstGeom prst="line">
            <a:avLst/>
          </a:prstGeom>
          <a:ln w="9525">
            <a:solidFill>
              <a:srgbClr val="D9DADC"/>
            </a:solidFill>
          </a:ln>
        </p:spPr>
        <p:style>
          <a:lnRef idx="2">
            <a:schemeClr val="accent1"/>
          </a:lnRef>
          <a:fillRef idx="0">
            <a:schemeClr val="accent1"/>
          </a:fillRef>
          <a:effectRef idx="1">
            <a:schemeClr val="accent1"/>
          </a:effectRef>
          <a:fontRef idx="minor">
            <a:schemeClr val="tx1"/>
          </a:fontRef>
        </p:style>
      </p:cxnSp>
      <p:sp>
        <p:nvSpPr>
          <p:cNvPr id="7" name="Page number"/>
          <p:cNvSpPr txBox="1"/>
          <p:nvPr/>
        </p:nvSpPr>
        <p:spPr>
          <a:xfrm>
            <a:off x="8229600" y="4754880"/>
            <a:ext cx="402336" cy="182880"/>
          </a:xfrm>
          <a:prstGeom prst="rect">
            <a:avLst/>
          </a:prstGeom>
          <a:noFill/>
        </p:spPr>
        <p:txBody>
          <a:bodyPr wrap="square" lIns="0" rIns="0" tIns="0" bIns="0" anchor="t">
            <a:noAutofit/>
          </a:bodyPr>
          <a:lstStyle/>
          <a:p>
            <a:pPr algn="r"/>
            <a:r>
              <a:rPr sz="800" b="0" i="0">
                <a:solidFill>
                  <a:srgbClr val="4D4D4F"/>
                </a:solidFill>
                <a:latin typeface="Calibri"/>
              </a:rPr>
              <a:t>8</a:t>
            </a:r>
          </a:p>
        </p:txBody>
      </p:sp>
      <p:sp>
        <p:nvSpPr>
          <p:cNvPr id="2" name="Map - Neighbouring countries"/>
          <p:cNvSpPr/>
          <p:nvPr/>
        </p:nvSpPr>
        <p:spPr>
          <a:xfrm>
            <a:off x="946692" y="1024128"/>
            <a:ext cx="3459485" cy="852914"/>
          </a:xfrm>
          <a:custGeom>
            <a:avLst/>
            <a:gdLst/>
            <a:ahLst/>
            <a:cxnLst/>
            <a:rect l="l" t="t" r="r" b="b"/>
            <a:pathLst>
              <a:path w="3459485" h="852914">
                <a:moveTo>
                  <a:pt x="415120" y="8774"/>
                </a:moveTo>
                <a:lnTo>
                  <a:pt x="417994" y="1664"/>
                </a:lnTo>
                <a:lnTo>
                  <a:pt x="421472" y="0"/>
                </a:lnTo>
                <a:lnTo>
                  <a:pt x="423892" y="0"/>
                </a:lnTo>
                <a:lnTo>
                  <a:pt x="429941" y="0"/>
                </a:lnTo>
                <a:lnTo>
                  <a:pt x="436595" y="0"/>
                </a:lnTo>
                <a:lnTo>
                  <a:pt x="449298" y="0"/>
                </a:lnTo>
                <a:lnTo>
                  <a:pt x="482417" y="4841"/>
                </a:lnTo>
                <a:lnTo>
                  <a:pt x="492247" y="7867"/>
                </a:lnTo>
                <a:lnTo>
                  <a:pt x="505403" y="2874"/>
                </a:lnTo>
                <a:lnTo>
                  <a:pt x="511150" y="6051"/>
                </a:lnTo>
                <a:lnTo>
                  <a:pt x="517199" y="11195"/>
                </a:lnTo>
                <a:lnTo>
                  <a:pt x="520677" y="25415"/>
                </a:lnTo>
                <a:lnTo>
                  <a:pt x="529297" y="38576"/>
                </a:lnTo>
                <a:lnTo>
                  <a:pt x="546688" y="36610"/>
                </a:lnTo>
                <a:lnTo>
                  <a:pt x="552738" y="38576"/>
                </a:lnTo>
                <a:lnTo>
                  <a:pt x="556518" y="38879"/>
                </a:lnTo>
                <a:lnTo>
                  <a:pt x="559845" y="50527"/>
                </a:lnTo>
                <a:lnTo>
                  <a:pt x="561509" y="70496"/>
                </a:lnTo>
                <a:lnTo>
                  <a:pt x="559845" y="82296"/>
                </a:lnTo>
                <a:lnTo>
                  <a:pt x="547293" y="98937"/>
                </a:lnTo>
                <a:lnTo>
                  <a:pt x="545630" y="110283"/>
                </a:lnTo>
                <a:lnTo>
                  <a:pt x="552133" y="117242"/>
                </a:lnTo>
                <a:lnTo>
                  <a:pt x="560753" y="124806"/>
                </a:lnTo>
                <a:lnTo>
                  <a:pt x="565592" y="130554"/>
                </a:lnTo>
                <a:lnTo>
                  <a:pt x="570734" y="129647"/>
                </a:lnTo>
                <a:lnTo>
                  <a:pt x="577236" y="125713"/>
                </a:lnTo>
                <a:lnTo>
                  <a:pt x="583134" y="115880"/>
                </a:lnTo>
                <a:lnTo>
                  <a:pt x="587218" y="107560"/>
                </a:lnTo>
                <a:lnTo>
                  <a:pt x="609448" y="98029"/>
                </a:lnTo>
                <a:lnTo>
                  <a:pt x="632435" y="89557"/>
                </a:lnTo>
                <a:lnTo>
                  <a:pt x="635610" y="90465"/>
                </a:lnTo>
                <a:lnTo>
                  <a:pt x="639240" y="94247"/>
                </a:lnTo>
                <a:lnTo>
                  <a:pt x="646650" y="106501"/>
                </a:lnTo>
                <a:lnTo>
                  <a:pt x="650884" y="109073"/>
                </a:lnTo>
                <a:lnTo>
                  <a:pt x="657236" y="110283"/>
                </a:lnTo>
                <a:lnTo>
                  <a:pt x="667973" y="109073"/>
                </a:lnTo>
                <a:lnTo>
                  <a:pt x="680525" y="102114"/>
                </a:lnTo>
                <a:lnTo>
                  <a:pt x="687028" y="89104"/>
                </a:lnTo>
                <a:lnTo>
                  <a:pt x="689901" y="78817"/>
                </a:lnTo>
                <a:lnTo>
                  <a:pt x="707897" y="60966"/>
                </a:lnTo>
                <a:lnTo>
                  <a:pt x="709863" y="47653"/>
                </a:lnTo>
                <a:lnTo>
                  <a:pt x="714854" y="39030"/>
                </a:lnTo>
                <a:lnTo>
                  <a:pt x="741016" y="44930"/>
                </a:lnTo>
                <a:lnTo>
                  <a:pt x="750997" y="49620"/>
                </a:lnTo>
                <a:lnTo>
                  <a:pt x="780335" y="96365"/>
                </a:lnTo>
                <a:lnTo>
                  <a:pt x="819050" y="129344"/>
                </a:lnTo>
                <a:lnTo>
                  <a:pt x="835533" y="141598"/>
                </a:lnTo>
                <a:lnTo>
                  <a:pt x="848085" y="147498"/>
                </a:lnTo>
                <a:lnTo>
                  <a:pt x="865476" y="165197"/>
                </a:lnTo>
                <a:lnTo>
                  <a:pt x="880599" y="187284"/>
                </a:lnTo>
                <a:lnTo>
                  <a:pt x="913718" y="249611"/>
                </a:lnTo>
                <a:lnTo>
                  <a:pt x="919465" y="276993"/>
                </a:lnTo>
                <a:lnTo>
                  <a:pt x="921733" y="318746"/>
                </a:lnTo>
                <a:lnTo>
                  <a:pt x="914474" y="381678"/>
                </a:lnTo>
                <a:lnTo>
                  <a:pt x="905552" y="413144"/>
                </a:lnTo>
                <a:lnTo>
                  <a:pt x="907215" y="427970"/>
                </a:lnTo>
                <a:lnTo>
                  <a:pt x="919465" y="450662"/>
                </a:lnTo>
                <a:lnTo>
                  <a:pt x="915684" y="472143"/>
                </a:lnTo>
                <a:lnTo>
                  <a:pt x="918104" y="489994"/>
                </a:lnTo>
                <a:lnTo>
                  <a:pt x="917196" y="539614"/>
                </a:lnTo>
                <a:lnTo>
                  <a:pt x="924153" y="554137"/>
                </a:lnTo>
                <a:lnTo>
                  <a:pt x="932017" y="563516"/>
                </a:lnTo>
                <a:lnTo>
                  <a:pt x="973604" y="593016"/>
                </a:lnTo>
                <a:lnTo>
                  <a:pt x="976629" y="603908"/>
                </a:lnTo>
                <a:lnTo>
                  <a:pt x="997196" y="641274"/>
                </a:lnTo>
                <a:lnTo>
                  <a:pt x="1035154" y="722662"/>
                </a:lnTo>
                <a:lnTo>
                  <a:pt x="1045589" y="759272"/>
                </a:lnTo>
                <a:lnTo>
                  <a:pt x="1044379" y="769105"/>
                </a:lnTo>
                <a:lnTo>
                  <a:pt x="1039842" y="773190"/>
                </a:lnTo>
                <a:lnTo>
                  <a:pt x="1028651" y="776820"/>
                </a:lnTo>
                <a:lnTo>
                  <a:pt x="1019426" y="769710"/>
                </a:lnTo>
                <a:lnTo>
                  <a:pt x="1016250" y="764567"/>
                </a:lnTo>
                <a:lnTo>
                  <a:pt x="1017309" y="758213"/>
                </a:lnTo>
                <a:lnTo>
                  <a:pt x="1013528" y="751859"/>
                </a:lnTo>
                <a:lnTo>
                  <a:pt x="1004455" y="744447"/>
                </a:lnTo>
                <a:lnTo>
                  <a:pt x="999162" y="737639"/>
                </a:lnTo>
                <a:lnTo>
                  <a:pt x="1000674" y="748834"/>
                </a:lnTo>
                <a:lnTo>
                  <a:pt x="1000825" y="763205"/>
                </a:lnTo>
                <a:lnTo>
                  <a:pt x="989181" y="764415"/>
                </a:lnTo>
                <a:lnTo>
                  <a:pt x="974360" y="759877"/>
                </a:lnTo>
                <a:lnTo>
                  <a:pt x="955911" y="763962"/>
                </a:lnTo>
                <a:lnTo>
                  <a:pt x="933983" y="781661"/>
                </a:lnTo>
                <a:lnTo>
                  <a:pt x="923397" y="782266"/>
                </a:lnTo>
                <a:lnTo>
                  <a:pt x="915382" y="766987"/>
                </a:lnTo>
                <a:lnTo>
                  <a:pt x="911298" y="756700"/>
                </a:lnTo>
                <a:lnTo>
                  <a:pt x="904796" y="749439"/>
                </a:lnTo>
                <a:lnTo>
                  <a:pt x="835231" y="712224"/>
                </a:lnTo>
                <a:lnTo>
                  <a:pt x="809522" y="702542"/>
                </a:lnTo>
                <a:lnTo>
                  <a:pt x="782452" y="674404"/>
                </a:lnTo>
                <a:lnTo>
                  <a:pt x="721659" y="643241"/>
                </a:lnTo>
                <a:lnTo>
                  <a:pt x="682945" y="612833"/>
                </a:lnTo>
                <a:lnTo>
                  <a:pt x="666461" y="593923"/>
                </a:lnTo>
                <a:lnTo>
                  <a:pt x="626990" y="577283"/>
                </a:lnTo>
                <a:lnTo>
                  <a:pt x="609902" y="557768"/>
                </a:lnTo>
                <a:lnTo>
                  <a:pt x="601433" y="553834"/>
                </a:lnTo>
                <a:lnTo>
                  <a:pt x="593115" y="546876"/>
                </a:lnTo>
                <a:lnTo>
                  <a:pt x="601887" y="527814"/>
                </a:lnTo>
                <a:lnTo>
                  <a:pt x="598257" y="507997"/>
                </a:lnTo>
                <a:lnTo>
                  <a:pt x="593720" y="491205"/>
                </a:lnTo>
                <a:lnTo>
                  <a:pt x="565743" y="458074"/>
                </a:lnTo>
                <a:lnTo>
                  <a:pt x="552133" y="434929"/>
                </a:lnTo>
                <a:lnTo>
                  <a:pt x="525819" y="411934"/>
                </a:lnTo>
                <a:lnTo>
                  <a:pt x="515384" y="398773"/>
                </a:lnTo>
                <a:lnTo>
                  <a:pt x="505252" y="383342"/>
                </a:lnTo>
                <a:lnTo>
                  <a:pt x="511604" y="377896"/>
                </a:lnTo>
                <a:lnTo>
                  <a:pt x="517502" y="374719"/>
                </a:lnTo>
                <a:lnTo>
                  <a:pt x="512057" y="363525"/>
                </a:lnTo>
                <a:lnTo>
                  <a:pt x="497086" y="344010"/>
                </a:lnTo>
                <a:lnTo>
                  <a:pt x="490129" y="321772"/>
                </a:lnTo>
                <a:lnTo>
                  <a:pt x="490129" y="279565"/>
                </a:lnTo>
                <a:lnTo>
                  <a:pt x="468655" y="220263"/>
                </a:lnTo>
                <a:lnTo>
                  <a:pt x="450508" y="137967"/>
                </a:lnTo>
                <a:lnTo>
                  <a:pt x="453683" y="109224"/>
                </a:lnTo>
                <a:lnTo>
                  <a:pt x="448995" y="78060"/>
                </a:lnTo>
                <a:lnTo>
                  <a:pt x="436897" y="47956"/>
                </a:lnTo>
                <a:lnTo>
                  <a:pt x="421018" y="26625"/>
                </a:lnTo>
                <a:lnTo>
                  <a:pt x="415120" y="8774"/>
                </a:lnTo>
                <a:close/>
                <a:moveTo>
                  <a:pt x="3054800" y="352330"/>
                </a:moveTo>
                <a:lnTo>
                  <a:pt x="3049204" y="352330"/>
                </a:lnTo>
                <a:lnTo>
                  <a:pt x="3036199" y="349002"/>
                </a:lnTo>
                <a:lnTo>
                  <a:pt x="3010036" y="332966"/>
                </a:lnTo>
                <a:lnTo>
                  <a:pt x="2983269" y="327218"/>
                </a:lnTo>
                <a:lnTo>
                  <a:pt x="2944404" y="326764"/>
                </a:lnTo>
                <a:lnTo>
                  <a:pt x="2922324" y="324495"/>
                </a:lnTo>
                <a:lnTo>
                  <a:pt x="2913402" y="326915"/>
                </a:lnTo>
                <a:lnTo>
                  <a:pt x="2905840" y="327066"/>
                </a:lnTo>
                <a:lnTo>
                  <a:pt x="2900396" y="323738"/>
                </a:lnTo>
                <a:lnTo>
                  <a:pt x="2894650" y="322074"/>
                </a:lnTo>
                <a:lnTo>
                  <a:pt x="2879527" y="331605"/>
                </a:lnTo>
                <a:lnTo>
                  <a:pt x="2872419" y="328730"/>
                </a:lnTo>
                <a:lnTo>
                  <a:pt x="2865160" y="324646"/>
                </a:lnTo>
                <a:lnTo>
                  <a:pt x="2852457" y="323284"/>
                </a:lnTo>
                <a:lnTo>
                  <a:pt x="2837032" y="324495"/>
                </a:lnTo>
                <a:lnTo>
                  <a:pt x="2820094" y="334176"/>
                </a:lnTo>
                <a:lnTo>
                  <a:pt x="2801040" y="325402"/>
                </a:lnTo>
                <a:lnTo>
                  <a:pt x="2795747" y="325554"/>
                </a:lnTo>
                <a:lnTo>
                  <a:pt x="2792117" y="327823"/>
                </a:lnTo>
                <a:lnTo>
                  <a:pt x="2783800" y="339774"/>
                </a:lnTo>
                <a:lnTo>
                  <a:pt x="2768223" y="349002"/>
                </a:lnTo>
                <a:lnTo>
                  <a:pt x="2760511" y="365794"/>
                </a:lnTo>
                <a:lnTo>
                  <a:pt x="2755671" y="381830"/>
                </a:lnTo>
                <a:lnTo>
                  <a:pt x="2751437" y="387427"/>
                </a:lnTo>
                <a:lnTo>
                  <a:pt x="2750378" y="418590"/>
                </a:lnTo>
                <a:lnTo>
                  <a:pt x="2747959" y="433567"/>
                </a:lnTo>
                <a:lnTo>
                  <a:pt x="2751891" y="453536"/>
                </a:lnTo>
                <a:lnTo>
                  <a:pt x="2751135" y="462008"/>
                </a:lnTo>
                <a:lnTo>
                  <a:pt x="2744178" y="474715"/>
                </a:lnTo>
                <a:lnTo>
                  <a:pt x="2743271" y="477741"/>
                </a:lnTo>
                <a:lnTo>
                  <a:pt x="2739641" y="497861"/>
                </a:lnTo>
                <a:lnTo>
                  <a:pt x="2741002" y="503307"/>
                </a:lnTo>
                <a:lnTo>
                  <a:pt x="2740095" y="510115"/>
                </a:lnTo>
                <a:lnTo>
                  <a:pt x="2734197" y="524335"/>
                </a:lnTo>
                <a:lnTo>
                  <a:pt x="2723611" y="528117"/>
                </a:lnTo>
                <a:lnTo>
                  <a:pt x="2712420" y="530386"/>
                </a:lnTo>
                <a:lnTo>
                  <a:pt x="2702893" y="525545"/>
                </a:lnTo>
                <a:lnTo>
                  <a:pt x="2694273" y="533412"/>
                </a:lnTo>
                <a:lnTo>
                  <a:pt x="2683385" y="545363"/>
                </a:lnTo>
                <a:lnTo>
                  <a:pt x="2678545" y="553532"/>
                </a:lnTo>
                <a:lnTo>
                  <a:pt x="2678697" y="561096"/>
                </a:lnTo>
                <a:lnTo>
                  <a:pt x="2679755" y="566088"/>
                </a:lnTo>
                <a:lnTo>
                  <a:pt x="2677487" y="571383"/>
                </a:lnTo>
                <a:lnTo>
                  <a:pt x="2677184" y="576829"/>
                </a:lnTo>
                <a:lnTo>
                  <a:pt x="2677789" y="584847"/>
                </a:lnTo>
                <a:lnTo>
                  <a:pt x="2685199" y="588175"/>
                </a:lnTo>
                <a:lnTo>
                  <a:pt x="2692912" y="594982"/>
                </a:lnTo>
                <a:lnTo>
                  <a:pt x="2692609" y="601639"/>
                </a:lnTo>
                <a:lnTo>
                  <a:pt x="2688375" y="606177"/>
                </a:lnTo>
                <a:lnTo>
                  <a:pt x="2678697" y="613287"/>
                </a:lnTo>
                <a:lnTo>
                  <a:pt x="2660852" y="627659"/>
                </a:lnTo>
                <a:lnTo>
                  <a:pt x="2640738" y="640064"/>
                </a:lnTo>
                <a:lnTo>
                  <a:pt x="2633177" y="642938"/>
                </a:lnTo>
                <a:lnTo>
                  <a:pt x="2630455" y="648535"/>
                </a:lnTo>
                <a:lnTo>
                  <a:pt x="2629094" y="656251"/>
                </a:lnTo>
                <a:lnTo>
                  <a:pt x="2633479" y="672891"/>
                </a:lnTo>
                <a:lnTo>
                  <a:pt x="2637714" y="677884"/>
                </a:lnTo>
                <a:lnTo>
                  <a:pt x="2639982" y="683783"/>
                </a:lnTo>
                <a:lnTo>
                  <a:pt x="2637260" y="690742"/>
                </a:lnTo>
                <a:lnTo>
                  <a:pt x="2635294" y="696794"/>
                </a:lnTo>
                <a:lnTo>
                  <a:pt x="2627884" y="700576"/>
                </a:lnTo>
                <a:lnTo>
                  <a:pt x="2620776" y="703299"/>
                </a:lnTo>
                <a:lnTo>
                  <a:pt x="2618054" y="708139"/>
                </a:lnTo>
                <a:lnTo>
                  <a:pt x="2614274" y="728260"/>
                </a:lnTo>
                <a:lnTo>
                  <a:pt x="2609888" y="738698"/>
                </a:lnTo>
                <a:lnTo>
                  <a:pt x="2600058" y="754280"/>
                </a:lnTo>
                <a:lnTo>
                  <a:pt x="2596882" y="761390"/>
                </a:lnTo>
                <a:lnTo>
                  <a:pt x="2591892" y="763659"/>
                </a:lnTo>
                <a:lnTo>
                  <a:pt x="2572837" y="756398"/>
                </a:lnTo>
                <a:lnTo>
                  <a:pt x="2555900" y="760785"/>
                </a:lnTo>
                <a:lnTo>
                  <a:pt x="2533367" y="763659"/>
                </a:lnTo>
                <a:lnTo>
                  <a:pt x="2514312" y="763205"/>
                </a:lnTo>
                <a:lnTo>
                  <a:pt x="2499492" y="766382"/>
                </a:lnTo>
                <a:lnTo>
                  <a:pt x="2489359" y="774551"/>
                </a:lnTo>
                <a:lnTo>
                  <a:pt x="2478017" y="784989"/>
                </a:lnTo>
                <a:lnTo>
                  <a:pt x="2466222" y="792553"/>
                </a:lnTo>
                <a:lnTo>
                  <a:pt x="2457148" y="796335"/>
                </a:lnTo>
                <a:lnTo>
                  <a:pt x="2440664" y="785443"/>
                </a:lnTo>
                <a:lnTo>
                  <a:pt x="2432347" y="786351"/>
                </a:lnTo>
                <a:lnTo>
                  <a:pt x="2417375" y="782569"/>
                </a:lnTo>
                <a:lnTo>
                  <a:pt x="2382139" y="770315"/>
                </a:lnTo>
                <a:lnTo>
                  <a:pt x="2373519" y="766685"/>
                </a:lnTo>
                <a:lnTo>
                  <a:pt x="2364143" y="766382"/>
                </a:lnTo>
                <a:lnTo>
                  <a:pt x="2361270" y="762903"/>
                </a:lnTo>
                <a:lnTo>
                  <a:pt x="2362782" y="757003"/>
                </a:lnTo>
                <a:lnTo>
                  <a:pt x="2361270" y="749136"/>
                </a:lnTo>
                <a:lnTo>
                  <a:pt x="2354464" y="746262"/>
                </a:lnTo>
                <a:lnTo>
                  <a:pt x="2283841" y="747472"/>
                </a:lnTo>
                <a:lnTo>
                  <a:pt x="2263576" y="754128"/>
                </a:lnTo>
                <a:lnTo>
                  <a:pt x="2249815" y="759423"/>
                </a:lnTo>
                <a:lnTo>
                  <a:pt x="2239985" y="765626"/>
                </a:lnTo>
                <a:lnTo>
                  <a:pt x="2237112" y="780905"/>
                </a:lnTo>
                <a:lnTo>
                  <a:pt x="2231365" y="795125"/>
                </a:lnTo>
                <a:lnTo>
                  <a:pt x="2223804" y="810404"/>
                </a:lnTo>
                <a:lnTo>
                  <a:pt x="2200212" y="814943"/>
                </a:lnTo>
                <a:lnTo>
                  <a:pt x="2182972" y="830222"/>
                </a:lnTo>
                <a:lnTo>
                  <a:pt x="2177074" y="832189"/>
                </a:lnTo>
                <a:lnTo>
                  <a:pt x="2165127" y="829920"/>
                </a:lnTo>
                <a:lnTo>
                  <a:pt x="2152424" y="828558"/>
                </a:lnTo>
                <a:lnTo>
                  <a:pt x="2143350" y="832945"/>
                </a:lnTo>
                <a:lnTo>
                  <a:pt x="2133672" y="832643"/>
                </a:lnTo>
                <a:lnTo>
                  <a:pt x="2104031" y="825532"/>
                </a:lnTo>
                <a:lnTo>
                  <a:pt x="2075903" y="824322"/>
                </a:lnTo>
                <a:lnTo>
                  <a:pt x="2060024" y="828104"/>
                </a:lnTo>
                <a:lnTo>
                  <a:pt x="2051253" y="829466"/>
                </a:lnTo>
                <a:lnTo>
                  <a:pt x="2002406" y="850494"/>
                </a:lnTo>
                <a:lnTo>
                  <a:pt x="1985922" y="852914"/>
                </a:lnTo>
                <a:lnTo>
                  <a:pt x="1979117" y="849888"/>
                </a:lnTo>
                <a:lnTo>
                  <a:pt x="1969741" y="841265"/>
                </a:lnTo>
                <a:lnTo>
                  <a:pt x="1957038" y="832643"/>
                </a:lnTo>
                <a:lnTo>
                  <a:pt x="1926792" y="803294"/>
                </a:lnTo>
                <a:lnTo>
                  <a:pt x="1915602" y="796335"/>
                </a:lnTo>
                <a:lnTo>
                  <a:pt x="1908191" y="789225"/>
                </a:lnTo>
                <a:lnTo>
                  <a:pt x="1901084" y="780905"/>
                </a:lnTo>
                <a:lnTo>
                  <a:pt x="1891103" y="771828"/>
                </a:lnTo>
                <a:lnTo>
                  <a:pt x="1881878" y="765626"/>
                </a:lnTo>
                <a:lnTo>
                  <a:pt x="1869477" y="752918"/>
                </a:lnTo>
                <a:lnTo>
                  <a:pt x="1857076" y="739001"/>
                </a:lnTo>
                <a:lnTo>
                  <a:pt x="1854354" y="714493"/>
                </a:lnTo>
                <a:lnTo>
                  <a:pt x="1844525" y="710106"/>
                </a:lnTo>
                <a:lnTo>
                  <a:pt x="1841198" y="703752"/>
                </a:lnTo>
                <a:lnTo>
                  <a:pt x="1839685" y="696491"/>
                </a:lnTo>
                <a:lnTo>
                  <a:pt x="1853296" y="676522"/>
                </a:lnTo>
                <a:lnTo>
                  <a:pt x="1863126" y="697550"/>
                </a:lnTo>
                <a:lnTo>
                  <a:pt x="1867057" y="702240"/>
                </a:lnTo>
                <a:lnTo>
                  <a:pt x="1888985" y="716460"/>
                </a:lnTo>
                <a:lnTo>
                  <a:pt x="1907133" y="723419"/>
                </a:lnTo>
                <a:lnTo>
                  <a:pt x="1926641" y="726293"/>
                </a:lnTo>
                <a:lnTo>
                  <a:pt x="1946603" y="726898"/>
                </a:lnTo>
                <a:lnTo>
                  <a:pt x="1954467" y="725990"/>
                </a:lnTo>
                <a:lnTo>
                  <a:pt x="1962180" y="723116"/>
                </a:lnTo>
                <a:lnTo>
                  <a:pt x="1969892" y="726142"/>
                </a:lnTo>
                <a:lnTo>
                  <a:pt x="2011480" y="749136"/>
                </a:lnTo>
                <a:lnTo>
                  <a:pt x="2027661" y="753221"/>
                </a:lnTo>
                <a:lnTo>
                  <a:pt x="2044750" y="751557"/>
                </a:lnTo>
                <a:lnTo>
                  <a:pt x="2051555" y="753826"/>
                </a:lnTo>
                <a:lnTo>
                  <a:pt x="2075449" y="771374"/>
                </a:lnTo>
                <a:lnTo>
                  <a:pt x="2082557" y="773492"/>
                </a:lnTo>
                <a:lnTo>
                  <a:pt x="2094353" y="772131"/>
                </a:lnTo>
                <a:lnTo>
                  <a:pt x="2079230" y="764113"/>
                </a:lnTo>
                <a:lnTo>
                  <a:pt x="2069400" y="758364"/>
                </a:lnTo>
                <a:lnTo>
                  <a:pt x="2065015" y="747623"/>
                </a:lnTo>
                <a:lnTo>
                  <a:pt x="2067737" y="736126"/>
                </a:lnTo>
                <a:lnTo>
                  <a:pt x="2077264" y="728562"/>
                </a:lnTo>
                <a:lnTo>
                  <a:pt x="2083918" y="720242"/>
                </a:lnTo>
                <a:lnTo>
                  <a:pt x="2086338" y="695583"/>
                </a:lnTo>
                <a:lnTo>
                  <a:pt x="2090572" y="683027"/>
                </a:lnTo>
                <a:lnTo>
                  <a:pt x="2098587" y="671076"/>
                </a:lnTo>
                <a:lnTo>
                  <a:pt x="2101158" y="659579"/>
                </a:lnTo>
                <a:lnTo>
                  <a:pt x="2092236" y="650805"/>
                </a:lnTo>
                <a:lnTo>
                  <a:pt x="2090270" y="635828"/>
                </a:lnTo>
                <a:lnTo>
                  <a:pt x="2092236" y="623272"/>
                </a:lnTo>
                <a:lnTo>
                  <a:pt x="2097226" y="614800"/>
                </a:lnTo>
                <a:lnTo>
                  <a:pt x="2105392" y="620397"/>
                </a:lnTo>
                <a:lnTo>
                  <a:pt x="2113710" y="625692"/>
                </a:lnTo>
                <a:lnTo>
                  <a:pt x="2122027" y="625087"/>
                </a:lnTo>
                <a:lnTo>
                  <a:pt x="2127774" y="622969"/>
                </a:lnTo>
                <a:lnTo>
                  <a:pt x="2128833" y="616615"/>
                </a:lnTo>
                <a:lnTo>
                  <a:pt x="2127169" y="605421"/>
                </a:lnTo>
                <a:lnTo>
                  <a:pt x="2127623" y="584847"/>
                </a:lnTo>
                <a:lnTo>
                  <a:pt x="2138209" y="568357"/>
                </a:lnTo>
                <a:lnTo>
                  <a:pt x="2154844" y="557011"/>
                </a:lnTo>
                <a:lnTo>
                  <a:pt x="2170723" y="551565"/>
                </a:lnTo>
                <a:lnTo>
                  <a:pt x="2229853" y="542337"/>
                </a:lnTo>
                <a:lnTo>
                  <a:pt x="2323311" y="518889"/>
                </a:lnTo>
                <a:lnTo>
                  <a:pt x="2351137" y="509661"/>
                </a:lnTo>
                <a:lnTo>
                  <a:pt x="2361270" y="504971"/>
                </a:lnTo>
                <a:lnTo>
                  <a:pt x="2369890" y="498466"/>
                </a:lnTo>
                <a:lnTo>
                  <a:pt x="2384256" y="477438"/>
                </a:lnTo>
                <a:lnTo>
                  <a:pt x="2411477" y="444611"/>
                </a:lnTo>
                <a:lnTo>
                  <a:pt x="2430532" y="417380"/>
                </a:lnTo>
                <a:lnTo>
                  <a:pt x="2470758" y="378048"/>
                </a:lnTo>
                <a:lnTo>
                  <a:pt x="2502819" y="341438"/>
                </a:lnTo>
                <a:lnTo>
                  <a:pt x="2507204" y="334479"/>
                </a:lnTo>
                <a:lnTo>
                  <a:pt x="2512497" y="314510"/>
                </a:lnTo>
                <a:lnTo>
                  <a:pt x="2512800" y="305131"/>
                </a:lnTo>
                <a:lnTo>
                  <a:pt x="2511892" y="295600"/>
                </a:lnTo>
                <a:lnTo>
                  <a:pt x="2516278" y="291213"/>
                </a:lnTo>
                <a:lnTo>
                  <a:pt x="2522478" y="288490"/>
                </a:lnTo>
                <a:lnTo>
                  <a:pt x="2523991" y="288490"/>
                </a:lnTo>
                <a:lnTo>
                  <a:pt x="2528679" y="292726"/>
                </a:lnTo>
                <a:lnTo>
                  <a:pt x="2539869" y="298475"/>
                </a:lnTo>
                <a:lnTo>
                  <a:pt x="2548187" y="305887"/>
                </a:lnTo>
                <a:lnTo>
                  <a:pt x="2553782" y="315569"/>
                </a:lnTo>
                <a:lnTo>
                  <a:pt x="2557866" y="324495"/>
                </a:lnTo>
                <a:lnTo>
                  <a:pt x="2558168" y="332210"/>
                </a:lnTo>
                <a:lnTo>
                  <a:pt x="2563159" y="338412"/>
                </a:lnTo>
                <a:lnTo>
                  <a:pt x="2577374" y="339471"/>
                </a:lnTo>
                <a:lnTo>
                  <a:pt x="2581911" y="347338"/>
                </a:lnTo>
                <a:lnTo>
                  <a:pt x="2591741" y="360953"/>
                </a:lnTo>
                <a:lnTo>
                  <a:pt x="2600814" y="370786"/>
                </a:lnTo>
                <a:lnTo>
                  <a:pt x="2606258" y="374568"/>
                </a:lnTo>
                <a:lnTo>
                  <a:pt x="2613215" y="372450"/>
                </a:lnTo>
                <a:lnTo>
                  <a:pt x="2623952" y="363525"/>
                </a:lnTo>
                <a:lnTo>
                  <a:pt x="2631665" y="352633"/>
                </a:lnTo>
                <a:lnTo>
                  <a:pt x="2636806" y="337807"/>
                </a:lnTo>
                <a:lnTo>
                  <a:pt x="2632723" y="335689"/>
                </a:lnTo>
                <a:lnTo>
                  <a:pt x="2639982" y="324646"/>
                </a:lnTo>
                <a:lnTo>
                  <a:pt x="2641343" y="318746"/>
                </a:lnTo>
                <a:lnTo>
                  <a:pt x="2638016" y="313300"/>
                </a:lnTo>
                <a:lnTo>
                  <a:pt x="2633782" y="308005"/>
                </a:lnTo>
                <a:lnTo>
                  <a:pt x="2632118" y="294541"/>
                </a:lnTo>
                <a:lnTo>
                  <a:pt x="2629245" y="277295"/>
                </a:lnTo>
                <a:lnTo>
                  <a:pt x="2627279" y="269580"/>
                </a:lnTo>
                <a:lnTo>
                  <a:pt x="2632875" y="263983"/>
                </a:lnTo>
                <a:lnTo>
                  <a:pt x="2645124" y="256873"/>
                </a:lnTo>
                <a:lnTo>
                  <a:pt x="2657222" y="248704"/>
                </a:lnTo>
                <a:lnTo>
                  <a:pt x="2669623" y="242047"/>
                </a:lnTo>
                <a:lnTo>
                  <a:pt x="2669925" y="253998"/>
                </a:lnTo>
                <a:lnTo>
                  <a:pt x="2669623" y="273665"/>
                </a:lnTo>
                <a:lnTo>
                  <a:pt x="2673404" y="290003"/>
                </a:lnTo>
                <a:lnTo>
                  <a:pt x="2681721" y="319200"/>
                </a:lnTo>
                <a:lnTo>
                  <a:pt x="2691400" y="323133"/>
                </a:lnTo>
                <a:lnTo>
                  <a:pt x="2702893" y="325705"/>
                </a:lnTo>
                <a:lnTo>
                  <a:pt x="2709547" y="324797"/>
                </a:lnTo>
                <a:lnTo>
                  <a:pt x="2713781" y="322982"/>
                </a:lnTo>
                <a:lnTo>
                  <a:pt x="2714991" y="320561"/>
                </a:lnTo>
                <a:lnTo>
                  <a:pt x="2707732" y="309215"/>
                </a:lnTo>
                <a:lnTo>
                  <a:pt x="2705917" y="282288"/>
                </a:lnTo>
                <a:lnTo>
                  <a:pt x="2700020" y="264588"/>
                </a:lnTo>
                <a:lnTo>
                  <a:pt x="2690946" y="247039"/>
                </a:lnTo>
                <a:lnTo>
                  <a:pt x="2686712" y="242047"/>
                </a:lnTo>
                <a:lnTo>
                  <a:pt x="2722250" y="237055"/>
                </a:lnTo>
                <a:lnTo>
                  <a:pt x="2730265" y="231609"/>
                </a:lnTo>
                <a:lnTo>
                  <a:pt x="2744178" y="219507"/>
                </a:lnTo>
                <a:lnTo>
                  <a:pt x="2749320" y="212699"/>
                </a:lnTo>
                <a:lnTo>
                  <a:pt x="2753554" y="197571"/>
                </a:lnTo>
                <a:lnTo>
                  <a:pt x="2736163" y="188494"/>
                </a:lnTo>
                <a:lnTo>
                  <a:pt x="2729358" y="176846"/>
                </a:lnTo>
                <a:lnTo>
                  <a:pt x="2728904" y="164441"/>
                </a:lnTo>
                <a:lnTo>
                  <a:pt x="2749622" y="141144"/>
                </a:lnTo>
                <a:lnTo>
                  <a:pt x="2756881" y="135698"/>
                </a:lnTo>
                <a:lnTo>
                  <a:pt x="2760057" y="143867"/>
                </a:lnTo>
                <a:lnTo>
                  <a:pt x="2769131" y="145985"/>
                </a:lnTo>
                <a:lnTo>
                  <a:pt x="2777599" y="146287"/>
                </a:lnTo>
                <a:lnTo>
                  <a:pt x="2786068" y="145833"/>
                </a:lnTo>
                <a:lnTo>
                  <a:pt x="2798166" y="134034"/>
                </a:lnTo>
                <a:lnTo>
                  <a:pt x="2804367" y="117242"/>
                </a:lnTo>
                <a:lnTo>
                  <a:pt x="2825841" y="93491"/>
                </a:lnTo>
                <a:lnTo>
                  <a:pt x="2833402" y="75186"/>
                </a:lnTo>
                <a:lnTo>
                  <a:pt x="2837637" y="55973"/>
                </a:lnTo>
                <a:lnTo>
                  <a:pt x="2891625" y="0"/>
                </a:lnTo>
                <a:lnTo>
                  <a:pt x="2898128" y="0"/>
                </a:lnTo>
                <a:lnTo>
                  <a:pt x="2930188" y="0"/>
                </a:lnTo>
                <a:lnTo>
                  <a:pt x="2934120" y="0"/>
                </a:lnTo>
                <a:lnTo>
                  <a:pt x="2942740" y="0"/>
                </a:lnTo>
                <a:lnTo>
                  <a:pt x="2945311" y="0"/>
                </a:lnTo>
                <a:lnTo>
                  <a:pt x="2944101" y="0"/>
                </a:lnTo>
                <a:lnTo>
                  <a:pt x="2938959" y="0"/>
                </a:lnTo>
                <a:lnTo>
                  <a:pt x="2935935" y="0"/>
                </a:lnTo>
                <a:lnTo>
                  <a:pt x="2939564" y="0"/>
                </a:lnTo>
                <a:lnTo>
                  <a:pt x="2954838" y="0"/>
                </a:lnTo>
                <a:lnTo>
                  <a:pt x="2970868" y="0"/>
                </a:lnTo>
                <a:lnTo>
                  <a:pt x="2979791" y="0"/>
                </a:lnTo>
                <a:lnTo>
                  <a:pt x="2987503" y="0"/>
                </a:lnTo>
                <a:lnTo>
                  <a:pt x="3002777" y="0"/>
                </a:lnTo>
                <a:lnTo>
                  <a:pt x="3006104" y="0"/>
                </a:lnTo>
                <a:lnTo>
                  <a:pt x="3005046" y="0"/>
                </a:lnTo>
                <a:lnTo>
                  <a:pt x="3006558" y="0"/>
                </a:lnTo>
                <a:lnTo>
                  <a:pt x="3012456" y="0"/>
                </a:lnTo>
                <a:lnTo>
                  <a:pt x="3025462" y="0"/>
                </a:lnTo>
                <a:lnTo>
                  <a:pt x="3043458" y="0"/>
                </a:lnTo>
                <a:lnTo>
                  <a:pt x="3060244" y="0"/>
                </a:lnTo>
                <a:lnTo>
                  <a:pt x="3065688" y="3933"/>
                </a:lnTo>
                <a:lnTo>
                  <a:pt x="3069318" y="11043"/>
                </a:lnTo>
                <a:lnTo>
                  <a:pt x="3072947" y="22692"/>
                </a:lnTo>
                <a:lnTo>
                  <a:pt x="3073250" y="34492"/>
                </a:lnTo>
                <a:lnTo>
                  <a:pt x="3061151" y="45838"/>
                </a:lnTo>
                <a:lnTo>
                  <a:pt x="3066293" y="64445"/>
                </a:lnTo>
                <a:lnTo>
                  <a:pt x="3065537" y="75337"/>
                </a:lnTo>
                <a:lnTo>
                  <a:pt x="3061303" y="84565"/>
                </a:lnTo>
                <a:lnTo>
                  <a:pt x="3043760" y="93037"/>
                </a:lnTo>
                <a:lnTo>
                  <a:pt x="3091699" y="84717"/>
                </a:lnTo>
                <a:lnTo>
                  <a:pt x="3103495" y="79876"/>
                </a:lnTo>
                <a:lnTo>
                  <a:pt x="3119828" y="67622"/>
                </a:lnTo>
                <a:lnTo>
                  <a:pt x="3128599" y="78212"/>
                </a:lnTo>
                <a:lnTo>
                  <a:pt x="3136765" y="96516"/>
                </a:lnTo>
                <a:lnTo>
                  <a:pt x="3130111" y="101055"/>
                </a:lnTo>
                <a:lnTo>
                  <a:pt x="3109393" y="107862"/>
                </a:lnTo>
                <a:lnTo>
                  <a:pt x="3108334" y="110585"/>
                </a:lnTo>
                <a:lnTo>
                  <a:pt x="3115291" y="120116"/>
                </a:lnTo>
                <a:lnTo>
                  <a:pt x="3123911" y="119208"/>
                </a:lnTo>
                <a:lnTo>
                  <a:pt x="3141151" y="112855"/>
                </a:lnTo>
                <a:lnTo>
                  <a:pt x="3156878" y="102719"/>
                </a:lnTo>
                <a:lnTo>
                  <a:pt x="3164591" y="102870"/>
                </a:lnTo>
                <a:lnTo>
                  <a:pt x="3172606" y="104988"/>
                </a:lnTo>
                <a:lnTo>
                  <a:pt x="3188183" y="111493"/>
                </a:lnTo>
                <a:lnTo>
                  <a:pt x="3196954" y="116637"/>
                </a:lnTo>
                <a:lnTo>
                  <a:pt x="3204364" y="123293"/>
                </a:lnTo>
                <a:lnTo>
                  <a:pt x="3209203" y="137362"/>
                </a:lnTo>
                <a:lnTo>
                  <a:pt x="3227199" y="142354"/>
                </a:lnTo>
                <a:lnTo>
                  <a:pt x="3263948" y="162020"/>
                </a:lnTo>
                <a:lnTo>
                  <a:pt x="3270904" y="163684"/>
                </a:lnTo>
                <a:lnTo>
                  <a:pt x="3278012" y="164138"/>
                </a:lnTo>
                <a:lnTo>
                  <a:pt x="3297369" y="161718"/>
                </a:lnTo>
                <a:lnTo>
                  <a:pt x="3304174" y="164441"/>
                </a:lnTo>
                <a:lnTo>
                  <a:pt x="3309165" y="171551"/>
                </a:lnTo>
                <a:lnTo>
                  <a:pt x="3310677" y="180325"/>
                </a:lnTo>
                <a:lnTo>
                  <a:pt x="3310223" y="189705"/>
                </a:lnTo>
                <a:lnTo>
                  <a:pt x="3308257" y="196815"/>
                </a:lnTo>
                <a:lnTo>
                  <a:pt x="3303721" y="202715"/>
                </a:lnTo>
                <a:lnTo>
                  <a:pt x="3290413" y="211791"/>
                </a:lnTo>
                <a:lnTo>
                  <a:pt x="3257142" y="223440"/>
                </a:lnTo>
                <a:lnTo>
                  <a:pt x="3220848" y="232365"/>
                </a:lnTo>
                <a:lnTo>
                  <a:pt x="3202549" y="231760"/>
                </a:lnTo>
                <a:lnTo>
                  <a:pt x="3176992" y="224045"/>
                </a:lnTo>
                <a:lnTo>
                  <a:pt x="3167616" y="225104"/>
                </a:lnTo>
                <a:lnTo>
                  <a:pt x="3158693" y="228583"/>
                </a:lnTo>
                <a:lnTo>
                  <a:pt x="3147200" y="252788"/>
                </a:lnTo>
                <a:lnTo>
                  <a:pt x="3168221" y="276993"/>
                </a:lnTo>
                <a:lnTo>
                  <a:pt x="3204213" y="302257"/>
                </a:lnTo>
                <a:lnTo>
                  <a:pt x="3209203" y="308459"/>
                </a:lnTo>
                <a:lnTo>
                  <a:pt x="3207842" y="316174"/>
                </a:lnTo>
                <a:lnTo>
                  <a:pt x="3202096" y="320864"/>
                </a:lnTo>
                <a:lnTo>
                  <a:pt x="3194534" y="323436"/>
                </a:lnTo>
                <a:lnTo>
                  <a:pt x="3174270" y="327369"/>
                </a:lnTo>
                <a:lnTo>
                  <a:pt x="3153854" y="330394"/>
                </a:lnTo>
                <a:lnTo>
                  <a:pt x="3136916" y="334630"/>
                </a:lnTo>
                <a:lnTo>
                  <a:pt x="3120433" y="340379"/>
                </a:lnTo>
                <a:lnTo>
                  <a:pt x="3103495" y="338412"/>
                </a:lnTo>
                <a:lnTo>
                  <a:pt x="3080055" y="327066"/>
                </a:lnTo>
                <a:lnTo>
                  <a:pt x="3073250" y="326310"/>
                </a:lnTo>
                <a:lnTo>
                  <a:pt x="3066293" y="332210"/>
                </a:lnTo>
                <a:lnTo>
                  <a:pt x="3059337" y="347943"/>
                </a:lnTo>
                <a:lnTo>
                  <a:pt x="3054800" y="352330"/>
                </a:lnTo>
                <a:close/>
                <a:moveTo>
                  <a:pt x="440829" y="182292"/>
                </a:moveTo>
                <a:lnTo>
                  <a:pt x="437048" y="186528"/>
                </a:lnTo>
                <a:lnTo>
                  <a:pt x="426009" y="184107"/>
                </a:lnTo>
                <a:lnTo>
                  <a:pt x="427975" y="159297"/>
                </a:lnTo>
                <a:lnTo>
                  <a:pt x="434326" y="156120"/>
                </a:lnTo>
                <a:lnTo>
                  <a:pt x="444005" y="160659"/>
                </a:lnTo>
                <a:lnTo>
                  <a:pt x="448390" y="164895"/>
                </a:lnTo>
                <a:lnTo>
                  <a:pt x="440829" y="182292"/>
                </a:lnTo>
                <a:close/>
                <a:moveTo>
                  <a:pt x="374138" y="5144"/>
                </a:moveTo>
                <a:lnTo>
                  <a:pt x="384875" y="21330"/>
                </a:lnTo>
                <a:lnTo>
                  <a:pt x="379431" y="28592"/>
                </a:lnTo>
                <a:lnTo>
                  <a:pt x="376860" y="30710"/>
                </a:lnTo>
                <a:lnTo>
                  <a:pt x="370357" y="28289"/>
                </a:lnTo>
                <a:lnTo>
                  <a:pt x="364308" y="34492"/>
                </a:lnTo>
                <a:lnTo>
                  <a:pt x="358410" y="35853"/>
                </a:lnTo>
                <a:lnTo>
                  <a:pt x="352512" y="24507"/>
                </a:lnTo>
                <a:lnTo>
                  <a:pt x="345253" y="20120"/>
                </a:lnTo>
                <a:lnTo>
                  <a:pt x="343590" y="12405"/>
                </a:lnTo>
                <a:lnTo>
                  <a:pt x="353420" y="11043"/>
                </a:lnTo>
                <a:lnTo>
                  <a:pt x="359166" y="13615"/>
                </a:lnTo>
                <a:lnTo>
                  <a:pt x="370206" y="8320"/>
                </a:lnTo>
                <a:lnTo>
                  <a:pt x="374138" y="5144"/>
                </a:lnTo>
                <a:close/>
                <a:moveTo>
                  <a:pt x="2119456" y="617977"/>
                </a:moveTo>
                <a:lnTo>
                  <a:pt x="2114920" y="619944"/>
                </a:lnTo>
                <a:lnTo>
                  <a:pt x="2107812" y="614497"/>
                </a:lnTo>
                <a:lnTo>
                  <a:pt x="2105997" y="568660"/>
                </a:lnTo>
                <a:lnTo>
                  <a:pt x="2110988" y="564575"/>
                </a:lnTo>
                <a:lnTo>
                  <a:pt x="2114315" y="565180"/>
                </a:lnTo>
                <a:lnTo>
                  <a:pt x="2117793" y="573501"/>
                </a:lnTo>
                <a:lnTo>
                  <a:pt x="2117491" y="593621"/>
                </a:lnTo>
                <a:lnTo>
                  <a:pt x="2118095" y="611321"/>
                </a:lnTo>
                <a:lnTo>
                  <a:pt x="2119456" y="617977"/>
                </a:lnTo>
                <a:close/>
                <a:moveTo>
                  <a:pt x="997498" y="781964"/>
                </a:moveTo>
                <a:lnTo>
                  <a:pt x="974814" y="791948"/>
                </a:lnTo>
                <a:lnTo>
                  <a:pt x="949105" y="782720"/>
                </a:lnTo>
                <a:lnTo>
                  <a:pt x="957423" y="768046"/>
                </a:lnTo>
                <a:lnTo>
                  <a:pt x="974512" y="764415"/>
                </a:lnTo>
                <a:lnTo>
                  <a:pt x="988273" y="769105"/>
                </a:lnTo>
                <a:lnTo>
                  <a:pt x="996137" y="772736"/>
                </a:lnTo>
                <a:lnTo>
                  <a:pt x="1001430" y="776820"/>
                </a:lnTo>
                <a:lnTo>
                  <a:pt x="997498" y="781964"/>
                </a:lnTo>
                <a:close/>
                <a:moveTo>
                  <a:pt x="2686712" y="242047"/>
                </a:moveTo>
                <a:lnTo>
                  <a:pt x="2690946" y="247039"/>
                </a:lnTo>
                <a:lnTo>
                  <a:pt x="2700020" y="264588"/>
                </a:lnTo>
                <a:lnTo>
                  <a:pt x="2705917" y="282288"/>
                </a:lnTo>
                <a:lnTo>
                  <a:pt x="2707732" y="309215"/>
                </a:lnTo>
                <a:lnTo>
                  <a:pt x="2714991" y="320561"/>
                </a:lnTo>
                <a:lnTo>
                  <a:pt x="2713781" y="322982"/>
                </a:lnTo>
                <a:lnTo>
                  <a:pt x="2709547" y="324797"/>
                </a:lnTo>
                <a:lnTo>
                  <a:pt x="2702893" y="325705"/>
                </a:lnTo>
                <a:lnTo>
                  <a:pt x="2691400" y="323133"/>
                </a:lnTo>
                <a:lnTo>
                  <a:pt x="2681721" y="319200"/>
                </a:lnTo>
                <a:lnTo>
                  <a:pt x="2673404" y="290003"/>
                </a:lnTo>
                <a:lnTo>
                  <a:pt x="2669623" y="273665"/>
                </a:lnTo>
                <a:lnTo>
                  <a:pt x="2669925" y="253998"/>
                </a:lnTo>
                <a:lnTo>
                  <a:pt x="2669623" y="242047"/>
                </a:lnTo>
                <a:lnTo>
                  <a:pt x="2686712" y="242047"/>
                </a:lnTo>
                <a:close/>
                <a:moveTo>
                  <a:pt x="2669623" y="242047"/>
                </a:moveTo>
                <a:lnTo>
                  <a:pt x="2657222" y="248704"/>
                </a:lnTo>
                <a:lnTo>
                  <a:pt x="2645124" y="256873"/>
                </a:lnTo>
                <a:lnTo>
                  <a:pt x="2632875" y="263983"/>
                </a:lnTo>
                <a:lnTo>
                  <a:pt x="2627279" y="269580"/>
                </a:lnTo>
                <a:lnTo>
                  <a:pt x="2629245" y="277295"/>
                </a:lnTo>
                <a:lnTo>
                  <a:pt x="2632118" y="294541"/>
                </a:lnTo>
                <a:lnTo>
                  <a:pt x="2633782" y="308005"/>
                </a:lnTo>
                <a:lnTo>
                  <a:pt x="2638016" y="313300"/>
                </a:lnTo>
                <a:lnTo>
                  <a:pt x="2641343" y="318746"/>
                </a:lnTo>
                <a:lnTo>
                  <a:pt x="2639982" y="324646"/>
                </a:lnTo>
                <a:lnTo>
                  <a:pt x="2632723" y="335689"/>
                </a:lnTo>
                <a:lnTo>
                  <a:pt x="2636806" y="337807"/>
                </a:lnTo>
                <a:lnTo>
                  <a:pt x="2631665" y="352633"/>
                </a:lnTo>
                <a:lnTo>
                  <a:pt x="2623952" y="363525"/>
                </a:lnTo>
                <a:lnTo>
                  <a:pt x="2613215" y="372450"/>
                </a:lnTo>
                <a:lnTo>
                  <a:pt x="2606258" y="374568"/>
                </a:lnTo>
                <a:lnTo>
                  <a:pt x="2600814" y="370786"/>
                </a:lnTo>
                <a:lnTo>
                  <a:pt x="2591741" y="360953"/>
                </a:lnTo>
                <a:lnTo>
                  <a:pt x="2581911" y="347338"/>
                </a:lnTo>
                <a:lnTo>
                  <a:pt x="2577374" y="339471"/>
                </a:lnTo>
                <a:lnTo>
                  <a:pt x="2563159" y="338412"/>
                </a:lnTo>
                <a:lnTo>
                  <a:pt x="2558168" y="332210"/>
                </a:lnTo>
                <a:lnTo>
                  <a:pt x="2557866" y="324495"/>
                </a:lnTo>
                <a:lnTo>
                  <a:pt x="2553782" y="315569"/>
                </a:lnTo>
                <a:lnTo>
                  <a:pt x="2548187" y="305887"/>
                </a:lnTo>
                <a:lnTo>
                  <a:pt x="2539869" y="298475"/>
                </a:lnTo>
                <a:lnTo>
                  <a:pt x="2528679" y="292726"/>
                </a:lnTo>
                <a:lnTo>
                  <a:pt x="2523991" y="288490"/>
                </a:lnTo>
                <a:lnTo>
                  <a:pt x="2541231" y="288793"/>
                </a:lnTo>
                <a:lnTo>
                  <a:pt x="2559529" y="286372"/>
                </a:lnTo>
                <a:lnTo>
                  <a:pt x="2578433" y="278354"/>
                </a:lnTo>
                <a:lnTo>
                  <a:pt x="2596731" y="268521"/>
                </a:lnTo>
                <a:lnTo>
                  <a:pt x="2612005" y="257478"/>
                </a:lnTo>
                <a:lnTo>
                  <a:pt x="2626372" y="244922"/>
                </a:lnTo>
                <a:lnTo>
                  <a:pt x="2641494" y="235088"/>
                </a:lnTo>
                <a:lnTo>
                  <a:pt x="2664784" y="223591"/>
                </a:lnTo>
                <a:lnTo>
                  <a:pt x="2672799" y="224499"/>
                </a:lnTo>
                <a:lnTo>
                  <a:pt x="2672647" y="232668"/>
                </a:lnTo>
                <a:lnTo>
                  <a:pt x="2669623" y="242047"/>
                </a:lnTo>
                <a:close/>
                <a:moveTo>
                  <a:pt x="3459485" y="188040"/>
                </a:moveTo>
                <a:lnTo>
                  <a:pt x="3455402" y="197269"/>
                </a:lnTo>
                <a:lnTo>
                  <a:pt x="3450714" y="201504"/>
                </a:lnTo>
                <a:lnTo>
                  <a:pt x="3444362" y="199084"/>
                </a:lnTo>
                <a:lnTo>
                  <a:pt x="3439523" y="194394"/>
                </a:lnTo>
                <a:lnTo>
                  <a:pt x="3436952" y="201353"/>
                </a:lnTo>
                <a:lnTo>
                  <a:pt x="3423644" y="204076"/>
                </a:lnTo>
                <a:lnTo>
                  <a:pt x="3415327" y="214817"/>
                </a:lnTo>
                <a:lnTo>
                  <a:pt x="3403228" y="217843"/>
                </a:lnTo>
                <a:lnTo>
                  <a:pt x="3394608" y="216330"/>
                </a:lnTo>
                <a:lnTo>
                  <a:pt x="3395516" y="206799"/>
                </a:lnTo>
                <a:lnTo>
                  <a:pt x="3419107" y="192428"/>
                </a:lnTo>
                <a:lnTo>
                  <a:pt x="3433776" y="186982"/>
                </a:lnTo>
                <a:lnTo>
                  <a:pt x="3446631" y="176694"/>
                </a:lnTo>
                <a:lnTo>
                  <a:pt x="3453134" y="175484"/>
                </a:lnTo>
                <a:lnTo>
                  <a:pt x="3456309" y="183956"/>
                </a:lnTo>
                <a:lnTo>
                  <a:pt x="3459485" y="188040"/>
                </a:lnTo>
                <a:close/>
                <a:moveTo>
                  <a:pt x="415574" y="0"/>
                </a:moveTo>
                <a:lnTo>
                  <a:pt x="414515" y="0"/>
                </a:lnTo>
                <a:lnTo>
                  <a:pt x="418296" y="0"/>
                </a:lnTo>
                <a:lnTo>
                  <a:pt x="423438" y="0"/>
                </a:lnTo>
                <a:lnTo>
                  <a:pt x="430092" y="0"/>
                </a:lnTo>
                <a:lnTo>
                  <a:pt x="437351" y="0"/>
                </a:lnTo>
                <a:lnTo>
                  <a:pt x="445215" y="0"/>
                </a:lnTo>
                <a:lnTo>
                  <a:pt x="453532" y="0"/>
                </a:lnTo>
                <a:lnTo>
                  <a:pt x="462455" y="0"/>
                </a:lnTo>
                <a:lnTo>
                  <a:pt x="471528" y="0"/>
                </a:lnTo>
                <a:lnTo>
                  <a:pt x="475763" y="0"/>
                </a:lnTo>
                <a:lnTo>
                  <a:pt x="478787" y="0"/>
                </a:lnTo>
                <a:lnTo>
                  <a:pt x="479241" y="0"/>
                </a:lnTo>
                <a:lnTo>
                  <a:pt x="475007" y="0"/>
                </a:lnTo>
                <a:lnTo>
                  <a:pt x="467596" y="0"/>
                </a:lnTo>
                <a:lnTo>
                  <a:pt x="457313" y="0"/>
                </a:lnTo>
                <a:lnTo>
                  <a:pt x="460640" y="0"/>
                </a:lnTo>
                <a:lnTo>
                  <a:pt x="474855" y="0"/>
                </a:lnTo>
                <a:lnTo>
                  <a:pt x="491642" y="0"/>
                </a:lnTo>
                <a:lnTo>
                  <a:pt x="509638" y="0"/>
                </a:lnTo>
                <a:lnTo>
                  <a:pt x="519165" y="0"/>
                </a:lnTo>
                <a:lnTo>
                  <a:pt x="526878" y="0"/>
                </a:lnTo>
                <a:lnTo>
                  <a:pt x="534137" y="0"/>
                </a:lnTo>
                <a:lnTo>
                  <a:pt x="543361" y="0"/>
                </a:lnTo>
                <a:lnTo>
                  <a:pt x="571792" y="0"/>
                </a:lnTo>
                <a:lnTo>
                  <a:pt x="580412" y="0"/>
                </a:lnTo>
                <a:lnTo>
                  <a:pt x="581773" y="0"/>
                </a:lnTo>
                <a:lnTo>
                  <a:pt x="578295" y="0"/>
                </a:lnTo>
                <a:lnTo>
                  <a:pt x="582681" y="0"/>
                </a:lnTo>
                <a:lnTo>
                  <a:pt x="590696" y="0"/>
                </a:lnTo>
                <a:lnTo>
                  <a:pt x="591603" y="0"/>
                </a:lnTo>
                <a:lnTo>
                  <a:pt x="581773" y="0"/>
                </a:lnTo>
                <a:lnTo>
                  <a:pt x="573456" y="0"/>
                </a:lnTo>
                <a:lnTo>
                  <a:pt x="564382" y="0"/>
                </a:lnTo>
                <a:lnTo>
                  <a:pt x="557426" y="0"/>
                </a:lnTo>
                <a:lnTo>
                  <a:pt x="555460" y="0"/>
                </a:lnTo>
                <a:lnTo>
                  <a:pt x="556065" y="0"/>
                </a:lnTo>
                <a:lnTo>
                  <a:pt x="562416" y="0"/>
                </a:lnTo>
                <a:lnTo>
                  <a:pt x="569221" y="0"/>
                </a:lnTo>
                <a:lnTo>
                  <a:pt x="570885" y="0"/>
                </a:lnTo>
                <a:lnTo>
                  <a:pt x="570129" y="0"/>
                </a:lnTo>
                <a:lnTo>
                  <a:pt x="565441" y="0"/>
                </a:lnTo>
                <a:lnTo>
                  <a:pt x="548201" y="0"/>
                </a:lnTo>
                <a:lnTo>
                  <a:pt x="534439" y="0"/>
                </a:lnTo>
                <a:lnTo>
                  <a:pt x="541698" y="0"/>
                </a:lnTo>
                <a:lnTo>
                  <a:pt x="555308" y="0"/>
                </a:lnTo>
                <a:lnTo>
                  <a:pt x="564231" y="0"/>
                </a:lnTo>
                <a:lnTo>
                  <a:pt x="573607" y="0"/>
                </a:lnTo>
                <a:lnTo>
                  <a:pt x="593720" y="0"/>
                </a:lnTo>
                <a:lnTo>
                  <a:pt x="610960" y="0"/>
                </a:lnTo>
                <a:lnTo>
                  <a:pt x="632283" y="0"/>
                </a:lnTo>
                <a:lnTo>
                  <a:pt x="633644" y="0"/>
                </a:lnTo>
                <a:lnTo>
                  <a:pt x="652397" y="0"/>
                </a:lnTo>
                <a:lnTo>
                  <a:pt x="660865" y="0"/>
                </a:lnTo>
                <a:lnTo>
                  <a:pt x="665553" y="0"/>
                </a:lnTo>
                <a:lnTo>
                  <a:pt x="672207" y="0"/>
                </a:lnTo>
                <a:lnTo>
                  <a:pt x="680676" y="0"/>
                </a:lnTo>
                <a:lnTo>
                  <a:pt x="691565" y="0"/>
                </a:lnTo>
                <a:lnTo>
                  <a:pt x="704873" y="0"/>
                </a:lnTo>
                <a:lnTo>
                  <a:pt x="714854" y="0"/>
                </a:lnTo>
                <a:lnTo>
                  <a:pt x="721961" y="0"/>
                </a:lnTo>
                <a:lnTo>
                  <a:pt x="734665" y="0"/>
                </a:lnTo>
                <a:lnTo>
                  <a:pt x="752812" y="0"/>
                </a:lnTo>
                <a:lnTo>
                  <a:pt x="768993" y="0"/>
                </a:lnTo>
                <a:lnTo>
                  <a:pt x="783209" y="0"/>
                </a:lnTo>
                <a:lnTo>
                  <a:pt x="790014" y="0"/>
                </a:lnTo>
                <a:lnTo>
                  <a:pt x="789711" y="0"/>
                </a:lnTo>
                <a:lnTo>
                  <a:pt x="792887" y="0"/>
                </a:lnTo>
                <a:lnTo>
                  <a:pt x="799541" y="0"/>
                </a:lnTo>
                <a:lnTo>
                  <a:pt x="802415" y="0"/>
                </a:lnTo>
                <a:lnTo>
                  <a:pt x="801658" y="0"/>
                </a:lnTo>
                <a:lnTo>
                  <a:pt x="808161" y="0"/>
                </a:lnTo>
                <a:lnTo>
                  <a:pt x="821620" y="0"/>
                </a:lnTo>
                <a:lnTo>
                  <a:pt x="835533" y="0"/>
                </a:lnTo>
                <a:lnTo>
                  <a:pt x="849446" y="0"/>
                </a:lnTo>
                <a:lnTo>
                  <a:pt x="858520" y="0"/>
                </a:lnTo>
                <a:lnTo>
                  <a:pt x="864569" y="0"/>
                </a:lnTo>
                <a:lnTo>
                  <a:pt x="873340" y="0"/>
                </a:lnTo>
                <a:lnTo>
                  <a:pt x="881053" y="0"/>
                </a:lnTo>
                <a:lnTo>
                  <a:pt x="890580" y="0"/>
                </a:lnTo>
                <a:lnTo>
                  <a:pt x="893151" y="0"/>
                </a:lnTo>
                <a:lnTo>
                  <a:pt x="888463" y="0"/>
                </a:lnTo>
                <a:lnTo>
                  <a:pt x="888917" y="0"/>
                </a:lnTo>
                <a:lnTo>
                  <a:pt x="894361" y="0"/>
                </a:lnTo>
                <a:lnTo>
                  <a:pt x="906308" y="0"/>
                </a:lnTo>
                <a:lnTo>
                  <a:pt x="924606" y="0"/>
                </a:lnTo>
                <a:lnTo>
                  <a:pt x="946081" y="0"/>
                </a:lnTo>
                <a:lnTo>
                  <a:pt x="970580" y="0"/>
                </a:lnTo>
                <a:lnTo>
                  <a:pt x="986761" y="0"/>
                </a:lnTo>
                <a:lnTo>
                  <a:pt x="994474" y="0"/>
                </a:lnTo>
                <a:lnTo>
                  <a:pt x="1009445" y="0"/>
                </a:lnTo>
                <a:lnTo>
                  <a:pt x="1031676" y="0"/>
                </a:lnTo>
                <a:lnTo>
                  <a:pt x="1050882" y="0"/>
                </a:lnTo>
                <a:lnTo>
                  <a:pt x="1066761" y="0"/>
                </a:lnTo>
                <a:lnTo>
                  <a:pt x="1083547" y="0"/>
                </a:lnTo>
                <a:lnTo>
                  <a:pt x="1101240" y="0"/>
                </a:lnTo>
                <a:lnTo>
                  <a:pt x="1113944" y="0"/>
                </a:lnTo>
                <a:lnTo>
                  <a:pt x="1125437" y="0"/>
                </a:lnTo>
                <a:lnTo>
                  <a:pt x="1116817" y="0"/>
                </a:lnTo>
                <a:lnTo>
                  <a:pt x="1114548" y="0"/>
                </a:lnTo>
                <a:lnTo>
                  <a:pt x="1115607" y="0"/>
                </a:lnTo>
                <a:lnTo>
                  <a:pt x="1125891" y="0"/>
                </a:lnTo>
                <a:lnTo>
                  <a:pt x="1145701" y="0"/>
                </a:lnTo>
                <a:lnTo>
                  <a:pt x="1157195" y="0"/>
                </a:lnTo>
                <a:lnTo>
                  <a:pt x="1160370" y="0"/>
                </a:lnTo>
                <a:lnTo>
                  <a:pt x="1175796" y="0"/>
                </a:lnTo>
                <a:lnTo>
                  <a:pt x="1203319" y="0"/>
                </a:lnTo>
                <a:lnTo>
                  <a:pt x="1214661" y="0"/>
                </a:lnTo>
                <a:lnTo>
                  <a:pt x="1210124" y="0"/>
                </a:lnTo>
                <a:lnTo>
                  <a:pt x="1209671" y="0"/>
                </a:lnTo>
                <a:lnTo>
                  <a:pt x="1213603" y="0"/>
                </a:lnTo>
                <a:lnTo>
                  <a:pt x="1223130" y="0"/>
                </a:lnTo>
                <a:lnTo>
                  <a:pt x="1238253" y="0"/>
                </a:lnTo>
                <a:lnTo>
                  <a:pt x="1247326" y="0"/>
                </a:lnTo>
                <a:lnTo>
                  <a:pt x="1250200" y="0"/>
                </a:lnTo>
                <a:lnTo>
                  <a:pt x="1249897" y="0"/>
                </a:lnTo>
                <a:lnTo>
                  <a:pt x="1246419" y="0"/>
                </a:lnTo>
                <a:lnTo>
                  <a:pt x="1240067" y="0"/>
                </a:lnTo>
                <a:lnTo>
                  <a:pt x="1230843" y="0"/>
                </a:lnTo>
                <a:lnTo>
                  <a:pt x="1229784" y="0"/>
                </a:lnTo>
                <a:lnTo>
                  <a:pt x="1227364" y="0"/>
                </a:lnTo>
                <a:lnTo>
                  <a:pt x="1233867" y="0"/>
                </a:lnTo>
                <a:lnTo>
                  <a:pt x="1235984" y="0"/>
                </a:lnTo>
                <a:lnTo>
                  <a:pt x="1232355" y="0"/>
                </a:lnTo>
                <a:lnTo>
                  <a:pt x="1228877" y="0"/>
                </a:lnTo>
                <a:lnTo>
                  <a:pt x="1228423" y="0"/>
                </a:lnTo>
                <a:lnTo>
                  <a:pt x="1225247" y="0"/>
                </a:lnTo>
                <a:lnTo>
                  <a:pt x="1217232" y="0"/>
                </a:lnTo>
                <a:lnTo>
                  <a:pt x="1204983" y="0"/>
                </a:lnTo>
                <a:lnTo>
                  <a:pt x="1190162" y="0"/>
                </a:lnTo>
                <a:lnTo>
                  <a:pt x="1180937" y="0"/>
                </a:lnTo>
                <a:lnTo>
                  <a:pt x="1178820" y="0"/>
                </a:lnTo>
                <a:lnTo>
                  <a:pt x="1172317" y="0"/>
                </a:lnTo>
                <a:lnTo>
                  <a:pt x="1164454" y="0"/>
                </a:lnTo>
                <a:lnTo>
                  <a:pt x="1158405" y="0"/>
                </a:lnTo>
                <a:lnTo>
                  <a:pt x="1153716" y="0"/>
                </a:lnTo>
                <a:lnTo>
                  <a:pt x="1150541" y="0"/>
                </a:lnTo>
                <a:lnTo>
                  <a:pt x="1148726" y="0"/>
                </a:lnTo>
                <a:lnTo>
                  <a:pt x="1134964" y="0"/>
                </a:lnTo>
                <a:lnTo>
                  <a:pt x="1119841" y="0"/>
                </a:lnTo>
                <a:lnTo>
                  <a:pt x="1089142" y="0"/>
                </a:lnTo>
                <a:lnTo>
                  <a:pt x="1064341" y="0"/>
                </a:lnTo>
                <a:lnTo>
                  <a:pt x="1036515" y="0"/>
                </a:lnTo>
                <a:lnTo>
                  <a:pt x="1010201" y="0"/>
                </a:lnTo>
                <a:lnTo>
                  <a:pt x="999313" y="0"/>
                </a:lnTo>
                <a:lnTo>
                  <a:pt x="986761" y="0"/>
                </a:lnTo>
                <a:lnTo>
                  <a:pt x="974512" y="0"/>
                </a:lnTo>
                <a:lnTo>
                  <a:pt x="963018" y="0"/>
                </a:lnTo>
                <a:lnTo>
                  <a:pt x="941544" y="0"/>
                </a:lnTo>
                <a:lnTo>
                  <a:pt x="933378" y="0"/>
                </a:lnTo>
                <a:lnTo>
                  <a:pt x="916138" y="0"/>
                </a:lnTo>
                <a:lnTo>
                  <a:pt x="898142" y="0"/>
                </a:lnTo>
                <a:lnTo>
                  <a:pt x="880902" y="0"/>
                </a:lnTo>
                <a:lnTo>
                  <a:pt x="855495" y="0"/>
                </a:lnTo>
                <a:lnTo>
                  <a:pt x="837046" y="0"/>
                </a:lnTo>
                <a:lnTo>
                  <a:pt x="831601" y="0"/>
                </a:lnTo>
                <a:lnTo>
                  <a:pt x="822528" y="0"/>
                </a:lnTo>
                <a:lnTo>
                  <a:pt x="809825" y="0"/>
                </a:lnTo>
                <a:lnTo>
                  <a:pt x="793341" y="0"/>
                </a:lnTo>
                <a:lnTo>
                  <a:pt x="781999" y="0"/>
                </a:lnTo>
                <a:lnTo>
                  <a:pt x="785175" y="0"/>
                </a:lnTo>
                <a:lnTo>
                  <a:pt x="782301" y="0"/>
                </a:lnTo>
                <a:lnTo>
                  <a:pt x="764456" y="0"/>
                </a:lnTo>
                <a:lnTo>
                  <a:pt x="750392" y="0"/>
                </a:lnTo>
                <a:lnTo>
                  <a:pt x="747973" y="0"/>
                </a:lnTo>
                <a:lnTo>
                  <a:pt x="749636" y="0"/>
                </a:lnTo>
                <a:lnTo>
                  <a:pt x="754475" y="0"/>
                </a:lnTo>
                <a:lnTo>
                  <a:pt x="763549" y="0"/>
                </a:lnTo>
                <a:lnTo>
                  <a:pt x="769447" y="0"/>
                </a:lnTo>
                <a:lnTo>
                  <a:pt x="773832" y="0"/>
                </a:lnTo>
                <a:lnTo>
                  <a:pt x="775194" y="0"/>
                </a:lnTo>
                <a:lnTo>
                  <a:pt x="794853" y="0"/>
                </a:lnTo>
                <a:lnTo>
                  <a:pt x="805893" y="0"/>
                </a:lnTo>
                <a:lnTo>
                  <a:pt x="813908" y="0"/>
                </a:lnTo>
                <a:lnTo>
                  <a:pt x="811035" y="0"/>
                </a:lnTo>
                <a:lnTo>
                  <a:pt x="806346" y="0"/>
                </a:lnTo>
                <a:lnTo>
                  <a:pt x="811035" y="0"/>
                </a:lnTo>
                <a:lnTo>
                  <a:pt x="838407" y="0"/>
                </a:lnTo>
                <a:lnTo>
                  <a:pt x="840826" y="0"/>
                </a:lnTo>
                <a:lnTo>
                  <a:pt x="837499" y="0"/>
                </a:lnTo>
                <a:lnTo>
                  <a:pt x="833265" y="0"/>
                </a:lnTo>
                <a:lnTo>
                  <a:pt x="819352" y="0"/>
                </a:lnTo>
                <a:lnTo>
                  <a:pt x="814966" y="0"/>
                </a:lnTo>
                <a:lnTo>
                  <a:pt x="798634" y="0"/>
                </a:lnTo>
                <a:lnTo>
                  <a:pt x="789409" y="0"/>
                </a:lnTo>
                <a:lnTo>
                  <a:pt x="786536" y="0"/>
                </a:lnTo>
                <a:lnTo>
                  <a:pt x="781243" y="0"/>
                </a:lnTo>
                <a:lnTo>
                  <a:pt x="765213" y="0"/>
                </a:lnTo>
                <a:lnTo>
                  <a:pt x="751451" y="0"/>
                </a:lnTo>
                <a:lnTo>
                  <a:pt x="738748" y="0"/>
                </a:lnTo>
                <a:lnTo>
                  <a:pt x="737084" y="0"/>
                </a:lnTo>
                <a:lnTo>
                  <a:pt x="734362" y="0"/>
                </a:lnTo>
                <a:lnTo>
                  <a:pt x="719844" y="0"/>
                </a:lnTo>
                <a:lnTo>
                  <a:pt x="704721" y="0"/>
                </a:lnTo>
                <a:lnTo>
                  <a:pt x="691262" y="0"/>
                </a:lnTo>
                <a:lnTo>
                  <a:pt x="682793" y="0"/>
                </a:lnTo>
                <a:lnTo>
                  <a:pt x="674778" y="0"/>
                </a:lnTo>
                <a:lnTo>
                  <a:pt x="657841" y="0"/>
                </a:lnTo>
                <a:lnTo>
                  <a:pt x="615648" y="0"/>
                </a:lnTo>
                <a:lnTo>
                  <a:pt x="561962" y="0"/>
                </a:lnTo>
                <a:lnTo>
                  <a:pt x="541396" y="0"/>
                </a:lnTo>
                <a:lnTo>
                  <a:pt x="532927" y="0"/>
                </a:lnTo>
                <a:lnTo>
                  <a:pt x="527634" y="0"/>
                </a:lnTo>
                <a:lnTo>
                  <a:pt x="532624" y="0"/>
                </a:lnTo>
                <a:lnTo>
                  <a:pt x="533834" y="0"/>
                </a:lnTo>
                <a:lnTo>
                  <a:pt x="540186" y="0"/>
                </a:lnTo>
                <a:lnTo>
                  <a:pt x="537161" y="0"/>
                </a:lnTo>
                <a:lnTo>
                  <a:pt x="540337" y="0"/>
                </a:lnTo>
                <a:lnTo>
                  <a:pt x="542757" y="0"/>
                </a:lnTo>
                <a:lnTo>
                  <a:pt x="534288" y="0"/>
                </a:lnTo>
                <a:lnTo>
                  <a:pt x="496330" y="0"/>
                </a:lnTo>
                <a:lnTo>
                  <a:pt x="488315" y="0"/>
                </a:lnTo>
                <a:lnTo>
                  <a:pt x="478182" y="0"/>
                </a:lnTo>
                <a:lnTo>
                  <a:pt x="432814" y="0"/>
                </a:lnTo>
                <a:lnTo>
                  <a:pt x="415574" y="0"/>
                </a:lnTo>
                <a:lnTo>
                  <a:pt x="399695" y="0"/>
                </a:lnTo>
                <a:lnTo>
                  <a:pt x="395763" y="0"/>
                </a:lnTo>
                <a:lnTo>
                  <a:pt x="404837" y="0"/>
                </a:lnTo>
                <a:lnTo>
                  <a:pt x="410735" y="0"/>
                </a:lnTo>
                <a:lnTo>
                  <a:pt x="394402" y="0"/>
                </a:lnTo>
                <a:lnTo>
                  <a:pt x="391680" y="0"/>
                </a:lnTo>
                <a:lnTo>
                  <a:pt x="398032" y="0"/>
                </a:lnTo>
                <a:lnTo>
                  <a:pt x="395461" y="0"/>
                </a:lnTo>
                <a:lnTo>
                  <a:pt x="386538" y="0"/>
                </a:lnTo>
                <a:lnTo>
                  <a:pt x="372474" y="0"/>
                </a:lnTo>
                <a:lnTo>
                  <a:pt x="366728" y="0"/>
                </a:lnTo>
                <a:lnTo>
                  <a:pt x="355537" y="0"/>
                </a:lnTo>
                <a:lnTo>
                  <a:pt x="340716" y="0"/>
                </a:lnTo>
                <a:lnTo>
                  <a:pt x="330735" y="0"/>
                </a:lnTo>
                <a:lnTo>
                  <a:pt x="323628" y="0"/>
                </a:lnTo>
                <a:lnTo>
                  <a:pt x="319545" y="0"/>
                </a:lnTo>
                <a:lnTo>
                  <a:pt x="288997" y="0"/>
                </a:lnTo>
                <a:lnTo>
                  <a:pt x="281738" y="0"/>
                </a:lnTo>
                <a:lnTo>
                  <a:pt x="270849" y="0"/>
                </a:lnTo>
                <a:lnTo>
                  <a:pt x="274630" y="0"/>
                </a:lnTo>
                <a:lnTo>
                  <a:pt x="275386" y="0"/>
                </a:lnTo>
                <a:lnTo>
                  <a:pt x="271454" y="0"/>
                </a:lnTo>
                <a:lnTo>
                  <a:pt x="270244" y="0"/>
                </a:lnTo>
                <a:lnTo>
                  <a:pt x="274781" y="0"/>
                </a:lnTo>
                <a:lnTo>
                  <a:pt x="289450" y="0"/>
                </a:lnTo>
                <a:lnTo>
                  <a:pt x="285972" y="0"/>
                </a:lnTo>
                <a:lnTo>
                  <a:pt x="284308" y="0"/>
                </a:lnTo>
                <a:lnTo>
                  <a:pt x="296558" y="0"/>
                </a:lnTo>
                <a:lnTo>
                  <a:pt x="305480" y="0"/>
                </a:lnTo>
                <a:lnTo>
                  <a:pt x="355385" y="0"/>
                </a:lnTo>
                <a:lnTo>
                  <a:pt x="372323" y="0"/>
                </a:lnTo>
                <a:lnTo>
                  <a:pt x="378675" y="0"/>
                </a:lnTo>
                <a:lnTo>
                  <a:pt x="382758" y="0"/>
                </a:lnTo>
                <a:lnTo>
                  <a:pt x="391226" y="0"/>
                </a:lnTo>
                <a:lnTo>
                  <a:pt x="395612" y="0"/>
                </a:lnTo>
                <a:lnTo>
                  <a:pt x="405593" y="0"/>
                </a:lnTo>
                <a:lnTo>
                  <a:pt x="416633" y="0"/>
                </a:lnTo>
                <a:lnTo>
                  <a:pt x="420413" y="0"/>
                </a:lnTo>
                <a:lnTo>
                  <a:pt x="421170" y="0"/>
                </a:lnTo>
                <a:lnTo>
                  <a:pt x="421774" y="0"/>
                </a:lnTo>
                <a:lnTo>
                  <a:pt x="431755" y="0"/>
                </a:lnTo>
                <a:lnTo>
                  <a:pt x="439317" y="0"/>
                </a:lnTo>
                <a:lnTo>
                  <a:pt x="465782" y="0"/>
                </a:lnTo>
                <a:lnTo>
                  <a:pt x="473343" y="0"/>
                </a:lnTo>
                <a:lnTo>
                  <a:pt x="479543" y="0"/>
                </a:lnTo>
                <a:lnTo>
                  <a:pt x="463513" y="0"/>
                </a:lnTo>
                <a:lnTo>
                  <a:pt x="459279" y="0"/>
                </a:lnTo>
                <a:lnTo>
                  <a:pt x="454591" y="0"/>
                </a:lnTo>
                <a:lnTo>
                  <a:pt x="448995" y="0"/>
                </a:lnTo>
                <a:lnTo>
                  <a:pt x="440073" y="0"/>
                </a:lnTo>
                <a:lnTo>
                  <a:pt x="439468" y="0"/>
                </a:lnTo>
                <a:lnTo>
                  <a:pt x="446122" y="0"/>
                </a:lnTo>
                <a:lnTo>
                  <a:pt x="445063" y="0"/>
                </a:lnTo>
                <a:lnTo>
                  <a:pt x="435990" y="0"/>
                </a:lnTo>
                <a:lnTo>
                  <a:pt x="421018" y="0"/>
                </a:lnTo>
                <a:lnTo>
                  <a:pt x="421472" y="0"/>
                </a:lnTo>
                <a:lnTo>
                  <a:pt x="428126" y="0"/>
                </a:lnTo>
                <a:lnTo>
                  <a:pt x="453230" y="0"/>
                </a:lnTo>
                <a:lnTo>
                  <a:pt x="461245" y="0"/>
                </a:lnTo>
                <a:lnTo>
                  <a:pt x="471226" y="0"/>
                </a:lnTo>
                <a:lnTo>
                  <a:pt x="485744" y="0"/>
                </a:lnTo>
                <a:lnTo>
                  <a:pt x="503286" y="0"/>
                </a:lnTo>
                <a:lnTo>
                  <a:pt x="517048" y="0"/>
                </a:lnTo>
                <a:lnTo>
                  <a:pt x="551074" y="0"/>
                </a:lnTo>
                <a:lnTo>
                  <a:pt x="571641" y="0"/>
                </a:lnTo>
                <a:lnTo>
                  <a:pt x="594023" y="0"/>
                </a:lnTo>
                <a:lnTo>
                  <a:pt x="608994" y="0"/>
                </a:lnTo>
                <a:lnTo>
                  <a:pt x="623663" y="0"/>
                </a:lnTo>
                <a:lnTo>
                  <a:pt x="641206" y="0"/>
                </a:lnTo>
                <a:lnTo>
                  <a:pt x="669183" y="3782"/>
                </a:lnTo>
                <a:lnTo>
                  <a:pt x="714854" y="39030"/>
                </a:lnTo>
                <a:lnTo>
                  <a:pt x="709863" y="47653"/>
                </a:lnTo>
                <a:lnTo>
                  <a:pt x="707897" y="60966"/>
                </a:lnTo>
                <a:lnTo>
                  <a:pt x="689901" y="78817"/>
                </a:lnTo>
                <a:lnTo>
                  <a:pt x="687028" y="89104"/>
                </a:lnTo>
                <a:lnTo>
                  <a:pt x="680525" y="102114"/>
                </a:lnTo>
                <a:lnTo>
                  <a:pt x="667973" y="109073"/>
                </a:lnTo>
                <a:lnTo>
                  <a:pt x="657236" y="110283"/>
                </a:lnTo>
                <a:lnTo>
                  <a:pt x="650884" y="109073"/>
                </a:lnTo>
                <a:lnTo>
                  <a:pt x="646650" y="106501"/>
                </a:lnTo>
                <a:lnTo>
                  <a:pt x="639240" y="94247"/>
                </a:lnTo>
                <a:lnTo>
                  <a:pt x="635610" y="90465"/>
                </a:lnTo>
                <a:lnTo>
                  <a:pt x="632435" y="89557"/>
                </a:lnTo>
                <a:lnTo>
                  <a:pt x="609448" y="98029"/>
                </a:lnTo>
                <a:lnTo>
                  <a:pt x="587218" y="107560"/>
                </a:lnTo>
                <a:lnTo>
                  <a:pt x="583134" y="115880"/>
                </a:lnTo>
                <a:lnTo>
                  <a:pt x="577236" y="125713"/>
                </a:lnTo>
                <a:lnTo>
                  <a:pt x="570734" y="129647"/>
                </a:lnTo>
                <a:lnTo>
                  <a:pt x="565592" y="130554"/>
                </a:lnTo>
                <a:lnTo>
                  <a:pt x="560753" y="124806"/>
                </a:lnTo>
                <a:lnTo>
                  <a:pt x="552133" y="117242"/>
                </a:lnTo>
                <a:lnTo>
                  <a:pt x="545630" y="110283"/>
                </a:lnTo>
                <a:lnTo>
                  <a:pt x="547293" y="98937"/>
                </a:lnTo>
                <a:lnTo>
                  <a:pt x="559845" y="82296"/>
                </a:lnTo>
                <a:lnTo>
                  <a:pt x="561509" y="70496"/>
                </a:lnTo>
                <a:lnTo>
                  <a:pt x="559845" y="50527"/>
                </a:lnTo>
                <a:lnTo>
                  <a:pt x="556518" y="38879"/>
                </a:lnTo>
                <a:lnTo>
                  <a:pt x="552738" y="38576"/>
                </a:lnTo>
                <a:lnTo>
                  <a:pt x="546688" y="36610"/>
                </a:lnTo>
                <a:lnTo>
                  <a:pt x="529297" y="38576"/>
                </a:lnTo>
                <a:lnTo>
                  <a:pt x="520677" y="25415"/>
                </a:lnTo>
                <a:lnTo>
                  <a:pt x="517199" y="11195"/>
                </a:lnTo>
                <a:lnTo>
                  <a:pt x="511150" y="6051"/>
                </a:lnTo>
                <a:lnTo>
                  <a:pt x="505403" y="2874"/>
                </a:lnTo>
                <a:lnTo>
                  <a:pt x="492247" y="7867"/>
                </a:lnTo>
                <a:lnTo>
                  <a:pt x="482417" y="4841"/>
                </a:lnTo>
                <a:lnTo>
                  <a:pt x="449298" y="0"/>
                </a:lnTo>
                <a:lnTo>
                  <a:pt x="436595" y="0"/>
                </a:lnTo>
                <a:lnTo>
                  <a:pt x="429941" y="0"/>
                </a:lnTo>
                <a:lnTo>
                  <a:pt x="423892" y="0"/>
                </a:lnTo>
                <a:lnTo>
                  <a:pt x="421472" y="0"/>
                </a:lnTo>
                <a:lnTo>
                  <a:pt x="417994" y="1664"/>
                </a:lnTo>
                <a:lnTo>
                  <a:pt x="415120" y="8774"/>
                </a:lnTo>
                <a:lnTo>
                  <a:pt x="377313" y="0"/>
                </a:lnTo>
                <a:lnTo>
                  <a:pt x="351151" y="0"/>
                </a:lnTo>
                <a:lnTo>
                  <a:pt x="354781" y="0"/>
                </a:lnTo>
                <a:lnTo>
                  <a:pt x="346917" y="0"/>
                </a:lnTo>
                <a:lnTo>
                  <a:pt x="336936" y="0"/>
                </a:lnTo>
                <a:lnTo>
                  <a:pt x="329526" y="0"/>
                </a:lnTo>
                <a:lnTo>
                  <a:pt x="336180" y="0"/>
                </a:lnTo>
                <a:lnTo>
                  <a:pt x="325896" y="0"/>
                </a:lnTo>
                <a:lnTo>
                  <a:pt x="311681" y="0"/>
                </a:lnTo>
                <a:lnTo>
                  <a:pt x="300187" y="0"/>
                </a:lnTo>
                <a:lnTo>
                  <a:pt x="291265" y="0"/>
                </a:lnTo>
                <a:lnTo>
                  <a:pt x="285821" y="0"/>
                </a:lnTo>
                <a:lnTo>
                  <a:pt x="273571" y="0"/>
                </a:lnTo>
                <a:lnTo>
                  <a:pt x="257692" y="0"/>
                </a:lnTo>
                <a:lnTo>
                  <a:pt x="252399" y="0"/>
                </a:lnTo>
                <a:lnTo>
                  <a:pt x="253609" y="0"/>
                </a:lnTo>
                <a:lnTo>
                  <a:pt x="241965" y="0"/>
                </a:lnTo>
                <a:lnTo>
                  <a:pt x="226539" y="0"/>
                </a:lnTo>
                <a:lnTo>
                  <a:pt x="213988" y="0"/>
                </a:lnTo>
                <a:lnTo>
                  <a:pt x="201133" y="0"/>
                </a:lnTo>
                <a:lnTo>
                  <a:pt x="190850" y="0"/>
                </a:lnTo>
                <a:lnTo>
                  <a:pt x="182230" y="0"/>
                </a:lnTo>
                <a:lnTo>
                  <a:pt x="170283" y="0"/>
                </a:lnTo>
                <a:lnTo>
                  <a:pt x="166351" y="0"/>
                </a:lnTo>
                <a:lnTo>
                  <a:pt x="158336" y="0"/>
                </a:lnTo>
                <a:lnTo>
                  <a:pt x="149262" y="0"/>
                </a:lnTo>
                <a:lnTo>
                  <a:pt x="140793" y="0"/>
                </a:lnTo>
                <a:lnTo>
                  <a:pt x="130661" y="0"/>
                </a:lnTo>
                <a:lnTo>
                  <a:pt x="128998" y="0"/>
                </a:lnTo>
                <a:lnTo>
                  <a:pt x="131266" y="0"/>
                </a:lnTo>
                <a:lnTo>
                  <a:pt x="143969" y="0"/>
                </a:lnTo>
                <a:lnTo>
                  <a:pt x="150774" y="0"/>
                </a:lnTo>
                <a:lnTo>
                  <a:pt x="161663" y="0"/>
                </a:lnTo>
                <a:lnTo>
                  <a:pt x="169224" y="0"/>
                </a:lnTo>
                <a:lnTo>
                  <a:pt x="179659" y="0"/>
                </a:lnTo>
                <a:lnTo>
                  <a:pt x="200982" y="0"/>
                </a:lnTo>
                <a:lnTo>
                  <a:pt x="203250" y="0"/>
                </a:lnTo>
                <a:lnTo>
                  <a:pt x="207636" y="0"/>
                </a:lnTo>
                <a:lnTo>
                  <a:pt x="210812" y="0"/>
                </a:lnTo>
                <a:lnTo>
                  <a:pt x="211870" y="0"/>
                </a:lnTo>
                <a:lnTo>
                  <a:pt x="209148" y="0"/>
                </a:lnTo>
                <a:lnTo>
                  <a:pt x="213685" y="0"/>
                </a:lnTo>
                <a:lnTo>
                  <a:pt x="228808" y="0"/>
                </a:lnTo>
                <a:lnTo>
                  <a:pt x="249677" y="0"/>
                </a:lnTo>
                <a:lnTo>
                  <a:pt x="274630" y="0"/>
                </a:lnTo>
                <a:lnTo>
                  <a:pt x="300187" y="0"/>
                </a:lnTo>
                <a:lnTo>
                  <a:pt x="312890" y="0"/>
                </a:lnTo>
                <a:lnTo>
                  <a:pt x="318183" y="0"/>
                </a:lnTo>
                <a:lnTo>
                  <a:pt x="323779" y="0"/>
                </a:lnTo>
                <a:lnTo>
                  <a:pt x="332550" y="0"/>
                </a:lnTo>
                <a:lnTo>
                  <a:pt x="338448" y="0"/>
                </a:lnTo>
                <a:lnTo>
                  <a:pt x="338902" y="0"/>
                </a:lnTo>
                <a:lnTo>
                  <a:pt x="324989" y="0"/>
                </a:lnTo>
                <a:lnTo>
                  <a:pt x="315915" y="0"/>
                </a:lnTo>
                <a:lnTo>
                  <a:pt x="311227" y="0"/>
                </a:lnTo>
                <a:lnTo>
                  <a:pt x="308807" y="0"/>
                </a:lnTo>
                <a:lnTo>
                  <a:pt x="305480" y="0"/>
                </a:lnTo>
                <a:lnTo>
                  <a:pt x="307144" y="0"/>
                </a:lnTo>
                <a:lnTo>
                  <a:pt x="302153" y="0"/>
                </a:lnTo>
                <a:lnTo>
                  <a:pt x="290811" y="0"/>
                </a:lnTo>
                <a:lnTo>
                  <a:pt x="279167" y="0"/>
                </a:lnTo>
                <a:lnTo>
                  <a:pt x="272210" y="0"/>
                </a:lnTo>
                <a:lnTo>
                  <a:pt x="264649" y="0"/>
                </a:lnTo>
                <a:lnTo>
                  <a:pt x="262078" y="0"/>
                </a:lnTo>
                <a:lnTo>
                  <a:pt x="266615" y="0"/>
                </a:lnTo>
                <a:lnTo>
                  <a:pt x="272513" y="0"/>
                </a:lnTo>
                <a:lnTo>
                  <a:pt x="271908" y="0"/>
                </a:lnTo>
                <a:lnTo>
                  <a:pt x="269488" y="0"/>
                </a:lnTo>
                <a:lnTo>
                  <a:pt x="266615" y="0"/>
                </a:lnTo>
                <a:lnTo>
                  <a:pt x="258902" y="0"/>
                </a:lnTo>
                <a:lnTo>
                  <a:pt x="248165" y="0"/>
                </a:lnTo>
                <a:lnTo>
                  <a:pt x="235916" y="0"/>
                </a:lnTo>
                <a:lnTo>
                  <a:pt x="203704" y="0"/>
                </a:lnTo>
                <a:lnTo>
                  <a:pt x="180869" y="0"/>
                </a:lnTo>
                <a:lnTo>
                  <a:pt x="169527" y="0"/>
                </a:lnTo>
                <a:lnTo>
                  <a:pt x="155160" y="0"/>
                </a:lnTo>
                <a:lnTo>
                  <a:pt x="144877" y="0"/>
                </a:lnTo>
                <a:lnTo>
                  <a:pt x="131871" y="0"/>
                </a:lnTo>
                <a:lnTo>
                  <a:pt x="125217" y="0"/>
                </a:lnTo>
                <a:lnTo>
                  <a:pt x="121587" y="0"/>
                </a:lnTo>
                <a:lnTo>
                  <a:pt x="123553" y="0"/>
                </a:lnTo>
                <a:lnTo>
                  <a:pt x="129754" y="0"/>
                </a:lnTo>
                <a:lnTo>
                  <a:pt x="137920" y="0"/>
                </a:lnTo>
                <a:lnTo>
                  <a:pt x="144423" y="0"/>
                </a:lnTo>
                <a:lnTo>
                  <a:pt x="163024" y="0"/>
                </a:lnTo>
                <a:lnTo>
                  <a:pt x="175878" y="0"/>
                </a:lnTo>
                <a:lnTo>
                  <a:pt x="178903" y="0"/>
                </a:lnTo>
                <a:lnTo>
                  <a:pt x="180113" y="0"/>
                </a:lnTo>
                <a:lnTo>
                  <a:pt x="178449" y="0"/>
                </a:lnTo>
                <a:lnTo>
                  <a:pt x="179054" y="0"/>
                </a:lnTo>
                <a:lnTo>
                  <a:pt x="181474" y="0"/>
                </a:lnTo>
                <a:lnTo>
                  <a:pt x="184196" y="0"/>
                </a:lnTo>
                <a:lnTo>
                  <a:pt x="218373" y="0"/>
                </a:lnTo>
                <a:lnTo>
                  <a:pt x="225632" y="0"/>
                </a:lnTo>
                <a:lnTo>
                  <a:pt x="228959" y="0"/>
                </a:lnTo>
                <a:lnTo>
                  <a:pt x="226086" y="0"/>
                </a:lnTo>
                <a:lnTo>
                  <a:pt x="220944" y="0"/>
                </a:lnTo>
                <a:lnTo>
                  <a:pt x="198865" y="0"/>
                </a:lnTo>
                <a:lnTo>
                  <a:pt x="194630" y="0"/>
                </a:lnTo>
                <a:lnTo>
                  <a:pt x="184498" y="0"/>
                </a:lnTo>
                <a:lnTo>
                  <a:pt x="180113" y="0"/>
                </a:lnTo>
                <a:lnTo>
                  <a:pt x="173761" y="0"/>
                </a:lnTo>
                <a:lnTo>
                  <a:pt x="166956" y="0"/>
                </a:lnTo>
                <a:lnTo>
                  <a:pt x="165897" y="0"/>
                </a:lnTo>
                <a:lnTo>
                  <a:pt x="161058" y="0"/>
                </a:lnTo>
                <a:lnTo>
                  <a:pt x="133534" y="0"/>
                </a:lnTo>
                <a:lnTo>
                  <a:pt x="121134" y="0"/>
                </a:lnTo>
                <a:lnTo>
                  <a:pt x="104196" y="0"/>
                </a:lnTo>
                <a:lnTo>
                  <a:pt x="83932" y="0"/>
                </a:lnTo>
                <a:lnTo>
                  <a:pt x="63365" y="0"/>
                </a:lnTo>
                <a:lnTo>
                  <a:pt x="53686" y="0"/>
                </a:lnTo>
                <a:lnTo>
                  <a:pt x="50208" y="0"/>
                </a:lnTo>
                <a:lnTo>
                  <a:pt x="49149" y="0"/>
                </a:lnTo>
                <a:lnTo>
                  <a:pt x="55350" y="0"/>
                </a:lnTo>
                <a:lnTo>
                  <a:pt x="52325" y="0"/>
                </a:lnTo>
                <a:lnTo>
                  <a:pt x="42042" y="0"/>
                </a:lnTo>
                <a:lnTo>
                  <a:pt x="37505" y="0"/>
                </a:lnTo>
                <a:lnTo>
                  <a:pt x="39017" y="0"/>
                </a:lnTo>
                <a:lnTo>
                  <a:pt x="34027" y="0"/>
                </a:lnTo>
                <a:lnTo>
                  <a:pt x="22685" y="0"/>
                </a:lnTo>
                <a:lnTo>
                  <a:pt x="11645" y="0"/>
                </a:lnTo>
                <a:lnTo>
                  <a:pt x="1059" y="0"/>
                </a:lnTo>
                <a:lnTo>
                  <a:pt x="0" y="0"/>
                </a:lnTo>
                <a:lnTo>
                  <a:pt x="3479" y="0"/>
                </a:lnTo>
                <a:lnTo>
                  <a:pt x="16787" y="0"/>
                </a:lnTo>
                <a:lnTo>
                  <a:pt x="21323" y="0"/>
                </a:lnTo>
                <a:lnTo>
                  <a:pt x="30700" y="0"/>
                </a:lnTo>
                <a:lnTo>
                  <a:pt x="45066" y="0"/>
                </a:lnTo>
                <a:lnTo>
                  <a:pt x="53535" y="0"/>
                </a:lnTo>
                <a:lnTo>
                  <a:pt x="56257" y="0"/>
                </a:lnTo>
                <a:lnTo>
                  <a:pt x="57467" y="0"/>
                </a:lnTo>
                <a:lnTo>
                  <a:pt x="50208" y="0"/>
                </a:lnTo>
                <a:lnTo>
                  <a:pt x="51418" y="0"/>
                </a:lnTo>
                <a:lnTo>
                  <a:pt x="65028" y="0"/>
                </a:lnTo>
                <a:lnTo>
                  <a:pt x="63516" y="0"/>
                </a:lnTo>
                <a:lnTo>
                  <a:pt x="66994" y="0"/>
                </a:lnTo>
                <a:lnTo>
                  <a:pt x="81966" y="0"/>
                </a:lnTo>
                <a:lnTo>
                  <a:pt x="93308" y="0"/>
                </a:lnTo>
                <a:lnTo>
                  <a:pt x="96937" y="0"/>
                </a:lnTo>
                <a:lnTo>
                  <a:pt x="102079" y="0"/>
                </a:lnTo>
                <a:lnTo>
                  <a:pt x="111455" y="0"/>
                </a:lnTo>
                <a:lnTo>
                  <a:pt x="130812" y="0"/>
                </a:lnTo>
                <a:lnTo>
                  <a:pt x="139130" y="0"/>
                </a:lnTo>
                <a:lnTo>
                  <a:pt x="150774" y="0"/>
                </a:lnTo>
                <a:lnTo>
                  <a:pt x="163478" y="0"/>
                </a:lnTo>
                <a:lnTo>
                  <a:pt x="169375" y="0"/>
                </a:lnTo>
                <a:lnTo>
                  <a:pt x="209753" y="0"/>
                </a:lnTo>
                <a:lnTo>
                  <a:pt x="218676" y="0"/>
                </a:lnTo>
                <a:lnTo>
                  <a:pt x="227144" y="0"/>
                </a:lnTo>
                <a:lnTo>
                  <a:pt x="233345" y="0"/>
                </a:lnTo>
                <a:lnTo>
                  <a:pt x="239545" y="0"/>
                </a:lnTo>
                <a:lnTo>
                  <a:pt x="243931" y="0"/>
                </a:lnTo>
                <a:lnTo>
                  <a:pt x="249072" y="0"/>
                </a:lnTo>
                <a:lnTo>
                  <a:pt x="251946" y="0"/>
                </a:lnTo>
                <a:lnTo>
                  <a:pt x="257087" y="0"/>
                </a:lnTo>
                <a:lnTo>
                  <a:pt x="265707" y="0"/>
                </a:lnTo>
                <a:lnTo>
                  <a:pt x="275688" y="0"/>
                </a:lnTo>
                <a:lnTo>
                  <a:pt x="288845" y="0"/>
                </a:lnTo>
                <a:lnTo>
                  <a:pt x="297012" y="0"/>
                </a:lnTo>
                <a:lnTo>
                  <a:pt x="306236" y="0"/>
                </a:lnTo>
                <a:lnTo>
                  <a:pt x="314252" y="0"/>
                </a:lnTo>
                <a:lnTo>
                  <a:pt x="319393" y="0"/>
                </a:lnTo>
                <a:lnTo>
                  <a:pt x="321813" y="0"/>
                </a:lnTo>
                <a:lnTo>
                  <a:pt x="319545" y="0"/>
                </a:lnTo>
                <a:lnTo>
                  <a:pt x="313647" y="0"/>
                </a:lnTo>
                <a:lnTo>
                  <a:pt x="315310" y="0"/>
                </a:lnTo>
                <a:lnTo>
                  <a:pt x="326350" y="0"/>
                </a:lnTo>
                <a:lnTo>
                  <a:pt x="342531" y="0"/>
                </a:lnTo>
                <a:lnTo>
                  <a:pt x="354781" y="0"/>
                </a:lnTo>
                <a:lnTo>
                  <a:pt x="362796" y="0"/>
                </a:lnTo>
                <a:lnTo>
                  <a:pt x="370659" y="0"/>
                </a:lnTo>
                <a:lnTo>
                  <a:pt x="380489" y="0"/>
                </a:lnTo>
                <a:lnTo>
                  <a:pt x="390168" y="0"/>
                </a:lnTo>
                <a:lnTo>
                  <a:pt x="397729" y="0"/>
                </a:lnTo>
                <a:lnTo>
                  <a:pt x="415574" y="0"/>
                </a:lnTo>
                <a:close/>
              </a:path>
            </a:pathLst>
          </a:custGeom>
          <a:solidFill>
            <a:srgbClr val="E8E9EA"/>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ap - Indonesia"/>
          <p:cNvSpPr/>
          <p:nvPr/>
        </p:nvSpPr>
        <p:spPr>
          <a:xfrm>
            <a:off x="618982" y="1155892"/>
            <a:ext cx="3825002" cy="2288709"/>
          </a:xfrm>
          <a:custGeom>
            <a:avLst/>
            <a:gdLst/>
            <a:ahLst/>
            <a:cxnLst/>
            <a:rect l="l" t="t" r="r" b="b"/>
            <a:pathLst>
              <a:path w="3825002" h="2288709">
                <a:moveTo>
                  <a:pt x="344043" y="629928"/>
                </a:moveTo>
                <a:lnTo>
                  <a:pt x="376708" y="672438"/>
                </a:lnTo>
                <a:lnTo>
                  <a:pt x="390016" y="678187"/>
                </a:lnTo>
                <a:lnTo>
                  <a:pt x="407710" y="697550"/>
                </a:lnTo>
                <a:lnTo>
                  <a:pt x="412095" y="704207"/>
                </a:lnTo>
                <a:lnTo>
                  <a:pt x="407559" y="717822"/>
                </a:lnTo>
                <a:lnTo>
                  <a:pt x="403627" y="756549"/>
                </a:lnTo>
                <a:lnTo>
                  <a:pt x="395158" y="766231"/>
                </a:lnTo>
                <a:lnTo>
                  <a:pt x="374591" y="761390"/>
                </a:lnTo>
                <a:lnTo>
                  <a:pt x="374440" y="754583"/>
                </a:lnTo>
                <a:lnTo>
                  <a:pt x="362493" y="725386"/>
                </a:lnTo>
                <a:lnTo>
                  <a:pt x="340867" y="709199"/>
                </a:lnTo>
                <a:lnTo>
                  <a:pt x="332398" y="708291"/>
                </a:lnTo>
                <a:lnTo>
                  <a:pt x="326954" y="691650"/>
                </a:lnTo>
                <a:lnTo>
                  <a:pt x="316066" y="671984"/>
                </a:lnTo>
                <a:lnTo>
                  <a:pt x="283098" y="635980"/>
                </a:lnTo>
                <a:lnTo>
                  <a:pt x="308051" y="636131"/>
                </a:lnTo>
                <a:lnTo>
                  <a:pt x="320149" y="627357"/>
                </a:lnTo>
                <a:lnTo>
                  <a:pt x="323022" y="620398"/>
                </a:lnTo>
                <a:lnTo>
                  <a:pt x="324988" y="618582"/>
                </a:lnTo>
                <a:lnTo>
                  <a:pt x="344043" y="629928"/>
                </a:lnTo>
                <a:close/>
                <a:moveTo>
                  <a:pt x="598408" y="1120528"/>
                </a:moveTo>
                <a:lnTo>
                  <a:pt x="584495" y="1121284"/>
                </a:lnTo>
                <a:lnTo>
                  <a:pt x="554552" y="1103282"/>
                </a:lnTo>
                <a:lnTo>
                  <a:pt x="547595" y="1095113"/>
                </a:lnTo>
                <a:lnTo>
                  <a:pt x="545781" y="1084221"/>
                </a:lnTo>
                <a:lnTo>
                  <a:pt x="517199" y="1042316"/>
                </a:lnTo>
                <a:lnTo>
                  <a:pt x="513418" y="1032786"/>
                </a:lnTo>
                <a:lnTo>
                  <a:pt x="524609" y="998445"/>
                </a:lnTo>
                <a:lnTo>
                  <a:pt x="553796" y="990125"/>
                </a:lnTo>
                <a:lnTo>
                  <a:pt x="563474" y="995874"/>
                </a:lnTo>
                <a:lnTo>
                  <a:pt x="566801" y="1011304"/>
                </a:lnTo>
                <a:lnTo>
                  <a:pt x="583436" y="1039291"/>
                </a:lnTo>
                <a:lnTo>
                  <a:pt x="588881" y="1054268"/>
                </a:lnTo>
                <a:lnTo>
                  <a:pt x="593115" y="1060924"/>
                </a:lnTo>
                <a:lnTo>
                  <a:pt x="594778" y="1066067"/>
                </a:lnTo>
                <a:lnTo>
                  <a:pt x="593417" y="1069698"/>
                </a:lnTo>
                <a:lnTo>
                  <a:pt x="605364" y="1087398"/>
                </a:lnTo>
                <a:lnTo>
                  <a:pt x="613984" y="1097836"/>
                </a:lnTo>
                <a:lnTo>
                  <a:pt x="614589" y="1114477"/>
                </a:lnTo>
                <a:lnTo>
                  <a:pt x="598408" y="1120528"/>
                </a:lnTo>
                <a:close/>
                <a:moveTo>
                  <a:pt x="3241414" y="2154675"/>
                </a:moveTo>
                <a:lnTo>
                  <a:pt x="3222208" y="2185990"/>
                </a:lnTo>
                <a:lnTo>
                  <a:pt x="3229014" y="2190982"/>
                </a:lnTo>
                <a:lnTo>
                  <a:pt x="3233248" y="2195823"/>
                </a:lnTo>
                <a:lnTo>
                  <a:pt x="3201490" y="2202328"/>
                </a:lnTo>
                <a:lnTo>
                  <a:pt x="3188333" y="2198848"/>
                </a:lnTo>
                <a:lnTo>
                  <a:pt x="3180621" y="2199756"/>
                </a:lnTo>
                <a:lnTo>
                  <a:pt x="3148561" y="2193856"/>
                </a:lnTo>
                <a:lnTo>
                  <a:pt x="3125574" y="2186746"/>
                </a:lnTo>
                <a:lnTo>
                  <a:pt x="3122852" y="2180997"/>
                </a:lnTo>
                <a:lnTo>
                  <a:pt x="3124667" y="2174190"/>
                </a:lnTo>
                <a:lnTo>
                  <a:pt x="3131472" y="2176459"/>
                </a:lnTo>
                <a:lnTo>
                  <a:pt x="3149317" y="2177518"/>
                </a:lnTo>
                <a:lnTo>
                  <a:pt x="3155971" y="2174492"/>
                </a:lnTo>
                <a:lnTo>
                  <a:pt x="3156273" y="2154221"/>
                </a:lnTo>
                <a:lnTo>
                  <a:pt x="3153702" y="2127898"/>
                </a:lnTo>
                <a:lnTo>
                  <a:pt x="3177747" y="2106417"/>
                </a:lnTo>
                <a:lnTo>
                  <a:pt x="3190451" y="2097794"/>
                </a:lnTo>
                <a:lnTo>
                  <a:pt x="3205271" y="2092650"/>
                </a:lnTo>
                <a:lnTo>
                  <a:pt x="3242322" y="2104601"/>
                </a:lnTo>
                <a:lnTo>
                  <a:pt x="3248522" y="2107778"/>
                </a:lnTo>
                <a:lnTo>
                  <a:pt x="3253210" y="2112619"/>
                </a:lnTo>
                <a:lnTo>
                  <a:pt x="3255479" y="2120334"/>
                </a:lnTo>
                <a:lnTo>
                  <a:pt x="3241414" y="2154675"/>
                </a:lnTo>
                <a:close/>
                <a:moveTo>
                  <a:pt x="3061000" y="2085238"/>
                </a:moveTo>
                <a:lnTo>
                  <a:pt x="3076274" y="2093255"/>
                </a:lnTo>
                <a:lnTo>
                  <a:pt x="3097748" y="2116855"/>
                </a:lnTo>
                <a:lnTo>
                  <a:pt x="3099714" y="2123360"/>
                </a:lnTo>
                <a:lnTo>
                  <a:pt x="3093211" y="2129562"/>
                </a:lnTo>
                <a:lnTo>
                  <a:pt x="3077937" y="2139547"/>
                </a:lnTo>
                <a:lnTo>
                  <a:pt x="3043760" y="2154977"/>
                </a:lnTo>
                <a:lnTo>
                  <a:pt x="3037862" y="2162239"/>
                </a:lnTo>
                <a:lnTo>
                  <a:pt x="3030603" y="2176459"/>
                </a:lnTo>
                <a:lnTo>
                  <a:pt x="3028939" y="2182510"/>
                </a:lnTo>
                <a:lnTo>
                  <a:pt x="3026520" y="2185838"/>
                </a:lnTo>
                <a:lnTo>
                  <a:pt x="3022588" y="2188108"/>
                </a:lnTo>
                <a:lnTo>
                  <a:pt x="3015178" y="2190226"/>
                </a:lnTo>
                <a:lnTo>
                  <a:pt x="3007163" y="2187200"/>
                </a:lnTo>
                <a:lnTo>
                  <a:pt x="3014422" y="2178123"/>
                </a:lnTo>
                <a:lnTo>
                  <a:pt x="3014724" y="2167231"/>
                </a:lnTo>
                <a:lnTo>
                  <a:pt x="3009280" y="2156944"/>
                </a:lnTo>
                <a:lnTo>
                  <a:pt x="3001567" y="2148472"/>
                </a:lnTo>
                <a:lnTo>
                  <a:pt x="2985991" y="2136824"/>
                </a:lnTo>
                <a:lnTo>
                  <a:pt x="2969356" y="2126688"/>
                </a:lnTo>
                <a:lnTo>
                  <a:pt x="2952569" y="2121393"/>
                </a:lnTo>
                <a:lnTo>
                  <a:pt x="2934725" y="2118973"/>
                </a:lnTo>
                <a:lnTo>
                  <a:pt x="2928373" y="2113981"/>
                </a:lnTo>
                <a:lnTo>
                  <a:pt x="2917938" y="2101273"/>
                </a:lnTo>
                <a:lnTo>
                  <a:pt x="2914460" y="2094314"/>
                </a:lnTo>
                <a:lnTo>
                  <a:pt x="2912797" y="2086902"/>
                </a:lnTo>
                <a:lnTo>
                  <a:pt x="2913855" y="2079791"/>
                </a:lnTo>
                <a:lnTo>
                  <a:pt x="2918241" y="2079489"/>
                </a:lnTo>
                <a:lnTo>
                  <a:pt x="2935783" y="2081153"/>
                </a:lnTo>
                <a:lnTo>
                  <a:pt x="2967995" y="2089473"/>
                </a:lnTo>
                <a:lnTo>
                  <a:pt x="2983874" y="2090078"/>
                </a:lnTo>
                <a:lnTo>
                  <a:pt x="2992947" y="2088112"/>
                </a:lnTo>
                <a:lnTo>
                  <a:pt x="3016539" y="2071774"/>
                </a:lnTo>
                <a:lnTo>
                  <a:pt x="3022134" y="2071925"/>
                </a:lnTo>
                <a:lnTo>
                  <a:pt x="3044667" y="2079186"/>
                </a:lnTo>
                <a:lnTo>
                  <a:pt x="3061000" y="2085238"/>
                </a:lnTo>
                <a:close/>
                <a:moveTo>
                  <a:pt x="1639157" y="1104038"/>
                </a:moveTo>
                <a:lnTo>
                  <a:pt x="1644299" y="1114477"/>
                </a:lnTo>
                <a:lnTo>
                  <a:pt x="1651406" y="1123856"/>
                </a:lnTo>
                <a:lnTo>
                  <a:pt x="1656699" y="1133992"/>
                </a:lnTo>
                <a:lnTo>
                  <a:pt x="1663807" y="1182704"/>
                </a:lnTo>
                <a:lnTo>
                  <a:pt x="1687550" y="1224457"/>
                </a:lnTo>
                <a:lnTo>
                  <a:pt x="1755905" y="1240795"/>
                </a:lnTo>
                <a:lnTo>
                  <a:pt x="1744714" y="1247603"/>
                </a:lnTo>
                <a:lnTo>
                  <a:pt x="1739118" y="1253654"/>
                </a:lnTo>
                <a:lnTo>
                  <a:pt x="1734884" y="1260613"/>
                </a:lnTo>
                <a:lnTo>
                  <a:pt x="1724752" y="1289658"/>
                </a:lnTo>
                <a:lnTo>
                  <a:pt x="1725810" y="1295710"/>
                </a:lnTo>
                <a:lnTo>
                  <a:pt x="1731708" y="1305543"/>
                </a:lnTo>
                <a:lnTo>
                  <a:pt x="1733069" y="1316284"/>
                </a:lnTo>
                <a:lnTo>
                  <a:pt x="1724601" y="1316132"/>
                </a:lnTo>
                <a:lnTo>
                  <a:pt x="1714922" y="1313863"/>
                </a:lnTo>
                <a:lnTo>
                  <a:pt x="1707209" y="1309779"/>
                </a:lnTo>
                <a:lnTo>
                  <a:pt x="1700102" y="1304484"/>
                </a:lnTo>
                <a:lnTo>
                  <a:pt x="1692238" y="1300399"/>
                </a:lnTo>
                <a:lnTo>
                  <a:pt x="1683920" y="1297676"/>
                </a:lnTo>
                <a:lnTo>
                  <a:pt x="1670007" y="1289356"/>
                </a:lnTo>
                <a:lnTo>
                  <a:pt x="1651255" y="1283456"/>
                </a:lnTo>
                <a:lnTo>
                  <a:pt x="1632049" y="1278918"/>
                </a:lnTo>
                <a:lnTo>
                  <a:pt x="1622673" y="1266664"/>
                </a:lnTo>
                <a:lnTo>
                  <a:pt x="1618288" y="1251385"/>
                </a:lnTo>
                <a:lnTo>
                  <a:pt x="1622976" y="1228693"/>
                </a:lnTo>
                <a:lnTo>
                  <a:pt x="1618288" y="1222490"/>
                </a:lnTo>
                <a:lnTo>
                  <a:pt x="1611331" y="1216893"/>
                </a:lnTo>
                <a:lnTo>
                  <a:pt x="1603014" y="1200555"/>
                </a:lnTo>
                <a:lnTo>
                  <a:pt x="1599838" y="1181494"/>
                </a:lnTo>
                <a:lnTo>
                  <a:pt x="1587588" y="1174232"/>
                </a:lnTo>
                <a:lnTo>
                  <a:pt x="1571558" y="1169694"/>
                </a:lnTo>
                <a:lnTo>
                  <a:pt x="1564602" y="1166063"/>
                </a:lnTo>
                <a:lnTo>
                  <a:pt x="1532844" y="1173022"/>
                </a:lnTo>
                <a:lnTo>
                  <a:pt x="1525282" y="1171358"/>
                </a:lnTo>
                <a:lnTo>
                  <a:pt x="1518477" y="1166063"/>
                </a:lnTo>
                <a:lnTo>
                  <a:pt x="1501086" y="1160617"/>
                </a:lnTo>
                <a:lnTo>
                  <a:pt x="1501842" y="1150027"/>
                </a:lnTo>
                <a:lnTo>
                  <a:pt x="1509857" y="1141556"/>
                </a:lnTo>
                <a:lnTo>
                  <a:pt x="1528761" y="1133084"/>
                </a:lnTo>
                <a:lnTo>
                  <a:pt x="1537683" y="1125823"/>
                </a:lnTo>
                <a:lnTo>
                  <a:pt x="1539498" y="1116443"/>
                </a:lnTo>
                <a:lnTo>
                  <a:pt x="1536020" y="1109485"/>
                </a:lnTo>
                <a:lnTo>
                  <a:pt x="1537381" y="1102223"/>
                </a:lnTo>
                <a:lnTo>
                  <a:pt x="1543430" y="1095264"/>
                </a:lnTo>
                <a:lnTo>
                  <a:pt x="1550538" y="1089818"/>
                </a:lnTo>
                <a:lnTo>
                  <a:pt x="1569441" y="1082557"/>
                </a:lnTo>
                <a:lnTo>
                  <a:pt x="1577758" y="1095113"/>
                </a:lnTo>
                <a:lnTo>
                  <a:pt x="1581993" y="1105703"/>
                </a:lnTo>
                <a:lnTo>
                  <a:pt x="1586983" y="1113418"/>
                </a:lnTo>
                <a:lnTo>
                  <a:pt x="1594998" y="1102526"/>
                </a:lnTo>
                <a:lnTo>
                  <a:pt x="1589857" y="1083616"/>
                </a:lnTo>
                <a:lnTo>
                  <a:pt x="1604375" y="1079380"/>
                </a:lnTo>
                <a:lnTo>
                  <a:pt x="1618590" y="1079229"/>
                </a:lnTo>
                <a:lnTo>
                  <a:pt x="1629327" y="1084372"/>
                </a:lnTo>
                <a:lnTo>
                  <a:pt x="1636284" y="1092541"/>
                </a:lnTo>
                <a:lnTo>
                  <a:pt x="1639157" y="1104038"/>
                </a:lnTo>
                <a:close/>
                <a:moveTo>
                  <a:pt x="1982444" y="293331"/>
                </a:moveTo>
                <a:lnTo>
                  <a:pt x="1961877" y="298929"/>
                </a:lnTo>
                <a:lnTo>
                  <a:pt x="1949779" y="291062"/>
                </a:lnTo>
                <a:lnTo>
                  <a:pt x="1962784" y="281532"/>
                </a:lnTo>
                <a:lnTo>
                  <a:pt x="1967321" y="280927"/>
                </a:lnTo>
                <a:lnTo>
                  <a:pt x="1970346" y="278960"/>
                </a:lnTo>
                <a:lnTo>
                  <a:pt x="1971404" y="275178"/>
                </a:lnTo>
                <a:lnTo>
                  <a:pt x="1947964" y="268824"/>
                </a:lnTo>
                <a:lnTo>
                  <a:pt x="1941461" y="263227"/>
                </a:lnTo>
                <a:lnTo>
                  <a:pt x="1934958" y="249007"/>
                </a:lnTo>
                <a:lnTo>
                  <a:pt x="1935261" y="239930"/>
                </a:lnTo>
                <a:lnTo>
                  <a:pt x="1965204" y="216179"/>
                </a:lnTo>
                <a:lnTo>
                  <a:pt x="1972160" y="213607"/>
                </a:lnTo>
                <a:lnTo>
                  <a:pt x="1973370" y="223440"/>
                </a:lnTo>
                <a:lnTo>
                  <a:pt x="1994088" y="248553"/>
                </a:lnTo>
                <a:lnTo>
                  <a:pt x="1994996" y="265193"/>
                </a:lnTo>
                <a:lnTo>
                  <a:pt x="1994240" y="271245"/>
                </a:lnTo>
                <a:lnTo>
                  <a:pt x="1982444" y="293331"/>
                </a:lnTo>
                <a:close/>
                <a:moveTo>
                  <a:pt x="1965960" y="1305089"/>
                </a:moveTo>
                <a:lnTo>
                  <a:pt x="1963692" y="1320973"/>
                </a:lnTo>
                <a:lnTo>
                  <a:pt x="1959911" y="1327025"/>
                </a:lnTo>
                <a:lnTo>
                  <a:pt x="1947359" y="1334891"/>
                </a:lnTo>
                <a:lnTo>
                  <a:pt x="1942973" y="1339732"/>
                </a:lnTo>
                <a:lnTo>
                  <a:pt x="1931178" y="1338976"/>
                </a:lnTo>
                <a:lnTo>
                  <a:pt x="1929665" y="1330655"/>
                </a:lnTo>
                <a:lnTo>
                  <a:pt x="1925733" y="1324907"/>
                </a:lnTo>
                <a:lnTo>
                  <a:pt x="1913182" y="1318402"/>
                </a:lnTo>
                <a:lnTo>
                  <a:pt x="1910006" y="1320066"/>
                </a:lnTo>
                <a:lnTo>
                  <a:pt x="1907737" y="1329748"/>
                </a:lnTo>
                <a:lnTo>
                  <a:pt x="1883238" y="1336555"/>
                </a:lnTo>
                <a:lnTo>
                  <a:pt x="1876282" y="1337009"/>
                </a:lnTo>
                <a:lnTo>
                  <a:pt x="1879760" y="1324301"/>
                </a:lnTo>
                <a:lnTo>
                  <a:pt x="1873409" y="1314166"/>
                </a:lnTo>
                <a:lnTo>
                  <a:pt x="1872955" y="1301912"/>
                </a:lnTo>
                <a:lnTo>
                  <a:pt x="1871745" y="1296466"/>
                </a:lnTo>
                <a:lnTo>
                  <a:pt x="1868569" y="1293289"/>
                </a:lnTo>
                <a:lnTo>
                  <a:pt x="1874921" y="1284666"/>
                </a:lnTo>
                <a:lnTo>
                  <a:pt x="1873862" y="1275136"/>
                </a:lnTo>
                <a:lnTo>
                  <a:pt x="1880516" y="1264849"/>
                </a:lnTo>
                <a:lnTo>
                  <a:pt x="1884146" y="1239736"/>
                </a:lnTo>
                <a:lnTo>
                  <a:pt x="1910157" y="1234290"/>
                </a:lnTo>
                <a:lnTo>
                  <a:pt x="1915752" y="1238829"/>
                </a:lnTo>
                <a:lnTo>
                  <a:pt x="1945847" y="1244426"/>
                </a:lnTo>
                <a:lnTo>
                  <a:pt x="1967170" y="1259554"/>
                </a:lnTo>
                <a:lnTo>
                  <a:pt x="1978663" y="1279674"/>
                </a:lnTo>
                <a:lnTo>
                  <a:pt x="1965960" y="1305089"/>
                </a:lnTo>
                <a:close/>
                <a:moveTo>
                  <a:pt x="194479" y="60512"/>
                </a:moveTo>
                <a:lnTo>
                  <a:pt x="212929" y="61874"/>
                </a:lnTo>
                <a:lnTo>
                  <a:pt x="247408" y="53705"/>
                </a:lnTo>
                <a:lnTo>
                  <a:pt x="266312" y="54461"/>
                </a:lnTo>
                <a:lnTo>
                  <a:pt x="284157" y="60361"/>
                </a:lnTo>
                <a:lnTo>
                  <a:pt x="299884" y="63840"/>
                </a:lnTo>
                <a:lnTo>
                  <a:pt x="339355" y="59453"/>
                </a:lnTo>
                <a:lnTo>
                  <a:pt x="346765" y="60664"/>
                </a:lnTo>
                <a:lnTo>
                  <a:pt x="353873" y="63992"/>
                </a:lnTo>
                <a:lnTo>
                  <a:pt x="360073" y="69438"/>
                </a:lnTo>
                <a:lnTo>
                  <a:pt x="378069" y="89104"/>
                </a:lnTo>
                <a:lnTo>
                  <a:pt x="408466" y="113309"/>
                </a:lnTo>
                <a:lnTo>
                  <a:pt x="417388" y="128891"/>
                </a:lnTo>
                <a:lnTo>
                  <a:pt x="422379" y="146288"/>
                </a:lnTo>
                <a:lnTo>
                  <a:pt x="425555" y="150372"/>
                </a:lnTo>
                <a:lnTo>
                  <a:pt x="459883" y="183654"/>
                </a:lnTo>
                <a:lnTo>
                  <a:pt x="463664" y="197723"/>
                </a:lnTo>
                <a:lnTo>
                  <a:pt x="458825" y="216935"/>
                </a:lnTo>
                <a:lnTo>
                  <a:pt x="468806" y="232366"/>
                </a:lnTo>
                <a:lnTo>
                  <a:pt x="502227" y="246737"/>
                </a:lnTo>
                <a:lnTo>
                  <a:pt x="522038" y="257327"/>
                </a:lnTo>
                <a:lnTo>
                  <a:pt x="526272" y="263681"/>
                </a:lnTo>
                <a:lnTo>
                  <a:pt x="529146" y="271396"/>
                </a:lnTo>
                <a:lnTo>
                  <a:pt x="540034" y="282893"/>
                </a:lnTo>
                <a:lnTo>
                  <a:pt x="553796" y="290306"/>
                </a:lnTo>
                <a:lnTo>
                  <a:pt x="596442" y="309821"/>
                </a:lnTo>
                <a:lnTo>
                  <a:pt x="652396" y="350666"/>
                </a:lnTo>
                <a:lnTo>
                  <a:pt x="684305" y="370030"/>
                </a:lnTo>
                <a:lnTo>
                  <a:pt x="710770" y="399530"/>
                </a:lnTo>
                <a:lnTo>
                  <a:pt x="720146" y="413599"/>
                </a:lnTo>
                <a:lnTo>
                  <a:pt x="728010" y="428878"/>
                </a:lnTo>
                <a:lnTo>
                  <a:pt x="744040" y="450965"/>
                </a:lnTo>
                <a:lnTo>
                  <a:pt x="771261" y="478346"/>
                </a:lnTo>
                <a:lnTo>
                  <a:pt x="778218" y="486818"/>
                </a:lnTo>
                <a:lnTo>
                  <a:pt x="785477" y="498769"/>
                </a:lnTo>
                <a:lnTo>
                  <a:pt x="793945" y="510115"/>
                </a:lnTo>
                <a:lnTo>
                  <a:pt x="804078" y="520402"/>
                </a:lnTo>
                <a:lnTo>
                  <a:pt x="816176" y="528269"/>
                </a:lnTo>
                <a:lnTo>
                  <a:pt x="828425" y="530840"/>
                </a:lnTo>
                <a:lnTo>
                  <a:pt x="848387" y="550658"/>
                </a:lnTo>
                <a:lnTo>
                  <a:pt x="859124" y="556860"/>
                </a:lnTo>
                <a:lnTo>
                  <a:pt x="857461" y="541279"/>
                </a:lnTo>
                <a:lnTo>
                  <a:pt x="848387" y="527815"/>
                </a:lnTo>
                <a:lnTo>
                  <a:pt x="848539" y="519646"/>
                </a:lnTo>
                <a:lnTo>
                  <a:pt x="850051" y="512233"/>
                </a:lnTo>
                <a:lnTo>
                  <a:pt x="857461" y="506182"/>
                </a:lnTo>
                <a:lnTo>
                  <a:pt x="866383" y="504366"/>
                </a:lnTo>
                <a:lnTo>
                  <a:pt x="883018" y="510115"/>
                </a:lnTo>
                <a:lnTo>
                  <a:pt x="910088" y="533563"/>
                </a:lnTo>
                <a:lnTo>
                  <a:pt x="921582" y="547179"/>
                </a:lnTo>
                <a:lnTo>
                  <a:pt x="930202" y="566088"/>
                </a:lnTo>
                <a:lnTo>
                  <a:pt x="937309" y="585755"/>
                </a:lnTo>
                <a:lnTo>
                  <a:pt x="948198" y="595437"/>
                </a:lnTo>
                <a:lnTo>
                  <a:pt x="963018" y="598765"/>
                </a:lnTo>
                <a:lnTo>
                  <a:pt x="979502" y="600278"/>
                </a:lnTo>
                <a:lnTo>
                  <a:pt x="994776" y="606329"/>
                </a:lnTo>
                <a:lnTo>
                  <a:pt x="1030314" y="633408"/>
                </a:lnTo>
                <a:lnTo>
                  <a:pt x="1042110" y="646115"/>
                </a:lnTo>
                <a:lnTo>
                  <a:pt x="1051032" y="661092"/>
                </a:lnTo>
                <a:lnTo>
                  <a:pt x="1057233" y="678792"/>
                </a:lnTo>
                <a:lnTo>
                  <a:pt x="1061013" y="697399"/>
                </a:lnTo>
                <a:lnTo>
                  <a:pt x="1063433" y="701786"/>
                </a:lnTo>
                <a:lnTo>
                  <a:pt x="1086268" y="724176"/>
                </a:lnTo>
                <a:lnTo>
                  <a:pt x="1098215" y="733706"/>
                </a:lnTo>
                <a:lnTo>
                  <a:pt x="1112885" y="738245"/>
                </a:lnTo>
                <a:lnTo>
                  <a:pt x="1155682" y="743388"/>
                </a:lnTo>
                <a:lnTo>
                  <a:pt x="1170805" y="751103"/>
                </a:lnTo>
                <a:lnTo>
                  <a:pt x="1183357" y="763962"/>
                </a:lnTo>
                <a:lnTo>
                  <a:pt x="1188650" y="777123"/>
                </a:lnTo>
                <a:lnTo>
                  <a:pt x="1179727" y="788772"/>
                </a:lnTo>
                <a:lnTo>
                  <a:pt x="1146155" y="806472"/>
                </a:lnTo>
                <a:lnTo>
                  <a:pt x="1110465" y="818877"/>
                </a:lnTo>
                <a:lnTo>
                  <a:pt x="1145247" y="814641"/>
                </a:lnTo>
                <a:lnTo>
                  <a:pt x="1162790" y="809346"/>
                </a:lnTo>
                <a:lnTo>
                  <a:pt x="1178971" y="801328"/>
                </a:lnTo>
                <a:lnTo>
                  <a:pt x="1195001" y="791041"/>
                </a:lnTo>
                <a:lnTo>
                  <a:pt x="1220407" y="776670"/>
                </a:lnTo>
                <a:lnTo>
                  <a:pt x="1229784" y="773795"/>
                </a:lnTo>
                <a:lnTo>
                  <a:pt x="1240823" y="774854"/>
                </a:lnTo>
                <a:lnTo>
                  <a:pt x="1250955" y="778939"/>
                </a:lnTo>
                <a:lnTo>
                  <a:pt x="1266078" y="793008"/>
                </a:lnTo>
                <a:lnTo>
                  <a:pt x="1280294" y="807833"/>
                </a:lnTo>
                <a:lnTo>
                  <a:pt x="1290880" y="825230"/>
                </a:lnTo>
                <a:lnTo>
                  <a:pt x="1297534" y="844443"/>
                </a:lnTo>
                <a:lnTo>
                  <a:pt x="1285284" y="854579"/>
                </a:lnTo>
                <a:lnTo>
                  <a:pt x="1267590" y="861991"/>
                </a:lnTo>
                <a:lnTo>
                  <a:pt x="1243394" y="880599"/>
                </a:lnTo>
                <a:lnTo>
                  <a:pt x="1240823" y="887860"/>
                </a:lnTo>
                <a:lnTo>
                  <a:pt x="1245662" y="892701"/>
                </a:lnTo>
                <a:lnTo>
                  <a:pt x="1239765" y="906316"/>
                </a:lnTo>
                <a:lnTo>
                  <a:pt x="1253375" y="914788"/>
                </a:lnTo>
                <a:lnTo>
                  <a:pt x="1255492" y="922049"/>
                </a:lnTo>
                <a:lnTo>
                  <a:pt x="1243697" y="932336"/>
                </a:lnTo>
                <a:lnTo>
                  <a:pt x="1244906" y="938690"/>
                </a:lnTo>
                <a:lnTo>
                  <a:pt x="1259122" y="965769"/>
                </a:lnTo>
                <a:lnTo>
                  <a:pt x="1265927" y="971971"/>
                </a:lnTo>
                <a:lnTo>
                  <a:pt x="1287553" y="985738"/>
                </a:lnTo>
                <a:lnTo>
                  <a:pt x="1320671" y="999656"/>
                </a:lnTo>
                <a:lnTo>
                  <a:pt x="1338970" y="1006009"/>
                </a:lnTo>
                <a:lnTo>
                  <a:pt x="1359839" y="1011002"/>
                </a:lnTo>
                <a:lnTo>
                  <a:pt x="1368762" y="1010850"/>
                </a:lnTo>
                <a:lnTo>
                  <a:pt x="1384338" y="1008581"/>
                </a:lnTo>
                <a:lnTo>
                  <a:pt x="1387363" y="1014027"/>
                </a:lnTo>
                <a:lnTo>
                  <a:pt x="1394168" y="1040804"/>
                </a:lnTo>
                <a:lnTo>
                  <a:pt x="1397344" y="1057596"/>
                </a:lnTo>
                <a:lnTo>
                  <a:pt x="1402032" y="1093600"/>
                </a:lnTo>
                <a:lnTo>
                  <a:pt x="1408232" y="1108577"/>
                </a:lnTo>
                <a:lnTo>
                  <a:pt x="1407779" y="1126730"/>
                </a:lnTo>
                <a:lnTo>
                  <a:pt x="1415794" y="1142312"/>
                </a:lnTo>
                <a:lnTo>
                  <a:pt x="1431975" y="1152145"/>
                </a:lnTo>
                <a:lnTo>
                  <a:pt x="1449366" y="1160314"/>
                </a:lnTo>
                <a:lnTo>
                  <a:pt x="1457532" y="1168181"/>
                </a:lnTo>
                <a:lnTo>
                  <a:pt x="1457532" y="1180132"/>
                </a:lnTo>
                <a:lnTo>
                  <a:pt x="1454659" y="1189511"/>
                </a:lnTo>
                <a:lnTo>
                  <a:pt x="1448761" y="1196924"/>
                </a:lnTo>
                <a:lnTo>
                  <a:pt x="1430765" y="1212506"/>
                </a:lnTo>
                <a:lnTo>
                  <a:pt x="1427589" y="1219162"/>
                </a:lnTo>
                <a:lnTo>
                  <a:pt x="1425170" y="1236257"/>
                </a:lnTo>
                <a:lnTo>
                  <a:pt x="1428194" y="1244123"/>
                </a:lnTo>
                <a:lnTo>
                  <a:pt x="1435302" y="1244577"/>
                </a:lnTo>
                <a:lnTo>
                  <a:pt x="1441049" y="1240493"/>
                </a:lnTo>
                <a:lnTo>
                  <a:pt x="1462523" y="1217498"/>
                </a:lnTo>
                <a:lnTo>
                  <a:pt x="1468421" y="1213414"/>
                </a:lnTo>
                <a:lnTo>
                  <a:pt x="1476587" y="1210237"/>
                </a:lnTo>
                <a:lnTo>
                  <a:pt x="1484905" y="1208270"/>
                </a:lnTo>
                <a:lnTo>
                  <a:pt x="1524375" y="1207968"/>
                </a:lnTo>
                <a:lnTo>
                  <a:pt x="1541010" y="1211598"/>
                </a:lnTo>
                <a:lnTo>
                  <a:pt x="1555830" y="1219162"/>
                </a:lnTo>
                <a:lnTo>
                  <a:pt x="1568987" y="1228542"/>
                </a:lnTo>
                <a:lnTo>
                  <a:pt x="1616926" y="1288448"/>
                </a:lnTo>
                <a:lnTo>
                  <a:pt x="1638854" y="1321427"/>
                </a:lnTo>
                <a:lnTo>
                  <a:pt x="1640669" y="1329748"/>
                </a:lnTo>
                <a:lnTo>
                  <a:pt x="1640972" y="1338219"/>
                </a:lnTo>
                <a:lnTo>
                  <a:pt x="1637342" y="1344876"/>
                </a:lnTo>
                <a:lnTo>
                  <a:pt x="1617229" y="1367416"/>
                </a:lnTo>
                <a:lnTo>
                  <a:pt x="1614809" y="1373619"/>
                </a:lnTo>
                <a:lnTo>
                  <a:pt x="1608609" y="1398277"/>
                </a:lnTo>
                <a:lnTo>
                  <a:pt x="1609819" y="1415977"/>
                </a:lnTo>
                <a:lnTo>
                  <a:pt x="1616473" y="1423390"/>
                </a:lnTo>
                <a:lnTo>
                  <a:pt x="1621615" y="1431407"/>
                </a:lnTo>
                <a:lnTo>
                  <a:pt x="1621312" y="1438669"/>
                </a:lnTo>
                <a:lnTo>
                  <a:pt x="1608155" y="1475127"/>
                </a:lnTo>
                <a:lnTo>
                  <a:pt x="1606643" y="1481330"/>
                </a:lnTo>
                <a:lnTo>
                  <a:pt x="1615112" y="1540480"/>
                </a:lnTo>
                <a:lnTo>
                  <a:pt x="1615717" y="1556516"/>
                </a:lnTo>
                <a:lnTo>
                  <a:pt x="1613902" y="1576787"/>
                </a:lnTo>
                <a:lnTo>
                  <a:pt x="1615112" y="1609463"/>
                </a:lnTo>
                <a:lnTo>
                  <a:pt x="1604375" y="1710367"/>
                </a:lnTo>
                <a:lnTo>
                  <a:pt x="1602409" y="1716267"/>
                </a:lnTo>
                <a:lnTo>
                  <a:pt x="1594091" y="1731697"/>
                </a:lnTo>
                <a:lnTo>
                  <a:pt x="1583354" y="1731697"/>
                </a:lnTo>
                <a:lnTo>
                  <a:pt x="1574583" y="1728974"/>
                </a:lnTo>
                <a:lnTo>
                  <a:pt x="1568382" y="1723074"/>
                </a:lnTo>
                <a:lnTo>
                  <a:pt x="1565055" y="1715662"/>
                </a:lnTo>
                <a:lnTo>
                  <a:pt x="1560065" y="1709762"/>
                </a:lnTo>
                <a:lnTo>
                  <a:pt x="1533751" y="1691154"/>
                </a:lnTo>
                <a:lnTo>
                  <a:pt x="1526946" y="1694180"/>
                </a:lnTo>
                <a:lnTo>
                  <a:pt x="1500330" y="1717326"/>
                </a:lnTo>
                <a:lnTo>
                  <a:pt x="1493222" y="1720805"/>
                </a:lnTo>
                <a:lnTo>
                  <a:pt x="1484451" y="1717931"/>
                </a:lnTo>
                <a:lnTo>
                  <a:pt x="1470387" y="1710972"/>
                </a:lnTo>
                <a:lnTo>
                  <a:pt x="1426531" y="1686616"/>
                </a:lnTo>
                <a:lnTo>
                  <a:pt x="1423809" y="1694483"/>
                </a:lnTo>
                <a:lnTo>
                  <a:pt x="1423204" y="1705072"/>
                </a:lnTo>
                <a:lnTo>
                  <a:pt x="1431975" y="1731395"/>
                </a:lnTo>
                <a:lnTo>
                  <a:pt x="1433185" y="1743043"/>
                </a:lnTo>
                <a:lnTo>
                  <a:pt x="1425170" y="1745312"/>
                </a:lnTo>
                <a:lnTo>
                  <a:pt x="1420784" y="1744859"/>
                </a:lnTo>
                <a:lnTo>
                  <a:pt x="1402486" y="1729428"/>
                </a:lnTo>
                <a:lnTo>
                  <a:pt x="1385699" y="1712485"/>
                </a:lnTo>
                <a:lnTo>
                  <a:pt x="1366493" y="1689490"/>
                </a:lnTo>
                <a:lnTo>
                  <a:pt x="1352429" y="1678598"/>
                </a:lnTo>
                <a:lnTo>
                  <a:pt x="1339877" y="1666345"/>
                </a:lnTo>
                <a:lnTo>
                  <a:pt x="1304188" y="1620053"/>
                </a:lnTo>
                <a:lnTo>
                  <a:pt x="1294963" y="1612943"/>
                </a:lnTo>
                <a:lnTo>
                  <a:pt x="1239916" y="1580115"/>
                </a:lnTo>
                <a:lnTo>
                  <a:pt x="1228725" y="1572400"/>
                </a:lnTo>
                <a:lnTo>
                  <a:pt x="1214661" y="1558936"/>
                </a:lnTo>
                <a:lnTo>
                  <a:pt x="1199538" y="1546834"/>
                </a:lnTo>
                <a:lnTo>
                  <a:pt x="1166268" y="1527924"/>
                </a:lnTo>
                <a:lnTo>
                  <a:pt x="1108650" y="1479666"/>
                </a:lnTo>
                <a:lnTo>
                  <a:pt x="1083546" y="1451981"/>
                </a:lnTo>
                <a:lnTo>
                  <a:pt x="1055720" y="1407505"/>
                </a:lnTo>
                <a:lnTo>
                  <a:pt x="1046647" y="1396008"/>
                </a:lnTo>
                <a:lnTo>
                  <a:pt x="999766" y="1362575"/>
                </a:lnTo>
                <a:lnTo>
                  <a:pt x="974209" y="1342304"/>
                </a:lnTo>
                <a:lnTo>
                  <a:pt x="963623" y="1330655"/>
                </a:lnTo>
                <a:lnTo>
                  <a:pt x="938670" y="1290112"/>
                </a:lnTo>
                <a:lnTo>
                  <a:pt x="931411" y="1276346"/>
                </a:lnTo>
                <a:lnTo>
                  <a:pt x="922338" y="1264395"/>
                </a:lnTo>
                <a:lnTo>
                  <a:pt x="907215" y="1254562"/>
                </a:lnTo>
                <a:lnTo>
                  <a:pt x="894058" y="1243064"/>
                </a:lnTo>
                <a:lnTo>
                  <a:pt x="867593" y="1206303"/>
                </a:lnTo>
                <a:lnTo>
                  <a:pt x="859427" y="1191781"/>
                </a:lnTo>
                <a:lnTo>
                  <a:pt x="853075" y="1175896"/>
                </a:lnTo>
                <a:lnTo>
                  <a:pt x="854134" y="1144128"/>
                </a:lnTo>
                <a:lnTo>
                  <a:pt x="798482" y="1048065"/>
                </a:lnTo>
                <a:lnTo>
                  <a:pt x="784418" y="1018112"/>
                </a:lnTo>
                <a:lnTo>
                  <a:pt x="771412" y="976661"/>
                </a:lnTo>
                <a:lnTo>
                  <a:pt x="768539" y="972425"/>
                </a:lnTo>
                <a:lnTo>
                  <a:pt x="738142" y="935211"/>
                </a:lnTo>
                <a:lnTo>
                  <a:pt x="727405" y="923259"/>
                </a:lnTo>
                <a:lnTo>
                  <a:pt x="714400" y="912065"/>
                </a:lnTo>
                <a:lnTo>
                  <a:pt x="703662" y="899055"/>
                </a:lnTo>
                <a:lnTo>
                  <a:pt x="682642" y="856545"/>
                </a:lnTo>
                <a:lnTo>
                  <a:pt x="674929" y="844745"/>
                </a:lnTo>
                <a:lnTo>
                  <a:pt x="664041" y="836122"/>
                </a:lnTo>
                <a:lnTo>
                  <a:pt x="624268" y="819936"/>
                </a:lnTo>
                <a:lnTo>
                  <a:pt x="609296" y="811010"/>
                </a:lnTo>
                <a:lnTo>
                  <a:pt x="597652" y="798303"/>
                </a:lnTo>
                <a:lnTo>
                  <a:pt x="590544" y="782116"/>
                </a:lnTo>
                <a:lnTo>
                  <a:pt x="582680" y="747775"/>
                </a:lnTo>
                <a:lnTo>
                  <a:pt x="563928" y="695432"/>
                </a:lnTo>
                <a:lnTo>
                  <a:pt x="542756" y="625390"/>
                </a:lnTo>
                <a:lnTo>
                  <a:pt x="528692" y="594075"/>
                </a:lnTo>
                <a:lnTo>
                  <a:pt x="512359" y="569417"/>
                </a:lnTo>
                <a:lnTo>
                  <a:pt x="507671" y="563819"/>
                </a:lnTo>
                <a:lnTo>
                  <a:pt x="435536" y="519494"/>
                </a:lnTo>
                <a:lnTo>
                  <a:pt x="423135" y="512989"/>
                </a:lnTo>
                <a:lnTo>
                  <a:pt x="410129" y="509056"/>
                </a:lnTo>
                <a:lnTo>
                  <a:pt x="391377" y="506182"/>
                </a:lnTo>
                <a:lnTo>
                  <a:pt x="377162" y="494685"/>
                </a:lnTo>
                <a:lnTo>
                  <a:pt x="371264" y="474262"/>
                </a:lnTo>
                <a:lnTo>
                  <a:pt x="368088" y="446729"/>
                </a:lnTo>
                <a:lnTo>
                  <a:pt x="364459" y="430239"/>
                </a:lnTo>
                <a:lnTo>
                  <a:pt x="360527" y="420860"/>
                </a:lnTo>
                <a:lnTo>
                  <a:pt x="330281" y="401496"/>
                </a:lnTo>
                <a:lnTo>
                  <a:pt x="318485" y="386066"/>
                </a:lnTo>
                <a:lnTo>
                  <a:pt x="308656" y="369123"/>
                </a:lnTo>
                <a:lnTo>
                  <a:pt x="299582" y="355961"/>
                </a:lnTo>
                <a:lnTo>
                  <a:pt x="266463" y="310729"/>
                </a:lnTo>
                <a:lnTo>
                  <a:pt x="255121" y="298778"/>
                </a:lnTo>
                <a:lnTo>
                  <a:pt x="241057" y="290457"/>
                </a:lnTo>
                <a:lnTo>
                  <a:pt x="199318" y="281683"/>
                </a:lnTo>
                <a:lnTo>
                  <a:pt x="187220" y="274270"/>
                </a:lnTo>
                <a:lnTo>
                  <a:pt x="166955" y="248553"/>
                </a:lnTo>
                <a:lnTo>
                  <a:pt x="154706" y="235391"/>
                </a:lnTo>
                <a:lnTo>
                  <a:pt x="118109" y="206648"/>
                </a:lnTo>
                <a:lnTo>
                  <a:pt x="56257" y="146288"/>
                </a:lnTo>
                <a:lnTo>
                  <a:pt x="43554" y="131311"/>
                </a:lnTo>
                <a:lnTo>
                  <a:pt x="34026" y="115578"/>
                </a:lnTo>
                <a:lnTo>
                  <a:pt x="26314" y="98786"/>
                </a:lnTo>
                <a:lnTo>
                  <a:pt x="0" y="52192"/>
                </a:lnTo>
                <a:lnTo>
                  <a:pt x="2117" y="42813"/>
                </a:lnTo>
                <a:lnTo>
                  <a:pt x="6049" y="32979"/>
                </a:lnTo>
                <a:lnTo>
                  <a:pt x="5444" y="24962"/>
                </a:lnTo>
                <a:lnTo>
                  <a:pt x="2571" y="16944"/>
                </a:lnTo>
                <a:lnTo>
                  <a:pt x="3176" y="9682"/>
                </a:lnTo>
                <a:lnTo>
                  <a:pt x="11040" y="5447"/>
                </a:lnTo>
                <a:lnTo>
                  <a:pt x="28582" y="0"/>
                </a:lnTo>
                <a:lnTo>
                  <a:pt x="46881" y="606"/>
                </a:lnTo>
                <a:lnTo>
                  <a:pt x="63818" y="3026"/>
                </a:lnTo>
                <a:lnTo>
                  <a:pt x="80151" y="7564"/>
                </a:lnTo>
                <a:lnTo>
                  <a:pt x="95878" y="17246"/>
                </a:lnTo>
                <a:lnTo>
                  <a:pt x="124007" y="42056"/>
                </a:lnTo>
                <a:lnTo>
                  <a:pt x="140037" y="50679"/>
                </a:lnTo>
                <a:lnTo>
                  <a:pt x="157882" y="54764"/>
                </a:lnTo>
                <a:lnTo>
                  <a:pt x="194479" y="60512"/>
                </a:lnTo>
                <a:close/>
                <a:moveTo>
                  <a:pt x="3825002" y="2154372"/>
                </a:moveTo>
                <a:lnTo>
                  <a:pt x="3825002" y="2159667"/>
                </a:lnTo>
                <a:lnTo>
                  <a:pt x="3825002" y="2164811"/>
                </a:lnTo>
                <a:lnTo>
                  <a:pt x="3825002" y="2171467"/>
                </a:lnTo>
                <a:lnTo>
                  <a:pt x="3825002" y="2172980"/>
                </a:lnTo>
                <a:lnTo>
                  <a:pt x="3825002" y="2173434"/>
                </a:lnTo>
                <a:lnTo>
                  <a:pt x="3825002" y="2172223"/>
                </a:lnTo>
                <a:lnTo>
                  <a:pt x="3825002" y="2174492"/>
                </a:lnTo>
                <a:lnTo>
                  <a:pt x="3825002" y="2191890"/>
                </a:lnTo>
                <a:lnTo>
                  <a:pt x="3825002" y="2193402"/>
                </a:lnTo>
                <a:lnTo>
                  <a:pt x="3825002" y="2197790"/>
                </a:lnTo>
                <a:lnTo>
                  <a:pt x="3825002" y="2190982"/>
                </a:lnTo>
                <a:lnTo>
                  <a:pt x="3825002" y="2185990"/>
                </a:lnTo>
                <a:lnTo>
                  <a:pt x="3825002" y="2184628"/>
                </a:lnTo>
                <a:lnTo>
                  <a:pt x="3825002" y="2185082"/>
                </a:lnTo>
                <a:lnTo>
                  <a:pt x="3825002" y="2200513"/>
                </a:lnTo>
                <a:lnTo>
                  <a:pt x="3825002" y="2197336"/>
                </a:lnTo>
                <a:lnTo>
                  <a:pt x="3825002" y="2198546"/>
                </a:lnTo>
                <a:lnTo>
                  <a:pt x="3825002" y="2201874"/>
                </a:lnTo>
                <a:lnTo>
                  <a:pt x="3825002" y="2203236"/>
                </a:lnTo>
                <a:lnTo>
                  <a:pt x="3825002" y="2202177"/>
                </a:lnTo>
                <a:lnTo>
                  <a:pt x="3825002" y="2190226"/>
                </a:lnTo>
                <a:lnTo>
                  <a:pt x="3825002" y="2183115"/>
                </a:lnTo>
                <a:lnTo>
                  <a:pt x="3797781" y="2185838"/>
                </a:lnTo>
                <a:lnTo>
                  <a:pt x="3767687" y="2179333"/>
                </a:lnTo>
                <a:lnTo>
                  <a:pt x="3751203" y="2184326"/>
                </a:lnTo>
                <a:lnTo>
                  <a:pt x="3735626" y="2191587"/>
                </a:lnTo>
                <a:lnTo>
                  <a:pt x="3731090" y="2184023"/>
                </a:lnTo>
                <a:lnTo>
                  <a:pt x="3725343" y="2177367"/>
                </a:lnTo>
                <a:lnTo>
                  <a:pt x="3720352" y="2167382"/>
                </a:lnTo>
                <a:lnTo>
                  <a:pt x="3720201" y="2156036"/>
                </a:lnTo>
                <a:lnTo>
                  <a:pt x="3721865" y="2148170"/>
                </a:lnTo>
                <a:lnTo>
                  <a:pt x="3726402" y="2140908"/>
                </a:lnTo>
                <a:lnTo>
                  <a:pt x="3729124" y="2133344"/>
                </a:lnTo>
                <a:lnTo>
                  <a:pt x="3730485" y="2125327"/>
                </a:lnTo>
                <a:lnTo>
                  <a:pt x="3736987" y="2129109"/>
                </a:lnTo>
                <a:lnTo>
                  <a:pt x="3743944" y="2127747"/>
                </a:lnTo>
                <a:lnTo>
                  <a:pt x="3764360" y="2118973"/>
                </a:lnTo>
                <a:lnTo>
                  <a:pt x="3784322" y="2105660"/>
                </a:lnTo>
                <a:lnTo>
                  <a:pt x="3802923" y="2100819"/>
                </a:lnTo>
                <a:lnTo>
                  <a:pt x="3813660" y="2099458"/>
                </a:lnTo>
                <a:lnTo>
                  <a:pt x="3822885" y="2102030"/>
                </a:lnTo>
                <a:lnTo>
                  <a:pt x="3825002" y="2101122"/>
                </a:lnTo>
                <a:lnTo>
                  <a:pt x="3825002" y="2098096"/>
                </a:lnTo>
                <a:lnTo>
                  <a:pt x="3825002" y="2108383"/>
                </a:lnTo>
                <a:lnTo>
                  <a:pt x="3825002" y="2110350"/>
                </a:lnTo>
                <a:lnTo>
                  <a:pt x="3825002" y="2111258"/>
                </a:lnTo>
                <a:lnTo>
                  <a:pt x="3825002" y="2117158"/>
                </a:lnTo>
                <a:lnTo>
                  <a:pt x="3825002" y="2125932"/>
                </a:lnTo>
                <a:lnTo>
                  <a:pt x="3825002" y="2134101"/>
                </a:lnTo>
                <a:lnTo>
                  <a:pt x="3825002" y="2145144"/>
                </a:lnTo>
                <a:lnTo>
                  <a:pt x="3825002" y="2149229"/>
                </a:lnTo>
                <a:lnTo>
                  <a:pt x="3825002" y="2150288"/>
                </a:lnTo>
                <a:lnTo>
                  <a:pt x="3825002" y="2148775"/>
                </a:lnTo>
                <a:lnTo>
                  <a:pt x="3825002" y="2141362"/>
                </a:lnTo>
                <a:lnTo>
                  <a:pt x="3825002" y="2138337"/>
                </a:lnTo>
                <a:lnTo>
                  <a:pt x="3825002" y="2138488"/>
                </a:lnTo>
                <a:lnTo>
                  <a:pt x="3825002" y="2136521"/>
                </a:lnTo>
                <a:lnTo>
                  <a:pt x="3825002" y="2134706"/>
                </a:lnTo>
                <a:lnTo>
                  <a:pt x="3825002" y="2130621"/>
                </a:lnTo>
                <a:lnTo>
                  <a:pt x="3825002" y="2133193"/>
                </a:lnTo>
                <a:lnTo>
                  <a:pt x="3825002" y="2136975"/>
                </a:lnTo>
                <a:lnTo>
                  <a:pt x="3825002" y="2156339"/>
                </a:lnTo>
                <a:lnTo>
                  <a:pt x="3825002" y="2156793"/>
                </a:lnTo>
                <a:lnTo>
                  <a:pt x="3825002" y="2152708"/>
                </a:lnTo>
                <a:lnTo>
                  <a:pt x="3825002" y="2147413"/>
                </a:lnTo>
                <a:lnTo>
                  <a:pt x="3825002" y="2139547"/>
                </a:lnTo>
                <a:lnTo>
                  <a:pt x="3825002" y="2132891"/>
                </a:lnTo>
                <a:lnTo>
                  <a:pt x="3825002" y="2127142"/>
                </a:lnTo>
                <a:lnTo>
                  <a:pt x="3825002" y="2122604"/>
                </a:lnTo>
                <a:lnTo>
                  <a:pt x="3825002" y="2115191"/>
                </a:lnTo>
                <a:lnTo>
                  <a:pt x="3825002" y="2107778"/>
                </a:lnTo>
                <a:lnTo>
                  <a:pt x="3825002" y="2095373"/>
                </a:lnTo>
                <a:lnTo>
                  <a:pt x="3825002" y="2089927"/>
                </a:lnTo>
                <a:lnTo>
                  <a:pt x="3825002" y="2081002"/>
                </a:lnTo>
                <a:lnTo>
                  <a:pt x="3825002" y="2075858"/>
                </a:lnTo>
                <a:lnTo>
                  <a:pt x="3825002" y="2077825"/>
                </a:lnTo>
                <a:lnTo>
                  <a:pt x="3825002" y="2084784"/>
                </a:lnTo>
                <a:lnTo>
                  <a:pt x="3825002" y="2111560"/>
                </a:lnTo>
                <a:lnTo>
                  <a:pt x="3825002" y="2115342"/>
                </a:lnTo>
                <a:lnTo>
                  <a:pt x="3825002" y="2119427"/>
                </a:lnTo>
                <a:lnTo>
                  <a:pt x="3825002" y="2124721"/>
                </a:lnTo>
                <a:lnTo>
                  <a:pt x="3825002" y="2134555"/>
                </a:lnTo>
                <a:lnTo>
                  <a:pt x="3825002" y="2146808"/>
                </a:lnTo>
                <a:lnTo>
                  <a:pt x="3825002" y="2151952"/>
                </a:lnTo>
                <a:lnTo>
                  <a:pt x="3825002" y="2154372"/>
                </a:lnTo>
                <a:close/>
                <a:moveTo>
                  <a:pt x="3751354" y="2269799"/>
                </a:moveTo>
                <a:lnTo>
                  <a:pt x="3758159" y="2276606"/>
                </a:lnTo>
                <a:lnTo>
                  <a:pt x="3782809" y="2288709"/>
                </a:lnTo>
                <a:lnTo>
                  <a:pt x="3786893" y="2288709"/>
                </a:lnTo>
                <a:lnTo>
                  <a:pt x="3788405" y="2288709"/>
                </a:lnTo>
                <a:lnTo>
                  <a:pt x="3793395" y="2288709"/>
                </a:lnTo>
                <a:lnTo>
                  <a:pt x="3804586" y="2288709"/>
                </a:lnTo>
                <a:lnTo>
                  <a:pt x="3816533" y="2288709"/>
                </a:lnTo>
                <a:lnTo>
                  <a:pt x="3825002" y="2288709"/>
                </a:lnTo>
                <a:lnTo>
                  <a:pt x="3815777" y="2288709"/>
                </a:lnTo>
                <a:lnTo>
                  <a:pt x="3809123" y="2288709"/>
                </a:lnTo>
                <a:lnTo>
                  <a:pt x="3787951" y="2288709"/>
                </a:lnTo>
                <a:lnTo>
                  <a:pt x="3771316" y="2288709"/>
                </a:lnTo>
                <a:lnTo>
                  <a:pt x="3757252" y="2288709"/>
                </a:lnTo>
                <a:lnTo>
                  <a:pt x="3749086" y="2288709"/>
                </a:lnTo>
                <a:lnTo>
                  <a:pt x="3738953" y="2288709"/>
                </a:lnTo>
                <a:lnTo>
                  <a:pt x="3721109" y="2288709"/>
                </a:lnTo>
                <a:lnTo>
                  <a:pt x="3689048" y="2288709"/>
                </a:lnTo>
                <a:lnTo>
                  <a:pt x="3669237" y="2288709"/>
                </a:lnTo>
                <a:lnTo>
                  <a:pt x="3661222" y="2288709"/>
                </a:lnTo>
                <a:lnTo>
                  <a:pt x="3653056" y="2288709"/>
                </a:lnTo>
                <a:lnTo>
                  <a:pt x="3611015" y="2288709"/>
                </a:lnTo>
                <a:lnTo>
                  <a:pt x="3604512" y="2288709"/>
                </a:lnTo>
                <a:lnTo>
                  <a:pt x="3599370" y="2288709"/>
                </a:lnTo>
                <a:lnTo>
                  <a:pt x="3594682" y="2288709"/>
                </a:lnTo>
                <a:lnTo>
                  <a:pt x="3591960" y="2288709"/>
                </a:lnTo>
                <a:lnTo>
                  <a:pt x="3597253" y="2284473"/>
                </a:lnTo>
                <a:lnTo>
                  <a:pt x="3602849" y="2279632"/>
                </a:lnTo>
                <a:lnTo>
                  <a:pt x="3626289" y="2271160"/>
                </a:lnTo>
                <a:lnTo>
                  <a:pt x="3642924" y="2268588"/>
                </a:lnTo>
                <a:lnTo>
                  <a:pt x="3662281" y="2269042"/>
                </a:lnTo>
                <a:lnTo>
                  <a:pt x="3691165" y="2266319"/>
                </a:lnTo>
                <a:lnTo>
                  <a:pt x="3718386" y="2270555"/>
                </a:lnTo>
                <a:lnTo>
                  <a:pt x="3726855" y="2267529"/>
                </a:lnTo>
                <a:lnTo>
                  <a:pt x="3740617" y="2258604"/>
                </a:lnTo>
                <a:lnTo>
                  <a:pt x="3745456" y="2261781"/>
                </a:lnTo>
                <a:lnTo>
                  <a:pt x="3751354" y="2269799"/>
                </a:lnTo>
                <a:close/>
                <a:moveTo>
                  <a:pt x="3483530" y="2109896"/>
                </a:moveTo>
                <a:lnTo>
                  <a:pt x="3491091" y="2115796"/>
                </a:lnTo>
                <a:lnTo>
                  <a:pt x="3498048" y="2115342"/>
                </a:lnTo>
                <a:lnTo>
                  <a:pt x="3512414" y="2106114"/>
                </a:lnTo>
                <a:lnTo>
                  <a:pt x="3521186" y="2102786"/>
                </a:lnTo>
                <a:lnTo>
                  <a:pt x="3530410" y="2102635"/>
                </a:lnTo>
                <a:lnTo>
                  <a:pt x="3539484" y="2104299"/>
                </a:lnTo>
                <a:lnTo>
                  <a:pt x="3548407" y="2110653"/>
                </a:lnTo>
                <a:lnTo>
                  <a:pt x="3551582" y="2121242"/>
                </a:lnTo>
                <a:lnTo>
                  <a:pt x="3554909" y="2124570"/>
                </a:lnTo>
                <a:lnTo>
                  <a:pt x="3560051" y="2111863"/>
                </a:lnTo>
                <a:lnTo>
                  <a:pt x="3567008" y="2108081"/>
                </a:lnTo>
                <a:lnTo>
                  <a:pt x="3574871" y="2106114"/>
                </a:lnTo>
                <a:lnTo>
                  <a:pt x="3586970" y="2106871"/>
                </a:lnTo>
                <a:lnTo>
                  <a:pt x="3596346" y="2112922"/>
                </a:lnTo>
                <a:lnTo>
                  <a:pt x="3604814" y="2130924"/>
                </a:lnTo>
                <a:lnTo>
                  <a:pt x="3604512" y="2146657"/>
                </a:lnTo>
                <a:lnTo>
                  <a:pt x="3607537" y="2152557"/>
                </a:lnTo>
                <a:lnTo>
                  <a:pt x="3613434" y="2156793"/>
                </a:lnTo>
                <a:lnTo>
                  <a:pt x="3617820" y="2162844"/>
                </a:lnTo>
                <a:lnTo>
                  <a:pt x="3613888" y="2169198"/>
                </a:lnTo>
                <a:lnTo>
                  <a:pt x="3610107" y="2172223"/>
                </a:lnTo>
                <a:lnTo>
                  <a:pt x="3599068" y="2175249"/>
                </a:lnTo>
                <a:lnTo>
                  <a:pt x="3593775" y="2173887"/>
                </a:lnTo>
                <a:lnTo>
                  <a:pt x="3588936" y="2169652"/>
                </a:lnTo>
                <a:lnTo>
                  <a:pt x="3583491" y="2168139"/>
                </a:lnTo>
                <a:lnTo>
                  <a:pt x="3571091" y="2169500"/>
                </a:lnTo>
                <a:lnTo>
                  <a:pt x="3559749" y="2172980"/>
                </a:lnTo>
                <a:lnTo>
                  <a:pt x="3561261" y="2178880"/>
                </a:lnTo>
                <a:lnTo>
                  <a:pt x="3570637" y="2181451"/>
                </a:lnTo>
                <a:lnTo>
                  <a:pt x="3573510" y="2184174"/>
                </a:lnTo>
                <a:lnTo>
                  <a:pt x="3572905" y="2187805"/>
                </a:lnTo>
                <a:lnTo>
                  <a:pt x="3569125" y="2188561"/>
                </a:lnTo>
                <a:lnTo>
                  <a:pt x="3557027" y="2183569"/>
                </a:lnTo>
                <a:lnTo>
                  <a:pt x="3548860" y="2184628"/>
                </a:lnTo>
                <a:lnTo>
                  <a:pt x="3519371" y="2191284"/>
                </a:lnTo>
                <a:lnTo>
                  <a:pt x="3511507" y="2191133"/>
                </a:lnTo>
                <a:lnTo>
                  <a:pt x="3507121" y="2184779"/>
                </a:lnTo>
                <a:lnTo>
                  <a:pt x="3507424" y="2168290"/>
                </a:lnTo>
                <a:lnTo>
                  <a:pt x="3504248" y="2163903"/>
                </a:lnTo>
                <a:lnTo>
                  <a:pt x="3482320" y="2184023"/>
                </a:lnTo>
                <a:lnTo>
                  <a:pt x="3475666" y="2189015"/>
                </a:lnTo>
                <a:lnTo>
                  <a:pt x="3466895" y="2191284"/>
                </a:lnTo>
                <a:lnTo>
                  <a:pt x="3457670" y="2190528"/>
                </a:lnTo>
                <a:lnTo>
                  <a:pt x="3425912" y="2202630"/>
                </a:lnTo>
                <a:lnTo>
                  <a:pt x="3415931" y="2200966"/>
                </a:lnTo>
                <a:lnTo>
                  <a:pt x="3406404" y="2200966"/>
                </a:lnTo>
                <a:lnTo>
                  <a:pt x="3372529" y="2214279"/>
                </a:lnTo>
                <a:lnTo>
                  <a:pt x="3354381" y="2217910"/>
                </a:lnTo>
                <a:lnTo>
                  <a:pt x="3345005" y="2218212"/>
                </a:lnTo>
                <a:lnTo>
                  <a:pt x="3335780" y="2217002"/>
                </a:lnTo>
                <a:lnTo>
                  <a:pt x="3327463" y="2218212"/>
                </a:lnTo>
                <a:lnTo>
                  <a:pt x="3320053" y="2223507"/>
                </a:lnTo>
                <a:lnTo>
                  <a:pt x="3304930" y="2228045"/>
                </a:lnTo>
                <a:lnTo>
                  <a:pt x="3289354" y="2224566"/>
                </a:lnTo>
                <a:lnTo>
                  <a:pt x="3276197" y="2220028"/>
                </a:lnTo>
                <a:lnTo>
                  <a:pt x="3263645" y="2213976"/>
                </a:lnTo>
                <a:lnTo>
                  <a:pt x="3260620" y="2206261"/>
                </a:lnTo>
                <a:lnTo>
                  <a:pt x="3261225" y="2197033"/>
                </a:lnTo>
                <a:lnTo>
                  <a:pt x="3266518" y="2184477"/>
                </a:lnTo>
                <a:lnTo>
                  <a:pt x="3262889" y="2162390"/>
                </a:lnTo>
                <a:lnTo>
                  <a:pt x="3265611" y="2152254"/>
                </a:lnTo>
                <a:lnTo>
                  <a:pt x="3270753" y="2142270"/>
                </a:lnTo>
                <a:lnTo>
                  <a:pt x="3278465" y="2138639"/>
                </a:lnTo>
                <a:lnTo>
                  <a:pt x="3288597" y="2137883"/>
                </a:lnTo>
                <a:lnTo>
                  <a:pt x="3305384" y="2128957"/>
                </a:lnTo>
                <a:lnTo>
                  <a:pt x="3320658" y="2117309"/>
                </a:lnTo>
                <a:lnTo>
                  <a:pt x="3329580" y="2118519"/>
                </a:lnTo>
                <a:lnTo>
                  <a:pt x="3349693" y="2126688"/>
                </a:lnTo>
                <a:lnTo>
                  <a:pt x="3361489" y="2127596"/>
                </a:lnTo>
                <a:lnTo>
                  <a:pt x="3381451" y="2126234"/>
                </a:lnTo>
                <a:lnTo>
                  <a:pt x="3389769" y="2131378"/>
                </a:lnTo>
                <a:lnTo>
                  <a:pt x="3392944" y="2142875"/>
                </a:lnTo>
                <a:lnTo>
                  <a:pt x="3397481" y="2146960"/>
                </a:lnTo>
                <a:lnTo>
                  <a:pt x="3403379" y="2149985"/>
                </a:lnTo>
                <a:lnTo>
                  <a:pt x="3417595" y="2169349"/>
                </a:lnTo>
                <a:lnTo>
                  <a:pt x="3430751" y="2168290"/>
                </a:lnTo>
                <a:lnTo>
                  <a:pt x="3442396" y="2171921"/>
                </a:lnTo>
                <a:lnTo>
                  <a:pt x="3462660" y="2160121"/>
                </a:lnTo>
                <a:lnTo>
                  <a:pt x="3478086" y="2160423"/>
                </a:lnTo>
                <a:lnTo>
                  <a:pt x="3482471" y="2151347"/>
                </a:lnTo>
                <a:lnTo>
                  <a:pt x="3473246" y="2141665"/>
                </a:lnTo>
                <a:lnTo>
                  <a:pt x="3462056" y="2133647"/>
                </a:lnTo>
                <a:lnTo>
                  <a:pt x="3456158" y="2131983"/>
                </a:lnTo>
                <a:lnTo>
                  <a:pt x="3449655" y="2132437"/>
                </a:lnTo>
                <a:lnTo>
                  <a:pt x="3443757" y="2131227"/>
                </a:lnTo>
                <a:lnTo>
                  <a:pt x="3418956" y="2113527"/>
                </a:lnTo>
                <a:lnTo>
                  <a:pt x="3411545" y="2103996"/>
                </a:lnTo>
                <a:lnTo>
                  <a:pt x="3407311" y="2092802"/>
                </a:lnTo>
                <a:lnTo>
                  <a:pt x="3409882" y="2084481"/>
                </a:lnTo>
                <a:lnTo>
                  <a:pt x="3426971" y="2077068"/>
                </a:lnTo>
                <a:lnTo>
                  <a:pt x="3434986" y="2075253"/>
                </a:lnTo>
                <a:lnTo>
                  <a:pt x="3464626" y="2080245"/>
                </a:lnTo>
                <a:lnTo>
                  <a:pt x="3469768" y="2084481"/>
                </a:lnTo>
                <a:lnTo>
                  <a:pt x="3477632" y="2102181"/>
                </a:lnTo>
                <a:lnTo>
                  <a:pt x="3483530" y="2109896"/>
                </a:lnTo>
                <a:close/>
                <a:moveTo>
                  <a:pt x="3825002" y="701030"/>
                </a:moveTo>
                <a:lnTo>
                  <a:pt x="3825002" y="726596"/>
                </a:lnTo>
                <a:lnTo>
                  <a:pt x="3825002" y="739001"/>
                </a:lnTo>
                <a:lnTo>
                  <a:pt x="3825002" y="752465"/>
                </a:lnTo>
                <a:lnTo>
                  <a:pt x="3825002" y="767290"/>
                </a:lnTo>
                <a:lnTo>
                  <a:pt x="3825002" y="780300"/>
                </a:lnTo>
                <a:lnTo>
                  <a:pt x="3825002" y="784234"/>
                </a:lnTo>
                <a:lnTo>
                  <a:pt x="3825002" y="791344"/>
                </a:lnTo>
                <a:lnTo>
                  <a:pt x="3825002" y="794067"/>
                </a:lnTo>
                <a:lnTo>
                  <a:pt x="3825002" y="794823"/>
                </a:lnTo>
                <a:lnTo>
                  <a:pt x="3825002" y="805261"/>
                </a:lnTo>
                <a:lnTo>
                  <a:pt x="3825002" y="806623"/>
                </a:lnTo>
                <a:lnTo>
                  <a:pt x="3825002" y="806169"/>
                </a:lnTo>
                <a:lnTo>
                  <a:pt x="3825002" y="803446"/>
                </a:lnTo>
                <a:lnTo>
                  <a:pt x="3825002" y="802085"/>
                </a:lnTo>
                <a:lnTo>
                  <a:pt x="3825002" y="788621"/>
                </a:lnTo>
                <a:lnTo>
                  <a:pt x="3825002" y="778031"/>
                </a:lnTo>
                <a:lnTo>
                  <a:pt x="3825002" y="776821"/>
                </a:lnTo>
                <a:lnTo>
                  <a:pt x="3825002" y="778031"/>
                </a:lnTo>
                <a:lnTo>
                  <a:pt x="3825002" y="778788"/>
                </a:lnTo>
                <a:lnTo>
                  <a:pt x="3825002" y="780754"/>
                </a:lnTo>
                <a:lnTo>
                  <a:pt x="3825002" y="785444"/>
                </a:lnTo>
                <a:lnTo>
                  <a:pt x="3825002" y="783326"/>
                </a:lnTo>
                <a:lnTo>
                  <a:pt x="3825002" y="778031"/>
                </a:lnTo>
                <a:lnTo>
                  <a:pt x="3825002" y="776216"/>
                </a:lnTo>
                <a:lnTo>
                  <a:pt x="3825002" y="776670"/>
                </a:lnTo>
                <a:lnTo>
                  <a:pt x="3825002" y="784687"/>
                </a:lnTo>
                <a:lnTo>
                  <a:pt x="3825002" y="783931"/>
                </a:lnTo>
                <a:lnTo>
                  <a:pt x="3825002" y="773644"/>
                </a:lnTo>
                <a:lnTo>
                  <a:pt x="3825002" y="771677"/>
                </a:lnTo>
                <a:lnTo>
                  <a:pt x="3818953" y="774400"/>
                </a:lnTo>
                <a:lnTo>
                  <a:pt x="3802167" y="783628"/>
                </a:lnTo>
                <a:lnTo>
                  <a:pt x="3795815" y="789831"/>
                </a:lnTo>
                <a:lnTo>
                  <a:pt x="3778424" y="810859"/>
                </a:lnTo>
                <a:lnTo>
                  <a:pt x="3768594" y="826289"/>
                </a:lnTo>
                <a:lnTo>
                  <a:pt x="3761184" y="845502"/>
                </a:lnTo>
                <a:lnTo>
                  <a:pt x="3754832" y="865168"/>
                </a:lnTo>
                <a:lnTo>
                  <a:pt x="3751354" y="881204"/>
                </a:lnTo>
                <a:lnTo>
                  <a:pt x="3751203" y="897996"/>
                </a:lnTo>
                <a:lnTo>
                  <a:pt x="3754227" y="916906"/>
                </a:lnTo>
                <a:lnTo>
                  <a:pt x="3758915" y="935664"/>
                </a:lnTo>
                <a:lnTo>
                  <a:pt x="3764057" y="949885"/>
                </a:lnTo>
                <a:lnTo>
                  <a:pt x="3785834" y="982864"/>
                </a:lnTo>
                <a:lnTo>
                  <a:pt x="3790220" y="987553"/>
                </a:lnTo>
                <a:lnTo>
                  <a:pt x="3813660" y="996933"/>
                </a:lnTo>
                <a:lnTo>
                  <a:pt x="3825002" y="1008732"/>
                </a:lnTo>
                <a:lnTo>
                  <a:pt x="3825002" y="1041863"/>
                </a:lnTo>
                <a:lnTo>
                  <a:pt x="3825002" y="1058806"/>
                </a:lnTo>
                <a:lnTo>
                  <a:pt x="3825002" y="1058957"/>
                </a:lnTo>
                <a:lnTo>
                  <a:pt x="3825002" y="1057898"/>
                </a:lnTo>
                <a:lnTo>
                  <a:pt x="3825002" y="1060016"/>
                </a:lnTo>
                <a:lnTo>
                  <a:pt x="3825002" y="1064403"/>
                </a:lnTo>
                <a:lnTo>
                  <a:pt x="3825002" y="1054116"/>
                </a:lnTo>
                <a:lnTo>
                  <a:pt x="3825002" y="1034904"/>
                </a:lnTo>
                <a:lnTo>
                  <a:pt x="3825002" y="1020683"/>
                </a:lnTo>
                <a:lnTo>
                  <a:pt x="3825002" y="993604"/>
                </a:lnTo>
                <a:lnTo>
                  <a:pt x="3825002" y="981048"/>
                </a:lnTo>
                <a:lnTo>
                  <a:pt x="3825002" y="976964"/>
                </a:lnTo>
                <a:lnTo>
                  <a:pt x="3825002" y="978628"/>
                </a:lnTo>
                <a:lnTo>
                  <a:pt x="3825002" y="985889"/>
                </a:lnTo>
                <a:lnTo>
                  <a:pt x="3825002" y="991638"/>
                </a:lnTo>
                <a:lnTo>
                  <a:pt x="3825002" y="994663"/>
                </a:lnTo>
                <a:lnTo>
                  <a:pt x="3825002" y="992697"/>
                </a:lnTo>
                <a:lnTo>
                  <a:pt x="3825002" y="983923"/>
                </a:lnTo>
                <a:lnTo>
                  <a:pt x="3825002" y="978476"/>
                </a:lnTo>
                <a:lnTo>
                  <a:pt x="3825002" y="971669"/>
                </a:lnTo>
                <a:lnTo>
                  <a:pt x="3825002" y="966072"/>
                </a:lnTo>
                <a:lnTo>
                  <a:pt x="3825002" y="968038"/>
                </a:lnTo>
                <a:lnTo>
                  <a:pt x="3825002" y="965769"/>
                </a:lnTo>
                <a:lnTo>
                  <a:pt x="3825002" y="960777"/>
                </a:lnTo>
                <a:lnTo>
                  <a:pt x="3825002" y="955482"/>
                </a:lnTo>
                <a:lnTo>
                  <a:pt x="3825002" y="951246"/>
                </a:lnTo>
                <a:lnTo>
                  <a:pt x="3825002" y="948523"/>
                </a:lnTo>
                <a:lnTo>
                  <a:pt x="3825002" y="942321"/>
                </a:lnTo>
                <a:lnTo>
                  <a:pt x="3825002" y="937934"/>
                </a:lnTo>
                <a:lnTo>
                  <a:pt x="3825002" y="941110"/>
                </a:lnTo>
                <a:lnTo>
                  <a:pt x="3825002" y="949733"/>
                </a:lnTo>
                <a:lnTo>
                  <a:pt x="3825002" y="958508"/>
                </a:lnTo>
                <a:lnTo>
                  <a:pt x="3825002" y="969248"/>
                </a:lnTo>
                <a:lnTo>
                  <a:pt x="3825002" y="997084"/>
                </a:lnTo>
                <a:lnTo>
                  <a:pt x="3825002" y="1003438"/>
                </a:lnTo>
                <a:lnTo>
                  <a:pt x="3825002" y="1006766"/>
                </a:lnTo>
                <a:lnTo>
                  <a:pt x="3825002" y="1003135"/>
                </a:lnTo>
                <a:lnTo>
                  <a:pt x="3825002" y="988763"/>
                </a:lnTo>
                <a:lnTo>
                  <a:pt x="3825002" y="983469"/>
                </a:lnTo>
                <a:lnTo>
                  <a:pt x="3825002" y="987856"/>
                </a:lnTo>
                <a:lnTo>
                  <a:pt x="3825002" y="991940"/>
                </a:lnTo>
                <a:lnTo>
                  <a:pt x="3825002" y="997689"/>
                </a:lnTo>
                <a:lnTo>
                  <a:pt x="3825002" y="1012514"/>
                </a:lnTo>
                <a:lnTo>
                  <a:pt x="3825002" y="1029306"/>
                </a:lnTo>
                <a:lnTo>
                  <a:pt x="3825002" y="1055478"/>
                </a:lnTo>
                <a:lnTo>
                  <a:pt x="3825002" y="1078170"/>
                </a:lnTo>
                <a:lnTo>
                  <a:pt x="3825002" y="1086793"/>
                </a:lnTo>
                <a:lnTo>
                  <a:pt x="3825002" y="1092693"/>
                </a:lnTo>
                <a:lnTo>
                  <a:pt x="3825002" y="1107669"/>
                </a:lnTo>
                <a:lnTo>
                  <a:pt x="3825002" y="1118864"/>
                </a:lnTo>
                <a:lnTo>
                  <a:pt x="3825002" y="1133387"/>
                </a:lnTo>
                <a:lnTo>
                  <a:pt x="3825002" y="1138228"/>
                </a:lnTo>
                <a:lnTo>
                  <a:pt x="3825002" y="1139892"/>
                </a:lnTo>
                <a:lnTo>
                  <a:pt x="3825002" y="1137169"/>
                </a:lnTo>
                <a:lnTo>
                  <a:pt x="3825002" y="1129000"/>
                </a:lnTo>
                <a:lnTo>
                  <a:pt x="3825002" y="1135656"/>
                </a:lnTo>
                <a:lnTo>
                  <a:pt x="3825002" y="1145943"/>
                </a:lnTo>
                <a:lnTo>
                  <a:pt x="3825002" y="1149574"/>
                </a:lnTo>
                <a:lnTo>
                  <a:pt x="3825002" y="1160920"/>
                </a:lnTo>
                <a:lnTo>
                  <a:pt x="3825002" y="1176955"/>
                </a:lnTo>
                <a:lnTo>
                  <a:pt x="3825002" y="1180435"/>
                </a:lnTo>
                <a:lnTo>
                  <a:pt x="3825002" y="1185578"/>
                </a:lnTo>
                <a:lnTo>
                  <a:pt x="3825002" y="1190570"/>
                </a:lnTo>
                <a:lnTo>
                  <a:pt x="3825002" y="1204337"/>
                </a:lnTo>
                <a:lnTo>
                  <a:pt x="3825002" y="1236106"/>
                </a:lnTo>
                <a:lnTo>
                  <a:pt x="3825002" y="1253351"/>
                </a:lnTo>
                <a:lnTo>
                  <a:pt x="3825002" y="1267572"/>
                </a:lnTo>
                <a:lnTo>
                  <a:pt x="3825002" y="1291474"/>
                </a:lnTo>
                <a:lnTo>
                  <a:pt x="3825002" y="1298130"/>
                </a:lnTo>
                <a:lnTo>
                  <a:pt x="3825002" y="1305997"/>
                </a:lnTo>
                <a:lnTo>
                  <a:pt x="3825002" y="1313258"/>
                </a:lnTo>
                <a:lnTo>
                  <a:pt x="3825002" y="1326873"/>
                </a:lnTo>
                <a:lnTo>
                  <a:pt x="3825002" y="1335799"/>
                </a:lnTo>
                <a:lnTo>
                  <a:pt x="3825002" y="1346993"/>
                </a:lnTo>
                <a:lnTo>
                  <a:pt x="3825002" y="1363332"/>
                </a:lnTo>
                <a:lnTo>
                  <a:pt x="3825002" y="1385116"/>
                </a:lnTo>
                <a:lnTo>
                  <a:pt x="3825002" y="1392529"/>
                </a:lnTo>
                <a:lnTo>
                  <a:pt x="3825002" y="1399185"/>
                </a:lnTo>
                <a:lnTo>
                  <a:pt x="3825002" y="1405539"/>
                </a:lnTo>
                <a:lnTo>
                  <a:pt x="3825002" y="1410380"/>
                </a:lnTo>
                <a:lnTo>
                  <a:pt x="3825002" y="1412951"/>
                </a:lnTo>
                <a:lnTo>
                  <a:pt x="3825002" y="1417338"/>
                </a:lnTo>
                <a:lnTo>
                  <a:pt x="3825002" y="1434433"/>
                </a:lnTo>
                <a:lnTo>
                  <a:pt x="3825002" y="1438820"/>
                </a:lnTo>
                <a:lnTo>
                  <a:pt x="3825002" y="1445023"/>
                </a:lnTo>
                <a:lnTo>
                  <a:pt x="3825002" y="1454402"/>
                </a:lnTo>
                <a:lnTo>
                  <a:pt x="3825002" y="1459848"/>
                </a:lnTo>
                <a:lnTo>
                  <a:pt x="3825002" y="1469379"/>
                </a:lnTo>
                <a:lnTo>
                  <a:pt x="3825002" y="1471799"/>
                </a:lnTo>
                <a:lnTo>
                  <a:pt x="3825002" y="1469076"/>
                </a:lnTo>
                <a:lnTo>
                  <a:pt x="3825002" y="1464840"/>
                </a:lnTo>
                <a:lnTo>
                  <a:pt x="3825002" y="1466504"/>
                </a:lnTo>
                <a:lnTo>
                  <a:pt x="3825002" y="1473161"/>
                </a:lnTo>
                <a:lnTo>
                  <a:pt x="3825002" y="1481783"/>
                </a:lnTo>
                <a:lnTo>
                  <a:pt x="3825002" y="1491314"/>
                </a:lnTo>
                <a:lnTo>
                  <a:pt x="3825002" y="1509468"/>
                </a:lnTo>
                <a:lnTo>
                  <a:pt x="3825002" y="1515973"/>
                </a:lnTo>
                <a:lnTo>
                  <a:pt x="3825002" y="1515670"/>
                </a:lnTo>
                <a:lnTo>
                  <a:pt x="3825002" y="1508257"/>
                </a:lnTo>
                <a:lnTo>
                  <a:pt x="3825002" y="1513552"/>
                </a:lnTo>
                <a:lnTo>
                  <a:pt x="3825002" y="1518847"/>
                </a:lnTo>
                <a:lnTo>
                  <a:pt x="3825002" y="1520511"/>
                </a:lnTo>
                <a:lnTo>
                  <a:pt x="3825002" y="1519755"/>
                </a:lnTo>
                <a:lnTo>
                  <a:pt x="3825002" y="1520511"/>
                </a:lnTo>
                <a:lnTo>
                  <a:pt x="3825002" y="1531706"/>
                </a:lnTo>
                <a:lnTo>
                  <a:pt x="3825002" y="1538362"/>
                </a:lnTo>
                <a:lnTo>
                  <a:pt x="3825002" y="1550464"/>
                </a:lnTo>
                <a:lnTo>
                  <a:pt x="3825002" y="1558785"/>
                </a:lnTo>
                <a:lnTo>
                  <a:pt x="3825002" y="1576484"/>
                </a:lnTo>
                <a:lnTo>
                  <a:pt x="3825002" y="1582536"/>
                </a:lnTo>
                <a:lnTo>
                  <a:pt x="3825002" y="1584956"/>
                </a:lnTo>
                <a:lnTo>
                  <a:pt x="3825002" y="1580266"/>
                </a:lnTo>
                <a:lnTo>
                  <a:pt x="3825002" y="1575577"/>
                </a:lnTo>
                <a:lnTo>
                  <a:pt x="3825002" y="1571644"/>
                </a:lnTo>
                <a:lnTo>
                  <a:pt x="3825002" y="1559692"/>
                </a:lnTo>
                <a:lnTo>
                  <a:pt x="3825002" y="1544564"/>
                </a:lnTo>
                <a:lnTo>
                  <a:pt x="3825002" y="1499483"/>
                </a:lnTo>
                <a:lnTo>
                  <a:pt x="3825002" y="1493735"/>
                </a:lnTo>
                <a:lnTo>
                  <a:pt x="3825002" y="1488591"/>
                </a:lnTo>
                <a:lnTo>
                  <a:pt x="3825002" y="1480271"/>
                </a:lnTo>
                <a:lnTo>
                  <a:pt x="3825002" y="1470740"/>
                </a:lnTo>
                <a:lnTo>
                  <a:pt x="3825002" y="1458940"/>
                </a:lnTo>
                <a:lnTo>
                  <a:pt x="3825002" y="1454251"/>
                </a:lnTo>
                <a:lnTo>
                  <a:pt x="3825002" y="1444417"/>
                </a:lnTo>
                <a:lnTo>
                  <a:pt x="3825002" y="1389503"/>
                </a:lnTo>
                <a:lnTo>
                  <a:pt x="3825002" y="1384208"/>
                </a:lnTo>
                <a:lnTo>
                  <a:pt x="3825002" y="1374980"/>
                </a:lnTo>
                <a:lnTo>
                  <a:pt x="3825002" y="1366508"/>
                </a:lnTo>
                <a:lnTo>
                  <a:pt x="3825002" y="1336404"/>
                </a:lnTo>
                <a:lnTo>
                  <a:pt x="3825002" y="1330655"/>
                </a:lnTo>
                <a:lnTo>
                  <a:pt x="3825002" y="1306904"/>
                </a:lnTo>
                <a:lnTo>
                  <a:pt x="3825002" y="1287389"/>
                </a:lnTo>
                <a:lnTo>
                  <a:pt x="3825002" y="1267874"/>
                </a:lnTo>
                <a:lnTo>
                  <a:pt x="3825002" y="1255469"/>
                </a:lnTo>
                <a:lnTo>
                  <a:pt x="3825002" y="1251839"/>
                </a:lnTo>
                <a:lnTo>
                  <a:pt x="3825002" y="1251233"/>
                </a:lnTo>
                <a:lnTo>
                  <a:pt x="3825002" y="1255167"/>
                </a:lnTo>
                <a:lnTo>
                  <a:pt x="3825002" y="1265000"/>
                </a:lnTo>
                <a:lnTo>
                  <a:pt x="3800957" y="1285725"/>
                </a:lnTo>
                <a:lnTo>
                  <a:pt x="3788859" y="1297676"/>
                </a:lnTo>
                <a:lnTo>
                  <a:pt x="3787800" y="1313409"/>
                </a:lnTo>
                <a:lnTo>
                  <a:pt x="3794756" y="1328689"/>
                </a:lnTo>
                <a:lnTo>
                  <a:pt x="3803830" y="1342758"/>
                </a:lnTo>
                <a:lnTo>
                  <a:pt x="3808669" y="1358037"/>
                </a:lnTo>
                <a:lnTo>
                  <a:pt x="3815475" y="1412346"/>
                </a:lnTo>
                <a:lnTo>
                  <a:pt x="3815172" y="1418549"/>
                </a:lnTo>
                <a:lnTo>
                  <a:pt x="3807308" y="1434282"/>
                </a:lnTo>
                <a:lnTo>
                  <a:pt x="3804133" y="1469681"/>
                </a:lnTo>
                <a:lnTo>
                  <a:pt x="3807611" y="1519452"/>
                </a:lnTo>
                <a:lnTo>
                  <a:pt x="3812904" y="1550011"/>
                </a:lnTo>
                <a:lnTo>
                  <a:pt x="3810635" y="1566651"/>
                </a:lnTo>
                <a:lnTo>
                  <a:pt x="3796269" y="1602353"/>
                </a:lnTo>
                <a:lnTo>
                  <a:pt x="3791883" y="1622020"/>
                </a:lnTo>
                <a:lnTo>
                  <a:pt x="3791581" y="1630037"/>
                </a:lnTo>
                <a:lnTo>
                  <a:pt x="3808518" y="1667403"/>
                </a:lnTo>
                <a:lnTo>
                  <a:pt x="3812450" y="1682078"/>
                </a:lnTo>
                <a:lnTo>
                  <a:pt x="3814416" y="1697357"/>
                </a:lnTo>
                <a:lnTo>
                  <a:pt x="3796571" y="1689944"/>
                </a:lnTo>
                <a:lnTo>
                  <a:pt x="3788102" y="1690247"/>
                </a:lnTo>
                <a:lnTo>
                  <a:pt x="3779785" y="1692516"/>
                </a:lnTo>
                <a:lnTo>
                  <a:pt x="3761033" y="1694936"/>
                </a:lnTo>
                <a:lnTo>
                  <a:pt x="3742129" y="1695390"/>
                </a:lnTo>
                <a:lnTo>
                  <a:pt x="3735475" y="1698113"/>
                </a:lnTo>
                <a:lnTo>
                  <a:pt x="3721865" y="1708098"/>
                </a:lnTo>
                <a:lnTo>
                  <a:pt x="3713698" y="1712031"/>
                </a:lnTo>
                <a:lnTo>
                  <a:pt x="3706591" y="1712787"/>
                </a:lnTo>
                <a:lnTo>
                  <a:pt x="3682394" y="1700382"/>
                </a:lnTo>
                <a:lnTo>
                  <a:pt x="3668179" y="1686919"/>
                </a:lnTo>
                <a:lnTo>
                  <a:pt x="3655022" y="1672244"/>
                </a:lnTo>
                <a:lnTo>
                  <a:pt x="3652602" y="1655452"/>
                </a:lnTo>
                <a:lnTo>
                  <a:pt x="3657290" y="1638358"/>
                </a:lnTo>
                <a:lnTo>
                  <a:pt x="3663793" y="1619902"/>
                </a:lnTo>
                <a:lnTo>
                  <a:pt x="3676799" y="1589343"/>
                </a:lnTo>
                <a:lnTo>
                  <a:pt x="3676194" y="1568920"/>
                </a:lnTo>
                <a:lnTo>
                  <a:pt x="3680580" y="1552128"/>
                </a:lnTo>
                <a:lnTo>
                  <a:pt x="3687990" y="1535790"/>
                </a:lnTo>
                <a:lnTo>
                  <a:pt x="3690712" y="1520814"/>
                </a:lnTo>
                <a:lnTo>
                  <a:pt x="3692527" y="1461815"/>
                </a:lnTo>
                <a:lnTo>
                  <a:pt x="3690561" y="1456671"/>
                </a:lnTo>
                <a:lnTo>
                  <a:pt x="3672867" y="1421726"/>
                </a:lnTo>
                <a:lnTo>
                  <a:pt x="3670750" y="1415826"/>
                </a:lnTo>
                <a:lnTo>
                  <a:pt x="3670599" y="1406295"/>
                </a:lnTo>
                <a:lnTo>
                  <a:pt x="3672564" y="1397370"/>
                </a:lnTo>
                <a:lnTo>
                  <a:pt x="3673018" y="1389200"/>
                </a:lnTo>
                <a:lnTo>
                  <a:pt x="3668784" y="1382998"/>
                </a:lnTo>
                <a:lnTo>
                  <a:pt x="3661676" y="1377249"/>
                </a:lnTo>
                <a:lnTo>
                  <a:pt x="3652905" y="1374829"/>
                </a:lnTo>
                <a:lnTo>
                  <a:pt x="3634455" y="1377249"/>
                </a:lnTo>
                <a:lnTo>
                  <a:pt x="3597404" y="1386780"/>
                </a:lnTo>
                <a:lnTo>
                  <a:pt x="3586365" y="1378460"/>
                </a:lnTo>
                <a:lnTo>
                  <a:pt x="3578198" y="1365601"/>
                </a:lnTo>
                <a:lnTo>
                  <a:pt x="3572905" y="1347750"/>
                </a:lnTo>
                <a:lnTo>
                  <a:pt x="3569730" y="1329142"/>
                </a:lnTo>
                <a:lnTo>
                  <a:pt x="3571242" y="1311594"/>
                </a:lnTo>
                <a:lnTo>
                  <a:pt x="3576686" y="1294651"/>
                </a:lnTo>
                <a:lnTo>
                  <a:pt x="3572301" y="1282700"/>
                </a:lnTo>
                <a:lnTo>
                  <a:pt x="3565495" y="1269841"/>
                </a:lnTo>
                <a:lnTo>
                  <a:pt x="3565344" y="1263185"/>
                </a:lnTo>
                <a:lnTo>
                  <a:pt x="3569276" y="1257285"/>
                </a:lnTo>
                <a:lnTo>
                  <a:pt x="3575930" y="1252444"/>
                </a:lnTo>
                <a:lnTo>
                  <a:pt x="3584248" y="1249569"/>
                </a:lnTo>
                <a:lnTo>
                  <a:pt x="3591809" y="1244426"/>
                </a:lnTo>
                <a:lnTo>
                  <a:pt x="3612073" y="1227180"/>
                </a:lnTo>
                <a:lnTo>
                  <a:pt x="3618576" y="1211901"/>
                </a:lnTo>
                <a:lnTo>
                  <a:pt x="3619030" y="1193142"/>
                </a:lnTo>
                <a:lnTo>
                  <a:pt x="3624172" y="1175291"/>
                </a:lnTo>
                <a:lnTo>
                  <a:pt x="3634606" y="1158802"/>
                </a:lnTo>
                <a:lnTo>
                  <a:pt x="3646856" y="1143522"/>
                </a:lnTo>
                <a:lnTo>
                  <a:pt x="3650788" y="1127638"/>
                </a:lnTo>
                <a:lnTo>
                  <a:pt x="3644739" y="1102677"/>
                </a:lnTo>
                <a:lnTo>
                  <a:pt x="3647158" y="1091180"/>
                </a:lnTo>
                <a:lnTo>
                  <a:pt x="3645041" y="1077867"/>
                </a:lnTo>
                <a:lnTo>
                  <a:pt x="3644890" y="1064555"/>
                </a:lnTo>
                <a:lnTo>
                  <a:pt x="3652451" y="1039593"/>
                </a:lnTo>
                <a:lnTo>
                  <a:pt x="3674984" y="988763"/>
                </a:lnTo>
                <a:lnTo>
                  <a:pt x="3697063" y="961684"/>
                </a:lnTo>
                <a:lnTo>
                  <a:pt x="3705683" y="954574"/>
                </a:lnTo>
                <a:lnTo>
                  <a:pt x="3717177" y="967131"/>
                </a:lnTo>
                <a:lnTo>
                  <a:pt x="3725797" y="981956"/>
                </a:lnTo>
                <a:lnTo>
                  <a:pt x="3725948" y="968492"/>
                </a:lnTo>
                <a:lnTo>
                  <a:pt x="3723679" y="955331"/>
                </a:lnTo>
                <a:lnTo>
                  <a:pt x="3714908" y="924772"/>
                </a:lnTo>
                <a:lnTo>
                  <a:pt x="3707347" y="864866"/>
                </a:lnTo>
                <a:lnTo>
                  <a:pt x="3709464" y="859268"/>
                </a:lnTo>
                <a:lnTo>
                  <a:pt x="3717177" y="860176"/>
                </a:lnTo>
                <a:lnTo>
                  <a:pt x="3724889" y="854881"/>
                </a:lnTo>
                <a:lnTo>
                  <a:pt x="3729124" y="845502"/>
                </a:lnTo>
                <a:lnTo>
                  <a:pt x="3720957" y="823264"/>
                </a:lnTo>
                <a:lnTo>
                  <a:pt x="3720504" y="815397"/>
                </a:lnTo>
                <a:lnTo>
                  <a:pt x="3736231" y="784234"/>
                </a:lnTo>
                <a:lnTo>
                  <a:pt x="3749086" y="772888"/>
                </a:lnTo>
                <a:lnTo>
                  <a:pt x="3754681" y="765777"/>
                </a:lnTo>
                <a:lnTo>
                  <a:pt x="3757857" y="746716"/>
                </a:lnTo>
                <a:lnTo>
                  <a:pt x="3764662" y="739606"/>
                </a:lnTo>
                <a:lnTo>
                  <a:pt x="3773131" y="734463"/>
                </a:lnTo>
                <a:lnTo>
                  <a:pt x="3784171" y="721301"/>
                </a:lnTo>
                <a:lnTo>
                  <a:pt x="3790220" y="704661"/>
                </a:lnTo>
                <a:lnTo>
                  <a:pt x="3793849" y="703450"/>
                </a:lnTo>
                <a:lnTo>
                  <a:pt x="3798083" y="702845"/>
                </a:lnTo>
                <a:lnTo>
                  <a:pt x="3804889" y="717217"/>
                </a:lnTo>
                <a:lnTo>
                  <a:pt x="3812299" y="723117"/>
                </a:lnTo>
                <a:lnTo>
                  <a:pt x="3825002" y="727806"/>
                </a:lnTo>
                <a:lnTo>
                  <a:pt x="3825002" y="722360"/>
                </a:lnTo>
                <a:lnTo>
                  <a:pt x="3825002" y="715099"/>
                </a:lnTo>
                <a:lnTo>
                  <a:pt x="3825002" y="708745"/>
                </a:lnTo>
                <a:lnTo>
                  <a:pt x="3825002" y="702240"/>
                </a:lnTo>
                <a:lnTo>
                  <a:pt x="3825002" y="694827"/>
                </a:lnTo>
                <a:lnTo>
                  <a:pt x="3825002" y="677733"/>
                </a:lnTo>
                <a:lnTo>
                  <a:pt x="3825002" y="662000"/>
                </a:lnTo>
                <a:lnTo>
                  <a:pt x="3825002" y="656554"/>
                </a:lnTo>
                <a:lnTo>
                  <a:pt x="3825002" y="653074"/>
                </a:lnTo>
                <a:lnTo>
                  <a:pt x="3825002" y="650956"/>
                </a:lnTo>
                <a:lnTo>
                  <a:pt x="3825002" y="650654"/>
                </a:lnTo>
                <a:lnTo>
                  <a:pt x="3825002" y="660638"/>
                </a:lnTo>
                <a:lnTo>
                  <a:pt x="3825002" y="662454"/>
                </a:lnTo>
                <a:lnTo>
                  <a:pt x="3825002" y="661697"/>
                </a:lnTo>
                <a:lnTo>
                  <a:pt x="3825002" y="663361"/>
                </a:lnTo>
                <a:lnTo>
                  <a:pt x="3825002" y="667900"/>
                </a:lnTo>
                <a:lnTo>
                  <a:pt x="3825002" y="676674"/>
                </a:lnTo>
                <a:lnTo>
                  <a:pt x="3825002" y="684389"/>
                </a:lnTo>
                <a:lnTo>
                  <a:pt x="3825002" y="688171"/>
                </a:lnTo>
                <a:lnTo>
                  <a:pt x="3825002" y="689986"/>
                </a:lnTo>
                <a:lnTo>
                  <a:pt x="3825002" y="686810"/>
                </a:lnTo>
                <a:lnTo>
                  <a:pt x="3825002" y="695584"/>
                </a:lnTo>
                <a:lnTo>
                  <a:pt x="3825002" y="697550"/>
                </a:lnTo>
                <a:lnTo>
                  <a:pt x="3825002" y="702694"/>
                </a:lnTo>
                <a:lnTo>
                  <a:pt x="3825002" y="709199"/>
                </a:lnTo>
                <a:lnTo>
                  <a:pt x="3825002" y="720999"/>
                </a:lnTo>
                <a:lnTo>
                  <a:pt x="3825002" y="723570"/>
                </a:lnTo>
                <a:lnTo>
                  <a:pt x="3825002" y="722965"/>
                </a:lnTo>
                <a:lnTo>
                  <a:pt x="3825002" y="711922"/>
                </a:lnTo>
                <a:lnTo>
                  <a:pt x="3825002" y="709501"/>
                </a:lnTo>
                <a:lnTo>
                  <a:pt x="3825002" y="709048"/>
                </a:lnTo>
                <a:lnTo>
                  <a:pt x="3825002" y="711166"/>
                </a:lnTo>
                <a:lnTo>
                  <a:pt x="3825002" y="724781"/>
                </a:lnTo>
                <a:lnTo>
                  <a:pt x="3825002" y="722965"/>
                </a:lnTo>
                <a:lnTo>
                  <a:pt x="3825002" y="696945"/>
                </a:lnTo>
                <a:lnTo>
                  <a:pt x="3825002" y="672287"/>
                </a:lnTo>
                <a:lnTo>
                  <a:pt x="3825002" y="665479"/>
                </a:lnTo>
                <a:lnTo>
                  <a:pt x="3825002" y="654284"/>
                </a:lnTo>
                <a:lnTo>
                  <a:pt x="3825002" y="640972"/>
                </a:lnTo>
                <a:lnTo>
                  <a:pt x="3825002" y="637341"/>
                </a:lnTo>
                <a:lnTo>
                  <a:pt x="3825002" y="633559"/>
                </a:lnTo>
                <a:lnTo>
                  <a:pt x="3825002" y="629475"/>
                </a:lnTo>
                <a:lnTo>
                  <a:pt x="3825002" y="613136"/>
                </a:lnTo>
                <a:lnTo>
                  <a:pt x="3825002" y="598614"/>
                </a:lnTo>
                <a:lnTo>
                  <a:pt x="3825002" y="594226"/>
                </a:lnTo>
                <a:lnTo>
                  <a:pt x="3825002" y="596496"/>
                </a:lnTo>
                <a:lnTo>
                  <a:pt x="3825002" y="602849"/>
                </a:lnTo>
                <a:lnTo>
                  <a:pt x="3825002" y="624331"/>
                </a:lnTo>
                <a:lnTo>
                  <a:pt x="3825002" y="627811"/>
                </a:lnTo>
                <a:lnTo>
                  <a:pt x="3825002" y="638551"/>
                </a:lnTo>
                <a:lnTo>
                  <a:pt x="3825002" y="642938"/>
                </a:lnTo>
                <a:lnTo>
                  <a:pt x="3825002" y="673043"/>
                </a:lnTo>
                <a:lnTo>
                  <a:pt x="3825002" y="687717"/>
                </a:lnTo>
                <a:lnTo>
                  <a:pt x="3825002" y="701030"/>
                </a:lnTo>
                <a:close/>
                <a:moveTo>
                  <a:pt x="1839987" y="1760440"/>
                </a:moveTo>
                <a:lnTo>
                  <a:pt x="1855261" y="1777686"/>
                </a:lnTo>
                <a:lnTo>
                  <a:pt x="1868569" y="1786914"/>
                </a:lnTo>
                <a:lnTo>
                  <a:pt x="1884297" y="1791907"/>
                </a:lnTo>
                <a:lnTo>
                  <a:pt x="1900781" y="1792360"/>
                </a:lnTo>
                <a:lnTo>
                  <a:pt x="1917113" y="1794478"/>
                </a:lnTo>
                <a:lnTo>
                  <a:pt x="1936017" y="1801135"/>
                </a:lnTo>
                <a:lnTo>
                  <a:pt x="1955525" y="1804160"/>
                </a:lnTo>
                <a:lnTo>
                  <a:pt x="1964448" y="1802950"/>
                </a:lnTo>
                <a:lnTo>
                  <a:pt x="1973068" y="1799622"/>
                </a:lnTo>
                <a:lnTo>
                  <a:pt x="1979268" y="1799319"/>
                </a:lnTo>
                <a:lnTo>
                  <a:pt x="1984561" y="1802496"/>
                </a:lnTo>
                <a:lnTo>
                  <a:pt x="1998020" y="1817170"/>
                </a:lnTo>
                <a:lnTo>
                  <a:pt x="2012689" y="1830483"/>
                </a:lnTo>
                <a:lnTo>
                  <a:pt x="2016016" y="1837290"/>
                </a:lnTo>
                <a:lnTo>
                  <a:pt x="2025997" y="1869513"/>
                </a:lnTo>
                <a:lnTo>
                  <a:pt x="2037188" y="1878892"/>
                </a:lnTo>
                <a:lnTo>
                  <a:pt x="2052613" y="1881464"/>
                </a:lnTo>
                <a:lnTo>
                  <a:pt x="2070610" y="1881464"/>
                </a:lnTo>
                <a:lnTo>
                  <a:pt x="2088606" y="1882826"/>
                </a:lnTo>
                <a:lnTo>
                  <a:pt x="2130344" y="1890390"/>
                </a:lnTo>
                <a:lnTo>
                  <a:pt x="2146980" y="1889331"/>
                </a:lnTo>
                <a:lnTo>
                  <a:pt x="2161649" y="1881767"/>
                </a:lnTo>
                <a:lnTo>
                  <a:pt x="2174654" y="1886759"/>
                </a:lnTo>
                <a:lnTo>
                  <a:pt x="2210041" y="1895684"/>
                </a:lnTo>
                <a:lnTo>
                  <a:pt x="2227433" y="1897802"/>
                </a:lnTo>
                <a:lnTo>
                  <a:pt x="2247243" y="1895230"/>
                </a:lnTo>
                <a:lnTo>
                  <a:pt x="2267054" y="1894625"/>
                </a:lnTo>
                <a:lnTo>
                  <a:pt x="2276582" y="1897197"/>
                </a:lnTo>
                <a:lnTo>
                  <a:pt x="2285655" y="1901130"/>
                </a:lnTo>
                <a:lnTo>
                  <a:pt x="2293519" y="1902643"/>
                </a:lnTo>
                <a:lnTo>
                  <a:pt x="2301534" y="1902492"/>
                </a:lnTo>
                <a:lnTo>
                  <a:pt x="2315901" y="1894928"/>
                </a:lnTo>
                <a:lnTo>
                  <a:pt x="2325428" y="1881161"/>
                </a:lnTo>
                <a:lnTo>
                  <a:pt x="2332990" y="1863613"/>
                </a:lnTo>
                <a:lnTo>
                  <a:pt x="2339039" y="1845459"/>
                </a:lnTo>
                <a:lnTo>
                  <a:pt x="2343122" y="1837593"/>
                </a:lnTo>
                <a:lnTo>
                  <a:pt x="2348566" y="1830634"/>
                </a:lnTo>
                <a:lnTo>
                  <a:pt x="2355674" y="1826247"/>
                </a:lnTo>
                <a:lnTo>
                  <a:pt x="2363386" y="1823373"/>
                </a:lnTo>
                <a:lnTo>
                  <a:pt x="2384105" y="1825188"/>
                </a:lnTo>
                <a:lnTo>
                  <a:pt x="2388490" y="1829575"/>
                </a:lnTo>
                <a:lnTo>
                  <a:pt x="2411628" y="1860436"/>
                </a:lnTo>
                <a:lnTo>
                  <a:pt x="2415862" y="1863159"/>
                </a:lnTo>
                <a:lnTo>
                  <a:pt x="2440059" y="1865126"/>
                </a:lnTo>
                <a:lnTo>
                  <a:pt x="2446864" y="1864067"/>
                </a:lnTo>
                <a:lnTo>
                  <a:pt x="2461533" y="1857864"/>
                </a:lnTo>
                <a:lnTo>
                  <a:pt x="2470002" y="1857259"/>
                </a:lnTo>
                <a:lnTo>
                  <a:pt x="2485730" y="1864975"/>
                </a:lnTo>
                <a:lnTo>
                  <a:pt x="2492384" y="1871480"/>
                </a:lnTo>
                <a:lnTo>
                  <a:pt x="2499945" y="1876169"/>
                </a:lnTo>
                <a:lnTo>
                  <a:pt x="2538054" y="1881161"/>
                </a:lnTo>
                <a:lnTo>
                  <a:pt x="2552723" y="1894323"/>
                </a:lnTo>
                <a:lnTo>
                  <a:pt x="2560285" y="1896138"/>
                </a:lnTo>
                <a:lnTo>
                  <a:pt x="2586750" y="1894474"/>
                </a:lnTo>
                <a:lnTo>
                  <a:pt x="2605199" y="1895836"/>
                </a:lnTo>
                <a:lnTo>
                  <a:pt x="2621078" y="1899315"/>
                </a:lnTo>
                <a:lnTo>
                  <a:pt x="2628337" y="1918225"/>
                </a:lnTo>
                <a:lnTo>
                  <a:pt x="2634235" y="1937437"/>
                </a:lnTo>
                <a:lnTo>
                  <a:pt x="2637713" y="1943942"/>
                </a:lnTo>
                <a:lnTo>
                  <a:pt x="2653290" y="1950599"/>
                </a:lnTo>
                <a:lnTo>
                  <a:pt x="2659641" y="1956499"/>
                </a:lnTo>
                <a:lnTo>
                  <a:pt x="2657978" y="1975862"/>
                </a:lnTo>
                <a:lnTo>
                  <a:pt x="2659793" y="1994016"/>
                </a:lnTo>
                <a:lnTo>
                  <a:pt x="2692911" y="2010052"/>
                </a:lnTo>
                <a:lnTo>
                  <a:pt x="2728299" y="2019128"/>
                </a:lnTo>
                <a:lnTo>
                  <a:pt x="2766106" y="2020036"/>
                </a:lnTo>
                <a:lnTo>
                  <a:pt x="2803761" y="2016859"/>
                </a:lnTo>
                <a:lnTo>
                  <a:pt x="2823270" y="2012926"/>
                </a:lnTo>
                <a:lnTo>
                  <a:pt x="2847617" y="2006118"/>
                </a:lnTo>
                <a:lnTo>
                  <a:pt x="2852759" y="2006270"/>
                </a:lnTo>
                <a:lnTo>
                  <a:pt x="2899942" y="2027146"/>
                </a:lnTo>
                <a:lnTo>
                  <a:pt x="2903874" y="2030323"/>
                </a:lnTo>
                <a:lnTo>
                  <a:pt x="2909167" y="2046056"/>
                </a:lnTo>
                <a:lnTo>
                  <a:pt x="2909016" y="2062546"/>
                </a:lnTo>
                <a:lnTo>
                  <a:pt x="2900245" y="2101576"/>
                </a:lnTo>
                <a:lnTo>
                  <a:pt x="2899640" y="2112317"/>
                </a:lnTo>
                <a:lnTo>
                  <a:pt x="2900547" y="2123057"/>
                </a:lnTo>
                <a:lnTo>
                  <a:pt x="2909923" y="2146354"/>
                </a:lnTo>
                <a:lnTo>
                  <a:pt x="2914914" y="2153162"/>
                </a:lnTo>
                <a:lnTo>
                  <a:pt x="2932002" y="2165416"/>
                </a:lnTo>
                <a:lnTo>
                  <a:pt x="2932607" y="2171769"/>
                </a:lnTo>
                <a:lnTo>
                  <a:pt x="2930339" y="2178274"/>
                </a:lnTo>
                <a:lnTo>
                  <a:pt x="2911436" y="2173887"/>
                </a:lnTo>
                <a:lnTo>
                  <a:pt x="2899942" y="2168441"/>
                </a:lnTo>
                <a:lnTo>
                  <a:pt x="2893288" y="2159667"/>
                </a:lnTo>
                <a:lnTo>
                  <a:pt x="2883912" y="2154826"/>
                </a:lnTo>
                <a:lnTo>
                  <a:pt x="2866218" y="2156490"/>
                </a:lnTo>
                <a:lnTo>
                  <a:pt x="2832948" y="2147716"/>
                </a:lnTo>
                <a:lnTo>
                  <a:pt x="2795595" y="2134101"/>
                </a:lnTo>
                <a:lnTo>
                  <a:pt x="2729055" y="2105206"/>
                </a:lnTo>
                <a:lnTo>
                  <a:pt x="2711059" y="2105358"/>
                </a:lnTo>
                <a:lnTo>
                  <a:pt x="2693668" y="2109140"/>
                </a:lnTo>
                <a:lnTo>
                  <a:pt x="2675369" y="2116401"/>
                </a:lnTo>
                <a:lnTo>
                  <a:pt x="2656314" y="2121696"/>
                </a:lnTo>
                <a:lnTo>
                  <a:pt x="2642250" y="2123663"/>
                </a:lnTo>
                <a:lnTo>
                  <a:pt x="2628186" y="2122301"/>
                </a:lnTo>
                <a:lnTo>
                  <a:pt x="2592799" y="2115342"/>
                </a:lnTo>
                <a:lnTo>
                  <a:pt x="2556958" y="2110804"/>
                </a:lnTo>
                <a:lnTo>
                  <a:pt x="2465465" y="2107929"/>
                </a:lnTo>
                <a:lnTo>
                  <a:pt x="2439605" y="2101424"/>
                </a:lnTo>
                <a:lnTo>
                  <a:pt x="2396656" y="2098096"/>
                </a:lnTo>
                <a:lnTo>
                  <a:pt x="2362630" y="2092348"/>
                </a:lnTo>
                <a:lnTo>
                  <a:pt x="2328906" y="2084330"/>
                </a:lnTo>
                <a:lnTo>
                  <a:pt x="2243009" y="2045300"/>
                </a:lnTo>
                <a:lnTo>
                  <a:pt x="2214881" y="2035769"/>
                </a:lnTo>
                <a:lnTo>
                  <a:pt x="2128530" y="2017162"/>
                </a:lnTo>
                <a:lnTo>
                  <a:pt x="2115222" y="2015649"/>
                </a:lnTo>
                <a:lnTo>
                  <a:pt x="2083918" y="2017010"/>
                </a:lnTo>
                <a:lnTo>
                  <a:pt x="2064107" y="2011564"/>
                </a:lnTo>
                <a:lnTo>
                  <a:pt x="2046716" y="2011413"/>
                </a:lnTo>
                <a:lnTo>
                  <a:pt x="2021007" y="2017464"/>
                </a:lnTo>
                <a:lnTo>
                  <a:pt x="2012992" y="2021851"/>
                </a:lnTo>
                <a:lnTo>
                  <a:pt x="2003011" y="2031079"/>
                </a:lnTo>
                <a:lnTo>
                  <a:pt x="1985468" y="2030626"/>
                </a:lnTo>
                <a:lnTo>
                  <a:pt x="1968077" y="2028810"/>
                </a:lnTo>
                <a:lnTo>
                  <a:pt x="1922104" y="2020036"/>
                </a:lnTo>
                <a:lnTo>
                  <a:pt x="1905015" y="2014590"/>
                </a:lnTo>
                <a:lnTo>
                  <a:pt x="1888683" y="2006723"/>
                </a:lnTo>
                <a:lnTo>
                  <a:pt x="1873862" y="1996285"/>
                </a:lnTo>
                <a:lnTo>
                  <a:pt x="1866150" y="1992503"/>
                </a:lnTo>
                <a:lnTo>
                  <a:pt x="1826528" y="1981914"/>
                </a:lnTo>
                <a:lnTo>
                  <a:pt x="1794165" y="1978132"/>
                </a:lnTo>
                <a:lnTo>
                  <a:pt x="1727625" y="1973442"/>
                </a:lnTo>
                <a:lnTo>
                  <a:pt x="1713107" y="1970114"/>
                </a:lnTo>
                <a:lnTo>
                  <a:pt x="1701009" y="1966332"/>
                </a:lnTo>
                <a:lnTo>
                  <a:pt x="1694355" y="1957709"/>
                </a:lnTo>
                <a:lnTo>
                  <a:pt x="1695262" y="1946665"/>
                </a:lnTo>
                <a:lnTo>
                  <a:pt x="1699950" y="1937286"/>
                </a:lnTo>
                <a:lnTo>
                  <a:pt x="1706604" y="1927756"/>
                </a:lnTo>
                <a:lnTo>
                  <a:pt x="1710839" y="1918679"/>
                </a:lnTo>
                <a:lnTo>
                  <a:pt x="1662144" y="1899618"/>
                </a:lnTo>
                <a:lnTo>
                  <a:pt x="1623732" y="1889179"/>
                </a:lnTo>
                <a:lnTo>
                  <a:pt x="1607248" y="1887213"/>
                </a:lnTo>
                <a:lnTo>
                  <a:pt x="1590613" y="1887213"/>
                </a:lnTo>
                <a:lnTo>
                  <a:pt x="1571861" y="1889331"/>
                </a:lnTo>
                <a:lnTo>
                  <a:pt x="1553260" y="1888423"/>
                </a:lnTo>
                <a:lnTo>
                  <a:pt x="1544640" y="1885246"/>
                </a:lnTo>
                <a:lnTo>
                  <a:pt x="1535717" y="1884187"/>
                </a:lnTo>
                <a:lnTo>
                  <a:pt x="1526795" y="1886456"/>
                </a:lnTo>
                <a:lnTo>
                  <a:pt x="1519536" y="1885549"/>
                </a:lnTo>
                <a:lnTo>
                  <a:pt x="1517721" y="1876926"/>
                </a:lnTo>
                <a:lnTo>
                  <a:pt x="1522258" y="1869513"/>
                </a:lnTo>
                <a:lnTo>
                  <a:pt x="1531785" y="1861193"/>
                </a:lnTo>
                <a:lnTo>
                  <a:pt x="1537078" y="1859680"/>
                </a:lnTo>
                <a:lnTo>
                  <a:pt x="1539498" y="1872841"/>
                </a:lnTo>
                <a:lnTo>
                  <a:pt x="1542220" y="1875413"/>
                </a:lnTo>
                <a:lnTo>
                  <a:pt x="1550538" y="1878287"/>
                </a:lnTo>
                <a:lnTo>
                  <a:pt x="1554167" y="1877531"/>
                </a:lnTo>
                <a:lnTo>
                  <a:pt x="1568836" y="1860739"/>
                </a:lnTo>
                <a:lnTo>
                  <a:pt x="1572919" y="1852570"/>
                </a:lnTo>
                <a:lnTo>
                  <a:pt x="1580027" y="1830332"/>
                </a:lnTo>
                <a:lnTo>
                  <a:pt x="1587740" y="1834567"/>
                </a:lnTo>
                <a:lnTo>
                  <a:pt x="1595452" y="1831844"/>
                </a:lnTo>
                <a:lnTo>
                  <a:pt x="1599989" y="1828365"/>
                </a:lnTo>
                <a:lnTo>
                  <a:pt x="1612238" y="1776779"/>
                </a:lnTo>
                <a:lnTo>
                  <a:pt x="1622522" y="1761802"/>
                </a:lnTo>
                <a:lnTo>
                  <a:pt x="1636586" y="1749246"/>
                </a:lnTo>
                <a:lnTo>
                  <a:pt x="1643543" y="1746220"/>
                </a:lnTo>
                <a:lnTo>
                  <a:pt x="1657304" y="1753935"/>
                </a:lnTo>
                <a:lnTo>
                  <a:pt x="1685130" y="1756810"/>
                </a:lnTo>
                <a:lnTo>
                  <a:pt x="1701614" y="1761953"/>
                </a:lnTo>
                <a:lnTo>
                  <a:pt x="1718249" y="1762558"/>
                </a:lnTo>
                <a:lnTo>
                  <a:pt x="1734430" y="1764979"/>
                </a:lnTo>
                <a:lnTo>
                  <a:pt x="1756963" y="1774056"/>
                </a:lnTo>
                <a:lnTo>
                  <a:pt x="1764978" y="1773148"/>
                </a:lnTo>
                <a:lnTo>
                  <a:pt x="1773145" y="1770274"/>
                </a:lnTo>
                <a:lnTo>
                  <a:pt x="1785243" y="1760440"/>
                </a:lnTo>
                <a:lnTo>
                  <a:pt x="1790385" y="1744707"/>
                </a:lnTo>
                <a:lnTo>
                  <a:pt x="1807927" y="1752725"/>
                </a:lnTo>
                <a:lnTo>
                  <a:pt x="1833636" y="1755902"/>
                </a:lnTo>
                <a:lnTo>
                  <a:pt x="1839987" y="1760440"/>
                </a:lnTo>
                <a:close/>
                <a:moveTo>
                  <a:pt x="2181006" y="544758"/>
                </a:moveTo>
                <a:lnTo>
                  <a:pt x="2167395" y="564727"/>
                </a:lnTo>
                <a:lnTo>
                  <a:pt x="2168908" y="571988"/>
                </a:lnTo>
                <a:lnTo>
                  <a:pt x="2172235" y="578342"/>
                </a:lnTo>
                <a:lnTo>
                  <a:pt x="2182064" y="582729"/>
                </a:lnTo>
                <a:lnTo>
                  <a:pt x="2184786" y="607237"/>
                </a:lnTo>
                <a:lnTo>
                  <a:pt x="2197187" y="621154"/>
                </a:lnTo>
                <a:lnTo>
                  <a:pt x="2209588" y="633862"/>
                </a:lnTo>
                <a:lnTo>
                  <a:pt x="2218813" y="640064"/>
                </a:lnTo>
                <a:lnTo>
                  <a:pt x="2228794" y="649141"/>
                </a:lnTo>
                <a:lnTo>
                  <a:pt x="2235901" y="657461"/>
                </a:lnTo>
                <a:lnTo>
                  <a:pt x="2243312" y="664571"/>
                </a:lnTo>
                <a:lnTo>
                  <a:pt x="2254502" y="671530"/>
                </a:lnTo>
                <a:lnTo>
                  <a:pt x="2284748" y="700879"/>
                </a:lnTo>
                <a:lnTo>
                  <a:pt x="2297451" y="709501"/>
                </a:lnTo>
                <a:lnTo>
                  <a:pt x="2306827" y="718124"/>
                </a:lnTo>
                <a:lnTo>
                  <a:pt x="2313632" y="721150"/>
                </a:lnTo>
                <a:lnTo>
                  <a:pt x="2330116" y="718730"/>
                </a:lnTo>
                <a:lnTo>
                  <a:pt x="2378963" y="697702"/>
                </a:lnTo>
                <a:lnTo>
                  <a:pt x="2387734" y="696340"/>
                </a:lnTo>
                <a:lnTo>
                  <a:pt x="2403613" y="692558"/>
                </a:lnTo>
                <a:lnTo>
                  <a:pt x="2431741" y="693768"/>
                </a:lnTo>
                <a:lnTo>
                  <a:pt x="2461382" y="700879"/>
                </a:lnTo>
                <a:lnTo>
                  <a:pt x="2471060" y="701181"/>
                </a:lnTo>
                <a:lnTo>
                  <a:pt x="2480134" y="696794"/>
                </a:lnTo>
                <a:lnTo>
                  <a:pt x="2492837" y="698156"/>
                </a:lnTo>
                <a:lnTo>
                  <a:pt x="2504784" y="700425"/>
                </a:lnTo>
                <a:lnTo>
                  <a:pt x="2510682" y="698458"/>
                </a:lnTo>
                <a:lnTo>
                  <a:pt x="2527922" y="683179"/>
                </a:lnTo>
                <a:lnTo>
                  <a:pt x="2551514" y="678640"/>
                </a:lnTo>
                <a:lnTo>
                  <a:pt x="2559075" y="663361"/>
                </a:lnTo>
                <a:lnTo>
                  <a:pt x="2564822" y="649141"/>
                </a:lnTo>
                <a:lnTo>
                  <a:pt x="2567695" y="633862"/>
                </a:lnTo>
                <a:lnTo>
                  <a:pt x="2577525" y="627659"/>
                </a:lnTo>
                <a:lnTo>
                  <a:pt x="2591286" y="622364"/>
                </a:lnTo>
                <a:lnTo>
                  <a:pt x="2611551" y="615708"/>
                </a:lnTo>
                <a:lnTo>
                  <a:pt x="2682174" y="614498"/>
                </a:lnTo>
                <a:lnTo>
                  <a:pt x="2688980" y="617372"/>
                </a:lnTo>
                <a:lnTo>
                  <a:pt x="2690492" y="625239"/>
                </a:lnTo>
                <a:lnTo>
                  <a:pt x="2688980" y="631139"/>
                </a:lnTo>
                <a:lnTo>
                  <a:pt x="2691853" y="634618"/>
                </a:lnTo>
                <a:lnTo>
                  <a:pt x="2701229" y="634921"/>
                </a:lnTo>
                <a:lnTo>
                  <a:pt x="2709849" y="638551"/>
                </a:lnTo>
                <a:lnTo>
                  <a:pt x="2745085" y="650805"/>
                </a:lnTo>
                <a:lnTo>
                  <a:pt x="2760057" y="654587"/>
                </a:lnTo>
                <a:lnTo>
                  <a:pt x="2768374" y="653679"/>
                </a:lnTo>
                <a:lnTo>
                  <a:pt x="2784858" y="664571"/>
                </a:lnTo>
                <a:lnTo>
                  <a:pt x="2793932" y="660789"/>
                </a:lnTo>
                <a:lnTo>
                  <a:pt x="2805727" y="653225"/>
                </a:lnTo>
                <a:lnTo>
                  <a:pt x="2817069" y="642787"/>
                </a:lnTo>
                <a:lnTo>
                  <a:pt x="2827202" y="634618"/>
                </a:lnTo>
                <a:lnTo>
                  <a:pt x="2842022" y="631441"/>
                </a:lnTo>
                <a:lnTo>
                  <a:pt x="2861077" y="631895"/>
                </a:lnTo>
                <a:lnTo>
                  <a:pt x="2883610" y="629021"/>
                </a:lnTo>
                <a:lnTo>
                  <a:pt x="2900547" y="624634"/>
                </a:lnTo>
                <a:lnTo>
                  <a:pt x="2919602" y="631895"/>
                </a:lnTo>
                <a:lnTo>
                  <a:pt x="2924592" y="629626"/>
                </a:lnTo>
                <a:lnTo>
                  <a:pt x="2927768" y="622516"/>
                </a:lnTo>
                <a:lnTo>
                  <a:pt x="2937598" y="606934"/>
                </a:lnTo>
                <a:lnTo>
                  <a:pt x="2941984" y="596496"/>
                </a:lnTo>
                <a:lnTo>
                  <a:pt x="2945764" y="576375"/>
                </a:lnTo>
                <a:lnTo>
                  <a:pt x="2948486" y="571535"/>
                </a:lnTo>
                <a:lnTo>
                  <a:pt x="2955594" y="568812"/>
                </a:lnTo>
                <a:lnTo>
                  <a:pt x="2963004" y="565030"/>
                </a:lnTo>
                <a:lnTo>
                  <a:pt x="2964970" y="558978"/>
                </a:lnTo>
                <a:lnTo>
                  <a:pt x="2967692" y="552019"/>
                </a:lnTo>
                <a:lnTo>
                  <a:pt x="2965424" y="546120"/>
                </a:lnTo>
                <a:lnTo>
                  <a:pt x="2961189" y="541127"/>
                </a:lnTo>
                <a:lnTo>
                  <a:pt x="2956804" y="524487"/>
                </a:lnTo>
                <a:lnTo>
                  <a:pt x="2958165" y="516771"/>
                </a:lnTo>
                <a:lnTo>
                  <a:pt x="2960887" y="511174"/>
                </a:lnTo>
                <a:lnTo>
                  <a:pt x="2968448" y="508300"/>
                </a:lnTo>
                <a:lnTo>
                  <a:pt x="2988562" y="495895"/>
                </a:lnTo>
                <a:lnTo>
                  <a:pt x="3006407" y="481523"/>
                </a:lnTo>
                <a:lnTo>
                  <a:pt x="3016085" y="474413"/>
                </a:lnTo>
                <a:lnTo>
                  <a:pt x="3020319" y="469875"/>
                </a:lnTo>
                <a:lnTo>
                  <a:pt x="3020622" y="463218"/>
                </a:lnTo>
                <a:lnTo>
                  <a:pt x="3012909" y="456411"/>
                </a:lnTo>
                <a:lnTo>
                  <a:pt x="3005499" y="453083"/>
                </a:lnTo>
                <a:lnTo>
                  <a:pt x="3004894" y="445065"/>
                </a:lnTo>
                <a:lnTo>
                  <a:pt x="3005197" y="439619"/>
                </a:lnTo>
                <a:lnTo>
                  <a:pt x="3007465" y="434324"/>
                </a:lnTo>
                <a:lnTo>
                  <a:pt x="3006407" y="429332"/>
                </a:lnTo>
                <a:lnTo>
                  <a:pt x="3006255" y="421768"/>
                </a:lnTo>
                <a:lnTo>
                  <a:pt x="3011095" y="413599"/>
                </a:lnTo>
                <a:lnTo>
                  <a:pt x="3021983" y="401648"/>
                </a:lnTo>
                <a:lnTo>
                  <a:pt x="3030603" y="393781"/>
                </a:lnTo>
                <a:lnTo>
                  <a:pt x="3040130" y="398622"/>
                </a:lnTo>
                <a:lnTo>
                  <a:pt x="3051321" y="396353"/>
                </a:lnTo>
                <a:lnTo>
                  <a:pt x="3061907" y="392571"/>
                </a:lnTo>
                <a:lnTo>
                  <a:pt x="3067805" y="378351"/>
                </a:lnTo>
                <a:lnTo>
                  <a:pt x="3068712" y="371543"/>
                </a:lnTo>
                <a:lnTo>
                  <a:pt x="3067351" y="366097"/>
                </a:lnTo>
                <a:lnTo>
                  <a:pt x="3070981" y="345977"/>
                </a:lnTo>
                <a:lnTo>
                  <a:pt x="3071888" y="342951"/>
                </a:lnTo>
                <a:lnTo>
                  <a:pt x="3078845" y="330244"/>
                </a:lnTo>
                <a:lnTo>
                  <a:pt x="3079601" y="321772"/>
                </a:lnTo>
                <a:lnTo>
                  <a:pt x="3075669" y="301803"/>
                </a:lnTo>
                <a:lnTo>
                  <a:pt x="3078088" y="286826"/>
                </a:lnTo>
                <a:lnTo>
                  <a:pt x="3079147" y="255663"/>
                </a:lnTo>
                <a:lnTo>
                  <a:pt x="3083381" y="250066"/>
                </a:lnTo>
                <a:lnTo>
                  <a:pt x="3088221" y="234030"/>
                </a:lnTo>
                <a:lnTo>
                  <a:pt x="3095933" y="217238"/>
                </a:lnTo>
                <a:lnTo>
                  <a:pt x="3111510" y="208010"/>
                </a:lnTo>
                <a:lnTo>
                  <a:pt x="3119827" y="196059"/>
                </a:lnTo>
                <a:lnTo>
                  <a:pt x="3123457" y="193790"/>
                </a:lnTo>
                <a:lnTo>
                  <a:pt x="3128750" y="193638"/>
                </a:lnTo>
                <a:lnTo>
                  <a:pt x="3147804" y="202412"/>
                </a:lnTo>
                <a:lnTo>
                  <a:pt x="3164742" y="192731"/>
                </a:lnTo>
                <a:lnTo>
                  <a:pt x="3180167" y="191520"/>
                </a:lnTo>
                <a:lnTo>
                  <a:pt x="3192870" y="192882"/>
                </a:lnTo>
                <a:lnTo>
                  <a:pt x="3200129" y="196966"/>
                </a:lnTo>
                <a:lnTo>
                  <a:pt x="3207237" y="199841"/>
                </a:lnTo>
                <a:lnTo>
                  <a:pt x="3222360" y="190310"/>
                </a:lnTo>
                <a:lnTo>
                  <a:pt x="3228106" y="191974"/>
                </a:lnTo>
                <a:lnTo>
                  <a:pt x="3233550" y="195302"/>
                </a:lnTo>
                <a:lnTo>
                  <a:pt x="3241112" y="195151"/>
                </a:lnTo>
                <a:lnTo>
                  <a:pt x="3250034" y="192731"/>
                </a:lnTo>
                <a:lnTo>
                  <a:pt x="3272114" y="195000"/>
                </a:lnTo>
                <a:lnTo>
                  <a:pt x="3310979" y="195454"/>
                </a:lnTo>
                <a:lnTo>
                  <a:pt x="3337746" y="201202"/>
                </a:lnTo>
                <a:lnTo>
                  <a:pt x="3363909" y="217238"/>
                </a:lnTo>
                <a:lnTo>
                  <a:pt x="3376914" y="220566"/>
                </a:lnTo>
                <a:lnTo>
                  <a:pt x="3382510" y="220566"/>
                </a:lnTo>
                <a:lnTo>
                  <a:pt x="3381300" y="221928"/>
                </a:lnTo>
                <a:lnTo>
                  <a:pt x="3370865" y="226315"/>
                </a:lnTo>
                <a:lnTo>
                  <a:pt x="3366026" y="234938"/>
                </a:lnTo>
                <a:lnTo>
                  <a:pt x="3380241" y="248250"/>
                </a:lnTo>
                <a:lnTo>
                  <a:pt x="3381300" y="257024"/>
                </a:lnTo>
                <a:lnTo>
                  <a:pt x="3392340" y="264891"/>
                </a:lnTo>
                <a:lnTo>
                  <a:pt x="3405799" y="277145"/>
                </a:lnTo>
                <a:lnTo>
                  <a:pt x="3406404" y="281229"/>
                </a:lnTo>
                <a:lnTo>
                  <a:pt x="3410941" y="286675"/>
                </a:lnTo>
                <a:lnTo>
                  <a:pt x="3413209" y="293483"/>
                </a:lnTo>
                <a:lnTo>
                  <a:pt x="3403682" y="300139"/>
                </a:lnTo>
                <a:lnTo>
                  <a:pt x="3390979" y="301501"/>
                </a:lnTo>
                <a:lnTo>
                  <a:pt x="3381451" y="295147"/>
                </a:lnTo>
                <a:lnTo>
                  <a:pt x="3372831" y="287280"/>
                </a:lnTo>
                <a:lnTo>
                  <a:pt x="3370563" y="296962"/>
                </a:lnTo>
                <a:lnTo>
                  <a:pt x="3363758" y="302560"/>
                </a:lnTo>
                <a:lnTo>
                  <a:pt x="3339259" y="301047"/>
                </a:lnTo>
                <a:lnTo>
                  <a:pt x="3321716" y="301047"/>
                </a:lnTo>
                <a:lnTo>
                  <a:pt x="3304174" y="303467"/>
                </a:lnTo>
                <a:lnTo>
                  <a:pt x="3312945" y="304980"/>
                </a:lnTo>
                <a:lnTo>
                  <a:pt x="3320809" y="308157"/>
                </a:lnTo>
                <a:lnTo>
                  <a:pt x="3348030" y="333118"/>
                </a:lnTo>
                <a:lnTo>
                  <a:pt x="3353928" y="342497"/>
                </a:lnTo>
                <a:lnTo>
                  <a:pt x="3344400" y="360802"/>
                </a:lnTo>
                <a:lnTo>
                  <a:pt x="3348937" y="368366"/>
                </a:lnTo>
                <a:lnTo>
                  <a:pt x="3359523" y="372753"/>
                </a:lnTo>
                <a:lnTo>
                  <a:pt x="3372378" y="381830"/>
                </a:lnTo>
                <a:lnTo>
                  <a:pt x="3381451" y="382889"/>
                </a:lnTo>
                <a:lnTo>
                  <a:pt x="3388105" y="388032"/>
                </a:lnTo>
                <a:lnTo>
                  <a:pt x="3388256" y="396958"/>
                </a:lnTo>
                <a:lnTo>
                  <a:pt x="3392188" y="405127"/>
                </a:lnTo>
                <a:lnTo>
                  <a:pt x="3381754" y="408455"/>
                </a:lnTo>
                <a:lnTo>
                  <a:pt x="3392037" y="410573"/>
                </a:lnTo>
                <a:lnTo>
                  <a:pt x="3401262" y="414809"/>
                </a:lnTo>
                <a:lnTo>
                  <a:pt x="3396271" y="419045"/>
                </a:lnTo>
                <a:lnTo>
                  <a:pt x="3392340" y="424188"/>
                </a:lnTo>
                <a:lnTo>
                  <a:pt x="3396574" y="426911"/>
                </a:lnTo>
                <a:lnTo>
                  <a:pt x="3409126" y="431601"/>
                </a:lnTo>
                <a:lnTo>
                  <a:pt x="3414570" y="435988"/>
                </a:lnTo>
                <a:lnTo>
                  <a:pt x="3417443" y="447788"/>
                </a:lnTo>
                <a:lnTo>
                  <a:pt x="3429693" y="467000"/>
                </a:lnTo>
                <a:lnTo>
                  <a:pt x="3452075" y="491810"/>
                </a:lnTo>
                <a:lnTo>
                  <a:pt x="3457065" y="500887"/>
                </a:lnTo>
                <a:lnTo>
                  <a:pt x="3456914" y="509207"/>
                </a:lnTo>
                <a:lnTo>
                  <a:pt x="3453284" y="516469"/>
                </a:lnTo>
                <a:lnTo>
                  <a:pt x="3440430" y="524789"/>
                </a:lnTo>
                <a:lnTo>
                  <a:pt x="3430146" y="535833"/>
                </a:lnTo>
                <a:lnTo>
                  <a:pt x="3428937" y="539766"/>
                </a:lnTo>
                <a:lnTo>
                  <a:pt x="3415024" y="544909"/>
                </a:lnTo>
                <a:lnTo>
                  <a:pt x="3421375" y="548691"/>
                </a:lnTo>
                <a:lnTo>
                  <a:pt x="3426517" y="553835"/>
                </a:lnTo>
                <a:lnTo>
                  <a:pt x="3436044" y="569114"/>
                </a:lnTo>
                <a:lnTo>
                  <a:pt x="3459031" y="594075"/>
                </a:lnTo>
                <a:lnTo>
                  <a:pt x="3470676" y="603455"/>
                </a:lnTo>
                <a:lnTo>
                  <a:pt x="3518312" y="637341"/>
                </a:lnTo>
                <a:lnTo>
                  <a:pt x="3543567" y="652015"/>
                </a:lnTo>
                <a:lnTo>
                  <a:pt x="3575930" y="685751"/>
                </a:lnTo>
                <a:lnTo>
                  <a:pt x="3592565" y="693617"/>
                </a:lnTo>
                <a:lnTo>
                  <a:pt x="3595892" y="702996"/>
                </a:lnTo>
                <a:lnTo>
                  <a:pt x="3581828" y="717368"/>
                </a:lnTo>
                <a:lnTo>
                  <a:pt x="3561412" y="724629"/>
                </a:lnTo>
                <a:lnTo>
                  <a:pt x="3527840" y="728411"/>
                </a:lnTo>
                <a:lnTo>
                  <a:pt x="3494116" y="723419"/>
                </a:lnTo>
                <a:lnTo>
                  <a:pt x="3476573" y="719335"/>
                </a:lnTo>
                <a:lnTo>
                  <a:pt x="3461451" y="711014"/>
                </a:lnTo>
                <a:lnTo>
                  <a:pt x="3449352" y="694374"/>
                </a:lnTo>
                <a:lnTo>
                  <a:pt x="3433625" y="685297"/>
                </a:lnTo>
                <a:lnTo>
                  <a:pt x="3439674" y="695432"/>
                </a:lnTo>
                <a:lnTo>
                  <a:pt x="3443455" y="705719"/>
                </a:lnTo>
                <a:lnTo>
                  <a:pt x="3441489" y="716914"/>
                </a:lnTo>
                <a:lnTo>
                  <a:pt x="3435288" y="725840"/>
                </a:lnTo>
                <a:lnTo>
                  <a:pt x="3424702" y="732193"/>
                </a:lnTo>
                <a:lnTo>
                  <a:pt x="3413209" y="737488"/>
                </a:lnTo>
                <a:lnTo>
                  <a:pt x="3408370" y="741119"/>
                </a:lnTo>
                <a:lnTo>
                  <a:pt x="3379334" y="799967"/>
                </a:lnTo>
                <a:lnTo>
                  <a:pt x="3374646" y="815851"/>
                </a:lnTo>
                <a:lnTo>
                  <a:pt x="3365875" y="881809"/>
                </a:lnTo>
                <a:lnTo>
                  <a:pt x="3365723" y="900568"/>
                </a:lnTo>
                <a:lnTo>
                  <a:pt x="3378729" y="935362"/>
                </a:lnTo>
                <a:lnTo>
                  <a:pt x="3379939" y="953667"/>
                </a:lnTo>
                <a:lnTo>
                  <a:pt x="3382510" y="961684"/>
                </a:lnTo>
                <a:lnTo>
                  <a:pt x="3380695" y="968189"/>
                </a:lnTo>
                <a:lnTo>
                  <a:pt x="3374646" y="972123"/>
                </a:lnTo>
                <a:lnTo>
                  <a:pt x="3349693" y="982712"/>
                </a:lnTo>
                <a:lnTo>
                  <a:pt x="3332151" y="991638"/>
                </a:lnTo>
                <a:lnTo>
                  <a:pt x="3317784" y="1004194"/>
                </a:lnTo>
                <a:lnTo>
                  <a:pt x="3306291" y="1019927"/>
                </a:lnTo>
                <a:lnTo>
                  <a:pt x="3296159" y="1031273"/>
                </a:lnTo>
                <a:lnTo>
                  <a:pt x="3282699" y="1036719"/>
                </a:lnTo>
                <a:lnTo>
                  <a:pt x="3272870" y="1035811"/>
                </a:lnTo>
                <a:lnTo>
                  <a:pt x="3265006" y="1030668"/>
                </a:lnTo>
                <a:lnTo>
                  <a:pt x="3259562" y="1020532"/>
                </a:lnTo>
                <a:lnTo>
                  <a:pt x="3256386" y="1009489"/>
                </a:lnTo>
                <a:lnTo>
                  <a:pt x="3254269" y="1017658"/>
                </a:lnTo>
                <a:lnTo>
                  <a:pt x="3254722" y="1025676"/>
                </a:lnTo>
                <a:lnTo>
                  <a:pt x="3259259" y="1034147"/>
                </a:lnTo>
                <a:lnTo>
                  <a:pt x="3261074" y="1043224"/>
                </a:lnTo>
                <a:lnTo>
                  <a:pt x="3258352" y="1052301"/>
                </a:lnTo>
                <a:lnTo>
                  <a:pt x="3252605" y="1059714"/>
                </a:lnTo>
                <a:lnTo>
                  <a:pt x="3237029" y="1067731"/>
                </a:lnTo>
                <a:lnTo>
                  <a:pt x="3228258" y="1074539"/>
                </a:lnTo>
                <a:lnTo>
                  <a:pt x="3226896" y="1086490"/>
                </a:lnTo>
                <a:lnTo>
                  <a:pt x="3222813" y="1093298"/>
                </a:lnTo>
                <a:lnTo>
                  <a:pt x="3216764" y="1098592"/>
                </a:lnTo>
                <a:lnTo>
                  <a:pt x="3194685" y="1110544"/>
                </a:lnTo>
                <a:lnTo>
                  <a:pt x="3189846" y="1115384"/>
                </a:lnTo>
                <a:lnTo>
                  <a:pt x="3186065" y="1121587"/>
                </a:lnTo>
                <a:lnTo>
                  <a:pt x="3197861" y="1120679"/>
                </a:lnTo>
                <a:lnTo>
                  <a:pt x="3208598" y="1121587"/>
                </a:lnTo>
                <a:lnTo>
                  <a:pt x="3209505" y="1133538"/>
                </a:lnTo>
                <a:lnTo>
                  <a:pt x="3212832" y="1142463"/>
                </a:lnTo>
                <a:lnTo>
                  <a:pt x="3208598" y="1162130"/>
                </a:lnTo>
                <a:lnTo>
                  <a:pt x="3191963" y="1175291"/>
                </a:lnTo>
                <a:lnTo>
                  <a:pt x="3200280" y="1178014"/>
                </a:lnTo>
                <a:lnTo>
                  <a:pt x="3207691" y="1182401"/>
                </a:lnTo>
                <a:lnTo>
                  <a:pt x="3224326" y="1185578"/>
                </a:lnTo>
                <a:lnTo>
                  <a:pt x="3229921" y="1199496"/>
                </a:lnTo>
                <a:lnTo>
                  <a:pt x="3227501" y="1216288"/>
                </a:lnTo>
                <a:lnTo>
                  <a:pt x="3224477" y="1231416"/>
                </a:lnTo>
                <a:lnTo>
                  <a:pt x="3212530" y="1235500"/>
                </a:lnTo>
                <a:lnTo>
                  <a:pt x="3205120" y="1232777"/>
                </a:lnTo>
                <a:lnTo>
                  <a:pt x="3197861" y="1233080"/>
                </a:lnTo>
                <a:lnTo>
                  <a:pt x="3192417" y="1237618"/>
                </a:lnTo>
                <a:lnTo>
                  <a:pt x="3190904" y="1245334"/>
                </a:lnTo>
                <a:lnTo>
                  <a:pt x="3201188" y="1241552"/>
                </a:lnTo>
                <a:lnTo>
                  <a:pt x="3200734" y="1261067"/>
                </a:lnTo>
                <a:lnTo>
                  <a:pt x="3197861" y="1280128"/>
                </a:lnTo>
                <a:lnTo>
                  <a:pt x="3194534" y="1290566"/>
                </a:lnTo>
                <a:lnTo>
                  <a:pt x="3188182" y="1299189"/>
                </a:lnTo>
                <a:lnTo>
                  <a:pt x="3178655" y="1301912"/>
                </a:lnTo>
                <a:lnTo>
                  <a:pt x="3169581" y="1295558"/>
                </a:lnTo>
                <a:lnTo>
                  <a:pt x="3167766" y="1302971"/>
                </a:lnTo>
                <a:lnTo>
                  <a:pt x="3170489" y="1309174"/>
                </a:lnTo>
                <a:lnTo>
                  <a:pt x="3183343" y="1324453"/>
                </a:lnTo>
                <a:lnTo>
                  <a:pt x="3175479" y="1327932"/>
                </a:lnTo>
                <a:lnTo>
                  <a:pt x="3169732" y="1333076"/>
                </a:lnTo>
                <a:lnTo>
                  <a:pt x="3167162" y="1340640"/>
                </a:lnTo>
                <a:lnTo>
                  <a:pt x="3153249" y="1358037"/>
                </a:lnTo>
                <a:lnTo>
                  <a:pt x="3147048" y="1370896"/>
                </a:lnTo>
                <a:lnTo>
                  <a:pt x="3144326" y="1384511"/>
                </a:lnTo>
                <a:lnTo>
                  <a:pt x="3137823" y="1395403"/>
                </a:lnTo>
                <a:lnTo>
                  <a:pt x="3032266" y="1442602"/>
                </a:lnTo>
                <a:lnTo>
                  <a:pt x="2946974" y="1482389"/>
                </a:lnTo>
                <a:lnTo>
                  <a:pt x="2940774" y="1479666"/>
                </a:lnTo>
                <a:lnTo>
                  <a:pt x="2936539" y="1473614"/>
                </a:lnTo>
                <a:lnTo>
                  <a:pt x="2933666" y="1411741"/>
                </a:lnTo>
                <a:lnTo>
                  <a:pt x="2923080" y="1380124"/>
                </a:lnTo>
                <a:lnTo>
                  <a:pt x="2921568" y="1362424"/>
                </a:lnTo>
                <a:lnTo>
                  <a:pt x="2909470" y="1378308"/>
                </a:lnTo>
                <a:lnTo>
                  <a:pt x="2902059" y="1376644"/>
                </a:lnTo>
                <a:lnTo>
                  <a:pt x="2894044" y="1372560"/>
                </a:lnTo>
                <a:lnTo>
                  <a:pt x="2888146" y="1367416"/>
                </a:lnTo>
                <a:lnTo>
                  <a:pt x="2887693" y="1360609"/>
                </a:lnTo>
                <a:lnTo>
                  <a:pt x="2894044" y="1340942"/>
                </a:lnTo>
                <a:lnTo>
                  <a:pt x="2886332" y="1351683"/>
                </a:lnTo>
                <a:lnTo>
                  <a:pt x="2877712" y="1360003"/>
                </a:lnTo>
                <a:lnTo>
                  <a:pt x="2868941" y="1358945"/>
                </a:lnTo>
                <a:lnTo>
                  <a:pt x="2861379" y="1354860"/>
                </a:lnTo>
                <a:lnTo>
                  <a:pt x="2858506" y="1348506"/>
                </a:lnTo>
                <a:lnTo>
                  <a:pt x="2854423" y="1347599"/>
                </a:lnTo>
                <a:lnTo>
                  <a:pt x="2835822" y="1364996"/>
                </a:lnTo>
                <a:lnTo>
                  <a:pt x="2811172" y="1374375"/>
                </a:lnTo>
                <a:lnTo>
                  <a:pt x="2797410" y="1374224"/>
                </a:lnTo>
                <a:lnTo>
                  <a:pt x="2786673" y="1368929"/>
                </a:lnTo>
                <a:lnTo>
                  <a:pt x="2787126" y="1355616"/>
                </a:lnTo>
                <a:lnTo>
                  <a:pt x="2786068" y="1342606"/>
                </a:lnTo>
                <a:lnTo>
                  <a:pt x="2783043" y="1335042"/>
                </a:lnTo>
                <a:lnTo>
                  <a:pt x="2776389" y="1332319"/>
                </a:lnTo>
                <a:lnTo>
                  <a:pt x="2770340" y="1333227"/>
                </a:lnTo>
                <a:lnTo>
                  <a:pt x="2752646" y="1340035"/>
                </a:lnTo>
                <a:lnTo>
                  <a:pt x="2746295" y="1339278"/>
                </a:lnTo>
                <a:lnTo>
                  <a:pt x="2742665" y="1342606"/>
                </a:lnTo>
                <a:lnTo>
                  <a:pt x="2695936" y="1295256"/>
                </a:lnTo>
                <a:lnTo>
                  <a:pt x="2686409" y="1333681"/>
                </a:lnTo>
                <a:lnTo>
                  <a:pt x="2654197" y="1354104"/>
                </a:lnTo>
                <a:lnTo>
                  <a:pt x="2630303" y="1365903"/>
                </a:lnTo>
                <a:lnTo>
                  <a:pt x="2606712" y="1361516"/>
                </a:lnTo>
                <a:lnTo>
                  <a:pt x="2582667" y="1353952"/>
                </a:lnTo>
                <a:lnTo>
                  <a:pt x="2558773" y="1363029"/>
                </a:lnTo>
                <a:lnTo>
                  <a:pt x="2532761" y="1385570"/>
                </a:lnTo>
                <a:lnTo>
                  <a:pt x="2525502" y="1389049"/>
                </a:lnTo>
                <a:lnTo>
                  <a:pt x="2518092" y="1388898"/>
                </a:lnTo>
                <a:lnTo>
                  <a:pt x="2512648" y="1386024"/>
                </a:lnTo>
                <a:lnTo>
                  <a:pt x="2514463" y="1368929"/>
                </a:lnTo>
                <a:lnTo>
                  <a:pt x="2514765" y="1351986"/>
                </a:lnTo>
                <a:lnTo>
                  <a:pt x="2512799" y="1314014"/>
                </a:lnTo>
                <a:lnTo>
                  <a:pt x="2510682" y="1306602"/>
                </a:lnTo>
                <a:lnTo>
                  <a:pt x="2503272" y="1296164"/>
                </a:lnTo>
                <a:lnTo>
                  <a:pt x="2493442" y="1288600"/>
                </a:lnTo>
                <a:lnTo>
                  <a:pt x="2487847" y="1294197"/>
                </a:lnTo>
                <a:lnTo>
                  <a:pt x="2482856" y="1301610"/>
                </a:lnTo>
                <a:lnTo>
                  <a:pt x="2463197" y="1301307"/>
                </a:lnTo>
                <a:lnTo>
                  <a:pt x="2443991" y="1295407"/>
                </a:lnTo>
                <a:lnTo>
                  <a:pt x="2427507" y="1298735"/>
                </a:lnTo>
                <a:lnTo>
                  <a:pt x="2394993" y="1313863"/>
                </a:lnTo>
                <a:lnTo>
                  <a:pt x="2377753" y="1316132"/>
                </a:lnTo>
                <a:lnTo>
                  <a:pt x="2368528" y="1312804"/>
                </a:lnTo>
                <a:lnTo>
                  <a:pt x="2362630" y="1304635"/>
                </a:lnTo>
                <a:lnTo>
                  <a:pt x="2365957" y="1297222"/>
                </a:lnTo>
                <a:lnTo>
                  <a:pt x="2373065" y="1291625"/>
                </a:lnTo>
                <a:lnTo>
                  <a:pt x="2359757" y="1296012"/>
                </a:lnTo>
                <a:lnTo>
                  <a:pt x="2348415" y="1303727"/>
                </a:lnTo>
                <a:lnTo>
                  <a:pt x="2343424" y="1308568"/>
                </a:lnTo>
                <a:lnTo>
                  <a:pt x="2338131" y="1306148"/>
                </a:lnTo>
                <a:lnTo>
                  <a:pt x="2323916" y="1288902"/>
                </a:lnTo>
                <a:lnTo>
                  <a:pt x="2294275" y="1295407"/>
                </a:lnTo>
                <a:lnTo>
                  <a:pt x="2290192" y="1297374"/>
                </a:lnTo>
                <a:lnTo>
                  <a:pt x="2282933" y="1303122"/>
                </a:lnTo>
                <a:lnTo>
                  <a:pt x="2275826" y="1300248"/>
                </a:lnTo>
                <a:lnTo>
                  <a:pt x="2272347" y="1294046"/>
                </a:lnTo>
                <a:lnTo>
                  <a:pt x="2270986" y="1258344"/>
                </a:lnTo>
                <a:lnTo>
                  <a:pt x="2255863" y="1189511"/>
                </a:lnTo>
                <a:lnTo>
                  <a:pt x="2251780" y="1154263"/>
                </a:lnTo>
                <a:lnTo>
                  <a:pt x="2248453" y="1145943"/>
                </a:lnTo>
                <a:lnTo>
                  <a:pt x="2231062" y="1133387"/>
                </a:lnTo>
                <a:lnTo>
                  <a:pt x="2231667" y="1115233"/>
                </a:lnTo>
                <a:lnTo>
                  <a:pt x="2240589" y="1100105"/>
                </a:lnTo>
                <a:lnTo>
                  <a:pt x="2242555" y="1082406"/>
                </a:lnTo>
                <a:lnTo>
                  <a:pt x="2239985" y="1063193"/>
                </a:lnTo>
                <a:lnTo>
                  <a:pt x="2234540" y="1044434"/>
                </a:lnTo>
                <a:lnTo>
                  <a:pt x="2227735" y="1030214"/>
                </a:lnTo>
                <a:lnTo>
                  <a:pt x="2217905" y="1018112"/>
                </a:lnTo>
                <a:lnTo>
                  <a:pt x="2204900" y="1004497"/>
                </a:lnTo>
                <a:lnTo>
                  <a:pt x="2189021" y="994361"/>
                </a:lnTo>
                <a:lnTo>
                  <a:pt x="2154541" y="983015"/>
                </a:lnTo>
                <a:lnTo>
                  <a:pt x="2136242" y="983923"/>
                </a:lnTo>
                <a:lnTo>
                  <a:pt x="2129588" y="979535"/>
                </a:lnTo>
                <a:lnTo>
                  <a:pt x="2125052" y="973636"/>
                </a:lnTo>
                <a:lnTo>
                  <a:pt x="2126866" y="962290"/>
                </a:lnTo>
                <a:lnTo>
                  <a:pt x="2133067" y="954423"/>
                </a:lnTo>
                <a:lnTo>
                  <a:pt x="2141233" y="952456"/>
                </a:lnTo>
                <a:lnTo>
                  <a:pt x="2142291" y="948069"/>
                </a:lnTo>
                <a:lnTo>
                  <a:pt x="2124749" y="938841"/>
                </a:lnTo>
                <a:lnTo>
                  <a:pt x="2110231" y="926436"/>
                </a:lnTo>
                <a:lnTo>
                  <a:pt x="2105543" y="918872"/>
                </a:lnTo>
                <a:lnTo>
                  <a:pt x="2104182" y="910703"/>
                </a:lnTo>
                <a:lnTo>
                  <a:pt x="2104333" y="891642"/>
                </a:lnTo>
                <a:lnTo>
                  <a:pt x="2108568" y="879691"/>
                </a:lnTo>
                <a:lnTo>
                  <a:pt x="2110836" y="873035"/>
                </a:lnTo>
                <a:lnTo>
                  <a:pt x="2115373" y="852914"/>
                </a:lnTo>
                <a:lnTo>
                  <a:pt x="2124900" y="846863"/>
                </a:lnTo>
                <a:lnTo>
                  <a:pt x="2123237" y="843081"/>
                </a:lnTo>
                <a:lnTo>
                  <a:pt x="2119154" y="840358"/>
                </a:lnTo>
                <a:lnTo>
                  <a:pt x="2113256" y="833853"/>
                </a:lnTo>
                <a:lnTo>
                  <a:pt x="2108416" y="826138"/>
                </a:lnTo>
                <a:lnTo>
                  <a:pt x="2097226" y="813279"/>
                </a:lnTo>
                <a:lnTo>
                  <a:pt x="2077566" y="797697"/>
                </a:lnTo>
                <a:lnTo>
                  <a:pt x="2074239" y="770921"/>
                </a:lnTo>
                <a:lnTo>
                  <a:pt x="2071668" y="731437"/>
                </a:lnTo>
                <a:lnTo>
                  <a:pt x="2073332" y="713435"/>
                </a:lnTo>
                <a:lnTo>
                  <a:pt x="2079683" y="679851"/>
                </a:lnTo>
                <a:lnTo>
                  <a:pt x="2090572" y="669412"/>
                </a:lnTo>
                <a:lnTo>
                  <a:pt x="2099192" y="666387"/>
                </a:lnTo>
                <a:lnTo>
                  <a:pt x="2105846" y="661848"/>
                </a:lnTo>
                <a:lnTo>
                  <a:pt x="2100401" y="661243"/>
                </a:lnTo>
                <a:lnTo>
                  <a:pt x="2095713" y="662907"/>
                </a:lnTo>
                <a:lnTo>
                  <a:pt x="2087396" y="663966"/>
                </a:lnTo>
                <a:lnTo>
                  <a:pt x="2094201" y="634013"/>
                </a:lnTo>
                <a:lnTo>
                  <a:pt x="2097377" y="625239"/>
                </a:lnTo>
                <a:lnTo>
                  <a:pt x="2111139" y="608447"/>
                </a:lnTo>
                <a:lnTo>
                  <a:pt x="2127169" y="593621"/>
                </a:lnTo>
                <a:lnTo>
                  <a:pt x="2133974" y="576073"/>
                </a:lnTo>
                <a:lnTo>
                  <a:pt x="2143199" y="560642"/>
                </a:lnTo>
                <a:lnTo>
                  <a:pt x="2181006" y="544758"/>
                </a:lnTo>
                <a:close/>
                <a:moveTo>
                  <a:pt x="983131" y="537194"/>
                </a:moveTo>
                <a:lnTo>
                  <a:pt x="991298" y="549448"/>
                </a:lnTo>
                <a:lnTo>
                  <a:pt x="993112" y="557617"/>
                </a:lnTo>
                <a:lnTo>
                  <a:pt x="987063" y="566694"/>
                </a:lnTo>
                <a:lnTo>
                  <a:pt x="984795" y="580914"/>
                </a:lnTo>
                <a:lnTo>
                  <a:pt x="967252" y="591957"/>
                </a:lnTo>
                <a:lnTo>
                  <a:pt x="951827" y="589386"/>
                </a:lnTo>
                <a:lnTo>
                  <a:pt x="946837" y="585452"/>
                </a:lnTo>
                <a:lnTo>
                  <a:pt x="937007" y="563971"/>
                </a:lnTo>
                <a:lnTo>
                  <a:pt x="938065" y="545666"/>
                </a:lnTo>
                <a:lnTo>
                  <a:pt x="944114" y="538707"/>
                </a:lnTo>
                <a:lnTo>
                  <a:pt x="958481" y="539766"/>
                </a:lnTo>
                <a:lnTo>
                  <a:pt x="972999" y="529781"/>
                </a:lnTo>
                <a:lnTo>
                  <a:pt x="983131" y="537194"/>
                </a:lnTo>
                <a:close/>
                <a:moveTo>
                  <a:pt x="1091864" y="701786"/>
                </a:moveTo>
                <a:lnTo>
                  <a:pt x="1084907" y="706325"/>
                </a:lnTo>
                <a:lnTo>
                  <a:pt x="1076439" y="699214"/>
                </a:lnTo>
                <a:lnTo>
                  <a:pt x="1069633" y="688776"/>
                </a:lnTo>
                <a:lnTo>
                  <a:pt x="1065853" y="678035"/>
                </a:lnTo>
                <a:lnTo>
                  <a:pt x="1062677" y="660336"/>
                </a:lnTo>
                <a:lnTo>
                  <a:pt x="1061921" y="647628"/>
                </a:lnTo>
                <a:lnTo>
                  <a:pt x="1066004" y="640215"/>
                </a:lnTo>
                <a:lnTo>
                  <a:pt x="1069029" y="640518"/>
                </a:lnTo>
                <a:lnTo>
                  <a:pt x="1081580" y="647931"/>
                </a:lnTo>
                <a:lnTo>
                  <a:pt x="1089747" y="660789"/>
                </a:lnTo>
                <a:lnTo>
                  <a:pt x="1094284" y="664874"/>
                </a:lnTo>
                <a:lnTo>
                  <a:pt x="1095191" y="676674"/>
                </a:lnTo>
                <a:lnTo>
                  <a:pt x="1092166" y="690138"/>
                </a:lnTo>
                <a:lnTo>
                  <a:pt x="1091864" y="701786"/>
                </a:lnTo>
                <a:close/>
                <a:moveTo>
                  <a:pt x="1101694" y="630836"/>
                </a:moveTo>
                <a:lnTo>
                  <a:pt x="1102752" y="650200"/>
                </a:lnTo>
                <a:lnTo>
                  <a:pt x="1091561" y="645208"/>
                </a:lnTo>
                <a:lnTo>
                  <a:pt x="1082790" y="637492"/>
                </a:lnTo>
                <a:lnTo>
                  <a:pt x="1068726" y="631744"/>
                </a:lnTo>
                <a:lnTo>
                  <a:pt x="1051637" y="629928"/>
                </a:lnTo>
                <a:lnTo>
                  <a:pt x="1039237" y="624785"/>
                </a:lnTo>
                <a:lnTo>
                  <a:pt x="1030465" y="615859"/>
                </a:lnTo>
                <a:lnTo>
                  <a:pt x="1030012" y="611624"/>
                </a:lnTo>
                <a:lnTo>
                  <a:pt x="1030919" y="608295"/>
                </a:lnTo>
                <a:lnTo>
                  <a:pt x="1033641" y="605724"/>
                </a:lnTo>
                <a:lnTo>
                  <a:pt x="1098367" y="623121"/>
                </a:lnTo>
                <a:lnTo>
                  <a:pt x="1101694" y="630836"/>
                </a:lnTo>
                <a:close/>
                <a:moveTo>
                  <a:pt x="1182752" y="738547"/>
                </a:moveTo>
                <a:lnTo>
                  <a:pt x="1179878" y="744447"/>
                </a:lnTo>
                <a:lnTo>
                  <a:pt x="1174132" y="740060"/>
                </a:lnTo>
                <a:lnTo>
                  <a:pt x="1144642" y="733555"/>
                </a:lnTo>
                <a:lnTo>
                  <a:pt x="1134813" y="732950"/>
                </a:lnTo>
                <a:lnTo>
                  <a:pt x="1109255" y="725688"/>
                </a:lnTo>
                <a:lnTo>
                  <a:pt x="1101391" y="721906"/>
                </a:lnTo>
                <a:lnTo>
                  <a:pt x="1095947" y="716914"/>
                </a:lnTo>
                <a:lnTo>
                  <a:pt x="1097762" y="707837"/>
                </a:lnTo>
                <a:lnTo>
                  <a:pt x="1101542" y="702240"/>
                </a:lnTo>
                <a:lnTo>
                  <a:pt x="1103962" y="686810"/>
                </a:lnTo>
                <a:lnTo>
                  <a:pt x="1110314" y="680607"/>
                </a:lnTo>
                <a:lnTo>
                  <a:pt x="1123017" y="692104"/>
                </a:lnTo>
                <a:lnTo>
                  <a:pt x="1137081" y="701938"/>
                </a:lnTo>
                <a:lnTo>
                  <a:pt x="1145247" y="706476"/>
                </a:lnTo>
                <a:lnTo>
                  <a:pt x="1170049" y="716460"/>
                </a:lnTo>
                <a:lnTo>
                  <a:pt x="1178820" y="721604"/>
                </a:lnTo>
                <a:lnTo>
                  <a:pt x="1182752" y="738547"/>
                </a:lnTo>
                <a:close/>
                <a:moveTo>
                  <a:pt x="1203621" y="719940"/>
                </a:moveTo>
                <a:lnTo>
                  <a:pt x="1199236" y="724176"/>
                </a:lnTo>
                <a:lnTo>
                  <a:pt x="1191674" y="723268"/>
                </a:lnTo>
                <a:lnTo>
                  <a:pt x="1183508" y="718124"/>
                </a:lnTo>
                <a:lnTo>
                  <a:pt x="1173073" y="708896"/>
                </a:lnTo>
                <a:lnTo>
                  <a:pt x="1161277" y="700727"/>
                </a:lnTo>
                <a:lnTo>
                  <a:pt x="1146457" y="695584"/>
                </a:lnTo>
                <a:lnTo>
                  <a:pt x="1137081" y="694071"/>
                </a:lnTo>
                <a:lnTo>
                  <a:pt x="1133452" y="692104"/>
                </a:lnTo>
                <a:lnTo>
                  <a:pt x="1137081" y="676220"/>
                </a:lnTo>
                <a:lnTo>
                  <a:pt x="1146760" y="675312"/>
                </a:lnTo>
                <a:lnTo>
                  <a:pt x="1178366" y="689986"/>
                </a:lnTo>
                <a:lnTo>
                  <a:pt x="1188801" y="698004"/>
                </a:lnTo>
                <a:lnTo>
                  <a:pt x="1203621" y="719940"/>
                </a:lnTo>
                <a:close/>
                <a:moveTo>
                  <a:pt x="1221466" y="769559"/>
                </a:moveTo>
                <a:lnTo>
                  <a:pt x="1204529" y="770467"/>
                </a:lnTo>
                <a:lnTo>
                  <a:pt x="1199689" y="768500"/>
                </a:lnTo>
                <a:lnTo>
                  <a:pt x="1201655" y="754280"/>
                </a:lnTo>
                <a:lnTo>
                  <a:pt x="1206797" y="745657"/>
                </a:lnTo>
                <a:lnTo>
                  <a:pt x="1214510" y="745809"/>
                </a:lnTo>
                <a:lnTo>
                  <a:pt x="1223130" y="758667"/>
                </a:lnTo>
                <a:lnTo>
                  <a:pt x="1221466" y="769559"/>
                </a:lnTo>
                <a:close/>
                <a:moveTo>
                  <a:pt x="1246570" y="751103"/>
                </a:moveTo>
                <a:lnTo>
                  <a:pt x="1243545" y="753070"/>
                </a:lnTo>
                <a:lnTo>
                  <a:pt x="1230540" y="733857"/>
                </a:lnTo>
                <a:lnTo>
                  <a:pt x="1233867" y="722814"/>
                </a:lnTo>
                <a:lnTo>
                  <a:pt x="1236891" y="719940"/>
                </a:lnTo>
                <a:lnTo>
                  <a:pt x="1243999" y="726747"/>
                </a:lnTo>
                <a:lnTo>
                  <a:pt x="1249594" y="733857"/>
                </a:lnTo>
                <a:lnTo>
                  <a:pt x="1253678" y="742178"/>
                </a:lnTo>
                <a:lnTo>
                  <a:pt x="1246570" y="751103"/>
                </a:lnTo>
                <a:close/>
                <a:moveTo>
                  <a:pt x="1333526" y="672892"/>
                </a:moveTo>
                <a:lnTo>
                  <a:pt x="1343053" y="679548"/>
                </a:lnTo>
                <a:lnTo>
                  <a:pt x="1350917" y="675161"/>
                </a:lnTo>
                <a:lnTo>
                  <a:pt x="1350614" y="680910"/>
                </a:lnTo>
                <a:lnTo>
                  <a:pt x="1348951" y="686356"/>
                </a:lnTo>
                <a:lnTo>
                  <a:pt x="1339726" y="701786"/>
                </a:lnTo>
                <a:lnTo>
                  <a:pt x="1324301" y="698307"/>
                </a:lnTo>
                <a:lnTo>
                  <a:pt x="1320671" y="693315"/>
                </a:lnTo>
                <a:lnTo>
                  <a:pt x="1319462" y="689533"/>
                </a:lnTo>
                <a:lnTo>
                  <a:pt x="1321730" y="687112"/>
                </a:lnTo>
                <a:lnTo>
                  <a:pt x="1322940" y="679548"/>
                </a:lnTo>
                <a:lnTo>
                  <a:pt x="1329745" y="679548"/>
                </a:lnTo>
                <a:lnTo>
                  <a:pt x="1333526" y="672892"/>
                </a:lnTo>
                <a:close/>
                <a:moveTo>
                  <a:pt x="1418213" y="667597"/>
                </a:moveTo>
                <a:lnTo>
                  <a:pt x="1419121" y="678943"/>
                </a:lnTo>
                <a:lnTo>
                  <a:pt x="1427741" y="684389"/>
                </a:lnTo>
                <a:lnTo>
                  <a:pt x="1430009" y="692709"/>
                </a:lnTo>
                <a:lnTo>
                  <a:pt x="1428497" y="706173"/>
                </a:lnTo>
                <a:lnTo>
                  <a:pt x="1420330" y="721604"/>
                </a:lnTo>
                <a:lnTo>
                  <a:pt x="1416701" y="725688"/>
                </a:lnTo>
                <a:lnTo>
                  <a:pt x="1405964" y="722512"/>
                </a:lnTo>
                <a:lnTo>
                  <a:pt x="1402486" y="717368"/>
                </a:lnTo>
                <a:lnTo>
                  <a:pt x="1400973" y="713435"/>
                </a:lnTo>
                <a:lnTo>
                  <a:pt x="1402486" y="710409"/>
                </a:lnTo>
                <a:lnTo>
                  <a:pt x="1394622" y="706930"/>
                </a:lnTo>
                <a:lnTo>
                  <a:pt x="1399612" y="700879"/>
                </a:lnTo>
                <a:lnTo>
                  <a:pt x="1396134" y="692709"/>
                </a:lnTo>
                <a:lnTo>
                  <a:pt x="1374206" y="697853"/>
                </a:lnTo>
                <a:lnTo>
                  <a:pt x="1367854" y="698004"/>
                </a:lnTo>
                <a:lnTo>
                  <a:pt x="1366645" y="688625"/>
                </a:lnTo>
                <a:lnTo>
                  <a:pt x="1367552" y="684692"/>
                </a:lnTo>
                <a:lnTo>
                  <a:pt x="1384490" y="672892"/>
                </a:lnTo>
                <a:lnTo>
                  <a:pt x="1394471" y="670623"/>
                </a:lnTo>
                <a:lnTo>
                  <a:pt x="1405359" y="673043"/>
                </a:lnTo>
                <a:lnTo>
                  <a:pt x="1418213" y="667597"/>
                </a:lnTo>
                <a:close/>
                <a:moveTo>
                  <a:pt x="1447551" y="878178"/>
                </a:moveTo>
                <a:lnTo>
                  <a:pt x="1451937" y="880599"/>
                </a:lnTo>
                <a:lnTo>
                  <a:pt x="1457230" y="872883"/>
                </a:lnTo>
                <a:lnTo>
                  <a:pt x="1467211" y="883624"/>
                </a:lnTo>
                <a:lnTo>
                  <a:pt x="1473411" y="888919"/>
                </a:lnTo>
                <a:lnTo>
                  <a:pt x="1481729" y="894365"/>
                </a:lnTo>
                <a:lnTo>
                  <a:pt x="1473563" y="894516"/>
                </a:lnTo>
                <a:lnTo>
                  <a:pt x="1470236" y="899509"/>
                </a:lnTo>
                <a:lnTo>
                  <a:pt x="1467967" y="900416"/>
                </a:lnTo>
                <a:lnTo>
                  <a:pt x="1435907" y="883170"/>
                </a:lnTo>
                <a:lnTo>
                  <a:pt x="1415491" y="888768"/>
                </a:lnTo>
                <a:lnTo>
                  <a:pt x="1401427" y="883624"/>
                </a:lnTo>
                <a:lnTo>
                  <a:pt x="1397344" y="880145"/>
                </a:lnTo>
                <a:lnTo>
                  <a:pt x="1404905" y="870614"/>
                </a:lnTo>
                <a:lnTo>
                  <a:pt x="1411862" y="848830"/>
                </a:lnTo>
                <a:lnTo>
                  <a:pt x="1425926" y="854276"/>
                </a:lnTo>
                <a:lnTo>
                  <a:pt x="1429253" y="861084"/>
                </a:lnTo>
                <a:lnTo>
                  <a:pt x="1428497" y="863050"/>
                </a:lnTo>
                <a:lnTo>
                  <a:pt x="1437570" y="867135"/>
                </a:lnTo>
                <a:lnTo>
                  <a:pt x="1447551" y="878178"/>
                </a:lnTo>
                <a:close/>
                <a:moveTo>
                  <a:pt x="1401427" y="902232"/>
                </a:moveTo>
                <a:lnTo>
                  <a:pt x="1415642" y="916906"/>
                </a:lnTo>
                <a:lnTo>
                  <a:pt x="1418969" y="922200"/>
                </a:lnTo>
                <a:lnTo>
                  <a:pt x="1412013" y="930370"/>
                </a:lnTo>
                <a:lnTo>
                  <a:pt x="1406418" y="941867"/>
                </a:lnTo>
                <a:lnTo>
                  <a:pt x="1403091" y="944287"/>
                </a:lnTo>
                <a:lnTo>
                  <a:pt x="1392353" y="939900"/>
                </a:lnTo>
                <a:lnTo>
                  <a:pt x="1384641" y="951246"/>
                </a:lnTo>
                <a:lnTo>
                  <a:pt x="1379650" y="933093"/>
                </a:lnTo>
                <a:lnTo>
                  <a:pt x="1368611" y="921595"/>
                </a:lnTo>
                <a:lnTo>
                  <a:pt x="1375416" y="909947"/>
                </a:lnTo>
                <a:lnTo>
                  <a:pt x="1377987" y="909039"/>
                </a:lnTo>
                <a:lnTo>
                  <a:pt x="1381314" y="909493"/>
                </a:lnTo>
                <a:lnTo>
                  <a:pt x="1384792" y="912519"/>
                </a:lnTo>
                <a:lnTo>
                  <a:pt x="1401427" y="902232"/>
                </a:lnTo>
                <a:close/>
                <a:moveTo>
                  <a:pt x="1289972" y="904198"/>
                </a:moveTo>
                <a:lnTo>
                  <a:pt x="1270161" y="909493"/>
                </a:lnTo>
                <a:lnTo>
                  <a:pt x="1248233" y="905711"/>
                </a:lnTo>
                <a:lnTo>
                  <a:pt x="1250955" y="896483"/>
                </a:lnTo>
                <a:lnTo>
                  <a:pt x="1261541" y="886045"/>
                </a:lnTo>
                <a:lnTo>
                  <a:pt x="1270918" y="886499"/>
                </a:lnTo>
                <a:lnTo>
                  <a:pt x="1288006" y="893457"/>
                </a:lnTo>
                <a:lnTo>
                  <a:pt x="1294055" y="899660"/>
                </a:lnTo>
                <a:lnTo>
                  <a:pt x="1289972" y="904198"/>
                </a:lnTo>
                <a:close/>
                <a:moveTo>
                  <a:pt x="2193255" y="1030214"/>
                </a:moveTo>
                <a:lnTo>
                  <a:pt x="2163161" y="1045645"/>
                </a:lnTo>
                <a:lnTo>
                  <a:pt x="2156053" y="1044888"/>
                </a:lnTo>
                <a:lnTo>
                  <a:pt x="2150609" y="1039291"/>
                </a:lnTo>
                <a:lnTo>
                  <a:pt x="2153936" y="1009489"/>
                </a:lnTo>
                <a:lnTo>
                  <a:pt x="2157868" y="1000563"/>
                </a:lnTo>
                <a:lnTo>
                  <a:pt x="2178889" y="999656"/>
                </a:lnTo>
                <a:lnTo>
                  <a:pt x="2191743" y="1003891"/>
                </a:lnTo>
                <a:lnTo>
                  <a:pt x="2198246" y="1008732"/>
                </a:lnTo>
                <a:lnTo>
                  <a:pt x="2200968" y="1018717"/>
                </a:lnTo>
                <a:lnTo>
                  <a:pt x="2199456" y="1024768"/>
                </a:lnTo>
                <a:lnTo>
                  <a:pt x="2193255" y="1030214"/>
                </a:lnTo>
                <a:close/>
                <a:moveTo>
                  <a:pt x="2818582" y="1926394"/>
                </a:moveTo>
                <a:lnTo>
                  <a:pt x="2815708" y="1928663"/>
                </a:lnTo>
                <a:lnTo>
                  <a:pt x="2790000" y="1927453"/>
                </a:lnTo>
                <a:lnTo>
                  <a:pt x="2773365" y="1939707"/>
                </a:lnTo>
                <a:lnTo>
                  <a:pt x="2762023" y="1943489"/>
                </a:lnTo>
                <a:lnTo>
                  <a:pt x="2720737" y="1943489"/>
                </a:lnTo>
                <a:lnTo>
                  <a:pt x="2715898" y="1941825"/>
                </a:lnTo>
                <a:lnTo>
                  <a:pt x="2712269" y="1941976"/>
                </a:lnTo>
                <a:lnTo>
                  <a:pt x="2710000" y="1944396"/>
                </a:lnTo>
                <a:lnTo>
                  <a:pt x="2696843" y="1942581"/>
                </a:lnTo>
                <a:lnTo>
                  <a:pt x="2655105" y="1931689"/>
                </a:lnTo>
                <a:lnTo>
                  <a:pt x="2649358" y="1921553"/>
                </a:lnTo>
                <a:lnTo>
                  <a:pt x="2655861" y="1910661"/>
                </a:lnTo>
                <a:lnTo>
                  <a:pt x="2670832" y="1895382"/>
                </a:lnTo>
                <a:lnTo>
                  <a:pt x="2700927" y="1892356"/>
                </a:lnTo>
                <a:lnTo>
                  <a:pt x="2838241" y="1891297"/>
                </a:lnTo>
                <a:lnTo>
                  <a:pt x="2853213" y="1904459"/>
                </a:lnTo>
                <a:lnTo>
                  <a:pt x="2854574" y="1908846"/>
                </a:lnTo>
                <a:lnTo>
                  <a:pt x="2824631" y="1917922"/>
                </a:lnTo>
                <a:lnTo>
                  <a:pt x="2818582" y="1926394"/>
                </a:lnTo>
                <a:close/>
                <a:moveTo>
                  <a:pt x="1082790" y="1680414"/>
                </a:moveTo>
                <a:lnTo>
                  <a:pt x="1070541" y="1681019"/>
                </a:lnTo>
                <a:lnTo>
                  <a:pt x="1047857" y="1662563"/>
                </a:lnTo>
                <a:lnTo>
                  <a:pt x="1044076" y="1656814"/>
                </a:lnTo>
                <a:lnTo>
                  <a:pt x="1050579" y="1651217"/>
                </a:lnTo>
                <a:lnTo>
                  <a:pt x="1057233" y="1651670"/>
                </a:lnTo>
                <a:lnTo>
                  <a:pt x="1083546" y="1663319"/>
                </a:lnTo>
                <a:lnTo>
                  <a:pt x="1088537" y="1669219"/>
                </a:lnTo>
                <a:lnTo>
                  <a:pt x="1082790" y="1680414"/>
                </a:lnTo>
                <a:close/>
                <a:moveTo>
                  <a:pt x="789106" y="1333076"/>
                </a:moveTo>
                <a:lnTo>
                  <a:pt x="795155" y="1355163"/>
                </a:lnTo>
                <a:lnTo>
                  <a:pt x="777159" y="1340035"/>
                </a:lnTo>
                <a:lnTo>
                  <a:pt x="777462" y="1329445"/>
                </a:lnTo>
                <a:lnTo>
                  <a:pt x="775042" y="1322486"/>
                </a:lnTo>
                <a:lnTo>
                  <a:pt x="764154" y="1314014"/>
                </a:lnTo>
                <a:lnTo>
                  <a:pt x="755685" y="1303425"/>
                </a:lnTo>
                <a:lnTo>
                  <a:pt x="751904" y="1278161"/>
                </a:lnTo>
                <a:lnTo>
                  <a:pt x="754929" y="1273018"/>
                </a:lnTo>
                <a:lnTo>
                  <a:pt x="762036" y="1272564"/>
                </a:lnTo>
                <a:lnTo>
                  <a:pt x="793643" y="1305694"/>
                </a:lnTo>
                <a:lnTo>
                  <a:pt x="795760" y="1311291"/>
                </a:lnTo>
                <a:lnTo>
                  <a:pt x="795004" y="1323091"/>
                </a:lnTo>
                <a:lnTo>
                  <a:pt x="790467" y="1326722"/>
                </a:lnTo>
                <a:lnTo>
                  <a:pt x="789106" y="1333076"/>
                </a:lnTo>
                <a:close/>
                <a:moveTo>
                  <a:pt x="755685" y="1266210"/>
                </a:moveTo>
                <a:lnTo>
                  <a:pt x="744948" y="1278313"/>
                </a:lnTo>
                <a:lnTo>
                  <a:pt x="727103" y="1278161"/>
                </a:lnTo>
                <a:lnTo>
                  <a:pt x="723624" y="1270597"/>
                </a:lnTo>
                <a:lnTo>
                  <a:pt x="724381" y="1252292"/>
                </a:lnTo>
                <a:lnTo>
                  <a:pt x="719995" y="1246393"/>
                </a:lnTo>
                <a:lnTo>
                  <a:pt x="720146" y="1243972"/>
                </a:lnTo>
                <a:lnTo>
                  <a:pt x="723020" y="1233534"/>
                </a:lnTo>
                <a:lnTo>
                  <a:pt x="726649" y="1231265"/>
                </a:lnTo>
                <a:lnTo>
                  <a:pt x="755382" y="1256982"/>
                </a:lnTo>
                <a:lnTo>
                  <a:pt x="755685" y="1266210"/>
                </a:lnTo>
                <a:close/>
                <a:moveTo>
                  <a:pt x="701092" y="1206001"/>
                </a:moveTo>
                <a:lnTo>
                  <a:pt x="701848" y="1210085"/>
                </a:lnTo>
                <a:lnTo>
                  <a:pt x="677198" y="1196773"/>
                </a:lnTo>
                <a:lnTo>
                  <a:pt x="665402" y="1193142"/>
                </a:lnTo>
                <a:lnTo>
                  <a:pt x="654816" y="1178619"/>
                </a:lnTo>
                <a:lnTo>
                  <a:pt x="658143" y="1171509"/>
                </a:lnTo>
                <a:lnTo>
                  <a:pt x="658597" y="1161827"/>
                </a:lnTo>
                <a:lnTo>
                  <a:pt x="660109" y="1158045"/>
                </a:lnTo>
                <a:lnTo>
                  <a:pt x="667670" y="1156684"/>
                </a:lnTo>
                <a:lnTo>
                  <a:pt x="677349" y="1163643"/>
                </a:lnTo>
                <a:lnTo>
                  <a:pt x="684759" y="1181040"/>
                </a:lnTo>
                <a:lnTo>
                  <a:pt x="697008" y="1197075"/>
                </a:lnTo>
                <a:lnTo>
                  <a:pt x="701092" y="1206001"/>
                </a:lnTo>
                <a:close/>
                <a:moveTo>
                  <a:pt x="491792" y="931731"/>
                </a:moveTo>
                <a:lnTo>
                  <a:pt x="482870" y="938841"/>
                </a:lnTo>
                <a:lnTo>
                  <a:pt x="469260" y="932034"/>
                </a:lnTo>
                <a:lnTo>
                  <a:pt x="473796" y="922352"/>
                </a:lnTo>
                <a:lnTo>
                  <a:pt x="476065" y="908888"/>
                </a:lnTo>
                <a:lnTo>
                  <a:pt x="484231" y="898298"/>
                </a:lnTo>
                <a:lnTo>
                  <a:pt x="486953" y="885742"/>
                </a:lnTo>
                <a:lnTo>
                  <a:pt x="471225" y="851704"/>
                </a:lnTo>
                <a:lnTo>
                  <a:pt x="479089" y="850494"/>
                </a:lnTo>
                <a:lnTo>
                  <a:pt x="485138" y="854276"/>
                </a:lnTo>
                <a:lnTo>
                  <a:pt x="495573" y="876968"/>
                </a:lnTo>
                <a:lnTo>
                  <a:pt x="504647" y="890583"/>
                </a:lnTo>
                <a:lnTo>
                  <a:pt x="501017" y="909039"/>
                </a:lnTo>
                <a:lnTo>
                  <a:pt x="491792" y="931731"/>
                </a:lnTo>
                <a:close/>
                <a:moveTo>
                  <a:pt x="190093" y="494533"/>
                </a:moveTo>
                <a:lnTo>
                  <a:pt x="180566" y="495895"/>
                </a:lnTo>
                <a:lnTo>
                  <a:pt x="171492" y="492718"/>
                </a:lnTo>
                <a:lnTo>
                  <a:pt x="163780" y="483944"/>
                </a:lnTo>
                <a:lnTo>
                  <a:pt x="123251" y="458831"/>
                </a:lnTo>
                <a:lnTo>
                  <a:pt x="110547" y="458529"/>
                </a:lnTo>
                <a:lnTo>
                  <a:pt x="101776" y="452024"/>
                </a:lnTo>
                <a:lnTo>
                  <a:pt x="91039" y="449755"/>
                </a:lnTo>
                <a:lnTo>
                  <a:pt x="79546" y="432962"/>
                </a:lnTo>
                <a:lnTo>
                  <a:pt x="77126" y="424037"/>
                </a:lnTo>
                <a:lnTo>
                  <a:pt x="85444" y="419650"/>
                </a:lnTo>
                <a:lnTo>
                  <a:pt x="90585" y="410422"/>
                </a:lnTo>
                <a:lnTo>
                  <a:pt x="104196" y="414506"/>
                </a:lnTo>
                <a:lnTo>
                  <a:pt x="119621" y="430845"/>
                </a:lnTo>
                <a:lnTo>
                  <a:pt x="135349" y="436896"/>
                </a:lnTo>
                <a:lnTo>
                  <a:pt x="139583" y="439921"/>
                </a:lnTo>
                <a:lnTo>
                  <a:pt x="147145" y="448998"/>
                </a:lnTo>
                <a:lnTo>
                  <a:pt x="182985" y="471085"/>
                </a:lnTo>
                <a:lnTo>
                  <a:pt x="186917" y="478498"/>
                </a:lnTo>
                <a:lnTo>
                  <a:pt x="189337" y="486062"/>
                </a:lnTo>
                <a:lnTo>
                  <a:pt x="190093" y="494533"/>
                </a:lnTo>
                <a:close/>
                <a:moveTo>
                  <a:pt x="3825002" y="1804311"/>
                </a:moveTo>
                <a:lnTo>
                  <a:pt x="3823036" y="1829575"/>
                </a:lnTo>
                <a:lnTo>
                  <a:pt x="3820163" y="1820650"/>
                </a:lnTo>
                <a:lnTo>
                  <a:pt x="3819104" y="1797655"/>
                </a:lnTo>
                <a:lnTo>
                  <a:pt x="3815323" y="1786460"/>
                </a:lnTo>
                <a:lnTo>
                  <a:pt x="3817743" y="1773602"/>
                </a:lnTo>
                <a:lnTo>
                  <a:pt x="3816836" y="1740471"/>
                </a:lnTo>
                <a:lnTo>
                  <a:pt x="3821524" y="1725192"/>
                </a:lnTo>
                <a:lnTo>
                  <a:pt x="3825002" y="1744707"/>
                </a:lnTo>
                <a:lnTo>
                  <a:pt x="3825002" y="1754540"/>
                </a:lnTo>
                <a:lnTo>
                  <a:pt x="3825002" y="1804311"/>
                </a:lnTo>
                <a:close/>
                <a:moveTo>
                  <a:pt x="3050263" y="1906123"/>
                </a:moveTo>
                <a:lnTo>
                  <a:pt x="3038013" y="1908694"/>
                </a:lnTo>
                <a:lnTo>
                  <a:pt x="3026520" y="1903400"/>
                </a:lnTo>
                <a:lnTo>
                  <a:pt x="3026822" y="1896138"/>
                </a:lnTo>
                <a:lnTo>
                  <a:pt x="3029696" y="1889482"/>
                </a:lnTo>
                <a:lnTo>
                  <a:pt x="3046784" y="1886002"/>
                </a:lnTo>
                <a:lnTo>
                  <a:pt x="3055858" y="1886305"/>
                </a:lnTo>
                <a:lnTo>
                  <a:pt x="3065688" y="1890843"/>
                </a:lnTo>
                <a:lnTo>
                  <a:pt x="3072493" y="1895684"/>
                </a:lnTo>
                <a:lnTo>
                  <a:pt x="3075820" y="1901282"/>
                </a:lnTo>
                <a:lnTo>
                  <a:pt x="3057370" y="1901584"/>
                </a:lnTo>
                <a:lnTo>
                  <a:pt x="3050263" y="1906123"/>
                </a:lnTo>
                <a:close/>
                <a:moveTo>
                  <a:pt x="3190299" y="1436702"/>
                </a:moveTo>
                <a:lnTo>
                  <a:pt x="3158542" y="1464840"/>
                </a:lnTo>
                <a:lnTo>
                  <a:pt x="3153400" y="1457730"/>
                </a:lnTo>
                <a:lnTo>
                  <a:pt x="3156122" y="1428987"/>
                </a:lnTo>
                <a:lnTo>
                  <a:pt x="3147199" y="1411287"/>
                </a:lnTo>
                <a:lnTo>
                  <a:pt x="3147804" y="1397975"/>
                </a:lnTo>
                <a:lnTo>
                  <a:pt x="3154156" y="1374678"/>
                </a:lnTo>
                <a:lnTo>
                  <a:pt x="3162171" y="1356827"/>
                </a:lnTo>
                <a:lnTo>
                  <a:pt x="3180621" y="1344724"/>
                </a:lnTo>
                <a:lnTo>
                  <a:pt x="3185309" y="1343363"/>
                </a:lnTo>
                <a:lnTo>
                  <a:pt x="3184099" y="1365147"/>
                </a:lnTo>
                <a:lnTo>
                  <a:pt x="3187880" y="1373316"/>
                </a:lnTo>
                <a:lnTo>
                  <a:pt x="3189090" y="1380275"/>
                </a:lnTo>
                <a:lnTo>
                  <a:pt x="3187124" y="1386326"/>
                </a:lnTo>
                <a:lnTo>
                  <a:pt x="3190602" y="1414162"/>
                </a:lnTo>
                <a:lnTo>
                  <a:pt x="3192719" y="1420818"/>
                </a:lnTo>
                <a:lnTo>
                  <a:pt x="3188182" y="1429592"/>
                </a:lnTo>
                <a:lnTo>
                  <a:pt x="3190299" y="1436702"/>
                </a:lnTo>
                <a:close/>
                <a:moveTo>
                  <a:pt x="1595906" y="418440"/>
                </a:moveTo>
                <a:lnTo>
                  <a:pt x="1589705" y="419045"/>
                </a:lnTo>
                <a:lnTo>
                  <a:pt x="1587740" y="414506"/>
                </a:lnTo>
                <a:lnTo>
                  <a:pt x="1588042" y="406791"/>
                </a:lnTo>
                <a:lnTo>
                  <a:pt x="1587437" y="400589"/>
                </a:lnTo>
                <a:lnTo>
                  <a:pt x="1585622" y="396050"/>
                </a:lnTo>
                <a:lnTo>
                  <a:pt x="1585622" y="388335"/>
                </a:lnTo>
                <a:lnTo>
                  <a:pt x="1591520" y="392117"/>
                </a:lnTo>
                <a:lnTo>
                  <a:pt x="1595906" y="395748"/>
                </a:lnTo>
                <a:lnTo>
                  <a:pt x="1601199" y="398319"/>
                </a:lnTo>
                <a:lnTo>
                  <a:pt x="1605282" y="400135"/>
                </a:lnTo>
                <a:lnTo>
                  <a:pt x="1607550" y="401194"/>
                </a:lnTo>
                <a:lnTo>
                  <a:pt x="1603316" y="412237"/>
                </a:lnTo>
                <a:lnTo>
                  <a:pt x="1595906" y="418440"/>
                </a:lnTo>
                <a:close/>
                <a:moveTo>
                  <a:pt x="3668330" y="2173887"/>
                </a:moveTo>
                <a:lnTo>
                  <a:pt x="3662432" y="2175249"/>
                </a:lnTo>
                <a:lnTo>
                  <a:pt x="3656534" y="2173131"/>
                </a:lnTo>
                <a:lnTo>
                  <a:pt x="3658954" y="2159667"/>
                </a:lnTo>
                <a:lnTo>
                  <a:pt x="3655476" y="2150590"/>
                </a:lnTo>
                <a:lnTo>
                  <a:pt x="3661676" y="2143329"/>
                </a:lnTo>
                <a:lnTo>
                  <a:pt x="3663188" y="2130621"/>
                </a:lnTo>
                <a:lnTo>
                  <a:pt x="3665608" y="2126688"/>
                </a:lnTo>
                <a:lnTo>
                  <a:pt x="3669389" y="2130773"/>
                </a:lnTo>
                <a:lnTo>
                  <a:pt x="3671052" y="2133344"/>
                </a:lnTo>
                <a:lnTo>
                  <a:pt x="3674077" y="2134555"/>
                </a:lnTo>
                <a:lnTo>
                  <a:pt x="3680882" y="2134857"/>
                </a:lnTo>
                <a:lnTo>
                  <a:pt x="3682394" y="2140303"/>
                </a:lnTo>
                <a:lnTo>
                  <a:pt x="3682092" y="2145447"/>
                </a:lnTo>
                <a:lnTo>
                  <a:pt x="3679219" y="2150893"/>
                </a:lnTo>
                <a:lnTo>
                  <a:pt x="3671203" y="2156793"/>
                </a:lnTo>
                <a:lnTo>
                  <a:pt x="3665306" y="2163449"/>
                </a:lnTo>
                <a:lnTo>
                  <a:pt x="3668330" y="2173887"/>
                </a:lnTo>
                <a:close/>
                <a:moveTo>
                  <a:pt x="3393852" y="220869"/>
                </a:moveTo>
                <a:lnTo>
                  <a:pt x="3408370" y="221171"/>
                </a:lnTo>
                <a:lnTo>
                  <a:pt x="3429542" y="218297"/>
                </a:lnTo>
                <a:lnTo>
                  <a:pt x="3434532" y="232668"/>
                </a:lnTo>
                <a:lnTo>
                  <a:pt x="3435288" y="238266"/>
                </a:lnTo>
                <a:lnTo>
                  <a:pt x="3407160" y="245830"/>
                </a:lnTo>
                <a:lnTo>
                  <a:pt x="3390222" y="228130"/>
                </a:lnTo>
                <a:lnTo>
                  <a:pt x="3393852" y="220869"/>
                </a:lnTo>
                <a:close/>
                <a:moveTo>
                  <a:pt x="3395213" y="355205"/>
                </a:moveTo>
                <a:lnTo>
                  <a:pt x="3393398" y="360197"/>
                </a:lnTo>
                <a:lnTo>
                  <a:pt x="3380393" y="348095"/>
                </a:lnTo>
                <a:lnTo>
                  <a:pt x="3376914" y="339320"/>
                </a:lnTo>
                <a:lnTo>
                  <a:pt x="3378578" y="332362"/>
                </a:lnTo>
                <a:lnTo>
                  <a:pt x="3392037" y="331756"/>
                </a:lnTo>
                <a:lnTo>
                  <a:pt x="3398691" y="335992"/>
                </a:lnTo>
                <a:lnTo>
                  <a:pt x="3395213" y="355205"/>
                </a:lnTo>
                <a:close/>
                <a:moveTo>
                  <a:pt x="3379788" y="2117309"/>
                </a:moveTo>
                <a:lnTo>
                  <a:pt x="3376461" y="2117460"/>
                </a:lnTo>
                <a:lnTo>
                  <a:pt x="3369807" y="2114586"/>
                </a:lnTo>
                <a:lnTo>
                  <a:pt x="3372226" y="2108232"/>
                </a:lnTo>
                <a:lnTo>
                  <a:pt x="3368597" y="2097945"/>
                </a:lnTo>
                <a:lnTo>
                  <a:pt x="3369958" y="2089473"/>
                </a:lnTo>
                <a:lnTo>
                  <a:pt x="3378275" y="2084784"/>
                </a:lnTo>
                <a:lnTo>
                  <a:pt x="3396271" y="2084179"/>
                </a:lnTo>
                <a:lnTo>
                  <a:pt x="3396876" y="2090381"/>
                </a:lnTo>
                <a:lnTo>
                  <a:pt x="3379788" y="2117309"/>
                </a:lnTo>
                <a:close/>
              </a:path>
            </a:pathLst>
          </a:custGeom>
          <a:solidFill>
            <a:srgbClr val="D9DAD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ite BELAWAN"/>
          <p:cNvSpPr/>
          <p:nvPr/>
        </p:nvSpPr>
        <p:spPr>
          <a:xfrm>
            <a:off x="1067984" y="1357884"/>
            <a:ext cx="155448" cy="155448"/>
          </a:xfrm>
          <a:prstGeom prst="ellipse">
            <a:avLst/>
          </a:prstGeom>
          <a:solidFill>
            <a:srgbClr val="E6B22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2012" y="1344168"/>
            <a:ext cx="1097280" cy="164592"/>
          </a:xfrm>
          <a:prstGeom prst="rect">
            <a:avLst/>
          </a:prstGeom>
          <a:noFill/>
        </p:spPr>
        <p:txBody>
          <a:bodyPr wrap="square" lIns="0" rIns="0" tIns="0" bIns="0" anchor="t">
            <a:noAutofit/>
          </a:bodyPr>
          <a:lstStyle/>
          <a:p>
            <a:pPr algn="l"/>
            <a:r>
              <a:rPr sz="800" b="1" i="0" spc="150">
                <a:solidFill>
                  <a:srgbClr val="4D4D4F"/>
                </a:solidFill>
                <a:latin typeface="Calibri"/>
              </a:rPr>
              <a:t>BELAWAN</a:t>
            </a:r>
          </a:p>
        </p:txBody>
      </p:sp>
      <p:sp>
        <p:nvSpPr>
          <p:cNvPr id="10" name="Expansion CIGADING"/>
          <p:cNvSpPr/>
          <p:nvPr/>
        </p:nvSpPr>
        <p:spPr>
          <a:xfrm>
            <a:off x="2098829" y="2758228"/>
            <a:ext cx="292608" cy="292608"/>
          </a:xfrm>
          <a:prstGeom prst="ellipse">
            <a:avLst/>
          </a:prstGeom>
          <a:noFill/>
          <a:ln w="15875">
            <a:solidFill>
              <a:srgbClr val="E6B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ite CIGADING"/>
          <p:cNvSpPr/>
          <p:nvPr/>
        </p:nvSpPr>
        <p:spPr>
          <a:xfrm>
            <a:off x="2167409" y="2826808"/>
            <a:ext cx="155448" cy="155448"/>
          </a:xfrm>
          <a:prstGeom prst="ellipse">
            <a:avLst/>
          </a:prstGeom>
          <a:solidFill>
            <a:srgbClr val="E6B22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5013" y="2648500"/>
            <a:ext cx="1097280" cy="164592"/>
          </a:xfrm>
          <a:prstGeom prst="rect">
            <a:avLst/>
          </a:prstGeom>
          <a:noFill/>
        </p:spPr>
        <p:txBody>
          <a:bodyPr wrap="square" lIns="0" rIns="0" tIns="0" bIns="0" anchor="t">
            <a:noAutofit/>
          </a:bodyPr>
          <a:lstStyle/>
          <a:p>
            <a:pPr algn="l"/>
            <a:r>
              <a:rPr sz="800" b="1" i="0" spc="150">
                <a:solidFill>
                  <a:srgbClr val="4D4D4F"/>
                </a:solidFill>
                <a:latin typeface="Calibri"/>
              </a:rPr>
              <a:t>CIGADING</a:t>
            </a:r>
          </a:p>
        </p:txBody>
      </p:sp>
      <p:sp>
        <p:nvSpPr>
          <p:cNvPr id="13" name="Expansion TELUK LAMONG"/>
          <p:cNvSpPr/>
          <p:nvPr/>
        </p:nvSpPr>
        <p:spPr>
          <a:xfrm>
            <a:off x="3115079" y="2948840"/>
            <a:ext cx="292608" cy="292608"/>
          </a:xfrm>
          <a:prstGeom prst="ellipse">
            <a:avLst/>
          </a:prstGeom>
          <a:noFill/>
          <a:ln w="15875">
            <a:solidFill>
              <a:srgbClr val="E6B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ite TELUK LAMONG"/>
          <p:cNvSpPr/>
          <p:nvPr/>
        </p:nvSpPr>
        <p:spPr>
          <a:xfrm>
            <a:off x="3183659" y="3017420"/>
            <a:ext cx="155448" cy="155448"/>
          </a:xfrm>
          <a:prstGeom prst="ellipse">
            <a:avLst/>
          </a:prstGeom>
          <a:solidFill>
            <a:srgbClr val="E6B22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07687" y="3003704"/>
            <a:ext cx="1097280" cy="164592"/>
          </a:xfrm>
          <a:prstGeom prst="rect">
            <a:avLst/>
          </a:prstGeom>
          <a:noFill/>
        </p:spPr>
        <p:txBody>
          <a:bodyPr wrap="square" lIns="0" rIns="0" tIns="0" bIns="0" anchor="t">
            <a:noAutofit/>
          </a:bodyPr>
          <a:lstStyle/>
          <a:p>
            <a:pPr algn="l"/>
            <a:r>
              <a:rPr sz="800" b="1" i="0" spc="150">
                <a:solidFill>
                  <a:srgbClr val="4D4D4F"/>
                </a:solidFill>
                <a:latin typeface="Calibri"/>
              </a:rPr>
              <a:t>TELUK LAMONG</a:t>
            </a:r>
          </a:p>
        </p:txBody>
      </p:sp>
      <p:sp>
        <p:nvSpPr>
          <p:cNvPr id="16" name="New DUMAI"/>
          <p:cNvSpPr/>
          <p:nvPr/>
        </p:nvSpPr>
        <p:spPr>
          <a:xfrm>
            <a:off x="1462512" y="1652711"/>
            <a:ext cx="201168" cy="201168"/>
          </a:xfrm>
          <a:prstGeom prst="ellipse">
            <a:avLst/>
          </a:prstGeom>
          <a:solidFill>
            <a:srgbClr val="FFFFFF"/>
          </a:solidFill>
          <a:ln w="22225">
            <a:solidFill>
              <a:srgbClr val="E6B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27688" y="1661855"/>
            <a:ext cx="1097280" cy="164592"/>
          </a:xfrm>
          <a:prstGeom prst="rect">
            <a:avLst/>
          </a:prstGeom>
          <a:noFill/>
        </p:spPr>
        <p:txBody>
          <a:bodyPr wrap="square" lIns="0" rIns="0" tIns="0" bIns="0" anchor="t">
            <a:noAutofit/>
          </a:bodyPr>
          <a:lstStyle/>
          <a:p>
            <a:pPr algn="l"/>
            <a:r>
              <a:rPr sz="800" b="1" i="0" spc="150">
                <a:solidFill>
                  <a:srgbClr val="8A6A0C"/>
                </a:solidFill>
                <a:latin typeface="Calibri"/>
              </a:rPr>
              <a:t>DUMAI</a:t>
            </a:r>
          </a:p>
        </p:txBody>
      </p:sp>
      <p:sp>
        <p:nvSpPr>
          <p:cNvPr id="18" name="New CIWANDAN"/>
          <p:cNvSpPr/>
          <p:nvPr/>
        </p:nvSpPr>
        <p:spPr>
          <a:xfrm>
            <a:off x="2263351" y="2907490"/>
            <a:ext cx="201168" cy="201168"/>
          </a:xfrm>
          <a:prstGeom prst="ellipse">
            <a:avLst/>
          </a:prstGeom>
          <a:solidFill>
            <a:srgbClr val="FFFFFF"/>
          </a:solidFill>
          <a:ln w="22225">
            <a:solidFill>
              <a:srgbClr val="E6B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0239" y="3062938"/>
            <a:ext cx="1097280" cy="164592"/>
          </a:xfrm>
          <a:prstGeom prst="rect">
            <a:avLst/>
          </a:prstGeom>
          <a:noFill/>
        </p:spPr>
        <p:txBody>
          <a:bodyPr wrap="square" lIns="0" rIns="0" tIns="0" bIns="0" anchor="t">
            <a:noAutofit/>
          </a:bodyPr>
          <a:lstStyle/>
          <a:p>
            <a:pPr algn="l"/>
            <a:r>
              <a:rPr sz="800" b="1" i="0" spc="150">
                <a:solidFill>
                  <a:srgbClr val="8A6A0C"/>
                </a:solidFill>
                <a:latin typeface="Calibri"/>
              </a:rPr>
              <a:t>CIWANDAN</a:t>
            </a:r>
          </a:p>
        </p:txBody>
      </p:sp>
      <p:sp>
        <p:nvSpPr>
          <p:cNvPr id="20" name="Watch Teluk Bayur"/>
          <p:cNvSpPr/>
          <p:nvPr/>
        </p:nvSpPr>
        <p:spPr>
          <a:xfrm>
            <a:off x="1344906" y="2102347"/>
            <a:ext cx="109728" cy="109728"/>
          </a:xfrm>
          <a:prstGeom prst="ellipse">
            <a:avLst/>
          </a:prstGeom>
          <a:solidFill>
            <a:srgbClr val="FFFFFF"/>
          </a:solidFill>
          <a:ln w="12700">
            <a:solidFill>
              <a:srgbClr val="A7A9A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09498" y="2084059"/>
            <a:ext cx="822960" cy="146304"/>
          </a:xfrm>
          <a:prstGeom prst="rect">
            <a:avLst/>
          </a:prstGeom>
          <a:noFill/>
        </p:spPr>
        <p:txBody>
          <a:bodyPr wrap="square" lIns="0" rIns="0" tIns="0" bIns="0" anchor="t">
            <a:noAutofit/>
          </a:bodyPr>
          <a:lstStyle/>
          <a:p>
            <a:pPr algn="l"/>
            <a:r>
              <a:rPr sz="750" b="0" i="0">
                <a:solidFill>
                  <a:srgbClr val="747678"/>
                </a:solidFill>
                <a:latin typeface="Calibri"/>
              </a:rPr>
              <a:t>Teluk Bayur</a:t>
            </a:r>
          </a:p>
        </p:txBody>
      </p:sp>
      <p:sp>
        <p:nvSpPr>
          <p:cNvPr id="22" name="Watch Makassar"/>
          <p:cNvSpPr/>
          <p:nvPr/>
        </p:nvSpPr>
        <p:spPr>
          <a:xfrm>
            <a:off x="4224281" y="2728644"/>
            <a:ext cx="109728" cy="109728"/>
          </a:xfrm>
          <a:prstGeom prst="ellipse">
            <a:avLst/>
          </a:prstGeom>
          <a:solidFill>
            <a:srgbClr val="FFFFFF"/>
          </a:solidFill>
          <a:ln w="12700">
            <a:solidFill>
              <a:srgbClr val="A7A9A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20777" y="2692068"/>
            <a:ext cx="822960" cy="146304"/>
          </a:xfrm>
          <a:prstGeom prst="rect">
            <a:avLst/>
          </a:prstGeom>
          <a:noFill/>
        </p:spPr>
        <p:txBody>
          <a:bodyPr wrap="square" lIns="0" rIns="0" tIns="0" bIns="0" anchor="t">
            <a:noAutofit/>
          </a:bodyPr>
          <a:lstStyle/>
          <a:p>
            <a:pPr algn="l"/>
            <a:r>
              <a:rPr sz="750" b="0" i="0">
                <a:solidFill>
                  <a:srgbClr val="747678"/>
                </a:solidFill>
                <a:latin typeface="Calibri"/>
              </a:rPr>
              <a:t>Makassar</a:t>
            </a:r>
          </a:p>
        </p:txBody>
      </p:sp>
      <p:sp>
        <p:nvSpPr>
          <p:cNvPr id="24" name="Oval 23"/>
          <p:cNvSpPr/>
          <p:nvPr/>
        </p:nvSpPr>
        <p:spPr>
          <a:xfrm>
            <a:off x="512064" y="3600048"/>
            <a:ext cx="128016" cy="128016"/>
          </a:xfrm>
          <a:prstGeom prst="ellipse">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581760"/>
            <a:ext cx="1737360" cy="182880"/>
          </a:xfrm>
          <a:prstGeom prst="rect">
            <a:avLst/>
          </a:prstGeom>
          <a:noFill/>
        </p:spPr>
        <p:txBody>
          <a:bodyPr wrap="square" lIns="0" rIns="0" tIns="0" bIns="0" anchor="t">
            <a:noAutofit/>
          </a:bodyPr>
          <a:lstStyle/>
          <a:p>
            <a:pPr algn="l"/>
            <a:r>
              <a:rPr sz="850" b="0" i="0">
                <a:solidFill>
                  <a:srgbClr val="747678"/>
                </a:solidFill>
                <a:latin typeface="Calibri"/>
              </a:rPr>
              <a:t>FKS gateway today</a:t>
            </a:r>
          </a:p>
        </p:txBody>
      </p:sp>
      <p:sp>
        <p:nvSpPr>
          <p:cNvPr id="26" name="Oval 25"/>
          <p:cNvSpPr/>
          <p:nvPr/>
        </p:nvSpPr>
        <p:spPr>
          <a:xfrm>
            <a:off x="2523744" y="3600048"/>
            <a:ext cx="128016" cy="128016"/>
          </a:xfrm>
          <a:prstGeom prst="ellipse">
            <a:avLst/>
          </a:prstGeom>
          <a:solidFill>
            <a:srgbClr val="FFFFFF"/>
          </a:solidFill>
          <a:ln w="22225">
            <a:solidFill>
              <a:srgbClr val="E6B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743200" y="3581760"/>
            <a:ext cx="1737360" cy="182880"/>
          </a:xfrm>
          <a:prstGeom prst="rect">
            <a:avLst/>
          </a:prstGeom>
          <a:noFill/>
        </p:spPr>
        <p:txBody>
          <a:bodyPr wrap="square" lIns="0" rIns="0" tIns="0" bIns="0" anchor="t">
            <a:noAutofit/>
          </a:bodyPr>
          <a:lstStyle/>
          <a:p>
            <a:pPr algn="l"/>
            <a:r>
              <a:rPr sz="850" b="0" i="0">
                <a:solidFill>
                  <a:srgbClr val="747678"/>
                </a:solidFill>
                <a:latin typeface="Calibri"/>
              </a:rPr>
              <a:t>New gateway in the pipeline</a:t>
            </a:r>
          </a:p>
        </p:txBody>
      </p:sp>
      <p:sp>
        <p:nvSpPr>
          <p:cNvPr id="28" name="Oval 27"/>
          <p:cNvSpPr/>
          <p:nvPr/>
        </p:nvSpPr>
        <p:spPr>
          <a:xfrm>
            <a:off x="484632" y="3810360"/>
            <a:ext cx="182880" cy="182880"/>
          </a:xfrm>
          <a:prstGeom prst="ellipse">
            <a:avLst/>
          </a:prstGeom>
          <a:noFill/>
          <a:ln w="15875">
            <a:solidFill>
              <a:srgbClr val="E6B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44068" y="3869796"/>
            <a:ext cx="64008" cy="64008"/>
          </a:xfrm>
          <a:prstGeom prst="ellipse">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3819504"/>
            <a:ext cx="1737360" cy="182880"/>
          </a:xfrm>
          <a:prstGeom prst="rect">
            <a:avLst/>
          </a:prstGeom>
          <a:noFill/>
        </p:spPr>
        <p:txBody>
          <a:bodyPr wrap="square" lIns="0" rIns="0" tIns="0" bIns="0" anchor="t">
            <a:noAutofit/>
          </a:bodyPr>
          <a:lstStyle/>
          <a:p>
            <a:pPr algn="l"/>
            <a:r>
              <a:rPr sz="850" b="0" i="0">
                <a:solidFill>
                  <a:srgbClr val="747678"/>
                </a:solidFill>
                <a:latin typeface="Calibri"/>
              </a:rPr>
              <a:t>Expansion at an FKS site</a:t>
            </a:r>
          </a:p>
        </p:txBody>
      </p:sp>
      <p:sp>
        <p:nvSpPr>
          <p:cNvPr id="31" name="Oval 30"/>
          <p:cNvSpPr/>
          <p:nvPr/>
        </p:nvSpPr>
        <p:spPr>
          <a:xfrm>
            <a:off x="2532888" y="3846936"/>
            <a:ext cx="109728" cy="109728"/>
          </a:xfrm>
          <a:prstGeom prst="ellipse">
            <a:avLst/>
          </a:prstGeom>
          <a:solidFill>
            <a:srgbClr val="FFFFFF"/>
          </a:solidFill>
          <a:ln w="12700">
            <a:solidFill>
              <a:srgbClr val="A7A9A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743200" y="3819504"/>
            <a:ext cx="1737360" cy="182880"/>
          </a:xfrm>
          <a:prstGeom prst="rect">
            <a:avLst/>
          </a:prstGeom>
          <a:noFill/>
        </p:spPr>
        <p:txBody>
          <a:bodyPr wrap="square" lIns="0" rIns="0" tIns="0" bIns="0" anchor="t">
            <a:noAutofit/>
          </a:bodyPr>
          <a:lstStyle/>
          <a:p>
            <a:pPr algn="l"/>
            <a:r>
              <a:rPr sz="850" b="0" i="0">
                <a:solidFill>
                  <a:srgbClr val="747678"/>
                </a:solidFill>
                <a:latin typeface="Calibri"/>
              </a:rPr>
              <a:t>Watchlist, public data only</a:t>
            </a:r>
          </a:p>
        </p:txBody>
      </p:sp>
      <p:sp>
        <p:nvSpPr>
          <p:cNvPr id="33" name="Card DUMAI"/>
          <p:cNvSpPr/>
          <p:nvPr/>
        </p:nvSpPr>
        <p:spPr>
          <a:xfrm>
            <a:off x="4709160" y="1024128"/>
            <a:ext cx="3922775" cy="1481328"/>
          </a:xfrm>
          <a:prstGeom prst="rect">
            <a:avLst/>
          </a:prstGeom>
          <a:solidFill>
            <a:srgbClr val="F1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873752" y="1115568"/>
            <a:ext cx="1188720" cy="237744"/>
          </a:xfrm>
          <a:prstGeom prst="rect">
            <a:avLst/>
          </a:prstGeom>
          <a:noFill/>
        </p:spPr>
        <p:txBody>
          <a:bodyPr wrap="square" lIns="0" rIns="0" tIns="0" bIns="0" anchor="t">
            <a:noAutofit/>
          </a:bodyPr>
          <a:lstStyle/>
          <a:p>
            <a:pPr algn="l"/>
            <a:r>
              <a:rPr sz="1200" b="1" i="0" spc="100">
                <a:solidFill>
                  <a:srgbClr val="4D4D4F"/>
                </a:solidFill>
                <a:latin typeface="Calibri"/>
              </a:rPr>
              <a:t>DUMAI</a:t>
            </a:r>
          </a:p>
        </p:txBody>
      </p:sp>
      <p:sp>
        <p:nvSpPr>
          <p:cNvPr id="35" name="TextBox 34"/>
          <p:cNvSpPr txBox="1"/>
          <p:nvPr/>
        </p:nvSpPr>
        <p:spPr>
          <a:xfrm>
            <a:off x="6007608" y="1143000"/>
            <a:ext cx="1463040" cy="201168"/>
          </a:xfrm>
          <a:prstGeom prst="rect">
            <a:avLst/>
          </a:prstGeom>
          <a:noFill/>
        </p:spPr>
        <p:txBody>
          <a:bodyPr wrap="square" lIns="0" rIns="0" tIns="0" bIns="0" anchor="t">
            <a:noAutofit/>
          </a:bodyPr>
          <a:lstStyle/>
          <a:p>
            <a:pPr algn="l"/>
            <a:r>
              <a:rPr sz="850" b="0" i="0">
                <a:solidFill>
                  <a:srgbClr val="747678"/>
                </a:solidFill>
                <a:latin typeface="Calibri"/>
              </a:rPr>
              <a:t>Riau · Pelindo</a:t>
            </a:r>
          </a:p>
        </p:txBody>
      </p:sp>
      <p:sp>
        <p:nvSpPr>
          <p:cNvPr id="36" name="TextBox 35"/>
          <p:cNvSpPr txBox="1"/>
          <p:nvPr/>
        </p:nvSpPr>
        <p:spPr>
          <a:xfrm>
            <a:off x="7306055" y="1133856"/>
            <a:ext cx="1161288" cy="201168"/>
          </a:xfrm>
          <a:prstGeom prst="rect">
            <a:avLst/>
          </a:prstGeom>
          <a:noFill/>
        </p:spPr>
        <p:txBody>
          <a:bodyPr wrap="square" lIns="0" rIns="0" tIns="0" bIns="0" anchor="t">
            <a:noAutofit/>
          </a:bodyPr>
          <a:lstStyle/>
          <a:p>
            <a:pPr algn="r"/>
            <a:r>
              <a:rPr sz="750" b="1" i="0" spc="150">
                <a:solidFill>
                  <a:srgbClr val="8A6A0C"/>
                </a:solidFill>
                <a:latin typeface="Calibri"/>
              </a:rPr>
              <a:t>NEW GATEWAY</a:t>
            </a:r>
          </a:p>
        </p:txBody>
      </p:sp>
      <p:sp>
        <p:nvSpPr>
          <p:cNvPr id="37" name="TextBox 36"/>
          <p:cNvSpPr txBox="1"/>
          <p:nvPr/>
        </p:nvSpPr>
        <p:spPr>
          <a:xfrm>
            <a:off x="4873752" y="1371600"/>
            <a:ext cx="1097280" cy="329184"/>
          </a:xfrm>
          <a:prstGeom prst="rect">
            <a:avLst/>
          </a:prstGeom>
          <a:noFill/>
        </p:spPr>
        <p:txBody>
          <a:bodyPr wrap="square" lIns="0" rIns="0" tIns="0" bIns="0" anchor="ctr">
            <a:noAutofit/>
          </a:bodyPr>
          <a:lstStyle/>
          <a:p>
            <a:pPr algn="l"/>
            <a:r>
              <a:rPr sz="1700" b="1" i="0">
                <a:solidFill>
                  <a:srgbClr val="4D4D4F"/>
                </a:solidFill>
                <a:latin typeface="Calibri"/>
              </a:rPr>
              <a:t>~1.3 Mt</a:t>
            </a:r>
          </a:p>
        </p:txBody>
      </p:sp>
      <p:sp>
        <p:nvSpPr>
          <p:cNvPr id="38" name="TextBox 37"/>
          <p:cNvSpPr txBox="1"/>
          <p:nvPr/>
        </p:nvSpPr>
        <p:spPr>
          <a:xfrm>
            <a:off x="6007608" y="1371600"/>
            <a:ext cx="2459735" cy="347472"/>
          </a:xfrm>
          <a:prstGeom prst="rect">
            <a:avLst/>
          </a:prstGeom>
          <a:noFill/>
        </p:spPr>
        <p:txBody>
          <a:bodyPr wrap="square" lIns="0" rIns="0" tIns="0" bIns="0" anchor="t">
            <a:noAutofit/>
          </a:bodyPr>
          <a:lstStyle/>
          <a:p>
            <a:pPr algn="l">
              <a:lnSpc>
                <a:spcPct val="105000"/>
              </a:lnSpc>
            </a:pPr>
            <a:r>
              <a:rPr sz="850" b="0" i="0">
                <a:solidFill>
                  <a:srgbClr val="747678"/>
                </a:solidFill>
                <a:latin typeface="Calibri"/>
              </a:rPr>
              <a:t>of palm kernel expeller and shell a year; ~2 Mt of dry bulk in total</a:t>
            </a:r>
          </a:p>
        </p:txBody>
      </p:sp>
      <p:sp>
        <p:nvSpPr>
          <p:cNvPr id="39" name="TextBox 38"/>
          <p:cNvSpPr txBox="1"/>
          <p:nvPr/>
        </p:nvSpPr>
        <p:spPr>
          <a:xfrm>
            <a:off x="4873752" y="1755648"/>
            <a:ext cx="777240" cy="182880"/>
          </a:xfrm>
          <a:prstGeom prst="rect">
            <a:avLst/>
          </a:prstGeom>
          <a:noFill/>
        </p:spPr>
        <p:txBody>
          <a:bodyPr wrap="square" lIns="0" rIns="0" tIns="0" bIns="0" anchor="t">
            <a:noAutofit/>
          </a:bodyPr>
          <a:lstStyle/>
          <a:p>
            <a:pPr algn="l"/>
            <a:r>
              <a:rPr sz="750" b="1" i="0" spc="150">
                <a:solidFill>
                  <a:srgbClr val="747678"/>
                </a:solidFill>
                <a:latin typeface="Calibri"/>
              </a:rPr>
              <a:t>WHY</a:t>
            </a:r>
          </a:p>
        </p:txBody>
      </p:sp>
      <p:sp>
        <p:nvSpPr>
          <p:cNvPr id="40" name="TextBox 39"/>
          <p:cNvSpPr txBox="1"/>
          <p:nvPr/>
        </p:nvSpPr>
        <p:spPr>
          <a:xfrm>
            <a:off x="5669280" y="1755648"/>
            <a:ext cx="2825495" cy="182880"/>
          </a:xfrm>
          <a:prstGeom prst="rect">
            <a:avLst/>
          </a:prstGeom>
          <a:noFill/>
        </p:spPr>
        <p:txBody>
          <a:bodyPr wrap="square" lIns="0" rIns="0" tIns="0" bIns="0" anchor="t">
            <a:noAutofit/>
          </a:bodyPr>
          <a:lstStyle/>
          <a:p>
            <a:pPr algn="l"/>
            <a:r>
              <a:rPr sz="850" b="0" i="0">
                <a:solidFill>
                  <a:srgbClr val="4D4D4F"/>
                </a:solidFill>
                <a:latin typeface="Calibri"/>
              </a:rPr>
              <a:t>Riau’s main port for palm-kernel feed exports</a:t>
            </a:r>
          </a:p>
        </p:txBody>
      </p:sp>
      <p:sp>
        <p:nvSpPr>
          <p:cNvPr id="41" name="TextBox 40"/>
          <p:cNvSpPr txBox="1"/>
          <p:nvPr/>
        </p:nvSpPr>
        <p:spPr>
          <a:xfrm>
            <a:off x="4873752" y="1947672"/>
            <a:ext cx="777240" cy="182880"/>
          </a:xfrm>
          <a:prstGeom prst="rect">
            <a:avLst/>
          </a:prstGeom>
          <a:noFill/>
        </p:spPr>
        <p:txBody>
          <a:bodyPr wrap="square" lIns="0" rIns="0" tIns="0" bIns="0" anchor="t">
            <a:noAutofit/>
          </a:bodyPr>
          <a:lstStyle/>
          <a:p>
            <a:pPr algn="l"/>
            <a:r>
              <a:rPr sz="750" b="1" i="0" spc="150">
                <a:solidFill>
                  <a:srgbClr val="747678"/>
                </a:solidFill>
                <a:latin typeface="Calibri"/>
              </a:rPr>
              <a:t>TODAY</a:t>
            </a:r>
          </a:p>
        </p:txBody>
      </p:sp>
      <p:sp>
        <p:nvSpPr>
          <p:cNvPr id="42" name="TextBox 41"/>
          <p:cNvSpPr txBox="1"/>
          <p:nvPr/>
        </p:nvSpPr>
        <p:spPr>
          <a:xfrm>
            <a:off x="5669280" y="1947672"/>
            <a:ext cx="2825495" cy="182880"/>
          </a:xfrm>
          <a:prstGeom prst="rect">
            <a:avLst/>
          </a:prstGeom>
          <a:noFill/>
        </p:spPr>
        <p:txBody>
          <a:bodyPr wrap="square" lIns="0" rIns="0" tIns="0" bIns="0" anchor="t">
            <a:noAutofit/>
          </a:bodyPr>
          <a:lstStyle/>
          <a:p>
            <a:pPr algn="l"/>
            <a:r>
              <a:rPr sz="850" b="0" i="0">
                <a:solidFill>
                  <a:srgbClr val="4D4D4F"/>
                </a:solidFill>
                <a:latin typeface="Calibri"/>
              </a:rPr>
              <a:t>Truck-to-ship loading, ~1.7 kt per ship-day</a:t>
            </a:r>
          </a:p>
        </p:txBody>
      </p:sp>
      <p:sp>
        <p:nvSpPr>
          <p:cNvPr id="43" name="TextBox 42"/>
          <p:cNvSpPr txBox="1"/>
          <p:nvPr/>
        </p:nvSpPr>
        <p:spPr>
          <a:xfrm>
            <a:off x="4873752" y="2139696"/>
            <a:ext cx="777240" cy="182880"/>
          </a:xfrm>
          <a:prstGeom prst="rect">
            <a:avLst/>
          </a:prstGeom>
          <a:noFill/>
        </p:spPr>
        <p:txBody>
          <a:bodyPr wrap="square" lIns="0" rIns="0" tIns="0" bIns="0" anchor="t">
            <a:noAutofit/>
          </a:bodyPr>
          <a:lstStyle/>
          <a:p>
            <a:pPr algn="l"/>
            <a:r>
              <a:rPr sz="750" b="1" i="0" spc="150">
                <a:solidFill>
                  <a:srgbClr val="747678"/>
                </a:solidFill>
                <a:latin typeface="Calibri"/>
              </a:rPr>
              <a:t>FKS PLAN</a:t>
            </a:r>
          </a:p>
        </p:txBody>
      </p:sp>
      <p:sp>
        <p:nvSpPr>
          <p:cNvPr id="44" name="TextBox 43"/>
          <p:cNvSpPr txBox="1"/>
          <p:nvPr/>
        </p:nvSpPr>
        <p:spPr>
          <a:xfrm>
            <a:off x="5669280" y="2139696"/>
            <a:ext cx="2825495" cy="182880"/>
          </a:xfrm>
          <a:prstGeom prst="rect">
            <a:avLst/>
          </a:prstGeom>
          <a:noFill/>
        </p:spPr>
        <p:txBody>
          <a:bodyPr wrap="square" lIns="0" rIns="0" tIns="0" bIns="0" anchor="t">
            <a:noAutofit/>
          </a:bodyPr>
          <a:lstStyle/>
          <a:p>
            <a:pPr algn="l"/>
            <a:r>
              <a:rPr sz="850" b="0" i="0">
                <a:solidFill>
                  <a:srgbClr val="4D4D4F"/>
                </a:solidFill>
                <a:latin typeface="Calibri"/>
              </a:rPr>
              <a:t>Pit, conveyor, ship loader and weighbridge, with Pelindo</a:t>
            </a:r>
          </a:p>
        </p:txBody>
      </p:sp>
      <p:sp>
        <p:nvSpPr>
          <p:cNvPr id="45" name="TextBox 44"/>
          <p:cNvSpPr txBox="1"/>
          <p:nvPr/>
        </p:nvSpPr>
        <p:spPr>
          <a:xfrm>
            <a:off x="4873752" y="2331720"/>
            <a:ext cx="777240" cy="182880"/>
          </a:xfrm>
          <a:prstGeom prst="rect">
            <a:avLst/>
          </a:prstGeom>
          <a:noFill/>
        </p:spPr>
        <p:txBody>
          <a:bodyPr wrap="square" lIns="0" rIns="0" tIns="0" bIns="0" anchor="t">
            <a:noAutofit/>
          </a:bodyPr>
          <a:lstStyle/>
          <a:p>
            <a:pPr algn="l"/>
            <a:r>
              <a:rPr sz="750" b="1" i="0" spc="150">
                <a:solidFill>
                  <a:srgbClr val="747678"/>
                </a:solidFill>
                <a:latin typeface="Calibri"/>
              </a:rPr>
              <a:t>UNLOCKS</a:t>
            </a:r>
          </a:p>
        </p:txBody>
      </p:sp>
      <p:sp>
        <p:nvSpPr>
          <p:cNvPr id="46" name="TextBox 45"/>
          <p:cNvSpPr txBox="1"/>
          <p:nvPr/>
        </p:nvSpPr>
        <p:spPr>
          <a:xfrm>
            <a:off x="5669280" y="2331720"/>
            <a:ext cx="2825495" cy="182880"/>
          </a:xfrm>
          <a:prstGeom prst="rect">
            <a:avLst/>
          </a:prstGeom>
          <a:noFill/>
        </p:spPr>
        <p:txBody>
          <a:bodyPr wrap="square" lIns="0" rIns="0" tIns="0" bIns="0" anchor="t">
            <a:noAutofit/>
          </a:bodyPr>
          <a:lstStyle/>
          <a:p>
            <a:pPr algn="l"/>
            <a:r>
              <a:rPr sz="850" b="0" i="0">
                <a:solidFill>
                  <a:srgbClr val="4D4D4F"/>
                </a:solidFill>
                <a:latin typeface="Calibri"/>
              </a:rPr>
              <a:t>Faster loading; FKS tariff component of Rp40,000/t</a:t>
            </a:r>
          </a:p>
        </p:txBody>
      </p:sp>
      <p:sp>
        <p:nvSpPr>
          <p:cNvPr id="47" name="Card CIWANDAN"/>
          <p:cNvSpPr/>
          <p:nvPr/>
        </p:nvSpPr>
        <p:spPr>
          <a:xfrm>
            <a:off x="4709160" y="2651760"/>
            <a:ext cx="3922775" cy="1481328"/>
          </a:xfrm>
          <a:prstGeom prst="rect">
            <a:avLst/>
          </a:prstGeom>
          <a:solidFill>
            <a:srgbClr val="F1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873752" y="2743200"/>
            <a:ext cx="1188720" cy="237744"/>
          </a:xfrm>
          <a:prstGeom prst="rect">
            <a:avLst/>
          </a:prstGeom>
          <a:noFill/>
        </p:spPr>
        <p:txBody>
          <a:bodyPr wrap="square" lIns="0" rIns="0" tIns="0" bIns="0" anchor="t">
            <a:noAutofit/>
          </a:bodyPr>
          <a:lstStyle/>
          <a:p>
            <a:pPr algn="l"/>
            <a:r>
              <a:rPr sz="1200" b="1" i="0" spc="100">
                <a:solidFill>
                  <a:srgbClr val="4D4D4F"/>
                </a:solidFill>
                <a:latin typeface="Calibri"/>
              </a:rPr>
              <a:t>CIWANDAN</a:t>
            </a:r>
          </a:p>
        </p:txBody>
      </p:sp>
      <p:sp>
        <p:nvSpPr>
          <p:cNvPr id="49" name="TextBox 48"/>
          <p:cNvSpPr txBox="1"/>
          <p:nvPr/>
        </p:nvSpPr>
        <p:spPr>
          <a:xfrm>
            <a:off x="6007608" y="2770632"/>
            <a:ext cx="1463040" cy="201168"/>
          </a:xfrm>
          <a:prstGeom prst="rect">
            <a:avLst/>
          </a:prstGeom>
          <a:noFill/>
        </p:spPr>
        <p:txBody>
          <a:bodyPr wrap="square" lIns="0" rIns="0" tIns="0" bIns="0" anchor="t">
            <a:noAutofit/>
          </a:bodyPr>
          <a:lstStyle/>
          <a:p>
            <a:pPr algn="l"/>
            <a:r>
              <a:rPr sz="850" b="0" i="0">
                <a:solidFill>
                  <a:srgbClr val="747678"/>
                </a:solidFill>
                <a:latin typeface="Calibri"/>
              </a:rPr>
              <a:t>Banten · next to Cigading</a:t>
            </a:r>
          </a:p>
        </p:txBody>
      </p:sp>
      <p:sp>
        <p:nvSpPr>
          <p:cNvPr id="50" name="TextBox 49"/>
          <p:cNvSpPr txBox="1"/>
          <p:nvPr/>
        </p:nvSpPr>
        <p:spPr>
          <a:xfrm>
            <a:off x="7306055" y="2761488"/>
            <a:ext cx="1161288" cy="201168"/>
          </a:xfrm>
          <a:prstGeom prst="rect">
            <a:avLst/>
          </a:prstGeom>
          <a:noFill/>
        </p:spPr>
        <p:txBody>
          <a:bodyPr wrap="square" lIns="0" rIns="0" tIns="0" bIns="0" anchor="t">
            <a:noAutofit/>
          </a:bodyPr>
          <a:lstStyle/>
          <a:p>
            <a:pPr algn="r"/>
            <a:r>
              <a:rPr sz="750" b="1" i="0" spc="150">
                <a:solidFill>
                  <a:srgbClr val="8A6A0C"/>
                </a:solidFill>
                <a:latin typeface="Calibri"/>
              </a:rPr>
              <a:t>NEW GATEWAY</a:t>
            </a:r>
          </a:p>
        </p:txBody>
      </p:sp>
      <p:sp>
        <p:nvSpPr>
          <p:cNvPr id="51" name="TextBox 50"/>
          <p:cNvSpPr txBox="1"/>
          <p:nvPr/>
        </p:nvSpPr>
        <p:spPr>
          <a:xfrm>
            <a:off x="4873752" y="2999232"/>
            <a:ext cx="1097280" cy="329184"/>
          </a:xfrm>
          <a:prstGeom prst="rect">
            <a:avLst/>
          </a:prstGeom>
          <a:noFill/>
        </p:spPr>
        <p:txBody>
          <a:bodyPr wrap="square" lIns="0" rIns="0" tIns="0" bIns="0" anchor="ctr">
            <a:noAutofit/>
          </a:bodyPr>
          <a:lstStyle/>
          <a:p>
            <a:pPr algn="l"/>
            <a:r>
              <a:rPr sz="1700" b="1" i="0">
                <a:solidFill>
                  <a:srgbClr val="4D4D4F"/>
                </a:solidFill>
                <a:latin typeface="Calibri"/>
              </a:rPr>
              <a:t>~1.2 Mt</a:t>
            </a:r>
          </a:p>
        </p:txBody>
      </p:sp>
      <p:sp>
        <p:nvSpPr>
          <p:cNvPr id="52" name="TextBox 51"/>
          <p:cNvSpPr txBox="1"/>
          <p:nvPr/>
        </p:nvSpPr>
        <p:spPr>
          <a:xfrm>
            <a:off x="6007608" y="2999232"/>
            <a:ext cx="2459735" cy="347472"/>
          </a:xfrm>
          <a:prstGeom prst="rect">
            <a:avLst/>
          </a:prstGeom>
          <a:noFill/>
        </p:spPr>
        <p:txBody>
          <a:bodyPr wrap="square" lIns="0" rIns="0" tIns="0" bIns="0" anchor="t">
            <a:noAutofit/>
          </a:bodyPr>
          <a:lstStyle/>
          <a:p>
            <a:pPr algn="l">
              <a:lnSpc>
                <a:spcPct val="105000"/>
              </a:lnSpc>
            </a:pPr>
            <a:r>
              <a:rPr sz="850" b="0" i="0">
                <a:solidFill>
                  <a:srgbClr val="747678"/>
                </a:solidFill>
                <a:latin typeface="Calibri"/>
              </a:rPr>
              <a:t>of wheat and soybean meal a year, still handled by grab and truck</a:t>
            </a:r>
          </a:p>
        </p:txBody>
      </p:sp>
      <p:sp>
        <p:nvSpPr>
          <p:cNvPr id="53" name="TextBox 52"/>
          <p:cNvSpPr txBox="1"/>
          <p:nvPr/>
        </p:nvSpPr>
        <p:spPr>
          <a:xfrm>
            <a:off x="4873752" y="3383280"/>
            <a:ext cx="777240" cy="182880"/>
          </a:xfrm>
          <a:prstGeom prst="rect">
            <a:avLst/>
          </a:prstGeom>
          <a:noFill/>
        </p:spPr>
        <p:txBody>
          <a:bodyPr wrap="square" lIns="0" rIns="0" tIns="0" bIns="0" anchor="t">
            <a:noAutofit/>
          </a:bodyPr>
          <a:lstStyle/>
          <a:p>
            <a:pPr algn="l"/>
            <a:r>
              <a:rPr sz="750" b="1" i="0" spc="150">
                <a:solidFill>
                  <a:srgbClr val="747678"/>
                </a:solidFill>
                <a:latin typeface="Calibri"/>
              </a:rPr>
              <a:t>WHY</a:t>
            </a:r>
          </a:p>
        </p:txBody>
      </p:sp>
      <p:sp>
        <p:nvSpPr>
          <p:cNvPr id="54" name="TextBox 53"/>
          <p:cNvSpPr txBox="1"/>
          <p:nvPr/>
        </p:nvSpPr>
        <p:spPr>
          <a:xfrm>
            <a:off x="5669280" y="3383280"/>
            <a:ext cx="2825495" cy="182880"/>
          </a:xfrm>
          <a:prstGeom prst="rect">
            <a:avLst/>
          </a:prstGeom>
          <a:noFill/>
        </p:spPr>
        <p:txBody>
          <a:bodyPr wrap="square" lIns="0" rIns="0" tIns="0" bIns="0" anchor="t">
            <a:noAutofit/>
          </a:bodyPr>
          <a:lstStyle/>
          <a:p>
            <a:pPr algn="l"/>
            <a:r>
              <a:rPr sz="850" b="0" i="0">
                <a:solidFill>
                  <a:srgbClr val="4D4D4F"/>
                </a:solidFill>
                <a:latin typeface="Calibri"/>
              </a:rPr>
              <a:t>The Banten cluster, where FKS already runs Cigading</a:t>
            </a:r>
          </a:p>
        </p:txBody>
      </p:sp>
      <p:sp>
        <p:nvSpPr>
          <p:cNvPr id="55" name="TextBox 54"/>
          <p:cNvSpPr txBox="1"/>
          <p:nvPr/>
        </p:nvSpPr>
        <p:spPr>
          <a:xfrm>
            <a:off x="4873752" y="3575304"/>
            <a:ext cx="777240" cy="182880"/>
          </a:xfrm>
          <a:prstGeom prst="rect">
            <a:avLst/>
          </a:prstGeom>
          <a:noFill/>
        </p:spPr>
        <p:txBody>
          <a:bodyPr wrap="square" lIns="0" rIns="0" tIns="0" bIns="0" anchor="t">
            <a:noAutofit/>
          </a:bodyPr>
          <a:lstStyle/>
          <a:p>
            <a:pPr algn="l"/>
            <a:r>
              <a:rPr sz="750" b="1" i="0" spc="150">
                <a:solidFill>
                  <a:srgbClr val="747678"/>
                </a:solidFill>
                <a:latin typeface="Calibri"/>
              </a:rPr>
              <a:t>TODAY</a:t>
            </a:r>
          </a:p>
        </p:txBody>
      </p:sp>
      <p:sp>
        <p:nvSpPr>
          <p:cNvPr id="56" name="TextBox 55"/>
          <p:cNvSpPr txBox="1"/>
          <p:nvPr/>
        </p:nvSpPr>
        <p:spPr>
          <a:xfrm>
            <a:off x="5669280" y="3575304"/>
            <a:ext cx="2825495" cy="182880"/>
          </a:xfrm>
          <a:prstGeom prst="rect">
            <a:avLst/>
          </a:prstGeom>
          <a:noFill/>
        </p:spPr>
        <p:txBody>
          <a:bodyPr wrap="square" lIns="0" rIns="0" tIns="0" bIns="0" anchor="t">
            <a:noAutofit/>
          </a:bodyPr>
          <a:lstStyle/>
          <a:p>
            <a:pPr algn="l"/>
            <a:r>
              <a:rPr sz="850" b="0" i="0">
                <a:solidFill>
                  <a:srgbClr val="4D4D4F"/>
                </a:solidFill>
                <a:latin typeface="Calibri"/>
              </a:rPr>
              <a:t>Grab, hopper and truck, ~5 kt per ship-day</a:t>
            </a:r>
          </a:p>
        </p:txBody>
      </p:sp>
      <p:sp>
        <p:nvSpPr>
          <p:cNvPr id="57" name="TextBox 56"/>
          <p:cNvSpPr txBox="1"/>
          <p:nvPr/>
        </p:nvSpPr>
        <p:spPr>
          <a:xfrm>
            <a:off x="4873752" y="3767328"/>
            <a:ext cx="777240" cy="182880"/>
          </a:xfrm>
          <a:prstGeom prst="rect">
            <a:avLst/>
          </a:prstGeom>
          <a:noFill/>
        </p:spPr>
        <p:txBody>
          <a:bodyPr wrap="square" lIns="0" rIns="0" tIns="0" bIns="0" anchor="t">
            <a:noAutofit/>
          </a:bodyPr>
          <a:lstStyle/>
          <a:p>
            <a:pPr algn="l"/>
            <a:r>
              <a:rPr sz="750" b="1" i="0" spc="150">
                <a:solidFill>
                  <a:srgbClr val="747678"/>
                </a:solidFill>
                <a:latin typeface="Calibri"/>
              </a:rPr>
              <a:t>FKS PLAN</a:t>
            </a:r>
          </a:p>
        </p:txBody>
      </p:sp>
      <p:sp>
        <p:nvSpPr>
          <p:cNvPr id="58" name="TextBox 57"/>
          <p:cNvSpPr txBox="1"/>
          <p:nvPr/>
        </p:nvSpPr>
        <p:spPr>
          <a:xfrm>
            <a:off x="5669280" y="3767328"/>
            <a:ext cx="2825495" cy="182880"/>
          </a:xfrm>
          <a:prstGeom prst="rect">
            <a:avLst/>
          </a:prstGeom>
          <a:noFill/>
        </p:spPr>
        <p:txBody>
          <a:bodyPr wrap="square" lIns="0" rIns="0" tIns="0" bIns="0" anchor="t">
            <a:noAutofit/>
          </a:bodyPr>
          <a:lstStyle/>
          <a:p>
            <a:pPr algn="l"/>
            <a:r>
              <a:rPr sz="850" b="0" i="0">
                <a:solidFill>
                  <a:srgbClr val="4D4D4F"/>
                </a:solidFill>
                <a:latin typeface="Calibri"/>
              </a:rPr>
              <a:t>Warehouse, conveyor and controlled dispatch</a:t>
            </a:r>
          </a:p>
        </p:txBody>
      </p:sp>
      <p:sp>
        <p:nvSpPr>
          <p:cNvPr id="59" name="TextBox 58"/>
          <p:cNvSpPr txBox="1"/>
          <p:nvPr/>
        </p:nvSpPr>
        <p:spPr>
          <a:xfrm>
            <a:off x="4873752" y="3959352"/>
            <a:ext cx="777240" cy="182880"/>
          </a:xfrm>
          <a:prstGeom prst="rect">
            <a:avLst/>
          </a:prstGeom>
          <a:noFill/>
        </p:spPr>
        <p:txBody>
          <a:bodyPr wrap="square" lIns="0" rIns="0" tIns="0" bIns="0" anchor="t">
            <a:noAutofit/>
          </a:bodyPr>
          <a:lstStyle/>
          <a:p>
            <a:pPr algn="l"/>
            <a:r>
              <a:rPr sz="750" b="1" i="0" spc="150">
                <a:solidFill>
                  <a:srgbClr val="747678"/>
                </a:solidFill>
                <a:latin typeface="Calibri"/>
              </a:rPr>
              <a:t>UNLOCKS</a:t>
            </a:r>
          </a:p>
        </p:txBody>
      </p:sp>
      <p:sp>
        <p:nvSpPr>
          <p:cNvPr id="60" name="TextBox 59"/>
          <p:cNvSpPr txBox="1"/>
          <p:nvPr/>
        </p:nvSpPr>
        <p:spPr>
          <a:xfrm>
            <a:off x="5669280" y="3959352"/>
            <a:ext cx="2825495" cy="182880"/>
          </a:xfrm>
          <a:prstGeom prst="rect">
            <a:avLst/>
          </a:prstGeom>
          <a:noFill/>
        </p:spPr>
        <p:txBody>
          <a:bodyPr wrap="square" lIns="0" rIns="0" tIns="0" bIns="0" anchor="t">
            <a:noAutofit/>
          </a:bodyPr>
          <a:lstStyle/>
          <a:p>
            <a:pPr algn="l"/>
            <a:r>
              <a:rPr sz="850" b="0" i="0">
                <a:solidFill>
                  <a:srgbClr val="4D4D4F"/>
                </a:solidFill>
                <a:latin typeface="Calibri"/>
              </a:rPr>
              <a:t>The Cigading model, replicated next door</a:t>
            </a:r>
          </a:p>
        </p:txBody>
      </p:sp>
      <p:sp>
        <p:nvSpPr>
          <p:cNvPr id="61" name="Expansion strip"/>
          <p:cNvSpPr/>
          <p:nvPr/>
        </p:nvSpPr>
        <p:spPr>
          <a:xfrm>
            <a:off x="4709160" y="4242816"/>
            <a:ext cx="3922775" cy="420624"/>
          </a:xfrm>
          <a:prstGeom prst="rect">
            <a:avLst/>
          </a:prstGeom>
          <a:solidFill>
            <a:srgbClr val="FDF8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873752" y="4242816"/>
            <a:ext cx="1097280" cy="420624"/>
          </a:xfrm>
          <a:prstGeom prst="rect">
            <a:avLst/>
          </a:prstGeom>
          <a:noFill/>
        </p:spPr>
        <p:txBody>
          <a:bodyPr wrap="square" lIns="0" rIns="0" tIns="0" bIns="0" anchor="ctr">
            <a:noAutofit/>
          </a:bodyPr>
          <a:lstStyle/>
          <a:p>
            <a:pPr algn="l"/>
            <a:r>
              <a:rPr sz="750" b="1" i="0" spc="150">
                <a:solidFill>
                  <a:srgbClr val="8A6A0C"/>
                </a:solidFill>
                <a:latin typeface="Calibri"/>
              </a:rPr>
              <a:t>SITE EXPANSIONS</a:t>
            </a:r>
          </a:p>
        </p:txBody>
      </p:sp>
      <p:sp>
        <p:nvSpPr>
          <p:cNvPr id="63" name="TextBox 62"/>
          <p:cNvSpPr txBox="1"/>
          <p:nvPr/>
        </p:nvSpPr>
        <p:spPr>
          <a:xfrm>
            <a:off x="6007608" y="4270248"/>
            <a:ext cx="2459735" cy="365760"/>
          </a:xfrm>
          <a:prstGeom prst="rect">
            <a:avLst/>
          </a:prstGeom>
          <a:noFill/>
        </p:spPr>
        <p:txBody>
          <a:bodyPr wrap="square" lIns="0" rIns="0" tIns="0" bIns="0" anchor="ctr">
            <a:noAutofit/>
          </a:bodyPr>
          <a:lstStyle/>
          <a:p>
            <a:pPr algn="l">
              <a:lnSpc>
                <a:spcPct val="105000"/>
              </a:lnSpc>
            </a:pPr>
            <a:r>
              <a:rPr sz="850" b="0" i="0">
                <a:solidFill>
                  <a:srgbClr val="4D4D4F"/>
                </a:solidFill>
                <a:latin typeface="Calibri"/>
              </a:rPr>
              <a:t>Cigading 4 → 6 Mtpa  ·  Teluk Lamong 4 → 5 Mtpa  ·  lowest-risk capital: the sites are already in place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5" sz="half"/>
          </p:nvPr>
        </p:nvSpPr>
        <p:spPr/>
        <p:txBody>
          <a:bodyPr/>
          <a:lstStyle/>
          <a:p>
            <a:r>
              <a:rPr sz="1400" b="1">
                <a:solidFill>
                  <a:srgbClr val="747678"/>
                </a:solidFill>
                <a:latin typeface="Calibri"/>
              </a:rPr>
              <a:t>Capital enters at platform level and is deployed across FSL’s assets and pipeline</a:t>
            </a:r>
          </a:p>
        </p:txBody>
      </p:sp>
      <p:sp>
        <p:nvSpPr>
          <p:cNvPr id="5" name="Text Placeholder 4"/>
          <p:cNvSpPr>
            <a:spLocks noGrp="1"/>
          </p:cNvSpPr>
          <p:nvPr>
            <p:ph type="body" idx="16" sz="half"/>
          </p:nvPr>
        </p:nvSpPr>
        <p:spPr/>
        <p:txBody>
          <a:bodyPr/>
          <a:lstStyle/>
          <a:p>
            <a:r>
              <a:rPr sz="1800" b="1">
                <a:solidFill>
                  <a:srgbClr val="4D4D4F"/>
                </a:solidFill>
                <a:latin typeface="Calibri"/>
              </a:rPr>
              <a:t>Danantara could acquire a strategic stake in FSL</a:t>
            </a:r>
          </a:p>
        </p:txBody>
      </p:sp>
      <p:cxnSp>
        <p:nvCxnSpPr>
          <p:cNvPr id="6" name="Title rule"/>
          <p:cNvCxnSpPr/>
          <p:nvPr/>
        </p:nvCxnSpPr>
        <p:spPr>
          <a:xfrm>
            <a:off x="512064" y="886968"/>
            <a:ext cx="8119872" cy="0"/>
          </a:xfrm>
          <a:prstGeom prst="line">
            <a:avLst/>
          </a:prstGeom>
          <a:ln w="9525">
            <a:solidFill>
              <a:srgbClr val="D9DADC"/>
            </a:solidFill>
          </a:ln>
        </p:spPr>
        <p:style>
          <a:lnRef idx="2">
            <a:schemeClr val="accent1"/>
          </a:lnRef>
          <a:fillRef idx="0">
            <a:schemeClr val="accent1"/>
          </a:fillRef>
          <a:effectRef idx="1">
            <a:schemeClr val="accent1"/>
          </a:effectRef>
          <a:fontRef idx="minor">
            <a:schemeClr val="tx1"/>
          </a:fontRef>
        </p:style>
      </p:cxnSp>
      <p:sp>
        <p:nvSpPr>
          <p:cNvPr id="7" name="Page number"/>
          <p:cNvSpPr txBox="1"/>
          <p:nvPr/>
        </p:nvSpPr>
        <p:spPr>
          <a:xfrm>
            <a:off x="8229600" y="4754880"/>
            <a:ext cx="402336" cy="182880"/>
          </a:xfrm>
          <a:prstGeom prst="rect">
            <a:avLst/>
          </a:prstGeom>
          <a:noFill/>
        </p:spPr>
        <p:txBody>
          <a:bodyPr wrap="square" lIns="0" rIns="0" tIns="0" bIns="0" anchor="t">
            <a:noAutofit/>
          </a:bodyPr>
          <a:lstStyle/>
          <a:p>
            <a:pPr algn="r"/>
            <a:r>
              <a:rPr sz="800" b="0" i="0">
                <a:solidFill>
                  <a:srgbClr val="4D4D4F"/>
                </a:solidFill>
                <a:latin typeface="Calibri"/>
              </a:rPr>
              <a:t>9</a:t>
            </a:r>
          </a:p>
        </p:txBody>
      </p:sp>
      <p:sp>
        <p:nvSpPr>
          <p:cNvPr id="8" name="TextBox 7"/>
          <p:cNvSpPr txBox="1"/>
          <p:nvPr/>
        </p:nvSpPr>
        <p:spPr>
          <a:xfrm>
            <a:off x="512064" y="1005840"/>
            <a:ext cx="2468880" cy="201168"/>
          </a:xfrm>
          <a:prstGeom prst="rect">
            <a:avLst/>
          </a:prstGeom>
          <a:noFill/>
        </p:spPr>
        <p:txBody>
          <a:bodyPr wrap="square" lIns="0" rIns="0" tIns="0" bIns="0" anchor="t">
            <a:noAutofit/>
          </a:bodyPr>
          <a:lstStyle/>
          <a:p>
            <a:pPr algn="l"/>
            <a:r>
              <a:rPr sz="900" b="1" i="0" spc="150">
                <a:solidFill>
                  <a:srgbClr val="747678"/>
                </a:solidFill>
                <a:latin typeface="Calibri"/>
              </a:rPr>
              <a:t>TODAY</a:t>
            </a:r>
          </a:p>
        </p:txBody>
      </p:sp>
      <p:sp>
        <p:nvSpPr>
          <p:cNvPr id="9" name="Rectangle 8"/>
          <p:cNvSpPr/>
          <p:nvPr/>
        </p:nvSpPr>
        <p:spPr>
          <a:xfrm>
            <a:off x="512064" y="1234440"/>
            <a:ext cx="2468880" cy="457200"/>
          </a:xfrm>
          <a:prstGeom prst="rect">
            <a:avLst/>
          </a:prstGeom>
          <a:solidFill>
            <a:srgbClr val="FFFFFF"/>
          </a:solidFill>
          <a:ln w="12700">
            <a:solidFill>
              <a:srgbClr val="4D4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2064" y="1234440"/>
            <a:ext cx="2468880" cy="457200"/>
          </a:xfrm>
          <a:prstGeom prst="rect">
            <a:avLst/>
          </a:prstGeom>
          <a:noFill/>
        </p:spPr>
        <p:txBody>
          <a:bodyPr wrap="square" lIns="0" rIns="0" tIns="0" bIns="0" anchor="ctr">
            <a:noAutofit/>
          </a:bodyPr>
          <a:lstStyle/>
          <a:p>
            <a:pPr algn="ctr"/>
            <a:r>
              <a:rPr sz="1100" b="1" i="0">
                <a:solidFill>
                  <a:srgbClr val="4D4D4F"/>
                </a:solidFill>
                <a:latin typeface="Calibri"/>
              </a:rPr>
              <a:t>FKS Multi Agro</a:t>
            </a:r>
          </a:p>
        </p:txBody>
      </p:sp>
      <p:cxnSp>
        <p:nvCxnSpPr>
          <p:cNvPr id="11" name="Connector 10"/>
          <p:cNvCxnSpPr/>
          <p:nvPr/>
        </p:nvCxnSpPr>
        <p:spPr>
          <a:xfrm>
            <a:off x="1746504" y="1691640"/>
            <a:ext cx="0" cy="393191"/>
          </a:xfrm>
          <a:prstGeom prst="line">
            <a:avLst/>
          </a:prstGeom>
          <a:ln w="12700">
            <a:solidFill>
              <a:srgbClr val="4D4D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828800" y="1737360"/>
            <a:ext cx="548640" cy="256032"/>
          </a:xfrm>
          <a:prstGeom prst="rect">
            <a:avLst/>
          </a:prstGeom>
          <a:noFill/>
        </p:spPr>
        <p:txBody>
          <a:bodyPr wrap="square" lIns="0" rIns="0" tIns="0" bIns="0" anchor="ctr">
            <a:noAutofit/>
          </a:bodyPr>
          <a:lstStyle/>
          <a:p>
            <a:pPr algn="l"/>
            <a:r>
              <a:rPr sz="1000" b="1" i="0">
                <a:solidFill>
                  <a:srgbClr val="4D4D4F"/>
                </a:solidFill>
                <a:latin typeface="Calibri"/>
              </a:rPr>
              <a:t>100%</a:t>
            </a:r>
          </a:p>
        </p:txBody>
      </p:sp>
      <p:sp>
        <p:nvSpPr>
          <p:cNvPr id="13" name="Rectangle 12"/>
          <p:cNvSpPr/>
          <p:nvPr/>
        </p:nvSpPr>
        <p:spPr>
          <a:xfrm>
            <a:off x="512064" y="2103120"/>
            <a:ext cx="2468880" cy="566928"/>
          </a:xfrm>
          <a:prstGeom prst="rect">
            <a:avLst/>
          </a:prstGeom>
          <a:solidFill>
            <a:srgbClr val="E6B222"/>
          </a:solidFill>
          <a:ln w="12700">
            <a:solidFill>
              <a:srgbClr val="E6B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2064" y="2157984"/>
            <a:ext cx="2468880" cy="256032"/>
          </a:xfrm>
          <a:prstGeom prst="rect">
            <a:avLst/>
          </a:prstGeom>
          <a:noFill/>
        </p:spPr>
        <p:txBody>
          <a:bodyPr wrap="square" lIns="0" rIns="0" tIns="0" bIns="0" anchor="ctr">
            <a:noAutofit/>
          </a:bodyPr>
          <a:lstStyle/>
          <a:p>
            <a:pPr algn="ctr"/>
            <a:r>
              <a:rPr sz="1200" b="1" i="0">
                <a:solidFill>
                  <a:srgbClr val="4D4D4F"/>
                </a:solidFill>
                <a:latin typeface="Calibri"/>
              </a:rPr>
              <a:t>FSL</a:t>
            </a:r>
          </a:p>
        </p:txBody>
      </p:sp>
      <p:sp>
        <p:nvSpPr>
          <p:cNvPr id="15" name="TextBox 14"/>
          <p:cNvSpPr txBox="1"/>
          <p:nvPr/>
        </p:nvSpPr>
        <p:spPr>
          <a:xfrm>
            <a:off x="512064" y="2395727"/>
            <a:ext cx="2468880" cy="201168"/>
          </a:xfrm>
          <a:prstGeom prst="rect">
            <a:avLst/>
          </a:prstGeom>
          <a:noFill/>
        </p:spPr>
        <p:txBody>
          <a:bodyPr wrap="square" lIns="0" rIns="0" tIns="0" bIns="0" anchor="t">
            <a:noAutofit/>
          </a:bodyPr>
          <a:lstStyle/>
          <a:p>
            <a:pPr algn="ctr"/>
            <a:r>
              <a:rPr sz="850" b="0" i="0">
                <a:solidFill>
                  <a:srgbClr val="4D4D4F"/>
                </a:solidFill>
                <a:latin typeface="Calibri"/>
              </a:rPr>
              <a:t>FKS Solusi Logistik</a:t>
            </a:r>
          </a:p>
        </p:txBody>
      </p:sp>
      <p:sp>
        <p:nvSpPr>
          <p:cNvPr id="16" name="TextBox 15"/>
          <p:cNvSpPr txBox="1"/>
          <p:nvPr/>
        </p:nvSpPr>
        <p:spPr>
          <a:xfrm>
            <a:off x="3154680" y="1005840"/>
            <a:ext cx="1463040" cy="201168"/>
          </a:xfrm>
          <a:prstGeom prst="rect">
            <a:avLst/>
          </a:prstGeom>
          <a:noFill/>
        </p:spPr>
        <p:txBody>
          <a:bodyPr wrap="square" lIns="0" rIns="0" tIns="0" bIns="0" anchor="t">
            <a:noAutofit/>
          </a:bodyPr>
          <a:lstStyle/>
          <a:p>
            <a:pPr algn="l"/>
            <a:r>
              <a:rPr sz="900" b="1" i="0" spc="150">
                <a:solidFill>
                  <a:srgbClr val="8A6A0C"/>
                </a:solidFill>
                <a:latin typeface="Calibri"/>
              </a:rPr>
              <a:t>DANANTARA INVESTS</a:t>
            </a:r>
          </a:p>
        </p:txBody>
      </p:sp>
      <p:sp>
        <p:nvSpPr>
          <p:cNvPr id="17" name="Chevron 16"/>
          <p:cNvSpPr/>
          <p:nvPr/>
        </p:nvSpPr>
        <p:spPr>
          <a:xfrm>
            <a:off x="3611880" y="1417320"/>
            <a:ext cx="457200" cy="566928"/>
          </a:xfrm>
          <a:prstGeom prst="chevron">
            <a:avLst/>
          </a:prstGeom>
          <a:solidFill>
            <a:srgbClr val="E6B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08960" y="2103120"/>
            <a:ext cx="1463040" cy="457200"/>
          </a:xfrm>
          <a:prstGeom prst="rect">
            <a:avLst/>
          </a:prstGeom>
          <a:noFill/>
        </p:spPr>
        <p:txBody>
          <a:bodyPr wrap="square" lIns="0" rIns="0" tIns="0" bIns="0" anchor="t">
            <a:noAutofit/>
          </a:bodyPr>
          <a:lstStyle/>
          <a:p>
            <a:pPr algn="ctr">
              <a:lnSpc>
                <a:spcPct val="105000"/>
              </a:lnSpc>
            </a:pPr>
            <a:r>
              <a:rPr sz="900" b="0" i="0">
                <a:solidFill>
                  <a:srgbClr val="747678"/>
                </a:solidFill>
                <a:latin typeface="Calibri"/>
              </a:rPr>
              <a:t>capital injection</a:t>
            </a:r>
          </a:p>
          <a:p>
            <a:pPr algn="ctr">
              <a:lnSpc>
                <a:spcPct val="105000"/>
              </a:lnSpc>
            </a:pPr>
            <a:r>
              <a:rPr sz="900" b="0" i="0">
                <a:solidFill>
                  <a:srgbClr val="747678"/>
                </a:solidFill>
                <a:latin typeface="Calibri"/>
              </a:rPr>
              <a:t>and / or share acquisition</a:t>
            </a:r>
          </a:p>
        </p:txBody>
      </p:sp>
      <p:sp>
        <p:nvSpPr>
          <p:cNvPr id="19" name="TextBox 18"/>
          <p:cNvSpPr txBox="1"/>
          <p:nvPr/>
        </p:nvSpPr>
        <p:spPr>
          <a:xfrm>
            <a:off x="4709160" y="1005840"/>
            <a:ext cx="2377440" cy="201168"/>
          </a:xfrm>
          <a:prstGeom prst="rect">
            <a:avLst/>
          </a:prstGeom>
          <a:noFill/>
        </p:spPr>
        <p:txBody>
          <a:bodyPr wrap="square" lIns="0" rIns="0" tIns="0" bIns="0" anchor="t">
            <a:noAutofit/>
          </a:bodyPr>
          <a:lstStyle/>
          <a:p>
            <a:pPr algn="l"/>
            <a:r>
              <a:rPr sz="900" b="1" i="0" spc="150">
                <a:solidFill>
                  <a:srgbClr val="747678"/>
                </a:solidFill>
                <a:latin typeface="Calibri"/>
              </a:rPr>
              <a:t>AFTER DANANTARA INVESTMENT</a:t>
            </a:r>
          </a:p>
        </p:txBody>
      </p:sp>
      <p:sp>
        <p:nvSpPr>
          <p:cNvPr id="20" name="Rectangle 19"/>
          <p:cNvSpPr/>
          <p:nvPr/>
        </p:nvSpPr>
        <p:spPr>
          <a:xfrm>
            <a:off x="4709160" y="1234440"/>
            <a:ext cx="1828800" cy="457200"/>
          </a:xfrm>
          <a:prstGeom prst="rect">
            <a:avLst/>
          </a:prstGeom>
          <a:solidFill>
            <a:srgbClr val="FFFFFF"/>
          </a:solidFill>
          <a:ln w="12700">
            <a:solidFill>
              <a:srgbClr val="4D4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09160" y="1234440"/>
            <a:ext cx="1828800" cy="457200"/>
          </a:xfrm>
          <a:prstGeom prst="rect">
            <a:avLst/>
          </a:prstGeom>
          <a:noFill/>
        </p:spPr>
        <p:txBody>
          <a:bodyPr wrap="square" lIns="0" rIns="0" tIns="0" bIns="0" anchor="ctr">
            <a:noAutofit/>
          </a:bodyPr>
          <a:lstStyle/>
          <a:p>
            <a:pPr algn="ctr"/>
            <a:r>
              <a:rPr sz="1100" b="1" i="0">
                <a:solidFill>
                  <a:srgbClr val="4D4D4F"/>
                </a:solidFill>
                <a:latin typeface="Calibri"/>
              </a:rPr>
              <a:t>FKS Multi Agro</a:t>
            </a:r>
          </a:p>
        </p:txBody>
      </p:sp>
      <p:sp>
        <p:nvSpPr>
          <p:cNvPr id="22" name="Rectangle 21"/>
          <p:cNvSpPr/>
          <p:nvPr/>
        </p:nvSpPr>
        <p:spPr>
          <a:xfrm>
            <a:off x="6803136" y="1234440"/>
            <a:ext cx="1828800" cy="457200"/>
          </a:xfrm>
          <a:prstGeom prst="rect">
            <a:avLst/>
          </a:prstGeom>
          <a:solidFill>
            <a:srgbClr val="FFFFFF"/>
          </a:solidFill>
          <a:ln w="22225">
            <a:solidFill>
              <a:srgbClr val="E6B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03136" y="1234440"/>
            <a:ext cx="1828800" cy="457200"/>
          </a:xfrm>
          <a:prstGeom prst="rect">
            <a:avLst/>
          </a:prstGeom>
          <a:noFill/>
        </p:spPr>
        <p:txBody>
          <a:bodyPr wrap="square" lIns="0" rIns="0" tIns="0" bIns="0" anchor="ctr">
            <a:noAutofit/>
          </a:bodyPr>
          <a:lstStyle/>
          <a:p>
            <a:pPr algn="ctr"/>
            <a:r>
              <a:rPr sz="1100" b="1" i="0">
                <a:solidFill>
                  <a:srgbClr val="4D4D4F"/>
                </a:solidFill>
                <a:latin typeface="Calibri"/>
              </a:rPr>
              <a:t>Danantara Indonesia</a:t>
            </a:r>
          </a:p>
        </p:txBody>
      </p:sp>
      <p:sp>
        <p:nvSpPr>
          <p:cNvPr id="24" name="TextBox 23"/>
          <p:cNvSpPr txBox="1"/>
          <p:nvPr/>
        </p:nvSpPr>
        <p:spPr>
          <a:xfrm>
            <a:off x="4892040" y="1737360"/>
            <a:ext cx="640080" cy="237744"/>
          </a:xfrm>
          <a:prstGeom prst="rect">
            <a:avLst/>
          </a:prstGeom>
          <a:noFill/>
        </p:spPr>
        <p:txBody>
          <a:bodyPr wrap="square" lIns="0" rIns="0" tIns="0" bIns="0" anchor="t">
            <a:noAutofit/>
          </a:bodyPr>
          <a:lstStyle/>
          <a:p>
            <a:pPr algn="l"/>
            <a:r>
              <a:rPr sz="1000" b="1" i="0">
                <a:solidFill>
                  <a:srgbClr val="4D4D4F"/>
                </a:solidFill>
                <a:latin typeface="Calibri"/>
              </a:rPr>
              <a:t>51%</a:t>
            </a:r>
          </a:p>
        </p:txBody>
      </p:sp>
      <p:sp>
        <p:nvSpPr>
          <p:cNvPr id="25" name="TextBox 24"/>
          <p:cNvSpPr txBox="1"/>
          <p:nvPr/>
        </p:nvSpPr>
        <p:spPr>
          <a:xfrm>
            <a:off x="7818120" y="1737360"/>
            <a:ext cx="813816" cy="237744"/>
          </a:xfrm>
          <a:prstGeom prst="rect">
            <a:avLst/>
          </a:prstGeom>
          <a:noFill/>
        </p:spPr>
        <p:txBody>
          <a:bodyPr wrap="square" lIns="0" rIns="0" tIns="0" bIns="0" anchor="t">
            <a:noAutofit/>
          </a:bodyPr>
          <a:lstStyle/>
          <a:p>
            <a:pPr algn="r"/>
            <a:r>
              <a:rPr sz="1000" b="1" i="0">
                <a:solidFill>
                  <a:srgbClr val="8A6A0C"/>
                </a:solidFill>
                <a:latin typeface="Calibri"/>
              </a:rPr>
              <a:t>49%</a:t>
            </a:r>
          </a:p>
        </p:txBody>
      </p:sp>
      <p:sp>
        <p:nvSpPr>
          <p:cNvPr id="26" name="TextBox 25"/>
          <p:cNvSpPr txBox="1"/>
          <p:nvPr/>
        </p:nvSpPr>
        <p:spPr>
          <a:xfrm>
            <a:off x="6858000" y="1938528"/>
            <a:ext cx="1773936" cy="164592"/>
          </a:xfrm>
          <a:prstGeom prst="rect">
            <a:avLst/>
          </a:prstGeom>
          <a:noFill/>
        </p:spPr>
        <p:txBody>
          <a:bodyPr wrap="square" lIns="0" rIns="0" tIns="0" bIns="0" anchor="t">
            <a:noAutofit/>
          </a:bodyPr>
          <a:lstStyle/>
          <a:p>
            <a:pPr algn="r"/>
            <a:r>
              <a:rPr sz="800" b="0" i="0">
                <a:solidFill>
                  <a:srgbClr val="8A6A0C"/>
                </a:solidFill>
                <a:latin typeface="Calibri"/>
              </a:rPr>
              <a:t>illustrative, subject to negotiation</a:t>
            </a:r>
          </a:p>
        </p:txBody>
      </p:sp>
      <p:cxnSp>
        <p:nvCxnSpPr>
          <p:cNvPr id="27" name="Connector 26"/>
          <p:cNvCxnSpPr/>
          <p:nvPr/>
        </p:nvCxnSpPr>
        <p:spPr>
          <a:xfrm>
            <a:off x="5623560" y="1691640"/>
            <a:ext cx="0" cy="228600"/>
          </a:xfrm>
          <a:prstGeom prst="line">
            <a:avLst/>
          </a:prstGeom>
          <a:ln w="12700">
            <a:solidFill>
              <a:srgbClr val="4D4D4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17536" y="1691640"/>
            <a:ext cx="0" cy="228600"/>
          </a:xfrm>
          <a:prstGeom prst="line">
            <a:avLst/>
          </a:prstGeom>
          <a:ln w="12700">
            <a:solidFill>
              <a:srgbClr val="4D4D4F"/>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23560" y="1920240"/>
            <a:ext cx="2093976" cy="0"/>
          </a:xfrm>
          <a:prstGeom prst="line">
            <a:avLst/>
          </a:prstGeom>
          <a:ln w="12700">
            <a:solidFill>
              <a:srgbClr val="4D4D4F"/>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675120" y="1920240"/>
            <a:ext cx="0" cy="164591"/>
          </a:xfrm>
          <a:prstGeom prst="line">
            <a:avLst/>
          </a:prstGeom>
          <a:ln w="12700">
            <a:solidFill>
              <a:srgbClr val="4D4D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486400" y="2103120"/>
            <a:ext cx="2377440" cy="566928"/>
          </a:xfrm>
          <a:prstGeom prst="rect">
            <a:avLst/>
          </a:prstGeom>
          <a:solidFill>
            <a:srgbClr val="E6B222"/>
          </a:solidFill>
          <a:ln w="12700">
            <a:solidFill>
              <a:srgbClr val="E6B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0" y="2157984"/>
            <a:ext cx="2377440" cy="256032"/>
          </a:xfrm>
          <a:prstGeom prst="rect">
            <a:avLst/>
          </a:prstGeom>
          <a:noFill/>
        </p:spPr>
        <p:txBody>
          <a:bodyPr wrap="square" lIns="0" rIns="0" tIns="0" bIns="0" anchor="ctr">
            <a:noAutofit/>
          </a:bodyPr>
          <a:lstStyle/>
          <a:p>
            <a:pPr algn="ctr"/>
            <a:r>
              <a:rPr sz="1200" b="1" i="0">
                <a:solidFill>
                  <a:srgbClr val="4D4D4F"/>
                </a:solidFill>
                <a:latin typeface="Calibri"/>
              </a:rPr>
              <a:t>FSL</a:t>
            </a:r>
          </a:p>
        </p:txBody>
      </p:sp>
      <p:sp>
        <p:nvSpPr>
          <p:cNvPr id="33" name="TextBox 32"/>
          <p:cNvSpPr txBox="1"/>
          <p:nvPr/>
        </p:nvSpPr>
        <p:spPr>
          <a:xfrm>
            <a:off x="5486400" y="2395727"/>
            <a:ext cx="2377440" cy="201168"/>
          </a:xfrm>
          <a:prstGeom prst="rect">
            <a:avLst/>
          </a:prstGeom>
          <a:noFill/>
        </p:spPr>
        <p:txBody>
          <a:bodyPr wrap="square" lIns="0" rIns="0" tIns="0" bIns="0" anchor="t">
            <a:noAutofit/>
          </a:bodyPr>
          <a:lstStyle/>
          <a:p>
            <a:pPr algn="ctr"/>
            <a:r>
              <a:rPr sz="850" b="0" i="0">
                <a:solidFill>
                  <a:srgbClr val="4D4D4F"/>
                </a:solidFill>
                <a:latin typeface="Calibri"/>
              </a:rPr>
              <a:t>FKS Solusi Logistik</a:t>
            </a:r>
          </a:p>
        </p:txBody>
      </p:sp>
      <p:cxnSp>
        <p:nvCxnSpPr>
          <p:cNvPr id="34" name="Connector 33"/>
          <p:cNvCxnSpPr/>
          <p:nvPr/>
        </p:nvCxnSpPr>
        <p:spPr>
          <a:xfrm>
            <a:off x="6675120" y="2670048"/>
            <a:ext cx="0" cy="164592"/>
          </a:xfrm>
          <a:prstGeom prst="line">
            <a:avLst/>
          </a:prstGeom>
          <a:ln w="12700">
            <a:solidFill>
              <a:srgbClr val="4D4D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Platform panel"/>
          <p:cNvSpPr/>
          <p:nvPr/>
        </p:nvSpPr>
        <p:spPr>
          <a:xfrm>
            <a:off x="512064" y="2852928"/>
            <a:ext cx="8119871" cy="1417320"/>
          </a:xfrm>
          <a:prstGeom prst="rect">
            <a:avLst/>
          </a:prstGeom>
          <a:solidFill>
            <a:srgbClr val="F1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2926080"/>
            <a:ext cx="7772400" cy="182880"/>
          </a:xfrm>
          <a:prstGeom prst="rect">
            <a:avLst/>
          </a:prstGeom>
          <a:noFill/>
        </p:spPr>
        <p:txBody>
          <a:bodyPr wrap="square" lIns="0" rIns="0" tIns="0" bIns="0" anchor="t">
            <a:noAutofit/>
          </a:bodyPr>
          <a:lstStyle/>
          <a:p>
            <a:pPr algn="l"/>
            <a:r>
              <a:rPr sz="800" b="1" i="0" spc="120">
                <a:solidFill>
                  <a:srgbClr val="747678"/>
                </a:solidFill>
                <a:latin typeface="Calibri"/>
              </a:rPr>
              <a:t>FSL PLATFORM  ·  illustrative asset and project entities; legal structure to be confirmed</a:t>
            </a:r>
          </a:p>
        </p:txBody>
      </p:sp>
      <p:sp>
        <p:nvSpPr>
          <p:cNvPr id="37" name="TextBox 36"/>
          <p:cNvSpPr txBox="1"/>
          <p:nvPr/>
        </p:nvSpPr>
        <p:spPr>
          <a:xfrm>
            <a:off x="658368" y="3200400"/>
            <a:ext cx="2286000" cy="201168"/>
          </a:xfrm>
          <a:prstGeom prst="rect">
            <a:avLst/>
          </a:prstGeom>
          <a:noFill/>
        </p:spPr>
        <p:txBody>
          <a:bodyPr wrap="square" lIns="0" rIns="0" tIns="0" bIns="0" anchor="t">
            <a:noAutofit/>
          </a:bodyPr>
          <a:lstStyle/>
          <a:p>
            <a:pPr algn="l"/>
            <a:r>
              <a:rPr sz="900" b="1" i="0" spc="150">
                <a:solidFill>
                  <a:srgbClr val="8A6A0C"/>
                </a:solidFill>
                <a:latin typeface="Calibri"/>
              </a:rPr>
              <a:t>OPERATING TODAY</a:t>
            </a:r>
          </a:p>
        </p:txBody>
      </p:sp>
      <p:sp>
        <p:nvSpPr>
          <p:cNvPr id="38" name="Rectangle 37"/>
          <p:cNvSpPr/>
          <p:nvPr/>
        </p:nvSpPr>
        <p:spPr>
          <a:xfrm>
            <a:off x="658368" y="3401568"/>
            <a:ext cx="1143000" cy="502920"/>
          </a:xfrm>
          <a:prstGeom prst="rect">
            <a:avLst/>
          </a:prstGeom>
          <a:solidFill>
            <a:srgbClr val="FFFFFF"/>
          </a:solidFill>
          <a:ln w="9525">
            <a:solidFill>
              <a:srgbClr val="4D4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3456432"/>
            <a:ext cx="1143000" cy="256032"/>
          </a:xfrm>
          <a:prstGeom prst="rect">
            <a:avLst/>
          </a:prstGeom>
          <a:noFill/>
        </p:spPr>
        <p:txBody>
          <a:bodyPr wrap="square" lIns="0" rIns="0" tIns="0" bIns="0" anchor="ctr">
            <a:noAutofit/>
          </a:bodyPr>
          <a:lstStyle/>
          <a:p>
            <a:pPr algn="ctr"/>
            <a:r>
              <a:rPr sz="950" b="1" i="0">
                <a:solidFill>
                  <a:srgbClr val="4D4D4F"/>
                </a:solidFill>
                <a:latin typeface="Calibri"/>
              </a:rPr>
              <a:t>Cigading</a:t>
            </a:r>
          </a:p>
        </p:txBody>
      </p:sp>
      <p:sp>
        <p:nvSpPr>
          <p:cNvPr id="40" name="TextBox 39"/>
          <p:cNvSpPr txBox="1"/>
          <p:nvPr/>
        </p:nvSpPr>
        <p:spPr>
          <a:xfrm>
            <a:off x="658368" y="3694176"/>
            <a:ext cx="1143000" cy="201168"/>
          </a:xfrm>
          <a:prstGeom prst="rect">
            <a:avLst/>
          </a:prstGeom>
          <a:noFill/>
        </p:spPr>
        <p:txBody>
          <a:bodyPr wrap="square" lIns="0" rIns="0" tIns="0" bIns="0" anchor="t">
            <a:noAutofit/>
          </a:bodyPr>
          <a:lstStyle/>
          <a:p>
            <a:pPr algn="ctr"/>
            <a:r>
              <a:rPr sz="850" b="0" i="0">
                <a:solidFill>
                  <a:srgbClr val="747678"/>
                </a:solidFill>
                <a:latin typeface="Calibri"/>
              </a:rPr>
              <a:t>PT SGT</a:t>
            </a:r>
          </a:p>
        </p:txBody>
      </p:sp>
      <p:sp>
        <p:nvSpPr>
          <p:cNvPr id="41" name="Rectangle 40"/>
          <p:cNvSpPr/>
          <p:nvPr/>
        </p:nvSpPr>
        <p:spPr>
          <a:xfrm>
            <a:off x="1911095" y="3401568"/>
            <a:ext cx="1143000" cy="502920"/>
          </a:xfrm>
          <a:prstGeom prst="rect">
            <a:avLst/>
          </a:prstGeom>
          <a:solidFill>
            <a:srgbClr val="FFFFFF"/>
          </a:solidFill>
          <a:ln w="9525">
            <a:solidFill>
              <a:srgbClr val="4D4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911095" y="3456432"/>
            <a:ext cx="1143000" cy="256032"/>
          </a:xfrm>
          <a:prstGeom prst="rect">
            <a:avLst/>
          </a:prstGeom>
          <a:noFill/>
        </p:spPr>
        <p:txBody>
          <a:bodyPr wrap="square" lIns="0" rIns="0" tIns="0" bIns="0" anchor="ctr">
            <a:noAutofit/>
          </a:bodyPr>
          <a:lstStyle/>
          <a:p>
            <a:pPr algn="ctr"/>
            <a:r>
              <a:rPr sz="950" b="1" i="0">
                <a:solidFill>
                  <a:srgbClr val="4D4D4F"/>
                </a:solidFill>
                <a:latin typeface="Calibri"/>
              </a:rPr>
              <a:t>Teluk Lamong</a:t>
            </a:r>
          </a:p>
        </p:txBody>
      </p:sp>
      <p:sp>
        <p:nvSpPr>
          <p:cNvPr id="43" name="TextBox 42"/>
          <p:cNvSpPr txBox="1"/>
          <p:nvPr/>
        </p:nvSpPr>
        <p:spPr>
          <a:xfrm>
            <a:off x="1911095" y="3694176"/>
            <a:ext cx="1143000" cy="201168"/>
          </a:xfrm>
          <a:prstGeom prst="rect">
            <a:avLst/>
          </a:prstGeom>
          <a:noFill/>
        </p:spPr>
        <p:txBody>
          <a:bodyPr wrap="square" lIns="0" rIns="0" tIns="0" bIns="0" anchor="t">
            <a:noAutofit/>
          </a:bodyPr>
          <a:lstStyle/>
          <a:p>
            <a:pPr algn="ctr"/>
            <a:r>
              <a:rPr sz="850" b="0" i="0">
                <a:solidFill>
                  <a:srgbClr val="747678"/>
                </a:solidFill>
                <a:latin typeface="Calibri"/>
              </a:rPr>
              <a:t>PT NPL (JV)</a:t>
            </a:r>
          </a:p>
        </p:txBody>
      </p:sp>
      <p:sp>
        <p:nvSpPr>
          <p:cNvPr id="44" name="Rectangle 43"/>
          <p:cNvSpPr/>
          <p:nvPr/>
        </p:nvSpPr>
        <p:spPr>
          <a:xfrm>
            <a:off x="3163824" y="3401568"/>
            <a:ext cx="1143000" cy="502920"/>
          </a:xfrm>
          <a:prstGeom prst="rect">
            <a:avLst/>
          </a:prstGeom>
          <a:solidFill>
            <a:srgbClr val="FFFFFF"/>
          </a:solidFill>
          <a:ln w="9525">
            <a:solidFill>
              <a:srgbClr val="4D4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163824" y="3456432"/>
            <a:ext cx="1143000" cy="256032"/>
          </a:xfrm>
          <a:prstGeom prst="rect">
            <a:avLst/>
          </a:prstGeom>
          <a:noFill/>
        </p:spPr>
        <p:txBody>
          <a:bodyPr wrap="square" lIns="0" rIns="0" tIns="0" bIns="0" anchor="ctr">
            <a:noAutofit/>
          </a:bodyPr>
          <a:lstStyle/>
          <a:p>
            <a:pPr algn="ctr"/>
            <a:r>
              <a:rPr sz="950" b="1" i="0">
                <a:solidFill>
                  <a:srgbClr val="4D4D4F"/>
                </a:solidFill>
                <a:latin typeface="Calibri"/>
              </a:rPr>
              <a:t>Belawan</a:t>
            </a:r>
          </a:p>
        </p:txBody>
      </p:sp>
      <p:sp>
        <p:nvSpPr>
          <p:cNvPr id="46" name="TextBox 45"/>
          <p:cNvSpPr txBox="1"/>
          <p:nvPr/>
        </p:nvSpPr>
        <p:spPr>
          <a:xfrm>
            <a:off x="3163824" y="3694176"/>
            <a:ext cx="1143000" cy="201168"/>
          </a:xfrm>
          <a:prstGeom prst="rect">
            <a:avLst/>
          </a:prstGeom>
          <a:noFill/>
        </p:spPr>
        <p:txBody>
          <a:bodyPr wrap="square" lIns="0" rIns="0" tIns="0" bIns="0" anchor="t">
            <a:noAutofit/>
          </a:bodyPr>
          <a:lstStyle/>
          <a:p>
            <a:pPr algn="ctr"/>
            <a:r>
              <a:rPr sz="850" b="0" i="0">
                <a:solidFill>
                  <a:srgbClr val="747678"/>
                </a:solidFill>
                <a:latin typeface="Calibri"/>
              </a:rPr>
              <a:t>PT SGTM</a:t>
            </a:r>
          </a:p>
        </p:txBody>
      </p:sp>
      <p:sp>
        <p:nvSpPr>
          <p:cNvPr id="47" name="TextBox 46"/>
          <p:cNvSpPr txBox="1"/>
          <p:nvPr/>
        </p:nvSpPr>
        <p:spPr>
          <a:xfrm>
            <a:off x="4709160" y="3200400"/>
            <a:ext cx="1828800" cy="201168"/>
          </a:xfrm>
          <a:prstGeom prst="rect">
            <a:avLst/>
          </a:prstGeom>
          <a:noFill/>
        </p:spPr>
        <p:txBody>
          <a:bodyPr wrap="square" lIns="0" rIns="0" tIns="0" bIns="0" anchor="t">
            <a:noAutofit/>
          </a:bodyPr>
          <a:lstStyle/>
          <a:p>
            <a:pPr algn="l"/>
            <a:r>
              <a:rPr sz="900" b="1" i="0" spc="150">
                <a:solidFill>
                  <a:srgbClr val="8A6A0C"/>
                </a:solidFill>
                <a:latin typeface="Calibri"/>
              </a:rPr>
              <a:t>PIPELINE</a:t>
            </a:r>
          </a:p>
        </p:txBody>
      </p:sp>
      <p:sp>
        <p:nvSpPr>
          <p:cNvPr id="48" name="Rectangle 47"/>
          <p:cNvSpPr/>
          <p:nvPr/>
        </p:nvSpPr>
        <p:spPr>
          <a:xfrm>
            <a:off x="4709160" y="3401568"/>
            <a:ext cx="896112" cy="502920"/>
          </a:xfrm>
          <a:prstGeom prst="rect">
            <a:avLst/>
          </a:prstGeom>
          <a:solidFill>
            <a:srgbClr val="FFFFFF"/>
          </a:solidFill>
          <a:ln w="12700">
            <a:solidFill>
              <a:srgbClr val="E6B22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709160" y="3401568"/>
            <a:ext cx="896112" cy="502920"/>
          </a:xfrm>
          <a:prstGeom prst="rect">
            <a:avLst/>
          </a:prstGeom>
          <a:noFill/>
        </p:spPr>
        <p:txBody>
          <a:bodyPr wrap="square" lIns="0" rIns="0" tIns="0" bIns="0" anchor="ctr">
            <a:noAutofit/>
          </a:bodyPr>
          <a:lstStyle/>
          <a:p>
            <a:pPr algn="ctr"/>
            <a:r>
              <a:rPr sz="900" b="1" i="0">
                <a:solidFill>
                  <a:srgbClr val="4D4D4F"/>
                </a:solidFill>
                <a:latin typeface="Calibri"/>
              </a:rPr>
              <a:t>Ciwandan</a:t>
            </a:r>
          </a:p>
        </p:txBody>
      </p:sp>
      <p:sp>
        <p:nvSpPr>
          <p:cNvPr id="50" name="Rectangle 49"/>
          <p:cNvSpPr/>
          <p:nvPr/>
        </p:nvSpPr>
        <p:spPr>
          <a:xfrm>
            <a:off x="5696712" y="3401568"/>
            <a:ext cx="896112" cy="502920"/>
          </a:xfrm>
          <a:prstGeom prst="rect">
            <a:avLst/>
          </a:prstGeom>
          <a:solidFill>
            <a:srgbClr val="FFFFFF"/>
          </a:solidFill>
          <a:ln w="12700">
            <a:solidFill>
              <a:srgbClr val="E6B22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696712" y="3401568"/>
            <a:ext cx="896112" cy="502920"/>
          </a:xfrm>
          <a:prstGeom prst="rect">
            <a:avLst/>
          </a:prstGeom>
          <a:noFill/>
        </p:spPr>
        <p:txBody>
          <a:bodyPr wrap="square" lIns="0" rIns="0" tIns="0" bIns="0" anchor="ctr">
            <a:noAutofit/>
          </a:bodyPr>
          <a:lstStyle/>
          <a:p>
            <a:pPr algn="ctr"/>
            <a:r>
              <a:rPr sz="900" b="1" i="0">
                <a:solidFill>
                  <a:srgbClr val="4D4D4F"/>
                </a:solidFill>
                <a:latin typeface="Calibri"/>
              </a:rPr>
              <a:t>Dumai</a:t>
            </a:r>
          </a:p>
        </p:txBody>
      </p:sp>
      <p:sp>
        <p:nvSpPr>
          <p:cNvPr id="52" name="Rectangle 51"/>
          <p:cNvSpPr/>
          <p:nvPr/>
        </p:nvSpPr>
        <p:spPr>
          <a:xfrm>
            <a:off x="6684264" y="3401568"/>
            <a:ext cx="896112" cy="502920"/>
          </a:xfrm>
          <a:prstGeom prst="rect">
            <a:avLst/>
          </a:prstGeom>
          <a:solidFill>
            <a:srgbClr val="FFFFFF"/>
          </a:solidFill>
          <a:ln w="12700">
            <a:solidFill>
              <a:srgbClr val="E6B22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84264" y="3401568"/>
            <a:ext cx="896112" cy="502920"/>
          </a:xfrm>
          <a:prstGeom prst="rect">
            <a:avLst/>
          </a:prstGeom>
          <a:noFill/>
        </p:spPr>
        <p:txBody>
          <a:bodyPr wrap="square" lIns="0" rIns="0" tIns="0" bIns="0" anchor="ctr">
            <a:noAutofit/>
          </a:bodyPr>
          <a:lstStyle/>
          <a:p>
            <a:pPr algn="ctr"/>
            <a:r>
              <a:rPr sz="900" b="1" i="0">
                <a:solidFill>
                  <a:srgbClr val="4D4D4F"/>
                </a:solidFill>
                <a:latin typeface="Calibri"/>
              </a:rPr>
              <a:t>Site expansions</a:t>
            </a:r>
          </a:p>
        </p:txBody>
      </p:sp>
      <p:sp>
        <p:nvSpPr>
          <p:cNvPr id="54" name="Rectangle 53"/>
          <p:cNvSpPr/>
          <p:nvPr/>
        </p:nvSpPr>
        <p:spPr>
          <a:xfrm>
            <a:off x="7671816" y="3401568"/>
            <a:ext cx="896112" cy="502920"/>
          </a:xfrm>
          <a:prstGeom prst="rect">
            <a:avLst/>
          </a:prstGeom>
          <a:solidFill>
            <a:srgbClr val="FFFFFF"/>
          </a:solidFill>
          <a:ln w="12700">
            <a:solidFill>
              <a:srgbClr val="E6B22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671816" y="3401568"/>
            <a:ext cx="896112" cy="502920"/>
          </a:xfrm>
          <a:prstGeom prst="rect">
            <a:avLst/>
          </a:prstGeom>
          <a:noFill/>
        </p:spPr>
        <p:txBody>
          <a:bodyPr wrap="square" lIns="0" rIns="0" tIns="0" bIns="0" anchor="ctr">
            <a:noAutofit/>
          </a:bodyPr>
          <a:lstStyle/>
          <a:p>
            <a:pPr algn="ctr"/>
            <a:r>
              <a:rPr sz="900" b="1" i="0">
                <a:solidFill>
                  <a:srgbClr val="4D4D4F"/>
                </a:solidFill>
                <a:latin typeface="Calibri"/>
              </a:rPr>
              <a:t>Future port projects</a:t>
            </a:r>
          </a:p>
        </p:txBody>
      </p:sp>
      <p:sp>
        <p:nvSpPr>
          <p:cNvPr id="56" name="TextBox 55"/>
          <p:cNvSpPr txBox="1"/>
          <p:nvPr/>
        </p:nvSpPr>
        <p:spPr>
          <a:xfrm>
            <a:off x="658368" y="4023360"/>
            <a:ext cx="7818120" cy="201168"/>
          </a:xfrm>
          <a:prstGeom prst="rect">
            <a:avLst/>
          </a:prstGeom>
          <a:noFill/>
        </p:spPr>
        <p:txBody>
          <a:bodyPr wrap="square" lIns="0" rIns="0" tIns="0" bIns="0" anchor="t">
            <a:noAutofit/>
          </a:bodyPr>
          <a:lstStyle/>
          <a:p>
            <a:pPr algn="l"/>
            <a:r>
              <a:rPr sz="850" b="0" i="0">
                <a:solidFill>
                  <a:srgbClr val="747678"/>
                </a:solidFill>
                <a:latin typeface="Calibri"/>
              </a:rPr>
              <a:t>To be agreed and modelled:  valuation and stake size  ·  new capital versus share purchase  ·  use of proceeds  ·  project and equity returns, payback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ge number"/>
          <p:cNvSpPr txBox="1"/>
          <p:nvPr/>
        </p:nvSpPr>
        <p:spPr>
          <a:xfrm>
            <a:off x="8229600" y="4754880"/>
            <a:ext cx="402336" cy="182880"/>
          </a:xfrm>
          <a:prstGeom prst="rect">
            <a:avLst/>
          </a:prstGeom>
          <a:noFill/>
        </p:spPr>
        <p:txBody>
          <a:bodyPr wrap="square" lIns="0" rIns="0" tIns="0" bIns="0" anchor="t">
            <a:noAutofit/>
          </a:bodyPr>
          <a:lstStyle/>
          <a:p>
            <a:pPr algn="r"/>
            <a:r>
              <a:rPr sz="800" b="0" i="0">
                <a:solidFill>
                  <a:srgbClr val="4D4D4F"/>
                </a:solidFill>
                <a:latin typeface="Calibri"/>
              </a:rPr>
              <a:t>10</a:t>
            </a:r>
          </a:p>
        </p:txBody>
      </p:sp>
    </p:spTree>
  </p:cSld>
  <p:clrMapOvr>
    <a:masterClrMapping/>
  </p:clrMapOvr>
</p:sld>
</file>

<file path=ppt/theme/theme1.xml><?xml version="1.0" encoding="utf-8"?>
<a:theme xmlns:a="http://schemas.openxmlformats.org/drawingml/2006/main" name="Cover">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Sectio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Contents">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Back Cover">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80a43a71-8a02-4eec-b97a-0cd94df8fcea" xsi:nil="true"/>
    <lcf76f155ced4ddcb4097134ff3c332f xmlns="1a380565-b321-43fd-a219-9302fa2082b9">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A821F91CB2D0FB43AB2BA3F959549D3C" ma:contentTypeVersion="12" ma:contentTypeDescription="Create a new document." ma:contentTypeScope="" ma:versionID="df48287694ac1f5af7f2a66eea61b23e">
  <xsd:schema xmlns:xsd="http://www.w3.org/2001/XMLSchema" xmlns:xs="http://www.w3.org/2001/XMLSchema" xmlns:p="http://schemas.microsoft.com/office/2006/metadata/properties" xmlns:ns2="1a380565-b321-43fd-a219-9302fa2082b9" xmlns:ns3="80a43a71-8a02-4eec-b97a-0cd94df8fcea" targetNamespace="http://schemas.microsoft.com/office/2006/metadata/properties" ma:root="true" ma:fieldsID="fbe35ec3a13ad2b2c1ecd460804e3ede" ns2:_="" ns3:_="">
    <xsd:import namespace="1a380565-b321-43fd-a219-9302fa2082b9"/>
    <xsd:import namespace="80a43a71-8a02-4eec-b97a-0cd94df8fce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380565-b321-43fd-a219-9302fa2082b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059cf364-f4f4-4d97-8717-18c1689c6e7d"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80a43a71-8a02-4eec-b97a-0cd94df8fcea"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4d9a6892-604c-48ed-bc90-45eb42aeb92a}" ma:internalName="TaxCatchAll" ma:showField="CatchAllData" ma:web="80a43a71-8a02-4eec-b97a-0cd94df8fce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C843D14-4EC2-485F-9A97-9071A1BA8AC5}">
  <ds:schemaRefs>
    <ds:schemaRef ds:uri="http://schemas.microsoft.com/office/2006/metadata/properties"/>
    <ds:schemaRef ds:uri="http://schemas.microsoft.com/office/infopath/2007/PartnerControls"/>
    <ds:schemaRef ds:uri="80a43a71-8a02-4eec-b97a-0cd94df8fcea"/>
    <ds:schemaRef ds:uri="1a380565-b321-43fd-a219-9302fa2082b9"/>
  </ds:schemaRefs>
</ds:datastoreItem>
</file>

<file path=customXml/itemProps2.xml><?xml version="1.0" encoding="utf-8"?>
<ds:datastoreItem xmlns:ds="http://schemas.openxmlformats.org/officeDocument/2006/customXml" ds:itemID="{9F6B2A67-4DB2-4DBD-8F41-F01CA67C005F}">
  <ds:schemaRefs>
    <ds:schemaRef ds:uri="http://schemas.microsoft.com/sharepoint/v3/contenttype/forms"/>
  </ds:schemaRefs>
</ds:datastoreItem>
</file>

<file path=customXml/itemProps3.xml><?xml version="1.0" encoding="utf-8"?>
<ds:datastoreItem xmlns:ds="http://schemas.openxmlformats.org/officeDocument/2006/customXml" ds:itemID="{ED259B2F-AFEE-4AC0-BE46-AEC8090FA77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380565-b321-43fd-a219-9302fa2082b9"/>
    <ds:schemaRef ds:uri="80a43a71-8a02-4eec-b97a-0cd94df8fce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452</TotalTime>
  <Words>575</Words>
  <Application>Microsoft Office PowerPoint</Application>
  <PresentationFormat>On-screen Show (16:9)</PresentationFormat>
  <Paragraphs>45</Paragraphs>
  <Slides>16</Slides>
  <Notes>0</Notes>
  <HiddenSlides>0</HiddenSlides>
  <MMClips>0</MMClips>
  <ScaleCrop>false</ScaleCrop>
  <HeadingPairs>
    <vt:vector size="4" baseType="variant">
      <vt:variant>
        <vt:lpstr>Theme</vt:lpstr>
      </vt:variant>
      <vt:variant>
        <vt:i4>4</vt:i4>
      </vt:variant>
      <vt:variant>
        <vt:lpstr>Slide Titles</vt:lpstr>
      </vt:variant>
      <vt:variant>
        <vt:i4>16</vt:i4>
      </vt:variant>
    </vt:vector>
  </HeadingPairs>
  <TitlesOfParts>
    <vt:vector size="20" baseType="lpstr">
      <vt:lpstr>Cover</vt:lpstr>
      <vt:lpstr>Section</vt:lpstr>
      <vt:lpstr>Contents</vt:lpstr>
      <vt:lpstr>Back Cover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Sylvia Liu</cp:lastModifiedBy>
  <cp:revision>60</cp:revision>
  <dcterms:created xsi:type="dcterms:W3CDTF">2020-03-18T08:25:20Z</dcterms:created>
  <dcterms:modified xsi:type="dcterms:W3CDTF">2026-09-28T07:12:33Z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0x010100A821F91CB2D0FB43AB2BA3F959549D3C</vt:lpwstr>
  </property>
</Properties>
</file>