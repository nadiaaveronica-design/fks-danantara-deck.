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 id="2147483662" r:id="rId5"/>
    <p:sldMasterId id="2147483674" r:id="rId6"/>
    <p:sldMasterId id="2147483684" r:id="rId7"/>
  </p:sldMasterIdLst>
  <p:notesMasterIdLst>
    <p:notesMasterId r:id="rId24"/>
  </p:notesMasterIdLst>
  <p:sldIdLst>
    <p:sldId id="256" r:id="rId13"/>
    <p:sldId id="257" r:id="rId14"/>
    <p:sldId id="258" r:id="rId15"/>
    <p:sldId id="259" r:id="rId16"/>
    <p:sldId id="260" r:id="rId17"/>
    <p:sldId id="261" r:id="rId18"/>
    <p:sldId id="262" r:id="rId19"/>
    <p:sldId id="263" r:id="rId20"/>
    <p:sldId id="264" r:id="rId21"/>
    <p:sldId id="265" r:id="rId22"/>
  </p:sldIdLst>
  <p:sldSz cx="9144000" cy="5143500" type="screen16x9"/>
  <p:notesSz cx="6858000" cy="9144000"/>
  <p:defaultTex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CACB"/>
    <a:srgbClr val="E8E9E9"/>
    <a:srgbClr val="E6B122"/>
    <a:srgbClr val="DAA620"/>
    <a:srgbClr val="F2CE64"/>
    <a:srgbClr val="9E9F9F"/>
    <a:srgbClr val="4C4C4E"/>
    <a:srgbClr val="E3B52B"/>
    <a:srgbClr val="F6F2E7"/>
    <a:srgbClr val="EDDAA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57"/>
  </p:normalViewPr>
  <p:slideViewPr>
    <p:cSldViewPr snapToGrid="0" snapToObjects="1">
      <p:cViewPr varScale="1">
        <p:scale>
          <a:sx n="150" d="100"/>
          <a:sy n="150" d="100"/>
        </p:scale>
        <p:origin x="474"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D921287-9C58-4866-BD9F-C0F388DB6955}" type="datetimeFigureOut">
              <a:rPr lang="en-US" smtClean="0"/>
              <a:t>9/28/2026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871ED9-1506-42D7-8D74-ACCF43B1413D}" type="slidenum">
              <a:rPr lang="en-US" smtClean="0"/>
              <a:t>‹#›</a:t>
            </a:fld>
            <a:endParaRPr lang="en-US"/>
          </a:p>
        </p:txBody>
      </p:sp>
    </p:spTree>
    <p:extLst>
      <p:ext uri="{BB962C8B-B14F-4D97-AF65-F5344CB8AC3E}">
        <p14:creationId xmlns:p14="http://schemas.microsoft.com/office/powerpoint/2010/main" val="25443565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OBJECTIVE</a:t>
            </a:r>
          </a:p>
          <a:p>
            <a:r>
              <a:t>Open the discussion: FKS operates an integrated port-to-mill logistics platform for Indonesia’s food &amp; feed supply chain and is inviting Danantara to invest in its growth.</a:t>
            </a:r>
          </a:p>
          <a:p/>
          <a:p>
            <a:r>
              <a:t>TALK TRACK</a:t>
            </a:r>
          </a:p>
          <a:p>
            <a:r>
              <a:t>FKS Group has imported and processed food and feed raw materials in Indonesia for decades. Since 2015 it has built a dedicated logistics layer at three gateways. Today we want to walk through why that layer matters for the country, what it delivers, where it goes next, and how Danantara could participate.</a:t>
            </a:r>
          </a:p>
          <a:p/>
          <a:p>
            <a:r>
              <a:t>SOURCE / DATA BASIS</a:t>
            </a:r>
          </a:p>
          <a:p>
            <a:r>
              <a:t>FKS template (FKS Food &amp; Agri, ICON design, 16:9). Content per v6 deck and FKS Business Development.</a:t>
            </a:r>
          </a:p>
          <a:p/>
          <a:p>
            <a:r>
              <a:t>CALCULATION BASIS</a:t>
            </a:r>
          </a:p>
          <a:p>
            <a:r>
              <a:t>None.</a:t>
            </a:r>
          </a:p>
          <a:p/>
          <a:p>
            <a:r>
              <a:t>INTERNAL DATA STILL TO VALIDATE</a:t>
            </a:r>
          </a:p>
          <a:p>
            <a:r>
              <a:t>Confirm meeting date and presenting entity.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OBJECTIVE</a:t>
            </a:r>
          </a:p>
          <a:p>
            <a:r>
              <a:t>Bridge the market size to its geography. The audience should leave with three linked ideas: the cargo base is large and structural (~22 Mt a year); it is milled by a concentrated set of flour and feed mills, mostly on Java; therefore a small number of port corridors carry most of the flow and the handling efficiency at those gateways matters disproportionately. This sets up slide 3.</a:t>
            </a:r>
          </a:p>
          <a:p/>
          <a:p>
            <a:r>
              <a:t>TALK TRACK</a:t>
            </a:r>
          </a:p>
          <a:p>
            <a:r>
              <a:t>Indonesia grows no wheat and produces almost no soybean meal, so the raw materials for bread, noodles, tempeh and animal feed arrive by sea every year, around twenty-two million tonnes of them. Wheat alone is close to twelve million tonnes, which makes Indonesia the largest or second-largest wheat importer in the world. That cargo is not spread evenly. Twenty-three of the thirty flour mills and eighty-one of the one hundred and ten feed mills are on Java, and because the largest mills are also on Java, roughly four-fifths of wheat milling capacity and about seventy percent of feed output sit there, in three corridors: Banten and Greater Jakarta, Central Java, and East Java. Sumatra, mainly Medan and Lampung, is the second concentration. So a handful of deep-water gateways carry most of the flow, and the way cargo is handled at those gateways sets the landed cost for the whole chain.</a:t>
            </a:r>
          </a:p>
          <a:p/>
          <a:p>
            <a:r>
              <a:t>SOURCE / DATA BASIS</a:t>
            </a:r>
          </a:p>
          <a:p>
            <a:r>
              <a:t>FKS INTERNAL (v6 deck, priority source): import volumes 2024 - wheat 11.7 Mt, soybean meal 6.2 Mt, soybeans 2.6 Mt, other feed ingredients (DDGS, corn gluten, meat meal) 1.8 Mt; total ~22.3 Mt. Mill counts: 23 of 30 flour mills and 81 of 110 feed mills on Java.</a:t>
            </a:r>
          </a:p>
          <a:p>
            <a:r>
              <a:t>PUBLIC CROSS-CHECK (FACT): wheat 11.71 Mt CY2024 (BPS via Katadata); soybean meal 5.43 Mt CY2024 (BPS via Kompas) versus 6.2 Mt in the FKS figure, which matches the USDA marketing-year basis (6.1-6.2 MMT MY2024/25, USDA Oilseeds circular) - CONFLICT of basis, not of substance, flagged here; soybeans 2.68 Mt CY2024 (BPS); DDGS 0.84-1.02 Mt (USDA GAIN ID2025-0030), MBM ~0.5 Mt (Tridge/UN Comtrade), corn gluten ~0.3 Mt (derived) = ~1.7-1.8 Mt other feed. USDA GAIN ID2026-0010 (Apr 2026): 31 flour mills, 14.8 Mt/yr installed grind capacity, 24 on Java, 5 on Sumatra, 2 on Sulawesi; 110 feed mills, 44 companies, 10 provinces, 81 on Java; GPMT installed feed capacity ~30-31 Mt/yr, output ~21.5 Mt (2025).</a:t>
            </a:r>
          </a:p>
          <a:p>
            <a:r>
              <a:t>DERIVED ESTIMATE - Java share of flour milling capacity ~80%: bottom-up sum of published mill capacities (Bogasari Jakarta 11,600 t/d, Surabaya 6,000, Cibitung 2,600, Tangerang 500; Bungasari Cilegon 2,600; Harvestar Gresik 2,200; Sriboga Semarang 1,850; Cerestar Cilegon 1,500; Manunggal Cilacap 1,200; Wilmar Gresik, Fugui Gresik and Pundi Kencana ~1,000 each; Golden Grand 600; small Sidoarjo and Tangerang mills) = ~34,700 t/d on Java versus ~3,400-4,500 t/d on Sumatra (Bungasari Medan 1,500, Cerestar Medan 500, Agri First 370, Wilmar Dumai ~1,000 unverified) and ~2,850-3,400 t/d on Sulawesi (Eastern Pearl, Bungasari Makassar); total ~41-43k t/d reconciles with USDA’s 14.8 Mt/yr. Java 81-85%, Sumatra 8-11%, other 7-8%: shown as ~80 / ~10 / ~10.</a:t>
            </a:r>
          </a:p>
          <a:p>
            <a:r>
              <a:t>DERIVED ESTIMATE - Java share of feed output ~70%: triangulated from mill location (81/110 = 74%), broiler population (Java 62.9%, BPS 2024), layer population (East and Central Java 46%, BPS 2024) and Lampung installed capacity (1.96 Mt/yr, Disnak Lampung) with the Medan cluster ~1 Mt/yr named capacity; range Java 65-74%, Sumatra 12-20%, other 8-15%: shown as ~70 / ~15 / ~15. Feed is produced close to the poultry belts, so mill location is a strong proxy for where imported soybean meal is discharged.</a:t>
            </a:r>
          </a:p>
          <a:p>
            <a:r>
              <a:t>PROXY - Map halos are sized by approximate share of flour and feed milling capacity in each cluster (Greater Jakarta and Banten ~50% of flour capacity, East Java ~26%, Central Java ~7%, Makassar ~7%, Medan ~6%, Lampung feed cluster ~6.5% of feed capacity).</a:t>
            </a:r>
          </a:p>
          <a:p>
            <a:r>
              <a:t>Mill count is not mill capacity and neither is import tonnage; the slide therefore shows capacity and output shares, with counts only in this note.</a:t>
            </a:r>
          </a:p>
          <a:p/>
          <a:p>
            <a:r>
              <a:t>CALCULATION BASIS</a:t>
            </a:r>
          </a:p>
          <a:p>
            <a:r>
              <a:t>~22 Mt = 11.7 + 6.2 + 2.6 + 1.8 = 22.3 Mt (FKS basis, 2024). Excludes raw sugar (~4-5 Mt/yr), corn (~1.4 Mt in 2024, ~0.5 Mt in 2025 under the self-sufficiency policy) and rice (bagged). Island shares as derived above; rounding to the nearest 5-10 points is deliberate.</a:t>
            </a:r>
          </a:p>
          <a:p/>
          <a:p>
            <a:r>
              <a:t>INTERNAL DATA STILL TO VALIDATE</a:t>
            </a:r>
          </a:p>
          <a:p>
            <a:r>
              <a:t>1) Confirm the FKS import basis for soybean meal (6.2 Mt is a marketing-year figure; BPS calendar 2024 is 5.43 Mt) and decide which to present. 2) Replace the derived island shares with APTINDO and GPMT capacity-by-province tables if FKS can obtain them (GPMT member decks carry a provincial table). 3) Confirm FKS’s own share of national wheat and soybean-meal imports if it can be disclosed. 4) Confirm the corn treatment (excluded here; policy-limited since 2025).</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OBJECTIVE</a:t>
            </a:r>
          </a:p>
          <a:p>
            <a:r>
              <a:t>Frame the opportunity as a landscape, not a funnel: the relevant gateway universe is identifiable (102 commercial ports, ~20 state-run dry-bulk gateways, 9 serving the food &amp; feed mills), and six of the nine still discharge conventionally. Then show what conventional handling means physically and in vessel time. The slide ends on the problem; slide 4 is the answer.</a:t>
            </a:r>
          </a:p>
          <a:p/>
          <a:p>
            <a:r>
              <a:t>TALK TRACK</a:t>
            </a:r>
          </a:p>
          <a:p>
            <a:r>
              <a:t>We do not need to talk about six hundred ports. Indonesia has about one hundred commercial ports, roughly twenty state-run dry-bulk gateways, and nine of those serve the flour and feed mills we just showed. Three of the nine are FKS gateways. The other six still work the way the right of this slide shows: a crane lifts the grain out of the hold with a grab, drops it into an open hopper, the hopper fills one truck at a time, and the truck drives to the mill. The crane can only work as fast as trucks arrive, so discharge speed is set by truck availability. Pelindo’s own productivity figures at conventional berths are between two and three and a half thousand tonnes per ship per day; we use a generous five thousand. For the sixty-thousand-tonne cargo we use throughout this deck, that is about twelve days alongside and, at an indicative sixteen thousand dollars a day of vessel time, close to two hundred thousand dollars per cargo before any demurrage, plus the truck queues, congestion and operational risk that come with it.</a:t>
            </a:r>
          </a:p>
          <a:p/>
          <a:p>
            <a:r>
              <a:t>SOURCE / DATA BASIS</a:t>
            </a:r>
          </a:p>
          <a:p>
            <a:r>
              <a:t>FKS INTERNAL (v6 deck, FKS screen of public data): 636 public ports in the national port plan; 102 commercial ports; ~20 state-run dry-bulk gateways; 9 serve food &amp; feed mills and refineries; 6 still handled conventionally, the other three being FKS gateways. Vessel-time benchmark ~US$16k per vessel-day, Panamax (2024). The 636 figure is deliberately not shown: it describes the whole national port plan, not the addressable landscape.</a:t>
            </a:r>
          </a:p>
          <a:p>
            <a:r>
              <a:t>PUBLIC (FACT): Kemenhub National Port Master Plan (RIPN, KP 432/2017) lists 636 ports of which 102 are commercially operated (Antara / Kemenhub). Pelindo Multi Terminal operates ~20 branches for non-container cargo after the 2021 merger. Conventional productivity at public dry-bulk berths: Jamrud (Surabaya) 1,814-3,509 t/ship/day (Bisnis Surabaya, May 2024); Tanjung Emas (Semarang) 2,480-3,098 t/ship/day (Antara Jateng, 2024); before the Belawan conveyor, 20-24 kt soybean-meal cargoes took 4-5 days (~4,000-6,000 t/day; Bisnis Sumatra, May 2021). Mechanised common-user grain discharge exists only at the three FKS gateways (Cigading SGT2 continuous ship unloader 1,300 t/h; Teluk Lamong 2 x 2,000 t/h; Belawan 850-900 t/h conveyor).</a:t>
            </a:r>
          </a:p>
          <a:p>
            <a:r>
              <a:t>MAP (FKS screen, classification to be confirmed): the nine gateways shown are Belawan, Cigading and Teluk Lamong (FKS, mechanised) and Tanjung Priok, Ciwandan, Panjang, Semarang (Tanjung Emas), Tanjung Perak (Jamrud) and Makassar (conventional). Captive flour-mill jetties (Bogasari at Tanjung Priok and Surabaya, Eastern Pearl at Makassar) are excluded because they serve one miller; several conventional classifications rest on the absence of any published mechanised facility.</a:t>
            </a:r>
          </a:p>
          <a:p>
            <a:r>
              <a:t>Vessel time versus demurrage: the US$16.2k/day figure is an indicative time-charter value of a Panamax vessel-day; demurrage is a contractual rate that applies only beyond laytime and is not shown.</a:t>
            </a:r>
          </a:p>
          <a:p/>
          <a:p>
            <a:r>
              <a:t>CALCULATION BASIS</a:t>
            </a:r>
          </a:p>
          <a:p>
            <a:r>
              <a:t>60,000 t / 5,000 t per day = 12 days alongside. 12 days x US$16,200 per day = US$194,400 (~US$194k) of indicative vessel time per 60 kt cargo. If the underlying rate is US$16,157/day the figure is US$193,900; both round to ~US$194k. Replaces the earlier 55 kt example (11 days) everywhere in the deck. Scaling shown on the slide (DERIVED from the deck’s own numbers): 1 Mt / 60 kt = ~17 cargoes x 12 days = ~200 vessel-days a year, worth ~US$3.2m of indicative vessel time at US$16.2k/day.</a:t>
            </a:r>
          </a:p>
          <a:p/>
          <a:p>
            <a:r>
              <a:t>INTERNAL DATA STILL TO VALIDATE</a:t>
            </a:r>
          </a:p>
          <a:p>
            <a:r>
              <a:t>1) FKS operations to confirm the nine-gateway list and the conventional / mechanised classification for each port, ideally with 2025 vessel-call data; also confirm the ~20 state-run dry-bulk gateway count. 2) Confirm the ~5 kt/day conventional benchmark against FKS statements of facts at conventional berths (FKS internal range 6-8 kt/day per v6). 3) Refresh the US$16.2k/day vessel-time value with a dated Baltic Panamax 5TC or Supramax 10TC average before the meeting and recompute US$194k / US$146k if it moves materially. 4) Share of the ~22 Mt that moves through the six conventional gateways: FKS input required (the v6 placeholder is kept out of the slide face).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OBJECTIVE</a:t>
            </a:r>
          </a:p>
          <a:p>
            <a:r>
              <a:t>Sell the FKS operating model as one integrated, physical system and make the transit warehouse the visual centre. The single takeaway: marine operations and inland logistics no longer run on the same clock. The conventional process is not repeated here; slide 3 has just shown it.</a:t>
            </a:r>
          </a:p>
          <a:p/>
          <a:p>
            <a:r>
              <a:t>TALK TRACK</a:t>
            </a:r>
          </a:p>
          <a:p>
            <a:r>
              <a:t>This is the same cargo handled the FKS way. Ship unloaders lift the grain out of the hold at around twenty thousand tonnes a day. It travels in an enclosed conveyor, weighed as it goes, into a transit warehouse on the quay. That warehouse is the buffer: it can absorb the whole cargo, so the vessel discharges at the unloader’s speed and sails. From the buffer, trucks and bagging lines load to the mill’s own schedule, and where a customer is adjacent, as at Cigading with the Bungasari and Tereos plants from 2026, a conveyor runs straight into the factory. The marine clock and the inland clock are separated by the buffer. The ship is no longer paced by the trucks, the cargo is never in the open, and the port is not filled with trucks queuing for a hopper. FKS’s scope covers the whole chain from the unloader to the mill gate: unloading with the port operator, the conveyor, transit storage, controlled dispatch and delivery management, and the mill link where one exists.</a:t>
            </a:r>
          </a:p>
          <a:p/>
          <a:p>
            <a:r>
              <a:t>SOURCE / DATA BASIS</a:t>
            </a:r>
          </a:p>
          <a:p>
            <a:r>
              <a:t>FKS INTERNAL (v6 deck): FKS scope = unloading with the port operator, conveyor, transit warehouse, delivery management, mill link; direct conveyor to the mill planned at Cigading (2026); FKS integrated discharge benchmark ~20 kt/day (internal range 25-30 kt/day, to validate). Facility facts (public, for the talk track): Teluk Lamong two 2,000 t/h ship unloaders on the Pelindo berth (-14 m LWS) with 1.3 km conveyors and ~200 kt of silos and flat storage (Majalah Dermaga; Ocean Week; Kompas, Jul 2024); Cigading continuous ship unloader 1,300 t/h into the integrated warehouse on the KBS jetty (-21 m LWS) (Bisnis.com 2016, Antara Banten 2020); Belawan 388 m conveyor at 850-900 t/h into a 30 kt warehouse (Bisnis Sumatra, May 2021). FKS internal storage figures (v6): Cigading 400 kt, Teluk Lamong ~220 kt, Belawan 30 kt; differences from press figures are flagged on slide 6.</a:t>
            </a:r>
          </a:p>
          <a:p/>
          <a:p>
            <a:r>
              <a:t>CALCULATION BASIS</a:t>
            </a:r>
          </a:p>
          <a:p>
            <a:r>
              <a:t>60,000 t / 20,000 t per day = 3 days alongside (versus 12 days conventional on slide 3). Schematic is illustrative and not to scale.</a:t>
            </a:r>
          </a:p>
          <a:p/>
          <a:p>
            <a:r>
              <a:t>INTERNAL DATA STILL TO VALIDATE</a:t>
            </a:r>
          </a:p>
          <a:p>
            <a:r>
              <a:t>1) Confirm rated and achieved discharge rates per site (t/h and t/day, 2024-25 statements of facts). 2) Confirm the status of the Cigading conveyor into the mills at the meeting date (planned vs commissioning vs operating). 3) Confirm which sites have in-line weighing and traceability. 4) Consider replacing the schematic with a brand-approved photograph of the Cigading conveyor gallery if available.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OBJECTIVE</a:t>
            </a:r>
          </a:p>
          <a:p>
            <a:r>
              <a:t>Turn the operating model into money on one intuitive unit, the 60 kt cargo. The audience should retain: ~9 vessel-days saved, about US$146k of vessel time, a real but not-yet-quantified freight saving, and about US$36k of cargo value preserved (illustrative). Leads into slide 6: FKS already does this at scale.</a:t>
            </a:r>
          </a:p>
          <a:p/>
          <a:p>
            <a:r>
              <a:t>TALK TRACK</a:t>
            </a:r>
          </a:p>
          <a:p>
            <a:r>
              <a:t>Take one sixty-thousand-tonne cargo. At a conventional berth it sits alongside for about twelve days; through the FKS system it is discharged in about three. Nine vessel-days at an indicative Panamax vessel-time value of sixteen thousand two hundred dollars a day is roughly one hundred and forty-six thousand dollars per cargo, or about two dollars forty a tonne, before any demurrage. The second benefit is freight: a deep berth and a buffer let a customer bring one Panamax instead of two smaller parcels, which lowers freight per tonne and halves the number of port calls. We have deliberately not put a number on that yet; it will come from FKS voyage data. The third benefit is cargo integrity. Enclosed handling removes the spillage and moisture exposure of open grabs and hoppers; our internal experience is around a tenth of a percent of net loss against two to three tenths conventionally. If that preserves just two-tenths of a percent of an eighteen-million-dollar wheat cargo, it is worth about thirty-six thousand dollars per vessel. That figure is illustrative until the loss differential is validated with customer data.</a:t>
            </a:r>
          </a:p>
          <a:p/>
          <a:p>
            <a:r>
              <a:t>SOURCE / DATA BASIS</a:t>
            </a:r>
          </a:p>
          <a:p>
            <a:r>
              <a:t>FKS INTERNAL (v6 deck): discharge benchmarks ~5 kt/day conventional vs ~20 kt/day FKS integrated (internal 6-8 vs 25-30 kt/day, to validate); vessel time ~US$16k per vessel-day, Panamax (2024); deep berths -14 m LWS (Teluk Lamong) and -21 m LWS (Cigading); net cargo loss 0.2-0.3% conventional (industry data required) vs ~0.1% FKS (internal, to validate); port calls ≥2 → 1 (FKS statement, to validate). PUBLIC corroboration: Pelindo productivity 1,800-3,500 t/ship/day at conventional berths (Bisnis Surabaya, Antara Jateng, 2024); equipment ratings Cigading 1,300 t/h CSU, Teluk Lamong 2 x 2,000 t/h (KBS, Pelindo). Wheat value ~US$300/t: BPS unit value 2024 (11.71 Mt for US$3.5 bn = ~US$300/t). Vessel-time value: indicative time-charter equivalent, to be refreshed with a dated Baltic index; it is not a demurrage rate.</a:t>
            </a:r>
          </a:p>
          <a:p/>
          <a:p>
            <a:r>
              <a:t>CALCULATION BASIS</a:t>
            </a:r>
          </a:p>
          <a:p>
            <a:r>
              <a:t>FASTER: 60,000 / 5,000 = 12.0 days; 60,000 / 20,000 = 3.0 days; saving 9.0 days x US$16,200 = US$145,800 (~US$146k); with US$16,157/day the result is US$145,400 (~US$145k). Per tonne: 145,800 / 60,000 = US$2.43/t.</a:t>
            </a:r>
          </a:p>
          <a:p>
            <a:r>
              <a:t>BETTER ECONOMICS: not quantified. Logic: freight per tonne on a 60 kt Panamax is lower than on two ~30 kt Handysize/Supramax parcels on the same route, and port-call charges are incurred once instead of twice; the saving depends on route, season and berth draft and must come from FKS voyage data.</a:t>
            </a:r>
          </a:p>
          <a:p>
            <a:r>
              <a:t>MORE SECURE: cargo value 60,000 t x US$300/t = US$18.0m; 0.2 percentage points x US$18.0m = US$36,000 (~US$36k); per tonne 36,000 / 60,000 = US$0.60/t.</a:t>
            </a:r>
          </a:p>
          <a:p>
            <a:r>
              <a:t>Combined quantified value: ~US$182k per 60 kt cargo (~US$3.0/t) before any freight saving.</a:t>
            </a:r>
          </a:p>
          <a:p/>
          <a:p>
            <a:r>
              <a:t>INTERNAL DATA STILL TO VALIDATE</a:t>
            </a:r>
          </a:p>
          <a:p>
            <a:r>
              <a:t>1) Replace benchmark discharge rates with measured statement-of-facts averages per site (2024-25). 2) Refresh the vessel-time value with a dated Baltic Panamax 5TC / Supramax 10TC average and state the date on the slide footnote. 3) Quantify the freight and port-cost saving from FKS voyage data (Panamax vs smaller parcels; Australia and Black Sea routes). 4) Validate the cargo-loss differential with customer weighbridge reconciliations and industry data for the conventional rate. 5) Confirm the wheat price basis.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OBJECTIVE</a:t>
            </a:r>
          </a:p>
          <a:p>
            <a:r>
              <a:t>Establish credibility: the model on slides 4-5 is not a concept, it runs today at three gateways inside state-owned ports, with Pelindo and Krakatau Bandar Samudera as partners, handling about a third of the country’s food &amp; feed dry-bulk imports.</a:t>
            </a:r>
          </a:p>
          <a:p/>
          <a:p>
            <a:r>
              <a:t>TALK TRACK</a:t>
            </a:r>
          </a:p>
          <a:p>
            <a:r>
              <a:t>None of this is theoretical. FKS has operated the model at Teluk Lamong in Surabaya since 2017, at Cigading in Cilegon since 2020 and at Belawan in Medan since 2021, inside Pelindo and Krakatau ports. Together the three gateways move around nine million tonnes a year, about a third of Indonesia’s food and feed dry-bulk imports. Cigading is the largest, with a four-hundred-thousand-tonne integrated warehouse fed by conveyor from the jetty at Indonesia’s deepest dry-bulk port, under a thirty-plus-twenty-year term with KBS. Teluk Lamong has around two hundred and twenty thousand tonnes of transit storage behind Pelindo’s deep-water berth and is a joint venture with anchor feed customers. Belawan is the smallest and the fastest to deliver: an idle Pelindo warehouse and conveyor brought back into service, now turning soybean-meal vessels in two days instead of four or five.</a:t>
            </a:r>
          </a:p>
          <a:p/>
          <a:p>
            <a:r>
              <a:t>SOURCE / DATA BASIS</a:t>
            </a:r>
          </a:p>
          <a:p>
            <a:r>
              <a:t>FKS INTERNAL (v6 deck, priority source): Belawan ~1 Mtpa, revitalised 30 kt warehouse and conveyor, operating partnership with Pelindo; Cigading ~4 Mtpa, integrated 400 kt warehouse fed by conveyor from the jetty, co-invested with KBS, 30 + 20-year term; Teluk Lamong ~4 Mtpa, ~220 kt transit storage behind the deep-water berth, JV with anchor feed customers; ~9 Mt a year through the three gateways, about a third of Indonesia’s food &amp; feed dry-bulk imports; volumes and capacities are FKS data to be validated.</a:t>
            </a:r>
          </a:p>
          <a:p>
            <a:r>
              <a:t>PUBLIC CROSS-CHECK: Teluk Lamong storage reported as 200 kt (10 silos 80 kt plus 120 kt flat; Majalah Dermaga) versus FKS ~220 kt; Cigading reported as 200 kt flat storage plus 70-100 kt silos (Bisnis.com, Antara Banten) versus FKS 400 kt - CONFLICTS flagged, FKS figures used on the face pending validation. Belawan conveyor 850-900 t/h, 30 kt warehouse, SBM vessels discharged in 2 days versus 4-5 (Bisnis Sumatra, May 2021) - consistent. Operating entities (v6): PT SGT (Cigading), PT NPL, a JV (Teluk Lamong), PT SGTM (Belawan). Share of imports: 9 / ~22-26 Mt = ~35-40%; “about a third” is conservative.</a:t>
            </a:r>
          </a:p>
          <a:p/>
          <a:p>
            <a:r>
              <a:t>CALCULATION BASIS</a:t>
            </a:r>
          </a:p>
          <a:p>
            <a:r>
              <a:t>~9 Mt = ~1 + ~4 + ~4 Mtpa. 9 / 22.3 = 40% of the four core commodities on slide 2 (the denominator used on the face); v6 said “about a third”, which corresponds to ~26 Mt including raw sugar. One denominator (the ~22 Mt) is now used across the deck.</a:t>
            </a:r>
          </a:p>
          <a:p/>
          <a:p>
            <a:r>
              <a:t>INTERNAL DATA STILL TO VALIDATE</a:t>
            </a:r>
          </a:p>
          <a:p>
            <a:r>
              <a:t>1) FKS to confirm throughput by site (t/yr 2023-2025), utilisation and the split between FKS Multi Agro’s own cargo and third-party customers. 2) Reconcile storage capacities with press figures (Cigading 400 kt vs 200 kt + silos; Teluk Lamong 220 vs 200 kt). 3) Confirm cooperation agreement tenors (Cigading 30 + 20 years; Teluk Lamong and Belawan). 4) Replace the low-resolution site photographs with brand-approved originals.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OBJECTIVE</a:t>
            </a:r>
          </a:p>
          <a:p>
            <a:r>
              <a:t>Show the journey as a simple left-to-right chronology: where FKS started, how it expanded, how the platform became more integrated, and where it goes next. No greenfield / brownfield categories.</a:t>
            </a:r>
          </a:p>
          <a:p/>
          <a:p>
            <a:r>
              <a:t>TALK TRACK</a:t>
            </a:r>
          </a:p>
          <a:p>
            <a:r>
              <a:t>The platform was built step by step. It started at Teluk Lamong in 2015, with the first transit warehouse and conveyor at Pelindo’s new deep-water berth, in commercial operation from 2017. Cigading followed in 2019 and 2020, an integrated warehouse fed by conveyor from Jetty 1 and co-invested with KBS. Belawan came next: an idle Pelindo warehouse and conveyor brought back into service in about eleven months. Since 2024 the emphasis has shifted from new sites to connecting the chain: a second jetty conveyor at Cigading, a bagging line at Teluk Lamong, and a conveyor straight into the mills at Cigading, planned for 2026. The next stage is the one on the following slide: capacity at Cigading and Teluk Lamong, and two new gateways at Ciwandan and Dumai.</a:t>
            </a:r>
          </a:p>
          <a:p/>
          <a:p>
            <a:r>
              <a:t>SOURCE / DATA BASIS</a:t>
            </a:r>
          </a:p>
          <a:p>
            <a:r>
              <a:t>FKS INTERNAL: FKS infrastructure development journey 2015-2026 (Teluk Lamong construction 2015, commercial 2017, bagging facility 2025; Cigading construction 2019, Jetty 1 conveyor 2020, Jetty 2 conveyor 2024, extension into the Bungasari and Tereos factories 2026; Belawan revitalisation 2020, operations 2021) and the v6 deck (Belawan back in service in ~11 months; Cigading 4 → 6 Mtpa; Teluk Lamong 4 → 5 Mtpa; new gateways Ciwandan and Dumai). Photographs: FKS sites (from v6). PUBLIC: Belawan conveyor inaugurated May 2021 (Bisnis Sumatra); Cigading Sentral Grain Terminal 2 soft launch reported in 2016 with phase 2 in 2020 (FKS Multi Agro, Antara Banten) - treated as the earlier phase of the same site.</a:t>
            </a:r>
          </a:p>
          <a:p/>
          <a:p>
            <a:r>
              <a:t>CALCULATION BASIS</a:t>
            </a:r>
          </a:p>
          <a:p>
            <a:r>
              <a:t>None.</a:t>
            </a:r>
          </a:p>
          <a:p/>
          <a:p>
            <a:r>
              <a:t>INTERNAL DATA STILL TO VALIDATE</a:t>
            </a:r>
          </a:p>
          <a:p>
            <a:r>
              <a:t>1) Confirm the status wording for the 2026 Cigading mill conveyor at the meeting date (planned / commissioning / operating). 2) Reconcile the 2016 SGT2 soft launch with the 2019-20 dates on the journey slide. 3) Replace photographs with high-resolution originals.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OBJECTIVE</a:t>
            </a:r>
          </a:p>
          <a:p>
            <a:r>
              <a:t>Connect the gap on slide 3 to specific, investable next projects: Dumai and Ciwandan as new gateways, and expansions at Cigading and Teluk Lamong as the lowest-risk capital. Danantara should see tangible places where capital can be deployed.</a:t>
            </a:r>
          </a:p>
          <a:p/>
          <a:p>
            <a:r>
              <a:t>TALK TRACK</a:t>
            </a:r>
          </a:p>
          <a:p>
            <a:r>
              <a:t>Slide 3 said six import gateways still handle cargo conventionally. Ciwandan is the one where FKS has identified a specific project on the import model; Dumai is an adjacent opportunity outside that screen, applying the same mechanised handling to exports. Dumai is Riau’s main port and the outlet for the region’s palm-kernel feed products, around one point three million tonnes a year of palm kernel expeller and shell, loaded conventionally from trucks at under two thousand tonnes per ship-day. Under the cooperation terms with Pelindo for the dry-bulk terminal, FKS would install a mechanised loading line, dumping pit, conveyor, ship loader and weighbridge, with an FKS tariff component of forty thousand rupiah per tonne alongside Pelindo’s port services. Ciwandan is next door to Cigading in the Banten cluster and still receives about one point two million tonnes of wheat and soybean meal a year by grab, hopper and truck; the project replicates the Cigading model there. On the existing sites, Cigading can grow from four to six million tonnes and Teluk Lamong from four to five with bagging, conveyor, warehouse and wharf works: the lowest-risk capital, because the sites are in place.</a:t>
            </a:r>
          </a:p>
          <a:p/>
          <a:p>
            <a:r>
              <a:t>SOURCE / DATA BASIS</a:t>
            </a:r>
          </a:p>
          <a:p>
            <a:r>
              <a:t>DUMAI - FKS-Pelindo cooperation document “Tujuan Utama dan Ruang Lingkup Dumai”, tariff and cargo volume section (SOURCE OF TRUTH for scope): initial tariff component for FKSSL Rp40,000/t (dumping pit, intake, conveyor and ship loader Rp37,000/t; weighbridge Rp3,000/t); receiving, cargodoring and port services remain Pelindo’s portion at ~Rp65,000/t; joint socialisation of the new loading tariff for PKE and PKS at TCK Pelabuhan Dumai; PKE and PKS cargo currently estimated at 1.3 Mt per year; the parties to jointly serve all PKE and PKS potential in Riau. PKE = palm kernel expeller; PKS = palm kernel shell; TCK = Terminal Curah Kering. FKS INTERNAL (v6): ~2 Mt of dry bulk a year at Dumai, Riau’s main port; conventional handling at ~1.7 kt per ship-day; value created: faster turnaround, subject to anchor cargo. PUBLIC: Pelindo Multi Terminal Dumai dry-bulk traffic 2.12 Mt through Q3 2024, dominated by palm kernel meal, shell and kernel exports (Pelindo Multi Terminal news) - consistent with FKS’s ~2 Mt.</a:t>
            </a:r>
          </a:p>
          <a:p>
            <a:r>
              <a:t>CIWANDAN - FKS INTERNAL (v6): ~1.2 Mt of wheat and soybean meal a year; grab, hopper and truck at ~5 kt per ship-day; FKS opportunity: warehouse, conveyor, controlled dispatch; the Cigading model replicated next door. PUBLIC: PTP Nonpetikemas Banten handles wheat, corn and soybean meal at Ciwandan; soybean-meal volume 116,926 t in Jan-Aug 2026, +28% (Kompas Money, Antara); no mechanised grain unloader reported.</a:t>
            </a:r>
          </a:p>
          <a:p>
            <a:r>
              <a:t>SITE EXPANSIONS - FKS INTERNAL (v6): Cigading 4 → 6 Mtpa (bagging, conveyor, warehouse); Teluk Lamong 4 → 5 Mtpa (new wharf and warehouse). WATCHLIST (public data only): Teluk Bayur, Makassar.</a:t>
            </a:r>
          </a:p>
          <a:p/>
          <a:p>
            <a:r>
              <a:t>CALCULATION BASIS</a:t>
            </a:r>
          </a:p>
          <a:p>
            <a:r>
              <a:t>Dumai indicative FKS revenue at full capture (DERIVED, not on the slide): 1.3 Mt/yr x Rp40,000/t = Rp52 bn/yr (~US$3.2m at Rp16,300/US$) before ramp-up, volume share and operating cost; combined customer tariff Rp40,000 (FKS) + ~Rp65,000 (Pelindo) = ~Rp105,000/t.</a:t>
            </a:r>
          </a:p>
          <a:p/>
          <a:p>
            <a:r>
              <a:t>INTERNAL DATA STILL TO VALIDATE</a:t>
            </a:r>
          </a:p>
          <a:p>
            <a:r>
              <a:t>1) Confirm the Dumai document status (MoU vs signed cooperation agreement, date), the FKSSL entity, capex, ramp-up and volume share; brief the presenter for “is it signed?”. 2) Confirm current loading rates at TCK Dumai and the target rate with the ship loader. 3) Define Ciwandan scope, capacity, capex and the Pelindo cooperation structure; prepare the answer to “why Ciwandan rather than more capacity at Cigading?”. 4) Confirm the ~1.2 Mt Ciwandan wheat and soybean-meal volume with port data. 5) Provide an indicative capex envelope and timing per project, or state when it will be shared.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OBJECTIVE</a:t>
            </a:r>
          </a:p>
          <a:p>
            <a:r>
              <a:t>Close with a structure that reads in seconds: today FKS Multi Agro owns 100% of FSL; after the investment Danantara would hold an illustrative 49% alongside FKS Multi Agro at 51%; FSL gives exposure to the operating assets and the pipeline. The 49% is illustrative and subject to negotiation; the legal hierarchy of the assets under FSL is to be confirmed.</a:t>
            </a:r>
          </a:p>
          <a:p/>
          <a:p>
            <a:r>
              <a:t>TALK TRACK</a:t>
            </a:r>
          </a:p>
          <a:p>
            <a:r>
              <a:t>The proposed route for Danantara is a direct stake in FSL, FKS Solusi Logistik, the logistics platform. Today FSL is wholly owned by FKS Multi Agro. In the illustrative structure, Danantara would take a forty-nine percent interest through a capital injection and, or, a share acquisition, with FKS Multi Agro retaining fifty-one percent and operatorship. Through FSL, Danantara would have exposure to the three operating gateways and to the pipeline: Ciwandan, Dumai, the site expansions and future port projects. The percentage, the mix of new capital and share purchase, the valuation and the use of proceeds are all to be agreed and modelled; what we are proposing today is the shape.</a:t>
            </a:r>
          </a:p>
          <a:p/>
          <a:p>
            <a:r>
              <a:t>SOURCE / DATA BASIS</a:t>
            </a:r>
          </a:p>
          <a:p>
            <a:r>
              <a:t>FKS INTERNAL (v6 deck): FKS Multi Agro 100% of FSL (FKS Solusi Logistik) today; illustrative post-transaction FKS Multi Agro 51% / Danantara 49%; Danantara invests by capital injection and / or share acquisition; operating entities Cigading (PT SGT), Teluk Lamong (PT NPL, JV), Belawan (PT SGTM); pipeline Ciwandan, Dumai, site expansions, future port projects; “illustrative asset and project entities under FSL; legal structure to be confirmed”; to be agreed and modelled: valuation and stake size, new capital versus share purchase, use of proceeds (pipeline capex), returns (project and equity IRR, payback). No change has been made to this logic. Pelindo, FKS’s port partner at Belawan, Teluk Lamong, Dumai and Ciwandan, sits within the Danantara portfolio of state enterprises; concession governance should be addressed in the transaction structure. NAMING CONFLICT (public vs internal): public references describe PT FKS Solusi Logistik as the Belawan operating company (abbreviated FKSSL in the Dumai document) and Nusa Prima Logistik / PT Sentral Grain Terminal as the Teluk Lamong / Cigading operators, whereas v6 names FSL as the platform and PT SGTM as the Belawan entity; whether FSL is the holding entity of PT SGT, PT NPL and PT SGTM is to be confirmed by FKS Legal before the meeting. The v6 face is kept until confirmed. Transaction route: the face keeps v6’s “capital injection and / or share acquisition”; note that only a primary injection funds the pipeline, and a secondary purchase pays FKS Multi Agro; the subtitle is worded to be true for both.</a:t>
            </a:r>
          </a:p>
          <a:p/>
          <a:p>
            <a:r>
              <a:t>CALCULATION BASIS</a:t>
            </a:r>
          </a:p>
          <a:p>
            <a:r>
              <a:t>None on the slide. The investment case follows the standard chain: volume x handling and storage tariff = revenue, less operating expenses, landlord / concession payments and maintenance = EBITDA, less tax, maintenance capex and working capital = project cash flow, set against initial capex and the financing structure to derive project IRR, equity IRR, payback, ROIC and valuation. These outputs are to be produced in the feasibility model and are deliberately not shown until validated.</a:t>
            </a:r>
          </a:p>
          <a:p/>
          <a:p>
            <a:r>
              <a:t>INTERNAL DATA STILL TO VALIDATE</a:t>
            </a:r>
          </a:p>
          <a:p>
            <a:r>
              <a:t>1) Confirm the legal perimeter: which entities (PT SGT, PT NPL, PT SGTM) sit under FSL and how the JV at Teluk Lamong is held. 2) Confirm whether the entry is primary (capital injection) or secondary (share purchase) or both, and the indicative size; only a primary injection funds the pipeline. 3) Confirm cooperation agreement tenors per site for the data room. 4) Prepare feasibility model outputs (project and equity IRR, payback, ROIC) and an indicative capex envelope for Dumai, Ciwandan and the expansions for the next meeting. 5) Confirm Pelindo’s position within the Danantara portfolio and how concession governance would be handled.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OBJECTIVE</a:t>
            </a:r>
          </a:p>
          <a:p>
            <a:r>
              <a:t>Standard FKS disclaimer from the template.</a:t>
            </a:r>
          </a:p>
          <a:p/>
          <a:p>
            <a:r>
              <a:t>TALK TRACK</a:t>
            </a:r>
          </a:p>
          <a:p>
            <a:r>
              <a:t>None.</a:t>
            </a:r>
          </a:p>
          <a:p/>
          <a:p>
            <a:r>
              <a:t>SOURCE / DATA BASIS</a:t>
            </a:r>
          </a:p>
          <a:p>
            <a:r>
              <a:t>FKS template.</a:t>
            </a:r>
          </a:p>
          <a:p/>
          <a:p>
            <a:r>
              <a:t>CALCULATION BASIS</a:t>
            </a:r>
          </a:p>
          <a:p>
            <a:r>
              <a:t>None.</a:t>
            </a:r>
          </a:p>
          <a:p/>
          <a:p>
            <a:r>
              <a:t>INTERNAL DATA STILL TO VALIDATE</a:t>
            </a:r>
          </a:p>
          <a:p>
            <a:r>
              <a:t>Legal to confirm wording for an external investor audience.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9.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png"/><Relationship Id="rId3" Type="http://schemas.openxmlformats.org/officeDocument/2006/relationships/image" Target="../media/image10.jp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2.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Cov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47754" y="3371688"/>
            <a:ext cx="6858000" cy="797409"/>
          </a:xfrm>
        </p:spPr>
        <p:txBody>
          <a:bodyPr anchor="b">
            <a:normAutofit/>
          </a:bodyPr>
          <a:lstStyle>
            <a:lvl1pPr algn="l">
              <a:defRPr sz="2400" b="1" i="0" baseline="0">
                <a:solidFill>
                  <a:srgbClr val="4D4D4F"/>
                </a:solidFill>
                <a:latin typeface="Calibri" charset="0"/>
                <a:ea typeface="Calibri" charset="0"/>
                <a:cs typeface="Calibri" charset="0"/>
              </a:defRPr>
            </a:lvl1pPr>
          </a:lstStyle>
          <a:p>
            <a:r>
              <a:rPr lang="en-US" dirty="0"/>
              <a:t>Presentation Title Calibri Bold 24 </a:t>
            </a:r>
            <a:r>
              <a:rPr lang="en-US" dirty="0" err="1"/>
              <a:t>pt</a:t>
            </a:r>
            <a:br>
              <a:rPr lang="en-US" dirty="0"/>
            </a:br>
            <a:r>
              <a:rPr lang="en-US" dirty="0"/>
              <a:t>(2 rows maximum)</a:t>
            </a:r>
          </a:p>
        </p:txBody>
      </p:sp>
      <p:sp>
        <p:nvSpPr>
          <p:cNvPr id="3" name="Subtitle 2"/>
          <p:cNvSpPr>
            <a:spLocks noGrp="1"/>
          </p:cNvSpPr>
          <p:nvPr>
            <p:ph type="subTitle" idx="1" hasCustomPrompt="1"/>
          </p:nvPr>
        </p:nvSpPr>
        <p:spPr>
          <a:xfrm>
            <a:off x="447754" y="4262244"/>
            <a:ext cx="6858000" cy="949351"/>
          </a:xfrm>
        </p:spPr>
        <p:txBody>
          <a:bodyPr>
            <a:normAutofit/>
          </a:bodyPr>
          <a:lstStyle>
            <a:lvl1pPr marL="0" indent="0" algn="l">
              <a:lnSpc>
                <a:spcPct val="100000"/>
              </a:lnSpc>
              <a:buNone/>
              <a:defRPr sz="1800">
                <a:solidFill>
                  <a:srgbClr val="747678"/>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Presentation Subtitle Calibri 18 </a:t>
            </a:r>
            <a:r>
              <a:rPr lang="en-US" dirty="0" err="1"/>
              <a:t>pt</a:t>
            </a:r>
            <a:endParaRPr lang="en-US" dirty="0"/>
          </a:p>
          <a:p>
            <a:r>
              <a:rPr lang="en-US" dirty="0"/>
              <a:t>(2 rows maximum)</a:t>
            </a:r>
          </a:p>
        </p:txBody>
      </p:sp>
    </p:spTree>
    <p:extLst>
      <p:ext uri="{BB962C8B-B14F-4D97-AF65-F5344CB8AC3E}">
        <p14:creationId xmlns:p14="http://schemas.microsoft.com/office/powerpoint/2010/main" val="11521518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743593" y="1125997"/>
            <a:ext cx="5218899" cy="901516"/>
          </a:xfrm>
        </p:spPr>
        <p:txBody>
          <a:bodyPr anchor="t">
            <a:normAutofit/>
          </a:bodyPr>
          <a:lstStyle>
            <a:lvl1pPr algn="l">
              <a:defRPr sz="2800" b="1" i="0" baseline="0">
                <a:solidFill>
                  <a:schemeClr val="bg1"/>
                </a:solidFill>
                <a:latin typeface="Calibri" charset="0"/>
                <a:ea typeface="Calibri" charset="0"/>
                <a:cs typeface="Calibri" charset="0"/>
              </a:defRPr>
            </a:lvl1pPr>
          </a:lstStyle>
          <a:p>
            <a:r>
              <a:rPr lang="en-US" dirty="0"/>
              <a:t>Presentation Section</a:t>
            </a:r>
            <a:br>
              <a:rPr lang="en-US" dirty="0"/>
            </a:br>
            <a:r>
              <a:rPr lang="en-US" dirty="0"/>
              <a:t>Calibri Bold 28 </a:t>
            </a:r>
            <a:r>
              <a:rPr lang="en-US" dirty="0" err="1"/>
              <a:t>pt</a:t>
            </a:r>
            <a:endParaRPr lang="en-US" dirty="0"/>
          </a:p>
        </p:txBody>
      </p:sp>
      <p:sp>
        <p:nvSpPr>
          <p:cNvPr id="3" name="Subtitle 2"/>
          <p:cNvSpPr>
            <a:spLocks noGrp="1"/>
          </p:cNvSpPr>
          <p:nvPr>
            <p:ph type="subTitle" idx="1" hasCustomPrompt="1"/>
          </p:nvPr>
        </p:nvSpPr>
        <p:spPr>
          <a:xfrm>
            <a:off x="743593" y="2051253"/>
            <a:ext cx="5218899" cy="796954"/>
          </a:xfrm>
        </p:spPr>
        <p:txBody>
          <a:bodyPr>
            <a:normAutofit/>
          </a:bodyPr>
          <a:lstStyle>
            <a:lvl1pPr marL="0" indent="0" algn="l">
              <a:lnSpc>
                <a:spcPct val="100000"/>
              </a:lnSpc>
              <a:buNone/>
              <a:defRPr sz="1800">
                <a:solidFill>
                  <a:schemeClr val="bg1"/>
                </a:solidFill>
                <a:latin typeface="Calibri" charset="0"/>
                <a:ea typeface="Calibri" charset="0"/>
                <a:cs typeface="Calibri"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Presentation Section Sub-title Calibri 18 </a:t>
            </a:r>
            <a:r>
              <a:rPr lang="en-US" dirty="0" err="1"/>
              <a:t>pt</a:t>
            </a:r>
            <a:endParaRPr lang="en-US" dirty="0"/>
          </a:p>
          <a:p>
            <a:r>
              <a:rPr lang="en-US" dirty="0"/>
              <a:t>(2 rows maximum)</a:t>
            </a:r>
          </a:p>
        </p:txBody>
      </p:sp>
    </p:spTree>
    <p:extLst>
      <p:ext uri="{BB962C8B-B14F-4D97-AF65-F5344CB8AC3E}">
        <p14:creationId xmlns:p14="http://schemas.microsoft.com/office/powerpoint/2010/main" val="18760493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43593" y="1125997"/>
            <a:ext cx="5218899" cy="868888"/>
          </a:xfrm>
        </p:spPr>
        <p:txBody>
          <a:bodyPr anchor="t">
            <a:normAutofit/>
          </a:bodyPr>
          <a:lstStyle>
            <a:lvl1pPr>
              <a:defRPr sz="2800" b="1" i="0" baseline="0">
                <a:solidFill>
                  <a:srgbClr val="4D4D4F"/>
                </a:solidFill>
                <a:latin typeface="Calibri" charset="0"/>
                <a:ea typeface="Calibri" charset="0"/>
                <a:cs typeface="Calibri" charset="0"/>
              </a:defRPr>
            </a:lvl1pPr>
          </a:lstStyle>
          <a:p>
            <a:r>
              <a:rPr lang="en-US" dirty="0"/>
              <a:t>Presentation Section</a:t>
            </a:r>
            <a:br>
              <a:rPr lang="en-US" dirty="0"/>
            </a:br>
            <a:r>
              <a:rPr lang="en-US" dirty="0"/>
              <a:t>Calibri Bold 28 </a:t>
            </a:r>
            <a:r>
              <a:rPr lang="en-US" dirty="0" err="1"/>
              <a:t>pt</a:t>
            </a:r>
            <a:endParaRPr lang="en-US" dirty="0"/>
          </a:p>
        </p:txBody>
      </p:sp>
      <p:sp>
        <p:nvSpPr>
          <p:cNvPr id="3" name="Text Placeholder 2"/>
          <p:cNvSpPr>
            <a:spLocks noGrp="1"/>
          </p:cNvSpPr>
          <p:nvPr>
            <p:ph type="body" idx="1" hasCustomPrompt="1"/>
          </p:nvPr>
        </p:nvSpPr>
        <p:spPr>
          <a:xfrm>
            <a:off x="743593" y="2047272"/>
            <a:ext cx="5218899" cy="853322"/>
          </a:xfrm>
        </p:spPr>
        <p:txBody>
          <a:bodyPr>
            <a:normAutofit/>
          </a:bodyPr>
          <a:lstStyle>
            <a:lvl1pPr marL="0" indent="0">
              <a:lnSpc>
                <a:spcPct val="100000"/>
              </a:lnSpc>
              <a:buNone/>
              <a:defRPr sz="1800" b="0" i="0" baseline="0">
                <a:solidFill>
                  <a:srgbClr val="4D4D4F"/>
                </a:solidFill>
                <a:latin typeface="Calibri" charset="0"/>
                <a:ea typeface="Calibri" charset="0"/>
                <a:cs typeface="Calibri"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Presentation Section Sub-title Calibri 18 </a:t>
            </a:r>
            <a:r>
              <a:rPr lang="en-US" dirty="0" err="1"/>
              <a:t>pt</a:t>
            </a:r>
            <a:endParaRPr lang="en-US" dirty="0"/>
          </a:p>
          <a:p>
            <a:pPr lvl="0"/>
            <a:r>
              <a:rPr lang="en-US" dirty="0"/>
              <a:t>(2 rows maximum)</a:t>
            </a:r>
          </a:p>
        </p:txBody>
      </p:sp>
    </p:spTree>
    <p:extLst>
      <p:ext uri="{BB962C8B-B14F-4D97-AF65-F5344CB8AC3E}">
        <p14:creationId xmlns:p14="http://schemas.microsoft.com/office/powerpoint/2010/main" val="2219030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43593" y="1125997"/>
            <a:ext cx="5211342" cy="914400"/>
          </a:xfrm>
        </p:spPr>
        <p:txBody>
          <a:bodyPr anchor="t">
            <a:noAutofit/>
          </a:bodyPr>
          <a:lstStyle>
            <a:lvl1pPr>
              <a:defRPr sz="2800" b="1" i="0">
                <a:solidFill>
                  <a:srgbClr val="4D4D4F"/>
                </a:solidFill>
                <a:latin typeface="Calibri" charset="0"/>
                <a:ea typeface="Calibri" charset="0"/>
                <a:cs typeface="Calibri" charset="0"/>
              </a:defRPr>
            </a:lvl1pPr>
          </a:lstStyle>
          <a:p>
            <a:r>
              <a:rPr lang="en-US" dirty="0"/>
              <a:t>Presentation Section</a:t>
            </a:r>
            <a:br>
              <a:rPr lang="en-US" dirty="0"/>
            </a:br>
            <a:r>
              <a:rPr lang="en-US" dirty="0"/>
              <a:t>Calibri Bold 28 </a:t>
            </a:r>
            <a:r>
              <a:rPr lang="en-US" dirty="0" err="1"/>
              <a:t>pt</a:t>
            </a:r>
            <a:endParaRPr lang="en-US" dirty="0"/>
          </a:p>
        </p:txBody>
      </p:sp>
      <p:sp>
        <p:nvSpPr>
          <p:cNvPr id="4" name="Text Placeholder 3"/>
          <p:cNvSpPr>
            <a:spLocks noGrp="1"/>
          </p:cNvSpPr>
          <p:nvPr>
            <p:ph type="body" sz="half" idx="2" hasCustomPrompt="1"/>
          </p:nvPr>
        </p:nvSpPr>
        <p:spPr>
          <a:xfrm>
            <a:off x="743593" y="2051253"/>
            <a:ext cx="5218899" cy="953530"/>
          </a:xfrm>
        </p:spPr>
        <p:txBody>
          <a:bodyPr>
            <a:normAutofit/>
          </a:bodyPr>
          <a:lstStyle>
            <a:lvl1pPr marL="0" indent="0">
              <a:lnSpc>
                <a:spcPct val="100000"/>
              </a:lnSpc>
              <a:buNone/>
              <a:defRPr sz="1800" b="0" i="0">
                <a:solidFill>
                  <a:srgbClr val="4D4D4F"/>
                </a:solidFill>
                <a:latin typeface="Calibri" charset="0"/>
                <a:ea typeface="Calibri" charset="0"/>
                <a:cs typeface="Calibri"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Presentation Section Sub-title Calibri 18 </a:t>
            </a:r>
            <a:r>
              <a:rPr lang="en-US" dirty="0" err="1"/>
              <a:t>pt</a:t>
            </a:r>
            <a:endParaRPr lang="en-US" dirty="0"/>
          </a:p>
          <a:p>
            <a:pPr lvl="0"/>
            <a:r>
              <a:rPr lang="en-US" dirty="0"/>
              <a:t>(2 rows maximum)</a:t>
            </a:r>
          </a:p>
        </p:txBody>
      </p:sp>
    </p:spTree>
    <p:extLst>
      <p:ext uri="{BB962C8B-B14F-4D97-AF65-F5344CB8AC3E}">
        <p14:creationId xmlns:p14="http://schemas.microsoft.com/office/powerpoint/2010/main" val="17163912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43593" y="1125997"/>
            <a:ext cx="5218899" cy="952185"/>
          </a:xfrm>
        </p:spPr>
        <p:txBody>
          <a:bodyPr anchor="t">
            <a:noAutofit/>
          </a:bodyPr>
          <a:lstStyle>
            <a:lvl1pPr>
              <a:defRPr sz="2800" b="1" i="0">
                <a:solidFill>
                  <a:schemeClr val="bg1"/>
                </a:solidFill>
                <a:latin typeface="Calibri" charset="0"/>
                <a:ea typeface="Calibri" charset="0"/>
                <a:cs typeface="Calibri" charset="0"/>
              </a:defRPr>
            </a:lvl1pPr>
          </a:lstStyle>
          <a:p>
            <a:r>
              <a:rPr lang="en-US" dirty="0"/>
              <a:t>Presentation Section</a:t>
            </a:r>
            <a:br>
              <a:rPr lang="en-US" dirty="0"/>
            </a:br>
            <a:r>
              <a:rPr lang="en-US" dirty="0"/>
              <a:t>Calibri Bold 28 </a:t>
            </a:r>
            <a:r>
              <a:rPr lang="en-US" dirty="0" err="1"/>
              <a:t>pt</a:t>
            </a:r>
            <a:endParaRPr lang="en-US" dirty="0"/>
          </a:p>
        </p:txBody>
      </p:sp>
      <p:sp>
        <p:nvSpPr>
          <p:cNvPr id="4" name="Text Placeholder 3"/>
          <p:cNvSpPr>
            <a:spLocks noGrp="1"/>
          </p:cNvSpPr>
          <p:nvPr>
            <p:ph type="body" sz="half" idx="2" hasCustomPrompt="1"/>
          </p:nvPr>
        </p:nvSpPr>
        <p:spPr>
          <a:xfrm>
            <a:off x="743592" y="2051253"/>
            <a:ext cx="5218899" cy="878374"/>
          </a:xfrm>
        </p:spPr>
        <p:txBody>
          <a:bodyPr>
            <a:normAutofit/>
          </a:bodyPr>
          <a:lstStyle>
            <a:lvl1pPr marL="0" indent="0" algn="l">
              <a:lnSpc>
                <a:spcPct val="100000"/>
              </a:lnSpc>
              <a:buNone/>
              <a:defRPr sz="1800" b="0" i="0">
                <a:solidFill>
                  <a:schemeClr val="bg1"/>
                </a:solidFill>
                <a:latin typeface="Calibri" charset="0"/>
                <a:ea typeface="Calibri" charset="0"/>
                <a:cs typeface="Calibri"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Presentation Section Sub-title Calibri 18 </a:t>
            </a:r>
            <a:r>
              <a:rPr lang="en-US" dirty="0" err="1"/>
              <a:t>pt</a:t>
            </a:r>
            <a:endParaRPr lang="en-US" dirty="0"/>
          </a:p>
          <a:p>
            <a:pPr lvl="0"/>
            <a:r>
              <a:rPr lang="en-US" dirty="0"/>
              <a:t>(2 rows maximum)</a:t>
            </a:r>
          </a:p>
        </p:txBody>
      </p:sp>
    </p:spTree>
    <p:extLst>
      <p:ext uri="{BB962C8B-B14F-4D97-AF65-F5344CB8AC3E}">
        <p14:creationId xmlns:p14="http://schemas.microsoft.com/office/powerpoint/2010/main" val="2394380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5">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43591" y="1125997"/>
            <a:ext cx="5218900" cy="993775"/>
          </a:xfrm>
        </p:spPr>
        <p:txBody>
          <a:bodyPr anchor="t">
            <a:normAutofit/>
          </a:bodyPr>
          <a:lstStyle>
            <a:lvl1pPr>
              <a:defRPr sz="2800" b="1" i="0">
                <a:solidFill>
                  <a:srgbClr val="4D4D4F"/>
                </a:solidFill>
                <a:latin typeface="Calibri" charset="0"/>
                <a:ea typeface="Calibri" charset="0"/>
                <a:cs typeface="Calibri" charset="0"/>
              </a:defRPr>
            </a:lvl1pPr>
          </a:lstStyle>
          <a:p>
            <a:r>
              <a:rPr lang="en-US" dirty="0"/>
              <a:t>Presentation Section</a:t>
            </a:r>
            <a:br>
              <a:rPr lang="en-US" dirty="0"/>
            </a:br>
            <a:r>
              <a:rPr lang="en-US" dirty="0"/>
              <a:t>Calibri Bold 28 </a:t>
            </a:r>
            <a:r>
              <a:rPr lang="en-US" dirty="0" err="1"/>
              <a:t>pt</a:t>
            </a:r>
            <a:endParaRPr lang="en-US" dirty="0"/>
          </a:p>
        </p:txBody>
      </p:sp>
      <p:sp>
        <p:nvSpPr>
          <p:cNvPr id="9" name="Text Placeholder 3"/>
          <p:cNvSpPr>
            <a:spLocks noGrp="1"/>
          </p:cNvSpPr>
          <p:nvPr>
            <p:ph type="body" sz="half" idx="2" hasCustomPrompt="1"/>
          </p:nvPr>
        </p:nvSpPr>
        <p:spPr>
          <a:xfrm>
            <a:off x="743592" y="2051253"/>
            <a:ext cx="5218899" cy="865848"/>
          </a:xfrm>
        </p:spPr>
        <p:txBody>
          <a:bodyPr>
            <a:normAutofit/>
          </a:bodyPr>
          <a:lstStyle>
            <a:lvl1pPr marL="0" indent="0">
              <a:lnSpc>
                <a:spcPct val="100000"/>
              </a:lnSpc>
              <a:buNone/>
              <a:defRPr sz="1800" b="0" i="0">
                <a:solidFill>
                  <a:srgbClr val="4D4D4F"/>
                </a:solidFill>
                <a:latin typeface="Calibri" charset="0"/>
                <a:ea typeface="Calibri" charset="0"/>
                <a:cs typeface="Calibri"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Presentation Section Sub-title Calibri 18 </a:t>
            </a:r>
            <a:r>
              <a:rPr lang="en-US" dirty="0" err="1"/>
              <a:t>pt</a:t>
            </a:r>
            <a:endParaRPr lang="en-US" dirty="0"/>
          </a:p>
          <a:p>
            <a:pPr lvl="0"/>
            <a:r>
              <a:rPr lang="en-US" dirty="0"/>
              <a:t>(2 rows maximum)</a:t>
            </a:r>
          </a:p>
        </p:txBody>
      </p:sp>
    </p:spTree>
    <p:extLst>
      <p:ext uri="{BB962C8B-B14F-4D97-AF65-F5344CB8AC3E}">
        <p14:creationId xmlns:p14="http://schemas.microsoft.com/office/powerpoint/2010/main" val="12293884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6">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43592" y="1125997"/>
            <a:ext cx="5218899" cy="993775"/>
          </a:xfrm>
        </p:spPr>
        <p:txBody>
          <a:bodyPr anchor="t">
            <a:noAutofit/>
          </a:bodyPr>
          <a:lstStyle>
            <a:lvl1pPr>
              <a:defRPr sz="2800" b="1" i="0">
                <a:solidFill>
                  <a:srgbClr val="4D4D4F"/>
                </a:solidFill>
                <a:latin typeface="Calibri" charset="0"/>
                <a:ea typeface="Calibri" charset="0"/>
                <a:cs typeface="Calibri" charset="0"/>
              </a:defRPr>
            </a:lvl1pPr>
          </a:lstStyle>
          <a:p>
            <a:r>
              <a:rPr lang="en-US" dirty="0"/>
              <a:t>Presentation Section</a:t>
            </a:r>
            <a:br>
              <a:rPr lang="en-US" dirty="0"/>
            </a:br>
            <a:r>
              <a:rPr lang="en-US" dirty="0"/>
              <a:t>Calibri Bold 28 </a:t>
            </a:r>
            <a:r>
              <a:rPr lang="en-US" dirty="0" err="1"/>
              <a:t>pt</a:t>
            </a:r>
            <a:endParaRPr lang="en-US" dirty="0"/>
          </a:p>
        </p:txBody>
      </p:sp>
      <p:sp>
        <p:nvSpPr>
          <p:cNvPr id="9" name="Text Placeholder 3"/>
          <p:cNvSpPr>
            <a:spLocks noGrp="1"/>
          </p:cNvSpPr>
          <p:nvPr>
            <p:ph type="body" sz="half" idx="2" hasCustomPrompt="1"/>
          </p:nvPr>
        </p:nvSpPr>
        <p:spPr>
          <a:xfrm>
            <a:off x="743592" y="2051253"/>
            <a:ext cx="5218899" cy="847059"/>
          </a:xfrm>
        </p:spPr>
        <p:txBody>
          <a:bodyPr>
            <a:normAutofit/>
          </a:bodyPr>
          <a:lstStyle>
            <a:lvl1pPr marL="0" indent="0">
              <a:lnSpc>
                <a:spcPct val="100000"/>
              </a:lnSpc>
              <a:buNone/>
              <a:defRPr sz="1800" b="0" i="0">
                <a:solidFill>
                  <a:srgbClr val="4D4D4F"/>
                </a:solidFill>
                <a:latin typeface="Calibri" charset="0"/>
                <a:ea typeface="Calibri" charset="0"/>
                <a:cs typeface="Calibri"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Presentation Section Sub-title Calibri 18 </a:t>
            </a:r>
            <a:r>
              <a:rPr lang="en-US" dirty="0" err="1"/>
              <a:t>pt</a:t>
            </a:r>
            <a:endParaRPr lang="en-US" dirty="0"/>
          </a:p>
          <a:p>
            <a:pPr lvl="0"/>
            <a:r>
              <a:rPr lang="en-US" dirty="0"/>
              <a:t>(2 rows maximum)</a:t>
            </a:r>
          </a:p>
        </p:txBody>
      </p:sp>
    </p:spTree>
    <p:extLst>
      <p:ext uri="{BB962C8B-B14F-4D97-AF65-F5344CB8AC3E}">
        <p14:creationId xmlns:p14="http://schemas.microsoft.com/office/powerpoint/2010/main" val="17663040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All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515295" y="914027"/>
            <a:ext cx="3731753" cy="3741100"/>
          </a:xfrm>
        </p:spPr>
        <p:txBody>
          <a:bodyPr>
            <a:normAutofit/>
          </a:bodyPr>
          <a:lstStyle>
            <a:lvl1pPr marL="0" indent="0" algn="l">
              <a:buNone/>
              <a:defRPr sz="1200" b="0" i="0">
                <a:solidFill>
                  <a:srgbClr val="4D4D4F"/>
                </a:solidFill>
                <a:latin typeface="Calibri" charset="0"/>
                <a:ea typeface="Calibri" charset="0"/>
                <a:cs typeface="Calibri"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Full content goes here (Calibri regular 12 </a:t>
            </a:r>
            <a:r>
              <a:rPr lang="en-US" dirty="0" err="1"/>
              <a:t>pt</a:t>
            </a:r>
            <a:r>
              <a:rPr lang="en-US" dirty="0"/>
              <a:t>)</a:t>
            </a:r>
          </a:p>
          <a:p>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euismod</a:t>
            </a:r>
            <a:r>
              <a:rPr lang="en-US" dirty="0"/>
              <a:t> </a:t>
            </a:r>
            <a:r>
              <a:rPr lang="en-US" dirty="0" err="1"/>
              <a:t>tincidunt</a:t>
            </a:r>
            <a:r>
              <a:rPr lang="en-US" dirty="0"/>
              <a:t> </a:t>
            </a:r>
            <a:r>
              <a:rPr lang="en-US" dirty="0" err="1"/>
              <a:t>ut</a:t>
            </a:r>
            <a:r>
              <a:rPr lang="en-US" dirty="0"/>
              <a:t> </a:t>
            </a:r>
            <a:r>
              <a:rPr lang="en-US" dirty="0" err="1"/>
              <a:t>laoreet</a:t>
            </a:r>
            <a:r>
              <a:rPr lang="en-US" dirty="0"/>
              <a:t> </a:t>
            </a:r>
            <a:r>
              <a:rPr lang="en-US" dirty="0" err="1"/>
              <a:t>dolore</a:t>
            </a:r>
            <a:r>
              <a:rPr lang="en-US" dirty="0"/>
              <a:t> magna </a:t>
            </a:r>
            <a:r>
              <a:rPr lang="en-US" dirty="0" err="1"/>
              <a:t>aliquam</a:t>
            </a:r>
            <a:r>
              <a:rPr lang="en-US" dirty="0"/>
              <a:t> </a:t>
            </a:r>
            <a:r>
              <a:rPr lang="en-US" dirty="0" err="1"/>
              <a:t>erat</a:t>
            </a:r>
            <a:r>
              <a:rPr lang="en-US" dirty="0"/>
              <a:t> </a:t>
            </a:r>
            <a:r>
              <a:rPr lang="en-US" dirty="0" err="1"/>
              <a:t>volutpat</a:t>
            </a:r>
            <a:r>
              <a:rPr lang="en-US" dirty="0"/>
              <a:t>. </a:t>
            </a:r>
            <a:r>
              <a:rPr lang="en-US" dirty="0" err="1"/>
              <a:t>Ut</a:t>
            </a:r>
            <a:r>
              <a:rPr lang="en-US" dirty="0"/>
              <a:t> </a:t>
            </a:r>
            <a:r>
              <a:rPr lang="en-US" dirty="0" err="1"/>
              <a:t>wisi</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a:t>
            </a:r>
            <a:r>
              <a:rPr lang="en-US" dirty="0" err="1"/>
              <a:t>exerci</a:t>
            </a:r>
            <a:r>
              <a:rPr lang="en-US" dirty="0"/>
              <a:t> </a:t>
            </a:r>
            <a:r>
              <a:rPr lang="en-US" dirty="0" err="1"/>
              <a:t>tation</a:t>
            </a:r>
            <a:r>
              <a:rPr lang="en-US" dirty="0"/>
              <a:t> </a:t>
            </a:r>
            <a:r>
              <a:rPr lang="en-US" dirty="0" err="1"/>
              <a:t>ullamcorper</a:t>
            </a:r>
            <a:r>
              <a:rPr lang="en-US" dirty="0"/>
              <a:t> </a:t>
            </a:r>
            <a:r>
              <a:rPr lang="en-US" dirty="0" err="1"/>
              <a:t>suscipit</a:t>
            </a:r>
            <a:r>
              <a:rPr lang="en-US" dirty="0"/>
              <a:t> </a:t>
            </a:r>
            <a:r>
              <a:rPr lang="en-US" dirty="0" err="1"/>
              <a:t>lobortis</a:t>
            </a:r>
            <a:r>
              <a:rPr lang="en-US" dirty="0"/>
              <a:t> </a:t>
            </a:r>
            <a:r>
              <a:rPr lang="en-US" dirty="0" err="1"/>
              <a:t>nisl</a:t>
            </a:r>
            <a:r>
              <a:rPr lang="en-US" dirty="0"/>
              <a:t>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a:t>
            </a:r>
            <a:r>
              <a:rPr lang="en-US" dirty="0" err="1"/>
              <a:t>Duis</a:t>
            </a:r>
            <a:r>
              <a:rPr lang="en-US" dirty="0"/>
              <a:t> </a:t>
            </a:r>
            <a:r>
              <a:rPr lang="en-US" dirty="0" err="1"/>
              <a:t>autem</a:t>
            </a:r>
            <a:r>
              <a:rPr lang="en-US" dirty="0"/>
              <a:t> </a:t>
            </a:r>
            <a:r>
              <a:rPr lang="en-US" dirty="0" err="1"/>
              <a:t>vel</a:t>
            </a:r>
            <a:r>
              <a:rPr lang="en-US" dirty="0"/>
              <a:t> </a:t>
            </a:r>
            <a:r>
              <a:rPr lang="en-US" dirty="0" err="1"/>
              <a:t>eum</a:t>
            </a:r>
            <a:r>
              <a:rPr lang="en-US" dirty="0"/>
              <a:t> </a:t>
            </a:r>
            <a:r>
              <a:rPr lang="en-US" dirty="0" err="1"/>
              <a:t>iriure</a:t>
            </a:r>
            <a:r>
              <a:rPr lang="en-US" dirty="0"/>
              <a:t> dolor in </a:t>
            </a:r>
            <a:r>
              <a:rPr lang="en-US" dirty="0" err="1"/>
              <a:t>hendrerit</a:t>
            </a:r>
            <a:r>
              <a:rPr lang="en-US" dirty="0"/>
              <a:t> in </a:t>
            </a:r>
            <a:r>
              <a:rPr lang="en-US" dirty="0" err="1"/>
              <a:t>vulputate</a:t>
            </a:r>
            <a:r>
              <a:rPr lang="en-US" dirty="0"/>
              <a:t> </a:t>
            </a:r>
            <a:r>
              <a:rPr lang="en-US" dirty="0" err="1"/>
              <a:t>velit</a:t>
            </a:r>
            <a:r>
              <a:rPr lang="en-US" dirty="0"/>
              <a:t> </a:t>
            </a:r>
            <a:r>
              <a:rPr lang="en-US" dirty="0" err="1"/>
              <a:t>esse</a:t>
            </a:r>
            <a:r>
              <a:rPr lang="en-US" dirty="0"/>
              <a:t> </a:t>
            </a:r>
            <a:r>
              <a:rPr lang="en-US" dirty="0" err="1"/>
              <a:t>molestie</a:t>
            </a:r>
            <a:r>
              <a:rPr lang="en-US" dirty="0"/>
              <a:t> </a:t>
            </a:r>
            <a:r>
              <a:rPr lang="en-US" dirty="0" err="1"/>
              <a:t>consequat</a:t>
            </a:r>
            <a:r>
              <a:rPr lang="en-US" dirty="0"/>
              <a:t>, </a:t>
            </a:r>
            <a:r>
              <a:rPr lang="en-US" dirty="0" err="1"/>
              <a:t>vel</a:t>
            </a:r>
            <a:r>
              <a:rPr lang="en-US" dirty="0"/>
              <a:t> </a:t>
            </a:r>
            <a:r>
              <a:rPr lang="en-US" dirty="0" err="1"/>
              <a:t>illum</a:t>
            </a:r>
            <a:r>
              <a:rPr lang="en-US" dirty="0"/>
              <a:t> </a:t>
            </a:r>
            <a:r>
              <a:rPr lang="en-US" dirty="0" err="1"/>
              <a:t>dolore</a:t>
            </a:r>
            <a:r>
              <a:rPr lang="en-US" dirty="0"/>
              <a:t> </a:t>
            </a:r>
            <a:r>
              <a:rPr lang="en-US" dirty="0" err="1"/>
              <a:t>eu</a:t>
            </a:r>
            <a:r>
              <a:rPr lang="en-US" dirty="0"/>
              <a:t> </a:t>
            </a:r>
            <a:r>
              <a:rPr lang="en-US" dirty="0" err="1"/>
              <a:t>feugiat</a:t>
            </a:r>
            <a:r>
              <a:rPr lang="en-US" dirty="0"/>
              <a:t> </a:t>
            </a:r>
            <a:r>
              <a:rPr lang="en-US" dirty="0" err="1"/>
              <a:t>nulla</a:t>
            </a:r>
            <a:r>
              <a:rPr lang="en-US" dirty="0"/>
              <a:t> </a:t>
            </a:r>
            <a:r>
              <a:rPr lang="en-US" dirty="0" err="1"/>
              <a:t>facilisis</a:t>
            </a:r>
            <a:r>
              <a:rPr lang="en-US" dirty="0"/>
              <a:t> at </a:t>
            </a:r>
            <a:r>
              <a:rPr lang="en-US" dirty="0" err="1"/>
              <a:t>vero</a:t>
            </a:r>
            <a:r>
              <a:rPr lang="en-US" dirty="0"/>
              <a:t> </a:t>
            </a:r>
            <a:r>
              <a:rPr lang="en-US" dirty="0" err="1"/>
              <a:t>eros</a:t>
            </a:r>
            <a:r>
              <a:rPr lang="en-US" dirty="0"/>
              <a:t> et. </a:t>
            </a:r>
            <a:r>
              <a:rPr lang="en-US" dirty="0" err="1"/>
              <a:t>Ut</a:t>
            </a:r>
            <a:r>
              <a:rPr lang="en-US" dirty="0"/>
              <a:t> </a:t>
            </a:r>
            <a:r>
              <a:rPr lang="en-US" dirty="0" err="1"/>
              <a:t>wisi</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a:t>
            </a:r>
            <a:r>
              <a:rPr lang="en-US" dirty="0" err="1"/>
              <a:t>exerci</a:t>
            </a:r>
            <a:r>
              <a:rPr lang="en-US" dirty="0"/>
              <a:t> </a:t>
            </a:r>
            <a:r>
              <a:rPr lang="en-US" dirty="0" err="1"/>
              <a:t>tation</a:t>
            </a:r>
            <a:r>
              <a:rPr lang="en-US" dirty="0"/>
              <a:t> </a:t>
            </a:r>
            <a:r>
              <a:rPr lang="en-US" dirty="0" err="1"/>
              <a:t>ullamcorper</a:t>
            </a:r>
            <a:r>
              <a:rPr lang="en-US" dirty="0"/>
              <a:t> </a:t>
            </a:r>
            <a:r>
              <a:rPr lang="en-US" dirty="0" err="1"/>
              <a:t>suscipit</a:t>
            </a:r>
            <a:r>
              <a:rPr lang="en-US" dirty="0"/>
              <a:t> </a:t>
            </a:r>
            <a:r>
              <a:rPr lang="en-US" dirty="0" err="1"/>
              <a:t>lobortis</a:t>
            </a:r>
            <a:r>
              <a:rPr lang="en-US" dirty="0"/>
              <a:t> </a:t>
            </a:r>
            <a:r>
              <a:rPr lang="en-US" dirty="0" err="1"/>
              <a:t>nisl</a:t>
            </a:r>
            <a:r>
              <a:rPr lang="en-US" dirty="0"/>
              <a:t>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a:t>
            </a:r>
            <a:r>
              <a:rPr lang="en-US" dirty="0" err="1"/>
              <a:t>Duis</a:t>
            </a:r>
            <a:r>
              <a:rPr lang="en-US" dirty="0"/>
              <a:t> </a:t>
            </a:r>
            <a:r>
              <a:rPr lang="en-US" dirty="0" err="1"/>
              <a:t>autem</a:t>
            </a:r>
            <a:r>
              <a:rPr lang="en-US" dirty="0"/>
              <a:t> </a:t>
            </a:r>
            <a:r>
              <a:rPr lang="en-US" dirty="0" err="1"/>
              <a:t>vel</a:t>
            </a:r>
            <a:r>
              <a:rPr lang="en-US" dirty="0"/>
              <a:t> </a:t>
            </a:r>
            <a:r>
              <a:rPr lang="en-US" dirty="0" err="1"/>
              <a:t>eum</a:t>
            </a:r>
            <a:r>
              <a:rPr lang="en-US" dirty="0"/>
              <a:t> </a:t>
            </a:r>
            <a:r>
              <a:rPr lang="en-US" dirty="0" err="1"/>
              <a:t>iriure</a:t>
            </a:r>
            <a:r>
              <a:rPr lang="en-US" dirty="0"/>
              <a:t> dolor in </a:t>
            </a:r>
            <a:r>
              <a:rPr lang="en-US" dirty="0" err="1"/>
              <a:t>hendrerit</a:t>
            </a:r>
            <a:r>
              <a:rPr lang="en-US" dirty="0"/>
              <a:t> in </a:t>
            </a:r>
            <a:r>
              <a:rPr lang="en-US" dirty="0" err="1"/>
              <a:t>vulputate</a:t>
            </a:r>
            <a:r>
              <a:rPr lang="en-US" dirty="0"/>
              <a:t> </a:t>
            </a:r>
            <a:r>
              <a:rPr lang="en-US" dirty="0" err="1"/>
              <a:t>velit</a:t>
            </a:r>
            <a:r>
              <a:rPr lang="en-US" dirty="0"/>
              <a:t> </a:t>
            </a:r>
            <a:r>
              <a:rPr lang="en-US" dirty="0" err="1"/>
              <a:t>esse</a:t>
            </a:r>
            <a:r>
              <a:rPr lang="en-US" dirty="0"/>
              <a:t> </a:t>
            </a:r>
            <a:r>
              <a:rPr lang="en-US" dirty="0" err="1"/>
              <a:t>molestie</a:t>
            </a:r>
            <a:r>
              <a:rPr lang="en-US" dirty="0"/>
              <a:t>.</a:t>
            </a:r>
          </a:p>
          <a:p>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euismod</a:t>
            </a:r>
            <a:r>
              <a:rPr lang="en-US" dirty="0"/>
              <a:t> </a:t>
            </a:r>
            <a:r>
              <a:rPr lang="en-US" dirty="0" err="1"/>
              <a:t>tincidunt</a:t>
            </a:r>
            <a:r>
              <a:rPr lang="en-US" dirty="0"/>
              <a:t> </a:t>
            </a:r>
            <a:r>
              <a:rPr lang="en-US" dirty="0" err="1"/>
              <a:t>ut</a:t>
            </a:r>
            <a:r>
              <a:rPr lang="en-US" dirty="0"/>
              <a:t> </a:t>
            </a:r>
            <a:r>
              <a:rPr lang="en-US" dirty="0" err="1"/>
              <a:t>laoreet</a:t>
            </a:r>
            <a:r>
              <a:rPr lang="en-US" dirty="0"/>
              <a:t> </a:t>
            </a:r>
            <a:r>
              <a:rPr lang="en-US" dirty="0" err="1"/>
              <a:t>dolore</a:t>
            </a:r>
            <a:r>
              <a:rPr lang="en-US" dirty="0"/>
              <a:t> magna </a:t>
            </a:r>
            <a:r>
              <a:rPr lang="en-US" dirty="0" err="1"/>
              <a:t>aliquam</a:t>
            </a:r>
            <a:r>
              <a:rPr lang="en-US" dirty="0"/>
              <a:t> </a:t>
            </a:r>
            <a:r>
              <a:rPr lang="en-US" dirty="0" err="1"/>
              <a:t>erat</a:t>
            </a:r>
            <a:r>
              <a:rPr lang="en-US" dirty="0"/>
              <a:t> </a:t>
            </a:r>
            <a:r>
              <a:rPr lang="en-US" dirty="0" err="1"/>
              <a:t>volutpat</a:t>
            </a:r>
            <a:r>
              <a:rPr lang="en-US" dirty="0"/>
              <a:t>. </a:t>
            </a:r>
            <a:r>
              <a:rPr lang="en-US" dirty="0" err="1"/>
              <a:t>Ut</a:t>
            </a:r>
            <a:r>
              <a:rPr lang="en-US" dirty="0"/>
              <a:t> </a:t>
            </a:r>
            <a:r>
              <a:rPr lang="en-US" dirty="0" err="1"/>
              <a:t>wisi</a:t>
            </a:r>
            <a:r>
              <a:rPr lang="en-US" dirty="0"/>
              <a:t> </a:t>
            </a:r>
            <a:r>
              <a:rPr lang="en-US" dirty="0" err="1"/>
              <a:t>enim</a:t>
            </a:r>
            <a:r>
              <a:rPr lang="en-US" dirty="0"/>
              <a:t> ad minim </a:t>
            </a:r>
            <a:r>
              <a:rPr lang="en-US" dirty="0" err="1"/>
              <a:t>veniam</a:t>
            </a:r>
            <a:r>
              <a:rPr lang="en-US" dirty="0"/>
              <a:t> ex </a:t>
            </a:r>
            <a:r>
              <a:rPr lang="en-US" dirty="0" err="1"/>
              <a:t>ea</a:t>
            </a:r>
            <a:r>
              <a:rPr lang="en-US" dirty="0"/>
              <a:t> </a:t>
            </a:r>
            <a:r>
              <a:rPr lang="en-US" dirty="0" err="1"/>
              <a:t>commodo</a:t>
            </a:r>
            <a:r>
              <a:rPr lang="en-US" dirty="0"/>
              <a:t> </a:t>
            </a:r>
            <a:r>
              <a:rPr lang="en-US" dirty="0" err="1"/>
              <a:t>consequat</a:t>
            </a:r>
            <a:r>
              <a:rPr lang="en-US" dirty="0"/>
              <a:t>. </a:t>
            </a:r>
            <a:r>
              <a:rPr lang="en-US" dirty="0" err="1"/>
              <a:t>vel</a:t>
            </a:r>
            <a:r>
              <a:rPr lang="en-US" dirty="0"/>
              <a:t> </a:t>
            </a:r>
            <a:r>
              <a:rPr lang="en-US" dirty="0" err="1"/>
              <a:t>illum</a:t>
            </a:r>
            <a:r>
              <a:rPr lang="en-US" dirty="0"/>
              <a:t> </a:t>
            </a:r>
            <a:r>
              <a:rPr lang="en-US" dirty="0" err="1"/>
              <a:t>dolore</a:t>
            </a:r>
            <a:r>
              <a:rPr lang="en-US" dirty="0"/>
              <a:t> </a:t>
            </a:r>
            <a:r>
              <a:rPr lang="en-US" dirty="0" err="1"/>
              <a:t>eu</a:t>
            </a:r>
            <a:r>
              <a:rPr lang="en-US" dirty="0"/>
              <a:t> </a:t>
            </a:r>
            <a:r>
              <a:rPr lang="en-US" dirty="0" err="1"/>
              <a:t>feugiat</a:t>
            </a:r>
            <a:r>
              <a:rPr lang="en-US" dirty="0"/>
              <a:t> </a:t>
            </a:r>
            <a:r>
              <a:rPr lang="en-US" dirty="0" err="1"/>
              <a:t>nulla</a:t>
            </a:r>
            <a:r>
              <a:rPr lang="en-US" dirty="0"/>
              <a:t> </a:t>
            </a:r>
            <a:r>
              <a:rPr lang="en-US" dirty="0" err="1"/>
              <a:t>facilisis</a:t>
            </a:r>
            <a:r>
              <a:rPr lang="en-US" dirty="0"/>
              <a:t> at </a:t>
            </a:r>
            <a:r>
              <a:rPr lang="en-US" dirty="0" err="1"/>
              <a:t>vero</a:t>
            </a:r>
            <a:r>
              <a:rPr lang="en-US" dirty="0"/>
              <a:t> </a:t>
            </a:r>
            <a:r>
              <a:rPr lang="en-US" dirty="0" err="1"/>
              <a:t>eros</a:t>
            </a:r>
            <a:r>
              <a:rPr lang="en-US" dirty="0"/>
              <a:t> et. </a:t>
            </a:r>
            <a:r>
              <a:rPr lang="en-US" dirty="0" err="1"/>
              <a:t>Ut</a:t>
            </a:r>
            <a:r>
              <a:rPr lang="en-US" dirty="0"/>
              <a:t> </a:t>
            </a:r>
            <a:r>
              <a:rPr lang="en-US" dirty="0" err="1"/>
              <a:t>wisi</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a:t>
            </a:r>
            <a:r>
              <a:rPr lang="en-US" dirty="0" err="1"/>
              <a:t>exerci</a:t>
            </a:r>
            <a:r>
              <a:rPr lang="en-US" dirty="0"/>
              <a:t> </a:t>
            </a:r>
            <a:r>
              <a:rPr lang="en-US" dirty="0" err="1"/>
              <a:t>tation</a:t>
            </a:r>
            <a:r>
              <a:rPr lang="en-US" dirty="0"/>
              <a:t>. </a:t>
            </a:r>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euismod</a:t>
            </a:r>
            <a:r>
              <a:rPr lang="en-US" dirty="0"/>
              <a:t> </a:t>
            </a:r>
            <a:r>
              <a:rPr lang="en-US" dirty="0" err="1"/>
              <a:t>tincidunt</a:t>
            </a:r>
            <a:r>
              <a:rPr lang="en-US" dirty="0"/>
              <a:t> </a:t>
            </a:r>
            <a:r>
              <a:rPr lang="en-US" dirty="0" err="1"/>
              <a:t>ut</a:t>
            </a:r>
            <a:r>
              <a:rPr lang="en-US" dirty="0"/>
              <a:t> </a:t>
            </a:r>
            <a:r>
              <a:rPr lang="en-US" dirty="0" err="1"/>
              <a:t>laoreet</a:t>
            </a:r>
            <a:r>
              <a:rPr lang="en-US" dirty="0"/>
              <a:t> </a:t>
            </a:r>
            <a:r>
              <a:rPr lang="en-US" dirty="0" err="1"/>
              <a:t>dolore</a:t>
            </a:r>
            <a:r>
              <a:rPr lang="en-US" dirty="0"/>
              <a:t> magna </a:t>
            </a:r>
            <a:r>
              <a:rPr lang="en-US" dirty="0" err="1"/>
              <a:t>aliquam</a:t>
            </a:r>
            <a:r>
              <a:rPr lang="en-US" dirty="0"/>
              <a:t> </a:t>
            </a:r>
            <a:r>
              <a:rPr lang="en-US" dirty="0" err="1"/>
              <a:t>erat</a:t>
            </a:r>
            <a:r>
              <a:rPr lang="en-US" dirty="0"/>
              <a:t> </a:t>
            </a:r>
            <a:r>
              <a:rPr lang="en-US" dirty="0" err="1"/>
              <a:t>volutpat</a:t>
            </a:r>
            <a:r>
              <a:rPr lang="en-US" dirty="0"/>
              <a:t>. </a:t>
            </a:r>
            <a:r>
              <a:rPr lang="en-US" dirty="0" err="1"/>
              <a:t>Ut</a:t>
            </a:r>
            <a:r>
              <a:rPr lang="en-US" dirty="0"/>
              <a:t> </a:t>
            </a:r>
            <a:r>
              <a:rPr lang="en-US" dirty="0" err="1"/>
              <a:t>wisi</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a:t>
            </a:r>
            <a:r>
              <a:rPr lang="en-US" dirty="0" err="1"/>
              <a:t>exerci</a:t>
            </a:r>
            <a:r>
              <a:rPr lang="en-US" dirty="0"/>
              <a:t> </a:t>
            </a:r>
            <a:r>
              <a:rPr lang="en-US" dirty="0" err="1"/>
              <a:t>tation</a:t>
            </a:r>
            <a:r>
              <a:rPr lang="en-US" dirty="0"/>
              <a:t> </a:t>
            </a:r>
            <a:r>
              <a:rPr lang="en-US" dirty="0" err="1"/>
              <a:t>ullamcorper</a:t>
            </a:r>
            <a:r>
              <a:rPr lang="en-US" dirty="0"/>
              <a:t> </a:t>
            </a:r>
            <a:r>
              <a:rPr lang="en-US" dirty="0" err="1"/>
              <a:t>suscipit</a:t>
            </a:r>
            <a:r>
              <a:rPr lang="en-US" dirty="0"/>
              <a:t> </a:t>
            </a:r>
            <a:r>
              <a:rPr lang="en-US" dirty="0" err="1"/>
              <a:t>lobortis</a:t>
            </a:r>
            <a:r>
              <a:rPr lang="en-US" dirty="0"/>
              <a:t> </a:t>
            </a:r>
            <a:r>
              <a:rPr lang="en-US" dirty="0" err="1"/>
              <a:t>nisl</a:t>
            </a:r>
            <a:r>
              <a:rPr lang="en-US" dirty="0"/>
              <a:t> </a:t>
            </a:r>
            <a:r>
              <a:rPr lang="en-US" dirty="0" err="1"/>
              <a:t>ut</a:t>
            </a:r>
            <a:r>
              <a:rPr lang="en-US" dirty="0"/>
              <a:t> </a:t>
            </a:r>
            <a:r>
              <a:rPr lang="en-US" dirty="0" err="1"/>
              <a:t>aliquip</a:t>
            </a:r>
            <a:endParaRPr lang="en-US" dirty="0"/>
          </a:p>
        </p:txBody>
      </p:sp>
      <p:sp>
        <p:nvSpPr>
          <p:cNvPr id="6" name="Slide Number Placeholder 5"/>
          <p:cNvSpPr>
            <a:spLocks noGrp="1"/>
          </p:cNvSpPr>
          <p:nvPr>
            <p:ph type="sldNum" sz="quarter" idx="12"/>
          </p:nvPr>
        </p:nvSpPr>
        <p:spPr>
          <a:xfrm>
            <a:off x="6881143" y="4714363"/>
            <a:ext cx="2057400" cy="274637"/>
          </a:xfrm>
        </p:spPr>
        <p:txBody>
          <a:bodyPr/>
          <a:lstStyle>
            <a:lvl1pPr>
              <a:defRPr sz="600" b="0" i="0">
                <a:solidFill>
                  <a:srgbClr val="4D4D4F"/>
                </a:solidFill>
                <a:latin typeface="Calibri" charset="0"/>
                <a:ea typeface="Calibri" charset="0"/>
                <a:cs typeface="Calibri" charset="0"/>
              </a:defRPr>
            </a:lvl1pPr>
          </a:lstStyle>
          <a:p>
            <a:fld id="{A9F82C8E-865A-2440-AB2D-36CAA05B882C}" type="slidenum">
              <a:rPr lang="en-US" smtClean="0"/>
              <a:pPr/>
              <a:t>‹#›</a:t>
            </a:fld>
            <a:endParaRPr lang="en-US" dirty="0"/>
          </a:p>
        </p:txBody>
      </p:sp>
      <p:sp>
        <p:nvSpPr>
          <p:cNvPr id="9" name="Text Placeholder 3"/>
          <p:cNvSpPr>
            <a:spLocks noGrp="1"/>
          </p:cNvSpPr>
          <p:nvPr>
            <p:ph type="body" sz="half" idx="13" hasCustomPrompt="1"/>
          </p:nvPr>
        </p:nvSpPr>
        <p:spPr>
          <a:xfrm>
            <a:off x="4467619" y="914027"/>
            <a:ext cx="3731754" cy="3741100"/>
          </a:xfrm>
        </p:spPr>
        <p:txBody>
          <a:bodyPr>
            <a:normAutofit/>
          </a:bodyPr>
          <a:lstStyle>
            <a:lvl1pPr marL="0" indent="0">
              <a:buNone/>
              <a:defRPr sz="1200" b="0" i="0">
                <a:solidFill>
                  <a:srgbClr val="4D4D4F"/>
                </a:solidFill>
                <a:latin typeface="Calibri" charset="0"/>
                <a:ea typeface="Calibri" charset="0"/>
                <a:cs typeface="Calibri"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ex </a:t>
            </a:r>
            <a:r>
              <a:rPr lang="en-US" dirty="0" err="1"/>
              <a:t>ea</a:t>
            </a:r>
            <a:r>
              <a:rPr lang="en-US" dirty="0"/>
              <a:t> </a:t>
            </a:r>
            <a:r>
              <a:rPr lang="en-US" dirty="0" err="1"/>
              <a:t>commodo</a:t>
            </a:r>
            <a:r>
              <a:rPr lang="en-US" dirty="0"/>
              <a:t> </a:t>
            </a:r>
            <a:r>
              <a:rPr lang="en-US" dirty="0" err="1"/>
              <a:t>consequat</a:t>
            </a:r>
            <a:r>
              <a:rPr lang="en-US" dirty="0"/>
              <a:t>. </a:t>
            </a:r>
            <a:r>
              <a:rPr lang="en-US" dirty="0" err="1"/>
              <a:t>Duis</a:t>
            </a:r>
            <a:r>
              <a:rPr lang="en-US" dirty="0"/>
              <a:t> </a:t>
            </a:r>
            <a:r>
              <a:rPr lang="en-US" dirty="0" err="1"/>
              <a:t>autem</a:t>
            </a:r>
            <a:r>
              <a:rPr lang="en-US" dirty="0"/>
              <a:t> </a:t>
            </a:r>
            <a:r>
              <a:rPr lang="en-US" dirty="0" err="1"/>
              <a:t>vel</a:t>
            </a:r>
            <a:r>
              <a:rPr lang="en-US" dirty="0"/>
              <a:t> </a:t>
            </a:r>
            <a:r>
              <a:rPr lang="en-US" dirty="0" err="1"/>
              <a:t>eum</a:t>
            </a:r>
            <a:r>
              <a:rPr lang="en-US" dirty="0"/>
              <a:t> </a:t>
            </a:r>
            <a:r>
              <a:rPr lang="en-US" dirty="0" err="1"/>
              <a:t>iriure</a:t>
            </a:r>
            <a:r>
              <a:rPr lang="en-US" dirty="0"/>
              <a:t> dolor in </a:t>
            </a:r>
            <a:r>
              <a:rPr lang="en-US" dirty="0" err="1"/>
              <a:t>hendrerit</a:t>
            </a:r>
            <a:r>
              <a:rPr lang="en-US" dirty="0"/>
              <a:t> in </a:t>
            </a:r>
            <a:r>
              <a:rPr lang="en-US" dirty="0" err="1"/>
              <a:t>vulputate</a:t>
            </a:r>
            <a:r>
              <a:rPr lang="en-US" dirty="0"/>
              <a:t> </a:t>
            </a:r>
            <a:r>
              <a:rPr lang="en-US" dirty="0" err="1"/>
              <a:t>velit</a:t>
            </a:r>
            <a:r>
              <a:rPr lang="en-US" dirty="0"/>
              <a:t> </a:t>
            </a:r>
            <a:r>
              <a:rPr lang="en-US" dirty="0" err="1"/>
              <a:t>esse</a:t>
            </a:r>
            <a:r>
              <a:rPr lang="en-US" dirty="0"/>
              <a:t> </a:t>
            </a:r>
            <a:r>
              <a:rPr lang="en-US" dirty="0" err="1"/>
              <a:t>molestie</a:t>
            </a:r>
            <a:r>
              <a:rPr lang="en-US" dirty="0"/>
              <a:t> </a:t>
            </a:r>
            <a:r>
              <a:rPr lang="en-US" dirty="0" err="1"/>
              <a:t>consequat</a:t>
            </a:r>
            <a:r>
              <a:rPr lang="en-US" dirty="0"/>
              <a:t>, </a:t>
            </a:r>
            <a:r>
              <a:rPr lang="en-US" dirty="0" err="1"/>
              <a:t>vel</a:t>
            </a:r>
            <a:r>
              <a:rPr lang="en-US" dirty="0"/>
              <a:t> </a:t>
            </a:r>
            <a:r>
              <a:rPr lang="en-US" dirty="0" err="1"/>
              <a:t>illum</a:t>
            </a:r>
            <a:r>
              <a:rPr lang="en-US" dirty="0"/>
              <a:t> </a:t>
            </a:r>
            <a:r>
              <a:rPr lang="en-US" dirty="0" err="1"/>
              <a:t>dolore</a:t>
            </a:r>
            <a:r>
              <a:rPr lang="en-US" dirty="0"/>
              <a:t> </a:t>
            </a:r>
            <a:r>
              <a:rPr lang="en-US" dirty="0" err="1"/>
              <a:t>eu</a:t>
            </a:r>
            <a:r>
              <a:rPr lang="en-US" dirty="0"/>
              <a:t> </a:t>
            </a:r>
            <a:r>
              <a:rPr lang="en-US" dirty="0" err="1"/>
              <a:t>feugiat</a:t>
            </a:r>
            <a:r>
              <a:rPr lang="en-US" dirty="0"/>
              <a:t> </a:t>
            </a:r>
            <a:r>
              <a:rPr lang="en-US" dirty="0" err="1"/>
              <a:t>nulla</a:t>
            </a:r>
            <a:r>
              <a:rPr lang="en-US" dirty="0"/>
              <a:t> </a:t>
            </a:r>
            <a:r>
              <a:rPr lang="en-US" dirty="0" err="1"/>
              <a:t>facilisis</a:t>
            </a:r>
            <a:r>
              <a:rPr lang="en-US" dirty="0"/>
              <a:t> at </a:t>
            </a:r>
            <a:r>
              <a:rPr lang="en-US" dirty="0" err="1"/>
              <a:t>vero</a:t>
            </a:r>
            <a:r>
              <a:rPr lang="en-US" dirty="0"/>
              <a:t> </a:t>
            </a:r>
            <a:r>
              <a:rPr lang="en-US" dirty="0" err="1"/>
              <a:t>eros</a:t>
            </a:r>
            <a:r>
              <a:rPr lang="en-US" dirty="0"/>
              <a:t> et. </a:t>
            </a:r>
            <a:r>
              <a:rPr lang="en-US" dirty="0" err="1"/>
              <a:t>Ut</a:t>
            </a:r>
            <a:r>
              <a:rPr lang="en-US" dirty="0"/>
              <a:t> </a:t>
            </a:r>
            <a:r>
              <a:rPr lang="en-US" dirty="0" err="1"/>
              <a:t>wisi</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a:t>
            </a:r>
            <a:r>
              <a:rPr lang="en-US" dirty="0" err="1"/>
              <a:t>exerci</a:t>
            </a:r>
            <a:r>
              <a:rPr lang="en-US" dirty="0"/>
              <a:t> </a:t>
            </a:r>
            <a:r>
              <a:rPr lang="en-US" dirty="0" err="1"/>
              <a:t>tation</a:t>
            </a:r>
            <a:r>
              <a:rPr lang="en-US" dirty="0"/>
              <a:t> </a:t>
            </a:r>
            <a:r>
              <a:rPr lang="en-US" dirty="0" err="1"/>
              <a:t>ullamcorper</a:t>
            </a:r>
            <a:r>
              <a:rPr lang="en-US" dirty="0"/>
              <a:t> </a:t>
            </a:r>
            <a:r>
              <a:rPr lang="en-US" dirty="0" err="1"/>
              <a:t>suscipit</a:t>
            </a:r>
            <a:r>
              <a:rPr lang="en-US" dirty="0"/>
              <a:t> </a:t>
            </a:r>
            <a:r>
              <a:rPr lang="en-US" dirty="0" err="1"/>
              <a:t>lobortis</a:t>
            </a:r>
            <a:r>
              <a:rPr lang="en-US" dirty="0"/>
              <a:t> </a:t>
            </a:r>
            <a:r>
              <a:rPr lang="en-US" dirty="0" err="1"/>
              <a:t>nisl</a:t>
            </a:r>
            <a:r>
              <a:rPr lang="en-US" dirty="0"/>
              <a:t>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a:t>
            </a:r>
            <a:r>
              <a:rPr lang="en-US" dirty="0" err="1"/>
              <a:t>Duis</a:t>
            </a:r>
            <a:r>
              <a:rPr lang="en-US" dirty="0"/>
              <a:t> </a:t>
            </a:r>
            <a:r>
              <a:rPr lang="en-US" dirty="0" err="1"/>
              <a:t>autem</a:t>
            </a:r>
            <a:r>
              <a:rPr lang="en-US" dirty="0"/>
              <a:t> </a:t>
            </a:r>
            <a:r>
              <a:rPr lang="en-US" dirty="0" err="1"/>
              <a:t>vel</a:t>
            </a:r>
            <a:r>
              <a:rPr lang="en-US" dirty="0"/>
              <a:t> </a:t>
            </a:r>
            <a:r>
              <a:rPr lang="en-US" dirty="0" err="1"/>
              <a:t>eum</a:t>
            </a:r>
            <a:r>
              <a:rPr lang="en-US" dirty="0"/>
              <a:t> </a:t>
            </a:r>
            <a:r>
              <a:rPr lang="en-US" dirty="0" err="1"/>
              <a:t>iriure</a:t>
            </a:r>
            <a:r>
              <a:rPr lang="en-US" dirty="0"/>
              <a:t> dolor in </a:t>
            </a:r>
            <a:r>
              <a:rPr lang="en-US" dirty="0" err="1"/>
              <a:t>hendrerit</a:t>
            </a:r>
            <a:r>
              <a:rPr lang="en-US" dirty="0"/>
              <a:t> in </a:t>
            </a:r>
            <a:r>
              <a:rPr lang="en-US" dirty="0" err="1"/>
              <a:t>vulputate</a:t>
            </a:r>
            <a:r>
              <a:rPr lang="en-US" dirty="0"/>
              <a:t> </a:t>
            </a:r>
            <a:r>
              <a:rPr lang="en-US" dirty="0" err="1"/>
              <a:t>velit</a:t>
            </a:r>
            <a:r>
              <a:rPr lang="en-US" dirty="0"/>
              <a:t> </a:t>
            </a:r>
            <a:r>
              <a:rPr lang="en-US" dirty="0" err="1"/>
              <a:t>esse</a:t>
            </a:r>
            <a:r>
              <a:rPr lang="en-US" dirty="0"/>
              <a:t> </a:t>
            </a:r>
            <a:r>
              <a:rPr lang="en-US" dirty="0" err="1"/>
              <a:t>molestie</a:t>
            </a:r>
            <a:r>
              <a:rPr lang="en-US" dirty="0"/>
              <a:t>.</a:t>
            </a:r>
          </a:p>
          <a:p>
            <a:pPr lvl="0"/>
            <a:endParaRPr lang="en-US" dirty="0"/>
          </a:p>
          <a:p>
            <a:pPr lvl="0"/>
            <a:r>
              <a:rPr lang="en-US" dirty="0" err="1"/>
              <a:t>Quis</a:t>
            </a:r>
            <a:r>
              <a:rPr lang="en-US" dirty="0"/>
              <a:t> </a:t>
            </a:r>
            <a:r>
              <a:rPr lang="en-US" dirty="0" err="1"/>
              <a:t>nostrud</a:t>
            </a:r>
            <a:r>
              <a:rPr lang="en-US" dirty="0"/>
              <a:t> </a:t>
            </a:r>
            <a:r>
              <a:rPr lang="en-US" dirty="0" err="1"/>
              <a:t>exerci</a:t>
            </a:r>
            <a:r>
              <a:rPr lang="en-US" dirty="0"/>
              <a:t> </a:t>
            </a:r>
            <a:r>
              <a:rPr lang="en-US" dirty="0" err="1"/>
              <a:t>tation</a:t>
            </a:r>
            <a:r>
              <a:rPr lang="en-US" dirty="0"/>
              <a:t> </a:t>
            </a:r>
            <a:r>
              <a:rPr lang="en-US" dirty="0" err="1"/>
              <a:t>ullamcorper</a:t>
            </a:r>
            <a:r>
              <a:rPr lang="en-US" dirty="0"/>
              <a:t> </a:t>
            </a:r>
            <a:r>
              <a:rPr lang="en-US" dirty="0" err="1"/>
              <a:t>suscipit</a:t>
            </a:r>
            <a:r>
              <a:rPr lang="en-US" dirty="0"/>
              <a:t> </a:t>
            </a:r>
            <a:r>
              <a:rPr lang="en-US" dirty="0" err="1"/>
              <a:t>lobortis</a:t>
            </a:r>
            <a:r>
              <a:rPr lang="en-US" dirty="0"/>
              <a:t> </a:t>
            </a:r>
            <a:r>
              <a:rPr lang="en-US" dirty="0" err="1"/>
              <a:t>nisl</a:t>
            </a:r>
            <a:r>
              <a:rPr lang="en-US" dirty="0"/>
              <a:t>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a:t>
            </a:r>
            <a:r>
              <a:rPr lang="en-US" dirty="0" err="1"/>
              <a:t>Duis</a:t>
            </a:r>
            <a:r>
              <a:rPr lang="en-US" dirty="0"/>
              <a:t> </a:t>
            </a:r>
            <a:r>
              <a:rPr lang="en-US" dirty="0" err="1"/>
              <a:t>autem</a:t>
            </a:r>
            <a:r>
              <a:rPr lang="en-US" dirty="0"/>
              <a:t> </a:t>
            </a:r>
            <a:r>
              <a:rPr lang="en-US" dirty="0" err="1"/>
              <a:t>vel</a:t>
            </a:r>
            <a:r>
              <a:rPr lang="en-US" dirty="0"/>
              <a:t> </a:t>
            </a:r>
            <a:r>
              <a:rPr lang="en-US" dirty="0" err="1"/>
              <a:t>eum</a:t>
            </a:r>
            <a:r>
              <a:rPr lang="en-US" dirty="0"/>
              <a:t> </a:t>
            </a:r>
            <a:r>
              <a:rPr lang="en-US" dirty="0" err="1"/>
              <a:t>iriure</a:t>
            </a:r>
            <a:r>
              <a:rPr lang="en-US" dirty="0"/>
              <a:t> dolor in </a:t>
            </a:r>
            <a:r>
              <a:rPr lang="en-US" dirty="0" err="1"/>
              <a:t>hendrerit</a:t>
            </a:r>
            <a:r>
              <a:rPr lang="en-US" dirty="0"/>
              <a:t> in </a:t>
            </a:r>
            <a:r>
              <a:rPr lang="en-US" dirty="0" err="1"/>
              <a:t>vulputate</a:t>
            </a:r>
            <a:r>
              <a:rPr lang="en-US" dirty="0"/>
              <a:t> </a:t>
            </a:r>
            <a:r>
              <a:rPr lang="en-US" dirty="0" err="1"/>
              <a:t>velit</a:t>
            </a:r>
            <a:r>
              <a:rPr lang="en-US" dirty="0"/>
              <a:t> </a:t>
            </a:r>
            <a:r>
              <a:rPr lang="en-US" dirty="0" err="1"/>
              <a:t>esse</a:t>
            </a:r>
            <a:r>
              <a:rPr lang="en-US" dirty="0"/>
              <a:t> </a:t>
            </a:r>
            <a:r>
              <a:rPr lang="en-US" dirty="0" err="1"/>
              <a:t>molestie</a:t>
            </a:r>
            <a:r>
              <a:rPr lang="en-US" dirty="0"/>
              <a:t>.</a:t>
            </a:r>
          </a:p>
        </p:txBody>
      </p:sp>
      <p:sp>
        <p:nvSpPr>
          <p:cNvPr id="10" name="Text Placeholder 3"/>
          <p:cNvSpPr>
            <a:spLocks noGrp="1"/>
          </p:cNvSpPr>
          <p:nvPr>
            <p:ph type="body" sz="half" idx="15" hasCustomPrompt="1"/>
          </p:nvPr>
        </p:nvSpPr>
        <p:spPr>
          <a:xfrm>
            <a:off x="515294" y="520742"/>
            <a:ext cx="7684078" cy="327313"/>
          </a:xfrm>
        </p:spPr>
        <p:txBody>
          <a:bodyPr>
            <a:normAutofit/>
          </a:bodyPr>
          <a:lstStyle>
            <a:lvl1pPr marL="0" indent="0">
              <a:buNone/>
              <a:defRPr sz="1400" b="1" i="0">
                <a:solidFill>
                  <a:srgbClr val="747678"/>
                </a:solidFill>
                <a:latin typeface="Calibri" charset="0"/>
                <a:ea typeface="Calibri" charset="0"/>
                <a:cs typeface="Calibri"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Subtitle Goes Here Calibri Bold 14 </a:t>
            </a:r>
            <a:r>
              <a:rPr lang="en-US" dirty="0" err="1"/>
              <a:t>pt</a:t>
            </a:r>
            <a:r>
              <a:rPr lang="en-US" dirty="0"/>
              <a:t> </a:t>
            </a:r>
          </a:p>
        </p:txBody>
      </p:sp>
      <p:sp>
        <p:nvSpPr>
          <p:cNvPr id="11" name="Text Placeholder 3"/>
          <p:cNvSpPr>
            <a:spLocks noGrp="1"/>
          </p:cNvSpPr>
          <p:nvPr>
            <p:ph type="body" sz="half" idx="16" hasCustomPrompt="1"/>
          </p:nvPr>
        </p:nvSpPr>
        <p:spPr>
          <a:xfrm>
            <a:off x="515294" y="221183"/>
            <a:ext cx="7684078" cy="299560"/>
          </a:xfrm>
        </p:spPr>
        <p:txBody>
          <a:bodyPr>
            <a:noAutofit/>
          </a:bodyPr>
          <a:lstStyle>
            <a:lvl1pPr marL="0" indent="0">
              <a:buNone/>
              <a:defRPr sz="1800" b="1" i="0">
                <a:solidFill>
                  <a:srgbClr val="4D4D4F"/>
                </a:solidFill>
                <a:latin typeface="Calibri" charset="0"/>
                <a:ea typeface="Calibri" charset="0"/>
                <a:cs typeface="Calibri"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Title Goes Here Calibri Bold 18 </a:t>
            </a:r>
            <a:r>
              <a:rPr lang="en-US" dirty="0" err="1"/>
              <a:t>pt</a:t>
            </a:r>
            <a:endParaRPr lang="en-US" dirty="0"/>
          </a:p>
        </p:txBody>
      </p:sp>
    </p:spTree>
    <p:extLst>
      <p:ext uri="{BB962C8B-B14F-4D97-AF65-F5344CB8AC3E}">
        <p14:creationId xmlns:p14="http://schemas.microsoft.com/office/powerpoint/2010/main" val="4588371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Numbering and Bullet Poi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6881143" y="4714363"/>
            <a:ext cx="2057400" cy="274637"/>
          </a:xfrm>
        </p:spPr>
        <p:txBody>
          <a:bodyPr/>
          <a:lstStyle>
            <a:lvl1pPr>
              <a:defRPr sz="600" b="0" i="0">
                <a:solidFill>
                  <a:srgbClr val="4D4D4F"/>
                </a:solidFill>
                <a:latin typeface="Calibri" charset="0"/>
                <a:ea typeface="Calibri" charset="0"/>
                <a:cs typeface="Calibri" charset="0"/>
              </a:defRPr>
            </a:lvl1pPr>
          </a:lstStyle>
          <a:p>
            <a:fld id="{A9F82C8E-865A-2440-AB2D-36CAA05B882C}" type="slidenum">
              <a:rPr lang="en-US" smtClean="0"/>
              <a:pPr/>
              <a:t>‹#›</a:t>
            </a:fld>
            <a:endParaRPr lang="en-US" dirty="0"/>
          </a:p>
        </p:txBody>
      </p:sp>
      <p:sp>
        <p:nvSpPr>
          <p:cNvPr id="12" name="Text Placeholder 3"/>
          <p:cNvSpPr>
            <a:spLocks noGrp="1"/>
          </p:cNvSpPr>
          <p:nvPr>
            <p:ph type="body" sz="half" idx="15" hasCustomPrompt="1"/>
          </p:nvPr>
        </p:nvSpPr>
        <p:spPr>
          <a:xfrm>
            <a:off x="515294" y="520742"/>
            <a:ext cx="7684078" cy="327313"/>
          </a:xfrm>
        </p:spPr>
        <p:txBody>
          <a:bodyPr>
            <a:normAutofit/>
          </a:bodyPr>
          <a:lstStyle>
            <a:lvl1pPr marL="0" indent="0">
              <a:buNone/>
              <a:defRPr sz="1400" b="1" i="0">
                <a:solidFill>
                  <a:srgbClr val="747678"/>
                </a:solidFill>
                <a:latin typeface="Calibri" charset="0"/>
                <a:ea typeface="Calibri" charset="0"/>
                <a:cs typeface="Calibri"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Subtitle Goes Here Calibri Bold 14 </a:t>
            </a:r>
            <a:r>
              <a:rPr lang="en-US" dirty="0" err="1"/>
              <a:t>pt</a:t>
            </a:r>
            <a:r>
              <a:rPr lang="en-US" dirty="0"/>
              <a:t> </a:t>
            </a:r>
          </a:p>
        </p:txBody>
      </p:sp>
      <p:sp>
        <p:nvSpPr>
          <p:cNvPr id="13" name="Text Placeholder 3"/>
          <p:cNvSpPr>
            <a:spLocks noGrp="1"/>
          </p:cNvSpPr>
          <p:nvPr>
            <p:ph type="body" sz="half" idx="16" hasCustomPrompt="1"/>
          </p:nvPr>
        </p:nvSpPr>
        <p:spPr>
          <a:xfrm>
            <a:off x="515294" y="221183"/>
            <a:ext cx="7684078" cy="299560"/>
          </a:xfrm>
        </p:spPr>
        <p:txBody>
          <a:bodyPr>
            <a:noAutofit/>
          </a:bodyPr>
          <a:lstStyle>
            <a:lvl1pPr marL="0" indent="0">
              <a:buNone/>
              <a:defRPr sz="1800" b="1" i="0">
                <a:solidFill>
                  <a:srgbClr val="4D4D4F"/>
                </a:solidFill>
                <a:latin typeface="Calibri" charset="0"/>
                <a:ea typeface="Calibri" charset="0"/>
                <a:cs typeface="Calibri"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Title Goes Here Calibri Bold 18 </a:t>
            </a:r>
            <a:r>
              <a:rPr lang="en-US" dirty="0" err="1"/>
              <a:t>pt</a:t>
            </a:r>
            <a:endParaRPr lang="en-US" dirty="0"/>
          </a:p>
        </p:txBody>
      </p:sp>
      <p:sp>
        <p:nvSpPr>
          <p:cNvPr id="7" name="Text Placeholder 3"/>
          <p:cNvSpPr>
            <a:spLocks noGrp="1"/>
          </p:cNvSpPr>
          <p:nvPr>
            <p:ph type="body" sz="half" idx="17" hasCustomPrompt="1"/>
          </p:nvPr>
        </p:nvSpPr>
        <p:spPr>
          <a:xfrm>
            <a:off x="515294" y="893957"/>
            <a:ext cx="7684078" cy="3761169"/>
          </a:xfrm>
        </p:spPr>
        <p:txBody>
          <a:bodyPr>
            <a:normAutofit/>
          </a:bodyPr>
          <a:lstStyle>
            <a:lvl1pPr marL="176213" indent="-176213">
              <a:buFont typeface="+mj-lt"/>
              <a:buAutoNum type="arabicPeriod"/>
              <a:defRPr sz="1200" b="0" i="0">
                <a:solidFill>
                  <a:srgbClr val="4C4C4E"/>
                </a:solidFill>
                <a:latin typeface="Calibri" charset="0"/>
                <a:ea typeface="Calibri" charset="0"/>
                <a:cs typeface="Calibri" charset="0"/>
              </a:defRPr>
            </a:lvl1pPr>
            <a:lvl2pPr marL="457200" indent="0">
              <a:buNone/>
              <a:defRPr sz="1400"/>
            </a:lvl2pPr>
            <a:lvl3pPr marL="363538" indent="-187325">
              <a:buFont typeface="+mj-lt"/>
              <a:buAutoNum type="alphaLcParenR"/>
              <a:defRPr sz="1200">
                <a:solidFill>
                  <a:srgbClr val="4C4C4E"/>
                </a:solidFill>
              </a:defRPr>
            </a:lvl3pPr>
            <a:lvl4pPr marL="539750" indent="-87313">
              <a:buFont typeface="Arial" panose="020B0604020202020204" pitchFamily="34" charset="0"/>
              <a:buChar char="•"/>
              <a:defRPr sz="1000">
                <a:solidFill>
                  <a:srgbClr val="4C4C4E"/>
                </a:solidFill>
              </a:defRPr>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Calibri 12 </a:t>
            </a:r>
            <a:r>
              <a:rPr lang="en-US" dirty="0" err="1"/>
              <a:t>pt</a:t>
            </a:r>
            <a:r>
              <a:rPr lang="en-US" dirty="0"/>
              <a:t>, </a:t>
            </a:r>
            <a:r>
              <a:rPr lang="en-US" dirty="0" err="1"/>
              <a:t>nonummy</a:t>
            </a:r>
            <a:r>
              <a:rPr lang="en-US" dirty="0"/>
              <a:t> </a:t>
            </a:r>
            <a:r>
              <a:rPr lang="en-US" dirty="0" err="1"/>
              <a:t>nibh</a:t>
            </a:r>
            <a:r>
              <a:rPr lang="en-US" dirty="0"/>
              <a:t> </a:t>
            </a:r>
            <a:r>
              <a:rPr lang="en-US" dirty="0" err="1"/>
              <a:t>euismod</a:t>
            </a:r>
            <a:r>
              <a:rPr lang="en-US" dirty="0"/>
              <a:t> </a:t>
            </a:r>
            <a:r>
              <a:rPr lang="en-US" dirty="0" err="1"/>
              <a:t>tincidunt</a:t>
            </a:r>
            <a:r>
              <a:rPr lang="en-US" dirty="0"/>
              <a:t> </a:t>
            </a:r>
            <a:r>
              <a:rPr lang="en-US" dirty="0" err="1"/>
              <a:t>ut</a:t>
            </a:r>
            <a:r>
              <a:rPr lang="en-US" dirty="0"/>
              <a:t> </a:t>
            </a:r>
            <a:r>
              <a:rPr lang="en-US" dirty="0" err="1"/>
              <a:t>laoreet</a:t>
            </a:r>
            <a:r>
              <a:rPr lang="en-US" dirty="0"/>
              <a:t> </a:t>
            </a:r>
            <a:r>
              <a:rPr lang="en-US" dirty="0" err="1"/>
              <a:t>dolore</a:t>
            </a:r>
            <a:r>
              <a:rPr lang="en-US" dirty="0"/>
              <a:t> magna </a:t>
            </a:r>
            <a:r>
              <a:rPr lang="en-US" dirty="0" err="1"/>
              <a:t>aliquam</a:t>
            </a:r>
            <a:r>
              <a:rPr lang="en-US" dirty="0"/>
              <a:t> </a:t>
            </a:r>
            <a:r>
              <a:rPr lang="en-US" dirty="0" err="1"/>
              <a:t>erat</a:t>
            </a:r>
            <a:r>
              <a:rPr lang="en-US" dirty="0"/>
              <a:t> </a:t>
            </a:r>
            <a:r>
              <a:rPr lang="en-US" dirty="0" err="1"/>
              <a:t>volutpat</a:t>
            </a:r>
            <a:r>
              <a:rPr lang="en-US" dirty="0"/>
              <a:t>. </a:t>
            </a:r>
            <a:r>
              <a:rPr lang="en-US" dirty="0" err="1"/>
              <a:t>Ut</a:t>
            </a:r>
            <a:r>
              <a:rPr lang="en-US" dirty="0"/>
              <a:t> </a:t>
            </a:r>
            <a:r>
              <a:rPr lang="en-US" dirty="0" err="1"/>
              <a:t>wisi</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a:t>
            </a:r>
            <a:r>
              <a:rPr lang="en-US" dirty="0" err="1"/>
              <a:t>exerci</a:t>
            </a:r>
            <a:r>
              <a:rPr lang="en-US" dirty="0"/>
              <a:t> </a:t>
            </a:r>
            <a:r>
              <a:rPr lang="en-US" dirty="0" err="1"/>
              <a:t>tation</a:t>
            </a:r>
            <a:r>
              <a:rPr lang="en-US" dirty="0"/>
              <a:t> </a:t>
            </a:r>
            <a:r>
              <a:rPr lang="en-US" dirty="0" err="1"/>
              <a:t>ullamcorper</a:t>
            </a:r>
            <a:r>
              <a:rPr lang="en-US" dirty="0"/>
              <a:t> </a:t>
            </a:r>
            <a:r>
              <a:rPr lang="en-US" dirty="0" err="1"/>
              <a:t>suscipit</a:t>
            </a:r>
            <a:r>
              <a:rPr lang="en-US" dirty="0"/>
              <a:t> </a:t>
            </a:r>
            <a:r>
              <a:rPr lang="en-US" dirty="0" err="1"/>
              <a:t>adipiscing</a:t>
            </a:r>
            <a:r>
              <a:rPr lang="en-US" dirty="0"/>
              <a:t> </a:t>
            </a:r>
            <a:r>
              <a:rPr lang="en-US" dirty="0" err="1"/>
              <a:t>elit</a:t>
            </a:r>
            <a:r>
              <a:rPr lang="en-US" dirty="0"/>
              <a:t>.</a:t>
            </a:r>
          </a:p>
          <a:p>
            <a:pPr lvl="2"/>
            <a:r>
              <a:rPr lang="en-US" dirty="0"/>
              <a:t>Text numbering with alphabetical 12 pt. </a:t>
            </a:r>
            <a:r>
              <a:rPr lang="en-US" dirty="0" err="1"/>
              <a:t>euismod</a:t>
            </a:r>
            <a:r>
              <a:rPr lang="en-US" dirty="0"/>
              <a:t> </a:t>
            </a:r>
            <a:r>
              <a:rPr lang="en-US" dirty="0" err="1"/>
              <a:t>tincidunt</a:t>
            </a:r>
            <a:r>
              <a:rPr lang="en-US" dirty="0"/>
              <a:t> </a:t>
            </a:r>
            <a:r>
              <a:rPr lang="en-US" dirty="0" err="1"/>
              <a:t>ut</a:t>
            </a:r>
            <a:r>
              <a:rPr lang="en-US" dirty="0"/>
              <a:t> </a:t>
            </a:r>
            <a:r>
              <a:rPr lang="en-US" dirty="0" err="1"/>
              <a:t>laoreet</a:t>
            </a:r>
            <a:r>
              <a:rPr lang="en-US" dirty="0"/>
              <a:t> </a:t>
            </a:r>
            <a:r>
              <a:rPr lang="en-US" dirty="0" err="1"/>
              <a:t>dolore</a:t>
            </a:r>
            <a:r>
              <a:rPr lang="en-US" dirty="0"/>
              <a:t> magna </a:t>
            </a:r>
            <a:r>
              <a:rPr lang="en-US" dirty="0" err="1"/>
              <a:t>aliquam</a:t>
            </a:r>
            <a:r>
              <a:rPr lang="en-US" dirty="0"/>
              <a:t> </a:t>
            </a:r>
            <a:r>
              <a:rPr lang="en-US" dirty="0" err="1"/>
              <a:t>erat</a:t>
            </a:r>
            <a:r>
              <a:rPr lang="en-US" dirty="0"/>
              <a:t> </a:t>
            </a:r>
            <a:r>
              <a:rPr lang="en-US" dirty="0" err="1"/>
              <a:t>volutpat</a:t>
            </a:r>
            <a:r>
              <a:rPr lang="en-US" dirty="0"/>
              <a:t>.</a:t>
            </a:r>
          </a:p>
          <a:p>
            <a:pPr lvl="3"/>
            <a:r>
              <a:rPr lang="en-US" dirty="0"/>
              <a:t>Text numbering with bullet point 10 pt. </a:t>
            </a:r>
            <a:r>
              <a:rPr lang="en-US" dirty="0" err="1"/>
              <a:t>euismod</a:t>
            </a:r>
            <a:r>
              <a:rPr lang="en-US" dirty="0"/>
              <a:t> tin </a:t>
            </a:r>
            <a:r>
              <a:rPr lang="en-US" dirty="0" err="1"/>
              <a:t>cidunt</a:t>
            </a:r>
            <a:r>
              <a:rPr lang="en-US" dirty="0"/>
              <a:t> </a:t>
            </a:r>
            <a:r>
              <a:rPr lang="en-US" dirty="0" err="1"/>
              <a:t>ut</a:t>
            </a:r>
            <a:r>
              <a:rPr lang="en-US" dirty="0"/>
              <a:t> </a:t>
            </a:r>
            <a:r>
              <a:rPr lang="en-US" dirty="0" err="1"/>
              <a:t>laoreet</a:t>
            </a:r>
            <a:r>
              <a:rPr lang="en-US" dirty="0"/>
              <a:t> </a:t>
            </a:r>
            <a:r>
              <a:rPr lang="en-US" dirty="0" err="1"/>
              <a:t>dolore</a:t>
            </a:r>
            <a:r>
              <a:rPr lang="en-US" dirty="0"/>
              <a:t> magna </a:t>
            </a:r>
            <a:r>
              <a:rPr lang="en-US" dirty="0" err="1"/>
              <a:t>aliquam</a:t>
            </a:r>
            <a:r>
              <a:rPr lang="en-US" dirty="0"/>
              <a:t> </a:t>
            </a:r>
            <a:r>
              <a:rPr lang="en-US" dirty="0" err="1"/>
              <a:t>erat</a:t>
            </a:r>
            <a:r>
              <a:rPr lang="en-US" dirty="0"/>
              <a:t> </a:t>
            </a:r>
            <a:r>
              <a:rPr lang="en-US" dirty="0" err="1"/>
              <a:t>volutpat</a:t>
            </a:r>
            <a:r>
              <a:rPr lang="en-US" dirty="0"/>
              <a:t>.</a:t>
            </a:r>
          </a:p>
          <a:p>
            <a:pPr lvl="3"/>
            <a:r>
              <a:rPr lang="en-US" dirty="0"/>
              <a:t>Text numbering with bullet point 10 pt. </a:t>
            </a:r>
            <a:r>
              <a:rPr lang="en-US" dirty="0" err="1"/>
              <a:t>euismod</a:t>
            </a:r>
            <a:r>
              <a:rPr lang="en-US" dirty="0"/>
              <a:t> tin </a:t>
            </a:r>
            <a:r>
              <a:rPr lang="en-US" dirty="0" err="1"/>
              <a:t>cidunt</a:t>
            </a:r>
            <a:r>
              <a:rPr lang="en-US" dirty="0"/>
              <a:t> </a:t>
            </a:r>
            <a:r>
              <a:rPr lang="en-US" dirty="0" err="1"/>
              <a:t>ut</a:t>
            </a:r>
            <a:r>
              <a:rPr lang="en-US" dirty="0"/>
              <a:t> </a:t>
            </a:r>
            <a:r>
              <a:rPr lang="en-US" dirty="0" err="1"/>
              <a:t>laoreet</a:t>
            </a:r>
            <a:r>
              <a:rPr lang="en-US" dirty="0"/>
              <a:t> </a:t>
            </a:r>
            <a:r>
              <a:rPr lang="en-US" dirty="0" err="1"/>
              <a:t>dolore</a:t>
            </a:r>
            <a:r>
              <a:rPr lang="en-US" dirty="0"/>
              <a:t> magna </a:t>
            </a:r>
            <a:r>
              <a:rPr lang="en-US" dirty="0" err="1"/>
              <a:t>aliquam</a:t>
            </a:r>
            <a:r>
              <a:rPr lang="en-US" dirty="0"/>
              <a:t> </a:t>
            </a:r>
            <a:r>
              <a:rPr lang="en-US" dirty="0" err="1"/>
              <a:t>erat</a:t>
            </a:r>
            <a:r>
              <a:rPr lang="en-US" dirty="0"/>
              <a:t> </a:t>
            </a:r>
            <a:r>
              <a:rPr lang="en-US" dirty="0" err="1"/>
              <a:t>volutpat</a:t>
            </a:r>
            <a:r>
              <a:rPr lang="en-US" dirty="0"/>
              <a:t>.</a:t>
            </a:r>
          </a:p>
          <a:p>
            <a:pPr lvl="2"/>
            <a:r>
              <a:rPr lang="en-US" dirty="0"/>
              <a:t>Text numbering with alphabetical 12 pt. </a:t>
            </a:r>
            <a:r>
              <a:rPr lang="en-US" dirty="0" err="1"/>
              <a:t>euismod</a:t>
            </a:r>
            <a:r>
              <a:rPr lang="en-US" dirty="0"/>
              <a:t> </a:t>
            </a:r>
            <a:r>
              <a:rPr lang="en-US" dirty="0" err="1"/>
              <a:t>tincidunt</a:t>
            </a:r>
            <a:r>
              <a:rPr lang="en-US" dirty="0"/>
              <a:t> </a:t>
            </a:r>
            <a:r>
              <a:rPr lang="en-US" dirty="0" err="1"/>
              <a:t>ut</a:t>
            </a:r>
            <a:r>
              <a:rPr lang="en-US" dirty="0"/>
              <a:t> </a:t>
            </a:r>
            <a:r>
              <a:rPr lang="en-US" dirty="0" err="1"/>
              <a:t>laoreet</a:t>
            </a:r>
            <a:r>
              <a:rPr lang="en-US" dirty="0"/>
              <a:t> </a:t>
            </a:r>
            <a:r>
              <a:rPr lang="en-US" dirty="0" err="1"/>
              <a:t>dolore</a:t>
            </a:r>
            <a:r>
              <a:rPr lang="en-US" dirty="0"/>
              <a:t> magna </a:t>
            </a:r>
            <a:r>
              <a:rPr lang="en-US" dirty="0" err="1"/>
              <a:t>aliquam</a:t>
            </a:r>
            <a:r>
              <a:rPr lang="en-US" dirty="0"/>
              <a:t> </a:t>
            </a:r>
            <a:r>
              <a:rPr lang="en-US" dirty="0" err="1"/>
              <a:t>erat</a:t>
            </a:r>
            <a:r>
              <a:rPr lang="en-US" dirty="0"/>
              <a:t> </a:t>
            </a:r>
            <a:r>
              <a:rPr lang="en-US" dirty="0" err="1"/>
              <a:t>volutpat</a:t>
            </a:r>
            <a:r>
              <a:rPr lang="en-US" dirty="0"/>
              <a:t>.</a:t>
            </a:r>
          </a:p>
          <a:p>
            <a:pPr lvl="3"/>
            <a:r>
              <a:rPr lang="en-US" dirty="0"/>
              <a:t>Text numbering with bullet point 10 pt. </a:t>
            </a:r>
            <a:r>
              <a:rPr lang="en-US" dirty="0" err="1"/>
              <a:t>euismod</a:t>
            </a:r>
            <a:r>
              <a:rPr lang="en-US" dirty="0"/>
              <a:t> tin </a:t>
            </a:r>
            <a:r>
              <a:rPr lang="en-US" dirty="0" err="1"/>
              <a:t>cidunt</a:t>
            </a:r>
            <a:r>
              <a:rPr lang="en-US" dirty="0"/>
              <a:t> </a:t>
            </a:r>
            <a:r>
              <a:rPr lang="en-US" dirty="0" err="1"/>
              <a:t>ut</a:t>
            </a:r>
            <a:r>
              <a:rPr lang="en-US" dirty="0"/>
              <a:t> </a:t>
            </a:r>
            <a:r>
              <a:rPr lang="en-US" dirty="0" err="1"/>
              <a:t>laoreet</a:t>
            </a:r>
            <a:r>
              <a:rPr lang="en-US" dirty="0"/>
              <a:t> </a:t>
            </a:r>
            <a:r>
              <a:rPr lang="en-US" dirty="0" err="1"/>
              <a:t>dolore</a:t>
            </a:r>
            <a:r>
              <a:rPr lang="en-US" dirty="0"/>
              <a:t> magna </a:t>
            </a:r>
            <a:r>
              <a:rPr lang="en-US" dirty="0" err="1"/>
              <a:t>aliquam</a:t>
            </a:r>
            <a:r>
              <a:rPr lang="en-US" dirty="0"/>
              <a:t> </a:t>
            </a:r>
            <a:r>
              <a:rPr lang="en-US" dirty="0" err="1"/>
              <a:t>erat</a:t>
            </a:r>
            <a:r>
              <a:rPr lang="en-US" dirty="0"/>
              <a:t> </a:t>
            </a:r>
            <a:r>
              <a:rPr lang="en-US" dirty="0" err="1"/>
              <a:t>volutpat</a:t>
            </a:r>
            <a:r>
              <a:rPr lang="en-US" dirty="0"/>
              <a:t>.</a:t>
            </a:r>
          </a:p>
          <a:p>
            <a:pPr lvl="3"/>
            <a:r>
              <a:rPr lang="en-US" dirty="0"/>
              <a:t>Text numbering with bullet point 10 pt. </a:t>
            </a:r>
            <a:r>
              <a:rPr lang="en-US" dirty="0" err="1"/>
              <a:t>euismod</a:t>
            </a:r>
            <a:r>
              <a:rPr lang="en-US" dirty="0"/>
              <a:t> tin </a:t>
            </a:r>
            <a:r>
              <a:rPr lang="en-US" dirty="0" err="1"/>
              <a:t>cidunt</a:t>
            </a:r>
            <a:r>
              <a:rPr lang="en-US" dirty="0"/>
              <a:t> </a:t>
            </a:r>
            <a:r>
              <a:rPr lang="en-US" dirty="0" err="1"/>
              <a:t>ut</a:t>
            </a:r>
            <a:r>
              <a:rPr lang="en-US" dirty="0"/>
              <a:t> </a:t>
            </a:r>
            <a:r>
              <a:rPr lang="en-US" dirty="0" err="1"/>
              <a:t>laoreet</a:t>
            </a:r>
            <a:r>
              <a:rPr lang="en-US" dirty="0"/>
              <a:t> </a:t>
            </a:r>
            <a:r>
              <a:rPr lang="en-US" dirty="0" err="1"/>
              <a:t>dolore</a:t>
            </a:r>
            <a:r>
              <a:rPr lang="en-US" dirty="0"/>
              <a:t> magna </a:t>
            </a:r>
            <a:r>
              <a:rPr lang="en-US" dirty="0" err="1"/>
              <a:t>aliquam</a:t>
            </a:r>
            <a:r>
              <a:rPr lang="en-US" dirty="0"/>
              <a:t> </a:t>
            </a:r>
            <a:r>
              <a:rPr lang="en-US" dirty="0" err="1"/>
              <a:t>erat</a:t>
            </a:r>
            <a:r>
              <a:rPr lang="en-US" dirty="0"/>
              <a:t> </a:t>
            </a:r>
            <a:r>
              <a:rPr lang="en-US" dirty="0" err="1"/>
              <a:t>volutpat</a:t>
            </a:r>
            <a:r>
              <a:rPr lang="en-US" dirty="0"/>
              <a:t>.</a:t>
            </a:r>
          </a:p>
        </p:txBody>
      </p:sp>
    </p:spTree>
    <p:extLst>
      <p:ext uri="{BB962C8B-B14F-4D97-AF65-F5344CB8AC3E}">
        <p14:creationId xmlns:p14="http://schemas.microsoft.com/office/powerpoint/2010/main" val="615650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mage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Picture Placeholder 2"/>
          <p:cNvSpPr>
            <a:spLocks noGrp="1" noChangeAspect="1"/>
          </p:cNvSpPr>
          <p:nvPr>
            <p:ph type="pic" idx="14"/>
          </p:nvPr>
        </p:nvSpPr>
        <p:spPr>
          <a:xfrm>
            <a:off x="0" y="1209124"/>
            <a:ext cx="9144000" cy="3934376"/>
          </a:xfrm>
          <a:blipFill dpi="0" rotWithShape="1">
            <a:blip r:embed="rId3">
              <a:alphaModFix amt="0"/>
            </a:blip>
            <a:srcRect/>
            <a:stretch>
              <a:fillRect/>
            </a:stretch>
          </a:blip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11" name="Text Placeholder 3"/>
          <p:cNvSpPr>
            <a:spLocks noGrp="1"/>
          </p:cNvSpPr>
          <p:nvPr>
            <p:ph type="body" sz="half" idx="15" hasCustomPrompt="1"/>
          </p:nvPr>
        </p:nvSpPr>
        <p:spPr>
          <a:xfrm>
            <a:off x="515294" y="513185"/>
            <a:ext cx="7684078" cy="327313"/>
          </a:xfrm>
        </p:spPr>
        <p:txBody>
          <a:bodyPr>
            <a:normAutofit/>
          </a:bodyPr>
          <a:lstStyle>
            <a:lvl1pPr marL="0" indent="0">
              <a:buNone/>
              <a:defRPr sz="1400" b="1" i="0">
                <a:solidFill>
                  <a:srgbClr val="747678"/>
                </a:solidFill>
                <a:latin typeface="Calibri" charset="0"/>
                <a:ea typeface="Calibri" charset="0"/>
                <a:cs typeface="Calibri"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Subtitle Goes Here Calibri Bold 14 </a:t>
            </a:r>
            <a:r>
              <a:rPr lang="en-US" dirty="0" err="1"/>
              <a:t>pt</a:t>
            </a:r>
            <a:r>
              <a:rPr lang="en-US" dirty="0"/>
              <a:t> </a:t>
            </a:r>
          </a:p>
        </p:txBody>
      </p:sp>
      <p:sp>
        <p:nvSpPr>
          <p:cNvPr id="12" name="Text Placeholder 3"/>
          <p:cNvSpPr>
            <a:spLocks noGrp="1"/>
          </p:cNvSpPr>
          <p:nvPr>
            <p:ph type="body" sz="half" idx="16" hasCustomPrompt="1"/>
          </p:nvPr>
        </p:nvSpPr>
        <p:spPr>
          <a:xfrm>
            <a:off x="515294" y="213626"/>
            <a:ext cx="7684078" cy="299560"/>
          </a:xfrm>
        </p:spPr>
        <p:txBody>
          <a:bodyPr>
            <a:noAutofit/>
          </a:bodyPr>
          <a:lstStyle>
            <a:lvl1pPr marL="0" indent="0">
              <a:buNone/>
              <a:defRPr sz="1800" b="1" i="0">
                <a:solidFill>
                  <a:srgbClr val="4D4D4F"/>
                </a:solidFill>
                <a:latin typeface="Calibri" charset="0"/>
                <a:ea typeface="Calibri" charset="0"/>
                <a:cs typeface="Calibri"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Title Goes Here Calibri Bold 18 </a:t>
            </a:r>
            <a:r>
              <a:rPr lang="en-US" dirty="0" err="1"/>
              <a:t>pt</a:t>
            </a:r>
            <a:endParaRPr lang="en-US" dirty="0"/>
          </a:p>
        </p:txBody>
      </p:sp>
    </p:spTree>
    <p:extLst>
      <p:ext uri="{BB962C8B-B14F-4D97-AF65-F5344CB8AC3E}">
        <p14:creationId xmlns:p14="http://schemas.microsoft.com/office/powerpoint/2010/main" val="18206335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ext and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515295" y="901580"/>
            <a:ext cx="5303614" cy="3670420"/>
          </a:xfrm>
        </p:spPr>
        <p:txBody>
          <a:bodyPr>
            <a:normAutofit/>
          </a:bodyPr>
          <a:lstStyle>
            <a:lvl1pPr marL="0" indent="0">
              <a:buNone/>
              <a:defRPr sz="1200" b="0" i="0">
                <a:solidFill>
                  <a:srgbClr val="4D4D4F"/>
                </a:solidFill>
                <a:latin typeface="Calibri" charset="0"/>
                <a:ea typeface="Calibri" charset="0"/>
                <a:cs typeface="Calibri"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Full content goes here (Calibri regular 12 </a:t>
            </a:r>
            <a:r>
              <a:rPr lang="en-US" dirty="0" err="1"/>
              <a:t>pt</a:t>
            </a:r>
            <a:r>
              <a:rPr lang="en-US" dirty="0"/>
              <a:t>)</a:t>
            </a:r>
          </a:p>
          <a:p>
            <a:pPr lvl="0"/>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euismod</a:t>
            </a:r>
            <a:r>
              <a:rPr lang="en-US" dirty="0"/>
              <a:t> </a:t>
            </a:r>
            <a:r>
              <a:rPr lang="en-US" dirty="0" err="1"/>
              <a:t>tincidunt</a:t>
            </a:r>
            <a:r>
              <a:rPr lang="en-US" dirty="0"/>
              <a:t> </a:t>
            </a:r>
            <a:r>
              <a:rPr lang="en-US" dirty="0" err="1"/>
              <a:t>ut</a:t>
            </a:r>
            <a:r>
              <a:rPr lang="en-US" dirty="0"/>
              <a:t> </a:t>
            </a:r>
            <a:r>
              <a:rPr lang="en-US" dirty="0" err="1"/>
              <a:t>laoreet</a:t>
            </a:r>
            <a:r>
              <a:rPr lang="en-US" dirty="0"/>
              <a:t> </a:t>
            </a:r>
            <a:r>
              <a:rPr lang="en-US" dirty="0" err="1"/>
              <a:t>dolore</a:t>
            </a:r>
            <a:r>
              <a:rPr lang="en-US" dirty="0"/>
              <a:t> magna </a:t>
            </a:r>
            <a:r>
              <a:rPr lang="en-US" dirty="0" err="1"/>
              <a:t>aliquam</a:t>
            </a:r>
            <a:r>
              <a:rPr lang="en-US" dirty="0"/>
              <a:t> </a:t>
            </a:r>
            <a:r>
              <a:rPr lang="en-US" dirty="0" err="1"/>
              <a:t>erat</a:t>
            </a:r>
            <a:r>
              <a:rPr lang="en-US" dirty="0"/>
              <a:t> </a:t>
            </a:r>
            <a:r>
              <a:rPr lang="en-US" dirty="0" err="1"/>
              <a:t>volutpat</a:t>
            </a:r>
            <a:r>
              <a:rPr lang="en-US" dirty="0"/>
              <a:t>. </a:t>
            </a:r>
            <a:r>
              <a:rPr lang="en-US" dirty="0" err="1"/>
              <a:t>Ut</a:t>
            </a:r>
            <a:r>
              <a:rPr lang="en-US" dirty="0"/>
              <a:t> </a:t>
            </a:r>
            <a:r>
              <a:rPr lang="en-US" dirty="0" err="1"/>
              <a:t>wisi</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a:t>
            </a:r>
            <a:r>
              <a:rPr lang="en-US" dirty="0" err="1"/>
              <a:t>exerci</a:t>
            </a:r>
            <a:r>
              <a:rPr lang="en-US" dirty="0"/>
              <a:t> </a:t>
            </a:r>
            <a:r>
              <a:rPr lang="en-US" dirty="0" err="1"/>
              <a:t>tation</a:t>
            </a:r>
            <a:r>
              <a:rPr lang="en-US" dirty="0"/>
              <a:t> </a:t>
            </a:r>
            <a:r>
              <a:rPr lang="en-US" dirty="0" err="1"/>
              <a:t>ullamcorper</a:t>
            </a:r>
            <a:r>
              <a:rPr lang="en-US" dirty="0"/>
              <a:t> </a:t>
            </a:r>
            <a:r>
              <a:rPr lang="en-US" dirty="0" err="1"/>
              <a:t>suscipit</a:t>
            </a:r>
            <a:r>
              <a:rPr lang="en-US" dirty="0"/>
              <a:t> </a:t>
            </a:r>
            <a:r>
              <a:rPr lang="en-US" dirty="0" err="1"/>
              <a:t>lobortis</a:t>
            </a:r>
            <a:r>
              <a:rPr lang="en-US" dirty="0"/>
              <a:t> </a:t>
            </a:r>
            <a:r>
              <a:rPr lang="en-US" dirty="0" err="1"/>
              <a:t>nisl</a:t>
            </a:r>
            <a:r>
              <a:rPr lang="en-US" dirty="0"/>
              <a:t>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a:t>
            </a:r>
            <a:r>
              <a:rPr lang="en-US" dirty="0" err="1"/>
              <a:t>Duis</a:t>
            </a:r>
            <a:r>
              <a:rPr lang="en-US" dirty="0"/>
              <a:t> </a:t>
            </a:r>
            <a:r>
              <a:rPr lang="en-US" dirty="0" err="1"/>
              <a:t>autem</a:t>
            </a:r>
            <a:r>
              <a:rPr lang="en-US" dirty="0"/>
              <a:t> </a:t>
            </a:r>
            <a:r>
              <a:rPr lang="en-US" dirty="0" err="1"/>
              <a:t>vel</a:t>
            </a:r>
            <a:r>
              <a:rPr lang="en-US" dirty="0"/>
              <a:t> </a:t>
            </a:r>
            <a:r>
              <a:rPr lang="en-US" dirty="0" err="1"/>
              <a:t>eum</a:t>
            </a:r>
            <a:r>
              <a:rPr lang="en-US" dirty="0"/>
              <a:t> </a:t>
            </a:r>
            <a:r>
              <a:rPr lang="en-US" dirty="0" err="1"/>
              <a:t>iriure</a:t>
            </a:r>
            <a:r>
              <a:rPr lang="en-US" dirty="0"/>
              <a:t> dolor in </a:t>
            </a:r>
            <a:r>
              <a:rPr lang="en-US" dirty="0" err="1"/>
              <a:t>hendrerit</a:t>
            </a:r>
            <a:r>
              <a:rPr lang="en-US" dirty="0"/>
              <a:t> in </a:t>
            </a:r>
            <a:r>
              <a:rPr lang="en-US" dirty="0" err="1"/>
              <a:t>vulputate</a:t>
            </a:r>
            <a:r>
              <a:rPr lang="en-US" dirty="0"/>
              <a:t> </a:t>
            </a:r>
            <a:r>
              <a:rPr lang="en-US" dirty="0" err="1"/>
              <a:t>velit</a:t>
            </a:r>
            <a:r>
              <a:rPr lang="en-US" dirty="0"/>
              <a:t> </a:t>
            </a:r>
            <a:r>
              <a:rPr lang="en-US" dirty="0" err="1"/>
              <a:t>esse</a:t>
            </a:r>
            <a:r>
              <a:rPr lang="en-US" dirty="0"/>
              <a:t> </a:t>
            </a:r>
            <a:r>
              <a:rPr lang="en-US" dirty="0" err="1"/>
              <a:t>molestie</a:t>
            </a:r>
            <a:r>
              <a:rPr lang="en-US" dirty="0"/>
              <a:t> </a:t>
            </a:r>
            <a:r>
              <a:rPr lang="en-US" dirty="0" err="1"/>
              <a:t>consequat</a:t>
            </a:r>
            <a:r>
              <a:rPr lang="en-US" dirty="0"/>
              <a:t>, </a:t>
            </a:r>
            <a:r>
              <a:rPr lang="en-US" dirty="0" err="1"/>
              <a:t>vel</a:t>
            </a:r>
            <a:r>
              <a:rPr lang="en-US" dirty="0"/>
              <a:t> </a:t>
            </a:r>
            <a:r>
              <a:rPr lang="en-US" dirty="0" err="1"/>
              <a:t>illum</a:t>
            </a:r>
            <a:r>
              <a:rPr lang="en-US" dirty="0"/>
              <a:t> </a:t>
            </a:r>
            <a:r>
              <a:rPr lang="en-US" dirty="0" err="1"/>
              <a:t>dolore</a:t>
            </a:r>
            <a:r>
              <a:rPr lang="en-US" dirty="0"/>
              <a:t> </a:t>
            </a:r>
            <a:r>
              <a:rPr lang="en-US" dirty="0" err="1"/>
              <a:t>eu</a:t>
            </a:r>
            <a:r>
              <a:rPr lang="en-US" dirty="0"/>
              <a:t> </a:t>
            </a:r>
            <a:r>
              <a:rPr lang="en-US" dirty="0" err="1"/>
              <a:t>feugiat</a:t>
            </a:r>
            <a:r>
              <a:rPr lang="en-US" dirty="0"/>
              <a:t> </a:t>
            </a:r>
            <a:r>
              <a:rPr lang="en-US" dirty="0" err="1"/>
              <a:t>nulla</a:t>
            </a:r>
            <a:r>
              <a:rPr lang="en-US" dirty="0"/>
              <a:t> </a:t>
            </a:r>
            <a:r>
              <a:rPr lang="en-US" dirty="0" err="1"/>
              <a:t>facilisis</a:t>
            </a:r>
            <a:r>
              <a:rPr lang="en-US" dirty="0"/>
              <a:t> at </a:t>
            </a:r>
            <a:r>
              <a:rPr lang="en-US" dirty="0" err="1"/>
              <a:t>vero</a:t>
            </a:r>
            <a:r>
              <a:rPr lang="en-US" dirty="0"/>
              <a:t> </a:t>
            </a:r>
            <a:r>
              <a:rPr lang="en-US" dirty="0" err="1"/>
              <a:t>eros</a:t>
            </a:r>
            <a:r>
              <a:rPr lang="en-US" dirty="0"/>
              <a:t> et. </a:t>
            </a:r>
            <a:r>
              <a:rPr lang="en-US" dirty="0" err="1"/>
              <a:t>Ut</a:t>
            </a:r>
            <a:r>
              <a:rPr lang="en-US" dirty="0"/>
              <a:t> </a:t>
            </a:r>
            <a:r>
              <a:rPr lang="en-US" dirty="0" err="1"/>
              <a:t>wisi</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a:t>
            </a:r>
            <a:r>
              <a:rPr lang="en-US" dirty="0" err="1"/>
              <a:t>exerci</a:t>
            </a:r>
            <a:r>
              <a:rPr lang="en-US" dirty="0"/>
              <a:t> </a:t>
            </a:r>
            <a:r>
              <a:rPr lang="en-US" dirty="0" err="1"/>
              <a:t>tation</a:t>
            </a:r>
            <a:r>
              <a:rPr lang="en-US" dirty="0"/>
              <a:t> </a:t>
            </a:r>
            <a:r>
              <a:rPr lang="en-US" dirty="0" err="1"/>
              <a:t>ullamcorper</a:t>
            </a:r>
            <a:r>
              <a:rPr lang="en-US" dirty="0"/>
              <a:t> </a:t>
            </a:r>
            <a:r>
              <a:rPr lang="en-US" dirty="0" err="1"/>
              <a:t>suscipit</a:t>
            </a:r>
            <a:r>
              <a:rPr lang="en-US" dirty="0"/>
              <a:t> </a:t>
            </a:r>
            <a:r>
              <a:rPr lang="en-US" dirty="0" err="1"/>
              <a:t>lobortis</a:t>
            </a:r>
            <a:r>
              <a:rPr lang="en-US" dirty="0"/>
              <a:t> </a:t>
            </a:r>
            <a:r>
              <a:rPr lang="en-US" dirty="0" err="1"/>
              <a:t>nisl</a:t>
            </a:r>
            <a:r>
              <a:rPr lang="en-US" dirty="0"/>
              <a:t>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a:t>
            </a:r>
            <a:r>
              <a:rPr lang="en-US" dirty="0" err="1"/>
              <a:t>Duis</a:t>
            </a:r>
            <a:r>
              <a:rPr lang="en-US" dirty="0"/>
              <a:t> </a:t>
            </a:r>
            <a:r>
              <a:rPr lang="en-US" dirty="0" err="1"/>
              <a:t>autem</a:t>
            </a:r>
            <a:r>
              <a:rPr lang="en-US" dirty="0"/>
              <a:t> </a:t>
            </a:r>
            <a:r>
              <a:rPr lang="en-US" dirty="0" err="1"/>
              <a:t>vel</a:t>
            </a:r>
            <a:r>
              <a:rPr lang="en-US" dirty="0"/>
              <a:t> </a:t>
            </a:r>
            <a:r>
              <a:rPr lang="en-US" dirty="0" err="1"/>
              <a:t>eum</a:t>
            </a:r>
            <a:r>
              <a:rPr lang="en-US" dirty="0"/>
              <a:t> </a:t>
            </a:r>
            <a:r>
              <a:rPr lang="en-US" dirty="0" err="1"/>
              <a:t>iriure</a:t>
            </a:r>
            <a:r>
              <a:rPr lang="en-US" dirty="0"/>
              <a:t> dolor in </a:t>
            </a:r>
            <a:r>
              <a:rPr lang="en-US" dirty="0" err="1"/>
              <a:t>hendrerit</a:t>
            </a:r>
            <a:r>
              <a:rPr lang="en-US" dirty="0"/>
              <a:t> in </a:t>
            </a:r>
            <a:r>
              <a:rPr lang="en-US" dirty="0" err="1"/>
              <a:t>vulputate</a:t>
            </a:r>
            <a:r>
              <a:rPr lang="en-US" dirty="0"/>
              <a:t> </a:t>
            </a:r>
            <a:r>
              <a:rPr lang="en-US" dirty="0" err="1"/>
              <a:t>velit</a:t>
            </a:r>
            <a:r>
              <a:rPr lang="en-US" dirty="0"/>
              <a:t> </a:t>
            </a:r>
            <a:r>
              <a:rPr lang="en-US" dirty="0" err="1"/>
              <a:t>esse</a:t>
            </a:r>
            <a:r>
              <a:rPr lang="en-US" dirty="0"/>
              <a:t> </a:t>
            </a:r>
            <a:r>
              <a:rPr lang="en-US" dirty="0" err="1"/>
              <a:t>molestie</a:t>
            </a:r>
            <a:r>
              <a:rPr lang="en-US" dirty="0"/>
              <a:t> </a:t>
            </a:r>
            <a:r>
              <a:rPr lang="en-US" dirty="0" err="1"/>
              <a:t>cnim</a:t>
            </a:r>
            <a:r>
              <a:rPr lang="en-US" dirty="0"/>
              <a:t> ad minim </a:t>
            </a:r>
            <a:r>
              <a:rPr lang="en-US" dirty="0" err="1"/>
              <a:t>veniam</a:t>
            </a:r>
            <a:r>
              <a:rPr lang="en-US" dirty="0"/>
              <a:t> </a:t>
            </a:r>
            <a:r>
              <a:rPr lang="en-US" dirty="0" err="1"/>
              <a:t>Ut</a:t>
            </a:r>
            <a:r>
              <a:rPr lang="en-US" dirty="0"/>
              <a:t> </a:t>
            </a:r>
            <a:r>
              <a:rPr lang="en-US" dirty="0" err="1"/>
              <a:t>wisi</a:t>
            </a:r>
            <a:r>
              <a:rPr lang="en-US" dirty="0"/>
              <a:t> </a:t>
            </a:r>
            <a:r>
              <a:rPr lang="en-US" dirty="0" err="1"/>
              <a:t>enim</a:t>
            </a:r>
            <a:r>
              <a:rPr lang="en-US" dirty="0"/>
              <a:t> ad minim </a:t>
            </a:r>
            <a:r>
              <a:rPr lang="en-US" dirty="0" err="1"/>
              <a:t>veniam</a:t>
            </a:r>
            <a:r>
              <a:rPr lang="en-US" dirty="0"/>
              <a:t>, </a:t>
            </a:r>
            <a:r>
              <a:rPr lang="en-US" dirty="0" err="1"/>
              <a:t>ut</a:t>
            </a:r>
            <a:r>
              <a:rPr lang="en-US" dirty="0"/>
              <a:t> </a:t>
            </a:r>
            <a:r>
              <a:rPr lang="en-US" dirty="0" err="1"/>
              <a:t>aliquip</a:t>
            </a:r>
            <a:r>
              <a:rPr lang="en-US" dirty="0"/>
              <a:t> ex.</a:t>
            </a:r>
          </a:p>
          <a:p>
            <a:pPr lvl="0"/>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a:t>
            </a:r>
            <a:r>
              <a:rPr lang="en-US" dirty="0" err="1"/>
              <a:t>Duis</a:t>
            </a:r>
            <a:r>
              <a:rPr lang="en-US" dirty="0"/>
              <a:t> </a:t>
            </a:r>
            <a:r>
              <a:rPr lang="en-US" dirty="0" err="1"/>
              <a:t>autem</a:t>
            </a:r>
            <a:r>
              <a:rPr lang="en-US" dirty="0"/>
              <a:t> </a:t>
            </a:r>
            <a:r>
              <a:rPr lang="en-US" dirty="0" err="1"/>
              <a:t>vel</a:t>
            </a:r>
            <a:r>
              <a:rPr lang="en-US" dirty="0"/>
              <a:t> </a:t>
            </a:r>
            <a:r>
              <a:rPr lang="en-US" dirty="0" err="1"/>
              <a:t>eum</a:t>
            </a:r>
            <a:r>
              <a:rPr lang="en-US" dirty="0"/>
              <a:t> </a:t>
            </a:r>
            <a:r>
              <a:rPr lang="en-US" dirty="0" err="1"/>
              <a:t>iriure</a:t>
            </a:r>
            <a:r>
              <a:rPr lang="en-US" dirty="0"/>
              <a:t> dolor in </a:t>
            </a:r>
            <a:r>
              <a:rPr lang="en-US" dirty="0" err="1"/>
              <a:t>hendrerit</a:t>
            </a:r>
            <a:r>
              <a:rPr lang="en-US" dirty="0"/>
              <a:t> in </a:t>
            </a:r>
            <a:r>
              <a:rPr lang="en-US" dirty="0" err="1"/>
              <a:t>vulputate</a:t>
            </a:r>
            <a:r>
              <a:rPr lang="en-US" dirty="0"/>
              <a:t> </a:t>
            </a:r>
            <a:r>
              <a:rPr lang="en-US" dirty="0" err="1"/>
              <a:t>velit</a:t>
            </a:r>
            <a:r>
              <a:rPr lang="en-US" dirty="0"/>
              <a:t> </a:t>
            </a:r>
            <a:r>
              <a:rPr lang="en-US" dirty="0" err="1"/>
              <a:t>esse</a:t>
            </a:r>
            <a:r>
              <a:rPr lang="en-US" dirty="0"/>
              <a:t> </a:t>
            </a:r>
            <a:r>
              <a:rPr lang="en-US" dirty="0" err="1"/>
              <a:t>molestie</a:t>
            </a:r>
            <a:r>
              <a:rPr lang="en-US" dirty="0"/>
              <a:t> </a:t>
            </a:r>
            <a:r>
              <a:rPr lang="en-US" dirty="0" err="1"/>
              <a:t>cnim</a:t>
            </a:r>
            <a:r>
              <a:rPr lang="en-US" dirty="0"/>
              <a:t> ad minim </a:t>
            </a:r>
            <a:r>
              <a:rPr lang="en-US" dirty="0" err="1"/>
              <a:t>veniam</a:t>
            </a:r>
            <a:r>
              <a:rPr lang="en-US" dirty="0"/>
              <a:t> </a:t>
            </a:r>
            <a:r>
              <a:rPr lang="en-US" dirty="0" err="1"/>
              <a:t>Ut</a:t>
            </a:r>
            <a:r>
              <a:rPr lang="en-US" dirty="0"/>
              <a:t> </a:t>
            </a:r>
            <a:r>
              <a:rPr lang="en-US" dirty="0" err="1"/>
              <a:t>wisi</a:t>
            </a:r>
            <a:r>
              <a:rPr lang="en-US" dirty="0"/>
              <a:t> </a:t>
            </a:r>
            <a:r>
              <a:rPr lang="en-US" dirty="0" err="1"/>
              <a:t>enim</a:t>
            </a:r>
            <a:r>
              <a:rPr lang="en-US" dirty="0"/>
              <a:t> ad minim </a:t>
            </a:r>
            <a:r>
              <a:rPr lang="en-US" dirty="0" err="1"/>
              <a:t>veniam</a:t>
            </a:r>
            <a:r>
              <a:rPr lang="en-US" dirty="0"/>
              <a:t>, </a:t>
            </a:r>
            <a:r>
              <a:rPr lang="en-US" dirty="0" err="1"/>
              <a:t>ut</a:t>
            </a:r>
            <a:r>
              <a:rPr lang="en-US" dirty="0"/>
              <a:t> </a:t>
            </a:r>
            <a:r>
              <a:rPr lang="en-US" dirty="0" err="1"/>
              <a:t>aliquip</a:t>
            </a:r>
            <a:r>
              <a:rPr lang="en-US" dirty="0"/>
              <a:t> ex.</a:t>
            </a:r>
          </a:p>
          <a:p>
            <a:pPr lvl="0"/>
            <a:r>
              <a:rPr lang="en-US" dirty="0" err="1"/>
              <a:t>Exerci</a:t>
            </a:r>
            <a:r>
              <a:rPr lang="en-US" dirty="0"/>
              <a:t> </a:t>
            </a:r>
            <a:r>
              <a:rPr lang="en-US" dirty="0" err="1"/>
              <a:t>tation</a:t>
            </a:r>
            <a:r>
              <a:rPr lang="en-US" dirty="0"/>
              <a:t> </a:t>
            </a:r>
            <a:r>
              <a:rPr lang="en-US" dirty="0" err="1"/>
              <a:t>ullamcorper</a:t>
            </a:r>
            <a:r>
              <a:rPr lang="en-US" dirty="0"/>
              <a:t> </a:t>
            </a:r>
            <a:r>
              <a:rPr lang="en-US" dirty="0" err="1"/>
              <a:t>suscipit</a:t>
            </a:r>
            <a:r>
              <a:rPr lang="en-US" dirty="0"/>
              <a:t> </a:t>
            </a:r>
            <a:r>
              <a:rPr lang="en-US" dirty="0" err="1"/>
              <a:t>lobortis</a:t>
            </a:r>
            <a:r>
              <a:rPr lang="en-US" dirty="0"/>
              <a:t> </a:t>
            </a:r>
            <a:r>
              <a:rPr lang="en-US" dirty="0" err="1"/>
              <a:t>nisl</a:t>
            </a:r>
            <a:r>
              <a:rPr lang="en-US" dirty="0"/>
              <a:t>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a:t>
            </a:r>
            <a:r>
              <a:rPr lang="en-US" dirty="0" err="1"/>
              <a:t>Duis</a:t>
            </a:r>
            <a:r>
              <a:rPr lang="en-US" dirty="0"/>
              <a:t> </a:t>
            </a:r>
            <a:r>
              <a:rPr lang="en-US" dirty="0" err="1"/>
              <a:t>autem</a:t>
            </a:r>
            <a:r>
              <a:rPr lang="en-US" dirty="0"/>
              <a:t> </a:t>
            </a:r>
            <a:r>
              <a:rPr lang="en-US" dirty="0" err="1"/>
              <a:t>vel</a:t>
            </a:r>
            <a:r>
              <a:rPr lang="en-US" dirty="0"/>
              <a:t> </a:t>
            </a:r>
            <a:r>
              <a:rPr lang="en-US" dirty="0" err="1"/>
              <a:t>eum</a:t>
            </a:r>
            <a:r>
              <a:rPr lang="en-US" dirty="0"/>
              <a:t> </a:t>
            </a:r>
            <a:r>
              <a:rPr lang="en-US" dirty="0" err="1"/>
              <a:t>iriure</a:t>
            </a:r>
            <a:r>
              <a:rPr lang="en-US" dirty="0"/>
              <a:t> dolor in </a:t>
            </a:r>
            <a:r>
              <a:rPr lang="en-US" dirty="0" err="1"/>
              <a:t>hendrerit</a:t>
            </a:r>
            <a:r>
              <a:rPr lang="en-US" dirty="0"/>
              <a:t> in </a:t>
            </a:r>
            <a:r>
              <a:rPr lang="en-US" dirty="0" err="1"/>
              <a:t>vulputate</a:t>
            </a:r>
            <a:r>
              <a:rPr lang="en-US" dirty="0"/>
              <a:t> </a:t>
            </a:r>
            <a:r>
              <a:rPr lang="en-US" dirty="0" err="1"/>
              <a:t>velit</a:t>
            </a:r>
            <a:r>
              <a:rPr lang="en-US" dirty="0"/>
              <a:t> </a:t>
            </a:r>
            <a:r>
              <a:rPr lang="en-US" dirty="0" err="1"/>
              <a:t>esse</a:t>
            </a:r>
            <a:r>
              <a:rPr lang="en-US" dirty="0"/>
              <a:t> </a:t>
            </a:r>
            <a:r>
              <a:rPr lang="en-US" dirty="0" err="1"/>
              <a:t>molestie</a:t>
            </a:r>
            <a:r>
              <a:rPr lang="en-US" dirty="0"/>
              <a:t> </a:t>
            </a:r>
            <a:r>
              <a:rPr lang="en-US" dirty="0" err="1"/>
              <a:t>cnim</a:t>
            </a:r>
            <a:r>
              <a:rPr lang="en-US" dirty="0"/>
              <a:t> ad minim </a:t>
            </a:r>
            <a:r>
              <a:rPr lang="en-US" dirty="0" err="1"/>
              <a:t>veniam</a:t>
            </a:r>
            <a:r>
              <a:rPr lang="en-US" dirty="0"/>
              <a:t> </a:t>
            </a:r>
            <a:r>
              <a:rPr lang="en-US" dirty="0" err="1"/>
              <a:t>Ut</a:t>
            </a:r>
            <a:r>
              <a:rPr lang="en-US" dirty="0"/>
              <a:t> </a:t>
            </a:r>
            <a:r>
              <a:rPr lang="en-US" dirty="0" err="1"/>
              <a:t>wisi</a:t>
            </a:r>
            <a:r>
              <a:rPr lang="en-US" dirty="0"/>
              <a:t> </a:t>
            </a:r>
            <a:r>
              <a:rPr lang="en-US" dirty="0" err="1"/>
              <a:t>enim</a:t>
            </a:r>
            <a:r>
              <a:rPr lang="en-US" dirty="0"/>
              <a:t> ad minim </a:t>
            </a:r>
            <a:r>
              <a:rPr lang="en-US" dirty="0" err="1"/>
              <a:t>veniam</a:t>
            </a:r>
            <a:r>
              <a:rPr lang="en-US" dirty="0"/>
              <a:t>, </a:t>
            </a:r>
            <a:r>
              <a:rPr lang="en-US" dirty="0" err="1"/>
              <a:t>ut</a:t>
            </a:r>
            <a:r>
              <a:rPr lang="en-US" dirty="0"/>
              <a:t> </a:t>
            </a:r>
            <a:r>
              <a:rPr lang="en-US" dirty="0" err="1"/>
              <a:t>aliquip</a:t>
            </a:r>
            <a:r>
              <a:rPr lang="en-US" dirty="0"/>
              <a:t> ex.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a:t>
            </a:r>
            <a:r>
              <a:rPr lang="en-US" dirty="0" err="1"/>
              <a:t>Duis</a:t>
            </a:r>
            <a:r>
              <a:rPr lang="en-US" dirty="0"/>
              <a:t> </a:t>
            </a:r>
            <a:r>
              <a:rPr lang="en-US" dirty="0" err="1"/>
              <a:t>autem</a:t>
            </a:r>
            <a:r>
              <a:rPr lang="en-US" dirty="0"/>
              <a:t> </a:t>
            </a:r>
            <a:r>
              <a:rPr lang="en-US" dirty="0" err="1"/>
              <a:t>vel</a:t>
            </a:r>
            <a:r>
              <a:rPr lang="en-US" dirty="0"/>
              <a:t> </a:t>
            </a:r>
            <a:r>
              <a:rPr lang="en-US" dirty="0" err="1"/>
              <a:t>eum</a:t>
            </a:r>
            <a:r>
              <a:rPr lang="en-US" dirty="0"/>
              <a:t> </a:t>
            </a:r>
            <a:r>
              <a:rPr lang="en-US" dirty="0" err="1"/>
              <a:t>iriure</a:t>
            </a:r>
            <a:r>
              <a:rPr lang="en-US" dirty="0"/>
              <a:t> dolor in </a:t>
            </a:r>
            <a:r>
              <a:rPr lang="en-US" dirty="0" err="1"/>
              <a:t>hendrerit</a:t>
            </a:r>
            <a:r>
              <a:rPr lang="en-US" dirty="0"/>
              <a:t> in </a:t>
            </a:r>
            <a:r>
              <a:rPr lang="en-US" dirty="0" err="1"/>
              <a:t>vulputate</a:t>
            </a:r>
            <a:r>
              <a:rPr lang="en-US" dirty="0"/>
              <a:t> </a:t>
            </a:r>
            <a:r>
              <a:rPr lang="en-US" dirty="0" err="1"/>
              <a:t>velit</a:t>
            </a:r>
            <a:r>
              <a:rPr lang="en-US" dirty="0"/>
              <a:t> </a:t>
            </a:r>
            <a:r>
              <a:rPr lang="en-US" dirty="0" err="1"/>
              <a:t>esse</a:t>
            </a:r>
            <a:r>
              <a:rPr lang="en-US" dirty="0"/>
              <a:t> </a:t>
            </a:r>
            <a:r>
              <a:rPr lang="en-US" dirty="0" err="1"/>
              <a:t>molestie</a:t>
            </a:r>
            <a:r>
              <a:rPr lang="en-US" dirty="0"/>
              <a:t> </a:t>
            </a:r>
            <a:r>
              <a:rPr lang="en-US" dirty="0" err="1"/>
              <a:t>wisi</a:t>
            </a:r>
            <a:r>
              <a:rPr lang="en-US" dirty="0"/>
              <a:t> </a:t>
            </a:r>
            <a:r>
              <a:rPr lang="en-US" dirty="0" err="1"/>
              <a:t>enim</a:t>
            </a:r>
            <a:r>
              <a:rPr lang="en-US" dirty="0"/>
              <a:t> ad minim. </a:t>
            </a:r>
            <a:r>
              <a:rPr lang="en-US" dirty="0" err="1"/>
              <a:t>Enim</a:t>
            </a:r>
            <a:r>
              <a:rPr lang="en-US" dirty="0"/>
              <a:t> ad minim </a:t>
            </a:r>
            <a:r>
              <a:rPr lang="en-US" dirty="0" err="1"/>
              <a:t>veniam</a:t>
            </a:r>
            <a:r>
              <a:rPr lang="en-US" dirty="0"/>
              <a:t> </a:t>
            </a:r>
            <a:r>
              <a:rPr lang="en-US" dirty="0" err="1"/>
              <a:t>Ut</a:t>
            </a:r>
            <a:r>
              <a:rPr lang="en-US" dirty="0"/>
              <a:t> </a:t>
            </a:r>
            <a:r>
              <a:rPr lang="en-US" dirty="0" err="1"/>
              <a:t>wisi</a:t>
            </a:r>
            <a:r>
              <a:rPr lang="en-US" dirty="0"/>
              <a:t> </a:t>
            </a:r>
            <a:r>
              <a:rPr lang="en-US" dirty="0" err="1"/>
              <a:t>enim</a:t>
            </a:r>
            <a:r>
              <a:rPr lang="en-US" dirty="0"/>
              <a:t> ad minim </a:t>
            </a:r>
            <a:r>
              <a:rPr lang="en-US" dirty="0" err="1"/>
              <a:t>veniam</a:t>
            </a:r>
            <a:r>
              <a:rPr lang="en-US" dirty="0"/>
              <a:t>, </a:t>
            </a:r>
            <a:r>
              <a:rPr lang="en-US" dirty="0" err="1"/>
              <a:t>ut</a:t>
            </a:r>
            <a:r>
              <a:rPr lang="en-US" dirty="0"/>
              <a:t> </a:t>
            </a:r>
            <a:r>
              <a:rPr lang="en-US" dirty="0" err="1"/>
              <a:t>aliquip</a:t>
            </a:r>
            <a:r>
              <a:rPr lang="en-US" dirty="0"/>
              <a:t> ex.</a:t>
            </a:r>
          </a:p>
        </p:txBody>
      </p:sp>
      <p:sp>
        <p:nvSpPr>
          <p:cNvPr id="6" name="Slide Number Placeholder 5"/>
          <p:cNvSpPr>
            <a:spLocks noGrp="1"/>
          </p:cNvSpPr>
          <p:nvPr>
            <p:ph type="sldNum" sz="quarter" idx="12"/>
          </p:nvPr>
        </p:nvSpPr>
        <p:spPr>
          <a:xfrm>
            <a:off x="6881143" y="4714363"/>
            <a:ext cx="2057400" cy="274637"/>
          </a:xfrm>
        </p:spPr>
        <p:txBody>
          <a:bodyPr/>
          <a:lstStyle>
            <a:lvl1pPr>
              <a:defRPr sz="600" b="0" i="0">
                <a:solidFill>
                  <a:srgbClr val="4D4D4F"/>
                </a:solidFill>
                <a:latin typeface="Calibri" charset="0"/>
                <a:ea typeface="Calibri" charset="0"/>
                <a:cs typeface="Calibri" charset="0"/>
              </a:defRPr>
            </a:lvl1pPr>
          </a:lstStyle>
          <a:p>
            <a:fld id="{A9F82C8E-865A-2440-AB2D-36CAA05B882C}" type="slidenum">
              <a:rPr lang="en-US" smtClean="0"/>
              <a:pPr/>
              <a:t>‹#›</a:t>
            </a:fld>
            <a:endParaRPr lang="en-US" dirty="0"/>
          </a:p>
        </p:txBody>
      </p:sp>
      <p:sp>
        <p:nvSpPr>
          <p:cNvPr id="8" name="Picture Placeholder 2"/>
          <p:cNvSpPr>
            <a:spLocks noGrp="1"/>
          </p:cNvSpPr>
          <p:nvPr>
            <p:ph type="pic" idx="13"/>
          </p:nvPr>
        </p:nvSpPr>
        <p:spPr>
          <a:xfrm>
            <a:off x="6196760" y="1110883"/>
            <a:ext cx="2584504" cy="3461117"/>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12" name="Text Placeholder 3"/>
          <p:cNvSpPr>
            <a:spLocks noGrp="1"/>
          </p:cNvSpPr>
          <p:nvPr>
            <p:ph type="body" sz="half" idx="15" hasCustomPrompt="1"/>
          </p:nvPr>
        </p:nvSpPr>
        <p:spPr>
          <a:xfrm>
            <a:off x="515294" y="520742"/>
            <a:ext cx="7684078" cy="327313"/>
          </a:xfrm>
        </p:spPr>
        <p:txBody>
          <a:bodyPr>
            <a:normAutofit/>
          </a:bodyPr>
          <a:lstStyle>
            <a:lvl1pPr marL="0" indent="0">
              <a:buNone/>
              <a:defRPr sz="1400" b="1" i="0">
                <a:solidFill>
                  <a:srgbClr val="747678"/>
                </a:solidFill>
                <a:latin typeface="Calibri" charset="0"/>
                <a:ea typeface="Calibri" charset="0"/>
                <a:cs typeface="Calibri"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Subtitle Goes Here Calibri Bold 14 </a:t>
            </a:r>
            <a:r>
              <a:rPr lang="en-US" dirty="0" err="1"/>
              <a:t>pt</a:t>
            </a:r>
            <a:r>
              <a:rPr lang="en-US" dirty="0"/>
              <a:t> </a:t>
            </a:r>
          </a:p>
        </p:txBody>
      </p:sp>
      <p:sp>
        <p:nvSpPr>
          <p:cNvPr id="13" name="Text Placeholder 3"/>
          <p:cNvSpPr>
            <a:spLocks noGrp="1"/>
          </p:cNvSpPr>
          <p:nvPr>
            <p:ph type="body" sz="half" idx="16" hasCustomPrompt="1"/>
          </p:nvPr>
        </p:nvSpPr>
        <p:spPr>
          <a:xfrm>
            <a:off x="515294" y="221183"/>
            <a:ext cx="7684078" cy="299560"/>
          </a:xfrm>
        </p:spPr>
        <p:txBody>
          <a:bodyPr>
            <a:noAutofit/>
          </a:bodyPr>
          <a:lstStyle>
            <a:lvl1pPr marL="0" indent="0">
              <a:buNone/>
              <a:defRPr sz="1800" b="1" i="0">
                <a:solidFill>
                  <a:srgbClr val="4D4D4F"/>
                </a:solidFill>
                <a:latin typeface="Calibri" charset="0"/>
                <a:ea typeface="Calibri" charset="0"/>
                <a:cs typeface="Calibri"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Title Goes Here Calibri Bold 18 </a:t>
            </a:r>
            <a:r>
              <a:rPr lang="en-US" dirty="0" err="1"/>
              <a:t>pt</a:t>
            </a:r>
            <a:endParaRPr lang="en-US" dirty="0"/>
          </a:p>
        </p:txBody>
      </p:sp>
    </p:spTree>
    <p:extLst>
      <p:ext uri="{BB962C8B-B14F-4D97-AF65-F5344CB8AC3E}">
        <p14:creationId xmlns:p14="http://schemas.microsoft.com/office/powerpoint/2010/main" val="178343844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ext and Pie Char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ext Placeholder 4"/>
          <p:cNvSpPr>
            <a:spLocks noGrp="1"/>
          </p:cNvSpPr>
          <p:nvPr>
            <p:ph type="body" sz="quarter" idx="3" hasCustomPrompt="1"/>
          </p:nvPr>
        </p:nvSpPr>
        <p:spPr>
          <a:xfrm>
            <a:off x="5268663" y="3661077"/>
            <a:ext cx="2930708" cy="844224"/>
          </a:xfrm>
        </p:spPr>
        <p:txBody>
          <a:bodyPr anchor="b">
            <a:noAutofit/>
          </a:bodyPr>
          <a:lstStyle>
            <a:lvl1pPr marL="0" indent="0">
              <a:buNone/>
              <a:defRPr sz="1000" b="0" i="0">
                <a:solidFill>
                  <a:srgbClr val="4D4D4F"/>
                </a:solidFill>
                <a:latin typeface="Calibri" charset="0"/>
                <a:ea typeface="Calibri" charset="0"/>
                <a:cs typeface="Calibri"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euismod</a:t>
            </a:r>
            <a:r>
              <a:rPr lang="en-US" dirty="0"/>
              <a:t> </a:t>
            </a:r>
            <a:r>
              <a:rPr lang="en-US" dirty="0" err="1"/>
              <a:t>tincidunt</a:t>
            </a:r>
            <a:r>
              <a:rPr lang="en-US" dirty="0"/>
              <a:t> </a:t>
            </a:r>
            <a:r>
              <a:rPr lang="en-US" dirty="0" err="1"/>
              <a:t>ut</a:t>
            </a:r>
            <a:r>
              <a:rPr lang="en-US" dirty="0"/>
              <a:t> </a:t>
            </a:r>
            <a:r>
              <a:rPr lang="en-US" dirty="0" err="1"/>
              <a:t>laoreet</a:t>
            </a:r>
            <a:r>
              <a:rPr lang="en-US" dirty="0"/>
              <a:t> </a:t>
            </a:r>
            <a:r>
              <a:rPr lang="en-US" dirty="0" err="1"/>
              <a:t>dolore</a:t>
            </a:r>
            <a:r>
              <a:rPr lang="en-US" dirty="0"/>
              <a:t> magna </a:t>
            </a:r>
            <a:r>
              <a:rPr lang="en-US" dirty="0" err="1"/>
              <a:t>aliquam</a:t>
            </a:r>
            <a:r>
              <a:rPr lang="en-US" dirty="0"/>
              <a:t> </a:t>
            </a:r>
            <a:r>
              <a:rPr lang="en-US" dirty="0" err="1"/>
              <a:t>erat</a:t>
            </a:r>
            <a:r>
              <a:rPr lang="en-US" dirty="0"/>
              <a:t> </a:t>
            </a:r>
            <a:r>
              <a:rPr lang="en-US" dirty="0" err="1"/>
              <a:t>volutpat</a:t>
            </a:r>
            <a:r>
              <a:rPr lang="en-US" dirty="0"/>
              <a:t>. </a:t>
            </a:r>
            <a:r>
              <a:rPr lang="en-US" dirty="0" err="1"/>
              <a:t>Ut</a:t>
            </a:r>
            <a:r>
              <a:rPr lang="en-US" dirty="0"/>
              <a:t> </a:t>
            </a:r>
            <a:r>
              <a:rPr lang="en-US" dirty="0" err="1"/>
              <a:t>wisi</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a:t>
            </a:r>
            <a:r>
              <a:rPr lang="en-US" dirty="0" err="1"/>
              <a:t>exerci</a:t>
            </a:r>
            <a:r>
              <a:rPr lang="en-US" dirty="0"/>
              <a:t> </a:t>
            </a:r>
            <a:r>
              <a:rPr lang="en-US" dirty="0" err="1"/>
              <a:t>tation</a:t>
            </a:r>
            <a:r>
              <a:rPr lang="en-US" dirty="0"/>
              <a:t> </a:t>
            </a:r>
            <a:r>
              <a:rPr lang="en-US" dirty="0" err="1"/>
              <a:t>ullamcorper</a:t>
            </a:r>
            <a:r>
              <a:rPr lang="en-US" dirty="0"/>
              <a:t> </a:t>
            </a:r>
            <a:r>
              <a:rPr lang="en-US" dirty="0" err="1"/>
              <a:t>suscipit</a:t>
            </a:r>
            <a:r>
              <a:rPr lang="en-US" dirty="0"/>
              <a:t> </a:t>
            </a:r>
            <a:r>
              <a:rPr lang="en-US" dirty="0" err="1"/>
              <a:t>lobortis</a:t>
            </a:r>
            <a:r>
              <a:rPr lang="en-US" dirty="0"/>
              <a:t> </a:t>
            </a:r>
            <a:r>
              <a:rPr lang="en-US" dirty="0" err="1"/>
              <a:t>nisl</a:t>
            </a:r>
            <a:r>
              <a:rPr lang="en-US" dirty="0"/>
              <a:t>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a:t>
            </a:r>
            <a:r>
              <a:rPr lang="en-US" dirty="0" err="1"/>
              <a:t>Duis</a:t>
            </a:r>
            <a:r>
              <a:rPr lang="en-US" dirty="0"/>
              <a:t> </a:t>
            </a:r>
            <a:r>
              <a:rPr lang="en-US" dirty="0" err="1"/>
              <a:t>autem</a:t>
            </a:r>
            <a:r>
              <a:rPr lang="en-US" dirty="0"/>
              <a:t> </a:t>
            </a:r>
            <a:r>
              <a:rPr lang="en-US" dirty="0" err="1"/>
              <a:t>vel</a:t>
            </a:r>
            <a:r>
              <a:rPr lang="en-US" dirty="0"/>
              <a:t> </a:t>
            </a:r>
            <a:r>
              <a:rPr lang="en-US" dirty="0" err="1"/>
              <a:t>eum</a:t>
            </a:r>
            <a:r>
              <a:rPr lang="en-US" dirty="0"/>
              <a:t> </a:t>
            </a:r>
            <a:r>
              <a:rPr lang="en-US" dirty="0" err="1"/>
              <a:t>iriure</a:t>
            </a:r>
            <a:r>
              <a:rPr lang="en-US" dirty="0"/>
              <a:t> dolor in </a:t>
            </a:r>
            <a:r>
              <a:rPr lang="en-US" dirty="0" err="1"/>
              <a:t>hendrerit</a:t>
            </a:r>
            <a:r>
              <a:rPr lang="en-US" dirty="0"/>
              <a:t>.</a:t>
            </a:r>
          </a:p>
        </p:txBody>
      </p:sp>
      <p:sp>
        <p:nvSpPr>
          <p:cNvPr id="9" name="Slide Number Placeholder 8"/>
          <p:cNvSpPr>
            <a:spLocks noGrp="1"/>
          </p:cNvSpPr>
          <p:nvPr>
            <p:ph type="sldNum" sz="quarter" idx="12"/>
          </p:nvPr>
        </p:nvSpPr>
        <p:spPr>
          <a:xfrm>
            <a:off x="6881143" y="4714363"/>
            <a:ext cx="2057400" cy="274637"/>
          </a:xfrm>
        </p:spPr>
        <p:txBody>
          <a:bodyPr/>
          <a:lstStyle>
            <a:lvl1pPr>
              <a:defRPr sz="600" b="0" i="0">
                <a:solidFill>
                  <a:srgbClr val="4D4D4F"/>
                </a:solidFill>
                <a:latin typeface="Calibri" charset="0"/>
                <a:ea typeface="Calibri" charset="0"/>
                <a:cs typeface="Calibri" charset="0"/>
              </a:defRPr>
            </a:lvl1pPr>
          </a:lstStyle>
          <a:p>
            <a:fld id="{A9F82C8E-865A-2440-AB2D-36CAA05B882C}" type="slidenum">
              <a:rPr lang="en-US" smtClean="0"/>
              <a:pPr/>
              <a:t>‹#›</a:t>
            </a:fld>
            <a:endParaRPr lang="en-US" dirty="0"/>
          </a:p>
        </p:txBody>
      </p:sp>
      <p:sp>
        <p:nvSpPr>
          <p:cNvPr id="15" name="Text Placeholder 2"/>
          <p:cNvSpPr>
            <a:spLocks noGrp="1"/>
          </p:cNvSpPr>
          <p:nvPr>
            <p:ph type="body" idx="1" hasCustomPrompt="1"/>
          </p:nvPr>
        </p:nvSpPr>
        <p:spPr>
          <a:xfrm>
            <a:off x="515294" y="901580"/>
            <a:ext cx="7684077" cy="1380641"/>
          </a:xfrm>
        </p:spPr>
        <p:txBody>
          <a:bodyPr>
            <a:normAutofit/>
          </a:bodyPr>
          <a:lstStyle>
            <a:lvl1pPr marL="0" indent="0">
              <a:buNone/>
              <a:defRPr sz="1200" b="0" i="0">
                <a:solidFill>
                  <a:srgbClr val="4D4D4F"/>
                </a:solidFill>
                <a:latin typeface="Calibri" charset="0"/>
                <a:ea typeface="Calibri" charset="0"/>
                <a:cs typeface="Calibri"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Full content goes here (Calibri regular 12 </a:t>
            </a:r>
            <a:r>
              <a:rPr lang="en-US" dirty="0" err="1"/>
              <a:t>pt</a:t>
            </a:r>
            <a:r>
              <a:rPr lang="en-US" dirty="0"/>
              <a:t>)</a:t>
            </a:r>
          </a:p>
          <a:p>
            <a:pPr lvl="0"/>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euismod</a:t>
            </a:r>
            <a:r>
              <a:rPr lang="en-US" dirty="0"/>
              <a:t> </a:t>
            </a:r>
            <a:r>
              <a:rPr lang="en-US" dirty="0" err="1"/>
              <a:t>tincidunt</a:t>
            </a:r>
            <a:r>
              <a:rPr lang="en-US" dirty="0"/>
              <a:t> </a:t>
            </a:r>
            <a:r>
              <a:rPr lang="en-US" dirty="0" err="1"/>
              <a:t>ut</a:t>
            </a:r>
            <a:r>
              <a:rPr lang="en-US" dirty="0"/>
              <a:t> </a:t>
            </a:r>
            <a:r>
              <a:rPr lang="en-US" dirty="0" err="1"/>
              <a:t>laoreet</a:t>
            </a:r>
            <a:r>
              <a:rPr lang="en-US" dirty="0"/>
              <a:t> </a:t>
            </a:r>
            <a:r>
              <a:rPr lang="en-US" dirty="0" err="1"/>
              <a:t>dolore</a:t>
            </a:r>
            <a:r>
              <a:rPr lang="en-US" dirty="0"/>
              <a:t> magna </a:t>
            </a:r>
            <a:r>
              <a:rPr lang="en-US" dirty="0" err="1"/>
              <a:t>aliquam</a:t>
            </a:r>
            <a:r>
              <a:rPr lang="en-US" dirty="0"/>
              <a:t> </a:t>
            </a:r>
            <a:r>
              <a:rPr lang="en-US" dirty="0" err="1"/>
              <a:t>erat</a:t>
            </a:r>
            <a:r>
              <a:rPr lang="en-US" dirty="0"/>
              <a:t> </a:t>
            </a:r>
            <a:r>
              <a:rPr lang="en-US" dirty="0" err="1"/>
              <a:t>volutpat</a:t>
            </a:r>
            <a:r>
              <a:rPr lang="en-US" dirty="0"/>
              <a:t>. </a:t>
            </a:r>
            <a:r>
              <a:rPr lang="en-US" dirty="0" err="1"/>
              <a:t>Ut</a:t>
            </a:r>
            <a:r>
              <a:rPr lang="en-US" dirty="0"/>
              <a:t> </a:t>
            </a:r>
            <a:r>
              <a:rPr lang="en-US" dirty="0" err="1"/>
              <a:t>wisi</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a:t>
            </a:r>
            <a:r>
              <a:rPr lang="en-US" dirty="0" err="1"/>
              <a:t>exerci</a:t>
            </a:r>
            <a:r>
              <a:rPr lang="en-US" dirty="0"/>
              <a:t> </a:t>
            </a:r>
            <a:r>
              <a:rPr lang="en-US" dirty="0" err="1"/>
              <a:t>tation</a:t>
            </a:r>
            <a:r>
              <a:rPr lang="en-US" dirty="0"/>
              <a:t> </a:t>
            </a:r>
            <a:r>
              <a:rPr lang="en-US" dirty="0" err="1"/>
              <a:t>ullamcorper</a:t>
            </a:r>
            <a:r>
              <a:rPr lang="en-US" dirty="0"/>
              <a:t> </a:t>
            </a:r>
            <a:r>
              <a:rPr lang="en-US" dirty="0" err="1"/>
              <a:t>suscipit</a:t>
            </a:r>
            <a:r>
              <a:rPr lang="en-US" dirty="0"/>
              <a:t> </a:t>
            </a:r>
            <a:r>
              <a:rPr lang="en-US" dirty="0" err="1"/>
              <a:t>lobortis</a:t>
            </a:r>
            <a:r>
              <a:rPr lang="en-US" dirty="0"/>
              <a:t> </a:t>
            </a:r>
            <a:r>
              <a:rPr lang="en-US" dirty="0" err="1"/>
              <a:t>nisl</a:t>
            </a:r>
            <a:r>
              <a:rPr lang="en-US" dirty="0"/>
              <a:t>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a:t>
            </a:r>
            <a:r>
              <a:rPr lang="en-US" dirty="0" err="1"/>
              <a:t>Duis</a:t>
            </a:r>
            <a:r>
              <a:rPr lang="en-US" dirty="0"/>
              <a:t> </a:t>
            </a:r>
            <a:r>
              <a:rPr lang="en-US" dirty="0" err="1"/>
              <a:t>autem</a:t>
            </a:r>
            <a:r>
              <a:rPr lang="en-US" dirty="0"/>
              <a:t> </a:t>
            </a:r>
            <a:r>
              <a:rPr lang="en-US" dirty="0" err="1"/>
              <a:t>vel</a:t>
            </a:r>
            <a:r>
              <a:rPr lang="en-US" dirty="0"/>
              <a:t> </a:t>
            </a:r>
            <a:r>
              <a:rPr lang="en-US" dirty="0" err="1"/>
              <a:t>eum</a:t>
            </a:r>
            <a:r>
              <a:rPr lang="en-US" dirty="0"/>
              <a:t> </a:t>
            </a:r>
            <a:r>
              <a:rPr lang="en-US" dirty="0" err="1"/>
              <a:t>iriure</a:t>
            </a:r>
            <a:r>
              <a:rPr lang="en-US" dirty="0"/>
              <a:t> dolor in </a:t>
            </a:r>
            <a:r>
              <a:rPr lang="en-US" dirty="0" err="1"/>
              <a:t>hendrerit</a:t>
            </a:r>
            <a:r>
              <a:rPr lang="en-US" dirty="0"/>
              <a:t> in </a:t>
            </a:r>
            <a:r>
              <a:rPr lang="en-US" dirty="0" err="1"/>
              <a:t>vulputate</a:t>
            </a:r>
            <a:r>
              <a:rPr lang="en-US" dirty="0"/>
              <a:t> </a:t>
            </a:r>
            <a:r>
              <a:rPr lang="en-US" dirty="0" err="1"/>
              <a:t>velit</a:t>
            </a:r>
            <a:r>
              <a:rPr lang="en-US" dirty="0"/>
              <a:t> </a:t>
            </a:r>
            <a:r>
              <a:rPr lang="en-US" dirty="0" err="1"/>
              <a:t>esse</a:t>
            </a:r>
            <a:r>
              <a:rPr lang="en-US" dirty="0"/>
              <a:t> </a:t>
            </a:r>
            <a:r>
              <a:rPr lang="en-US" dirty="0" err="1"/>
              <a:t>molestie</a:t>
            </a:r>
            <a:r>
              <a:rPr lang="en-US" dirty="0"/>
              <a:t> </a:t>
            </a:r>
            <a:r>
              <a:rPr lang="en-US" dirty="0" err="1"/>
              <a:t>consequat</a:t>
            </a:r>
            <a:r>
              <a:rPr lang="en-US" dirty="0"/>
              <a:t>, </a:t>
            </a:r>
            <a:r>
              <a:rPr lang="en-US" dirty="0" err="1"/>
              <a:t>vel</a:t>
            </a:r>
            <a:r>
              <a:rPr lang="en-US" dirty="0"/>
              <a:t> </a:t>
            </a:r>
            <a:r>
              <a:rPr lang="en-US" dirty="0" err="1"/>
              <a:t>illum</a:t>
            </a:r>
            <a:r>
              <a:rPr lang="en-US" dirty="0"/>
              <a:t> </a:t>
            </a:r>
            <a:r>
              <a:rPr lang="en-US" dirty="0" err="1"/>
              <a:t>dolore</a:t>
            </a:r>
            <a:r>
              <a:rPr lang="en-US" dirty="0"/>
              <a:t> </a:t>
            </a:r>
            <a:r>
              <a:rPr lang="en-US" dirty="0" err="1"/>
              <a:t>eu</a:t>
            </a:r>
            <a:r>
              <a:rPr lang="en-US" dirty="0"/>
              <a:t> </a:t>
            </a:r>
            <a:r>
              <a:rPr lang="en-US" dirty="0" err="1"/>
              <a:t>feugiat</a:t>
            </a:r>
            <a:r>
              <a:rPr lang="en-US" dirty="0"/>
              <a:t> </a:t>
            </a:r>
            <a:r>
              <a:rPr lang="en-US" dirty="0" err="1"/>
              <a:t>nulla</a:t>
            </a:r>
            <a:r>
              <a:rPr lang="en-US" dirty="0"/>
              <a:t> </a:t>
            </a:r>
            <a:r>
              <a:rPr lang="en-US" dirty="0" err="1"/>
              <a:t>facilisis</a:t>
            </a:r>
            <a:r>
              <a:rPr lang="en-US" dirty="0"/>
              <a:t> at </a:t>
            </a:r>
            <a:r>
              <a:rPr lang="en-US" dirty="0" err="1"/>
              <a:t>vero</a:t>
            </a:r>
            <a:r>
              <a:rPr lang="en-US" dirty="0"/>
              <a:t> </a:t>
            </a:r>
            <a:r>
              <a:rPr lang="en-US" dirty="0" err="1"/>
              <a:t>eros</a:t>
            </a:r>
            <a:r>
              <a:rPr lang="en-US" dirty="0"/>
              <a:t> et. </a:t>
            </a:r>
            <a:r>
              <a:rPr lang="en-US" dirty="0" err="1"/>
              <a:t>Ut</a:t>
            </a:r>
            <a:r>
              <a:rPr lang="en-US" dirty="0"/>
              <a:t> </a:t>
            </a:r>
            <a:r>
              <a:rPr lang="en-US" dirty="0" err="1"/>
              <a:t>wisi</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a:t>
            </a:r>
            <a:r>
              <a:rPr lang="en-US" dirty="0" err="1"/>
              <a:t>exerci</a:t>
            </a:r>
            <a:r>
              <a:rPr lang="en-US" dirty="0"/>
              <a:t> </a:t>
            </a:r>
            <a:r>
              <a:rPr lang="en-US" dirty="0" err="1"/>
              <a:t>tation</a:t>
            </a:r>
            <a:r>
              <a:rPr lang="en-US" dirty="0"/>
              <a:t> </a:t>
            </a:r>
            <a:r>
              <a:rPr lang="en-US" dirty="0" err="1"/>
              <a:t>ullamcorper</a:t>
            </a:r>
            <a:r>
              <a:rPr lang="en-US" dirty="0"/>
              <a:t> </a:t>
            </a:r>
            <a:r>
              <a:rPr lang="en-US" dirty="0" err="1"/>
              <a:t>suscipit</a:t>
            </a:r>
            <a:r>
              <a:rPr lang="en-US" dirty="0"/>
              <a:t> </a:t>
            </a:r>
            <a:r>
              <a:rPr lang="en-US" dirty="0" err="1"/>
              <a:t>lobortis</a:t>
            </a:r>
            <a:r>
              <a:rPr lang="en-US" dirty="0"/>
              <a:t> </a:t>
            </a:r>
            <a:r>
              <a:rPr lang="en-US" dirty="0" err="1"/>
              <a:t>nisl</a:t>
            </a:r>
            <a:r>
              <a:rPr lang="en-US" dirty="0"/>
              <a:t>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a:t>
            </a:r>
            <a:r>
              <a:rPr lang="en-US" dirty="0" err="1"/>
              <a:t>Duis</a:t>
            </a:r>
            <a:r>
              <a:rPr lang="en-US" dirty="0"/>
              <a:t> </a:t>
            </a:r>
            <a:r>
              <a:rPr lang="en-US" dirty="0" err="1"/>
              <a:t>autem</a:t>
            </a:r>
            <a:r>
              <a:rPr lang="en-US" dirty="0"/>
              <a:t> </a:t>
            </a:r>
            <a:r>
              <a:rPr lang="en-US" dirty="0" err="1"/>
              <a:t>vel</a:t>
            </a:r>
            <a:r>
              <a:rPr lang="en-US" dirty="0"/>
              <a:t> </a:t>
            </a:r>
            <a:r>
              <a:rPr lang="en-US" dirty="0" err="1"/>
              <a:t>eum</a:t>
            </a:r>
            <a:r>
              <a:rPr lang="en-US" dirty="0"/>
              <a:t> </a:t>
            </a:r>
            <a:r>
              <a:rPr lang="en-US" dirty="0" err="1"/>
              <a:t>iriure</a:t>
            </a:r>
            <a:r>
              <a:rPr lang="en-US" dirty="0"/>
              <a:t> dolor in </a:t>
            </a:r>
            <a:r>
              <a:rPr lang="en-US" dirty="0" err="1"/>
              <a:t>hendrerit</a:t>
            </a:r>
            <a:r>
              <a:rPr lang="en-US" dirty="0"/>
              <a:t> in </a:t>
            </a:r>
            <a:r>
              <a:rPr lang="en-US" dirty="0" err="1"/>
              <a:t>vulputate</a:t>
            </a:r>
            <a:r>
              <a:rPr lang="en-US" dirty="0"/>
              <a:t> </a:t>
            </a:r>
            <a:r>
              <a:rPr lang="en-US" dirty="0" err="1"/>
              <a:t>velit</a:t>
            </a:r>
            <a:r>
              <a:rPr lang="en-US" dirty="0"/>
              <a:t> </a:t>
            </a:r>
            <a:r>
              <a:rPr lang="en-US" dirty="0" err="1"/>
              <a:t>esse</a:t>
            </a:r>
            <a:r>
              <a:rPr lang="en-US" dirty="0"/>
              <a:t> </a:t>
            </a:r>
            <a:r>
              <a:rPr lang="en-US" dirty="0" err="1"/>
              <a:t>molestie</a:t>
            </a:r>
            <a:r>
              <a:rPr lang="en-US" dirty="0"/>
              <a:t> </a:t>
            </a:r>
            <a:r>
              <a:rPr lang="en-US" dirty="0" err="1"/>
              <a:t>cnim</a:t>
            </a:r>
            <a:r>
              <a:rPr lang="en-US" dirty="0"/>
              <a:t> ad minim </a:t>
            </a:r>
            <a:r>
              <a:rPr lang="en-US" dirty="0" err="1"/>
              <a:t>veniam</a:t>
            </a:r>
            <a:r>
              <a:rPr lang="en-US" dirty="0"/>
              <a:t> </a:t>
            </a:r>
            <a:r>
              <a:rPr lang="en-US" dirty="0" err="1"/>
              <a:t>Ut</a:t>
            </a:r>
            <a:r>
              <a:rPr lang="en-US" dirty="0"/>
              <a:t> </a:t>
            </a:r>
            <a:r>
              <a:rPr lang="en-US" dirty="0" err="1"/>
              <a:t>wisi</a:t>
            </a:r>
            <a:r>
              <a:rPr lang="en-US" dirty="0"/>
              <a:t> </a:t>
            </a:r>
            <a:r>
              <a:rPr lang="en-US" dirty="0" err="1"/>
              <a:t>enim</a:t>
            </a:r>
            <a:r>
              <a:rPr lang="en-US" dirty="0"/>
              <a:t> ad minim </a:t>
            </a:r>
            <a:r>
              <a:rPr lang="en-US" dirty="0" err="1"/>
              <a:t>veniam</a:t>
            </a:r>
            <a:r>
              <a:rPr lang="en-US" dirty="0"/>
              <a:t>, </a:t>
            </a:r>
            <a:r>
              <a:rPr lang="en-US" dirty="0" err="1"/>
              <a:t>ut</a:t>
            </a:r>
            <a:r>
              <a:rPr lang="en-US" dirty="0"/>
              <a:t> </a:t>
            </a:r>
            <a:r>
              <a:rPr lang="en-US" dirty="0" err="1"/>
              <a:t>aliquip</a:t>
            </a:r>
            <a:r>
              <a:rPr lang="en-US" dirty="0"/>
              <a:t> ex.</a:t>
            </a:r>
          </a:p>
        </p:txBody>
      </p:sp>
      <p:cxnSp>
        <p:nvCxnSpPr>
          <p:cNvPr id="18" name="Straight Connector 17"/>
          <p:cNvCxnSpPr/>
          <p:nvPr userDrawn="1"/>
        </p:nvCxnSpPr>
        <p:spPr>
          <a:xfrm>
            <a:off x="5350374" y="3536687"/>
            <a:ext cx="2848997" cy="0"/>
          </a:xfrm>
          <a:prstGeom prst="line">
            <a:avLst/>
          </a:prstGeom>
          <a:ln>
            <a:solidFill>
              <a:srgbClr val="4C4C4E"/>
            </a:solidFill>
          </a:ln>
        </p:spPr>
        <p:style>
          <a:lnRef idx="1">
            <a:schemeClr val="accent1"/>
          </a:lnRef>
          <a:fillRef idx="0">
            <a:schemeClr val="accent1"/>
          </a:fillRef>
          <a:effectRef idx="0">
            <a:schemeClr val="accent1"/>
          </a:effectRef>
          <a:fontRef idx="minor">
            <a:schemeClr val="tx1"/>
          </a:fontRef>
        </p:style>
      </p:cxnSp>
      <p:sp>
        <p:nvSpPr>
          <p:cNvPr id="20" name="Text Placeholder 3"/>
          <p:cNvSpPr>
            <a:spLocks noGrp="1"/>
          </p:cNvSpPr>
          <p:nvPr>
            <p:ph type="body" sz="half" idx="15" hasCustomPrompt="1"/>
          </p:nvPr>
        </p:nvSpPr>
        <p:spPr>
          <a:xfrm>
            <a:off x="515294" y="520742"/>
            <a:ext cx="7684078" cy="327313"/>
          </a:xfrm>
        </p:spPr>
        <p:txBody>
          <a:bodyPr>
            <a:normAutofit/>
          </a:bodyPr>
          <a:lstStyle>
            <a:lvl1pPr marL="0" indent="0">
              <a:buNone/>
              <a:defRPr sz="1400" b="1" i="0">
                <a:solidFill>
                  <a:srgbClr val="747678"/>
                </a:solidFill>
                <a:latin typeface="Calibri" charset="0"/>
                <a:ea typeface="Calibri" charset="0"/>
                <a:cs typeface="Calibri"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Subtitle Goes Here Calibri Bold 14 </a:t>
            </a:r>
            <a:r>
              <a:rPr lang="en-US" dirty="0" err="1"/>
              <a:t>pt</a:t>
            </a:r>
            <a:r>
              <a:rPr lang="en-US" dirty="0"/>
              <a:t> </a:t>
            </a:r>
          </a:p>
        </p:txBody>
      </p:sp>
      <p:sp>
        <p:nvSpPr>
          <p:cNvPr id="21" name="Text Placeholder 3"/>
          <p:cNvSpPr>
            <a:spLocks noGrp="1"/>
          </p:cNvSpPr>
          <p:nvPr>
            <p:ph type="body" sz="half" idx="16" hasCustomPrompt="1"/>
          </p:nvPr>
        </p:nvSpPr>
        <p:spPr>
          <a:xfrm>
            <a:off x="515294" y="221183"/>
            <a:ext cx="7684078" cy="299560"/>
          </a:xfrm>
        </p:spPr>
        <p:txBody>
          <a:bodyPr>
            <a:noAutofit/>
          </a:bodyPr>
          <a:lstStyle>
            <a:lvl1pPr marL="0" indent="0">
              <a:buNone/>
              <a:defRPr sz="1800" b="1" i="0">
                <a:solidFill>
                  <a:srgbClr val="4D4D4F"/>
                </a:solidFill>
                <a:latin typeface="Calibri" charset="0"/>
                <a:ea typeface="Calibri" charset="0"/>
                <a:cs typeface="Calibri"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Title Goes Here Calibri Bold 18 </a:t>
            </a:r>
            <a:r>
              <a:rPr lang="en-US" dirty="0" err="1"/>
              <a:t>pt</a:t>
            </a:r>
            <a:endParaRPr lang="en-US" dirty="0"/>
          </a:p>
        </p:txBody>
      </p:sp>
      <p:sp>
        <p:nvSpPr>
          <p:cNvPr id="10" name="Content Placeholder 2"/>
          <p:cNvSpPr>
            <a:spLocks noGrp="1"/>
          </p:cNvSpPr>
          <p:nvPr>
            <p:ph idx="17" hasCustomPrompt="1"/>
          </p:nvPr>
        </p:nvSpPr>
        <p:spPr>
          <a:xfrm>
            <a:off x="515294" y="2492771"/>
            <a:ext cx="2146487" cy="1727744"/>
          </a:xfrm>
        </p:spPr>
        <p:txBody>
          <a:bodyPr>
            <a:normAutofit/>
          </a:bodyPr>
          <a:lstStyle>
            <a:lvl1pPr marL="0" indent="0">
              <a:buNone/>
              <a:defRPr sz="1200" b="0" i="0" baseline="0">
                <a:latin typeface="Calibri" charset="0"/>
                <a:ea typeface="Calibri" charset="0"/>
                <a:cs typeface="Calibri" charset="0"/>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Pie Chart 1</a:t>
            </a:r>
          </a:p>
        </p:txBody>
      </p:sp>
      <p:sp>
        <p:nvSpPr>
          <p:cNvPr id="11" name="Content Placeholder 2"/>
          <p:cNvSpPr>
            <a:spLocks noGrp="1"/>
          </p:cNvSpPr>
          <p:nvPr>
            <p:ph idx="18" hasCustomPrompt="1"/>
          </p:nvPr>
        </p:nvSpPr>
        <p:spPr>
          <a:xfrm>
            <a:off x="2919745" y="2492771"/>
            <a:ext cx="2146487" cy="1729232"/>
          </a:xfrm>
        </p:spPr>
        <p:txBody>
          <a:bodyPr>
            <a:normAutofit/>
          </a:bodyPr>
          <a:lstStyle>
            <a:lvl1pPr marL="0" indent="0">
              <a:buNone/>
              <a:defRPr sz="1000" b="0" i="0" baseline="0">
                <a:latin typeface="Calibri" charset="0"/>
                <a:ea typeface="Calibri" charset="0"/>
                <a:cs typeface="Calibri" charset="0"/>
              </a:defRPr>
            </a:lvl1pPr>
            <a:lvl2pPr marL="457200" indent="0">
              <a:buNone/>
              <a:defRPr sz="1000" b="0" i="0">
                <a:latin typeface="Calibri" charset="0"/>
                <a:ea typeface="Calibri" charset="0"/>
                <a:cs typeface="Calibri" charset="0"/>
              </a:defRPr>
            </a:lvl2pPr>
            <a:lvl3pPr marL="914400" indent="0">
              <a:buNone/>
              <a:defRPr sz="1000" b="0" i="0">
                <a:latin typeface="Calibri" charset="0"/>
                <a:ea typeface="Calibri" charset="0"/>
                <a:cs typeface="Calibri" charset="0"/>
              </a:defRPr>
            </a:lvl3pPr>
            <a:lvl4pPr marL="1371600" indent="0">
              <a:buNone/>
              <a:defRPr sz="1000" b="0" i="0">
                <a:latin typeface="Calibri" charset="0"/>
                <a:ea typeface="Calibri" charset="0"/>
                <a:cs typeface="Calibri" charset="0"/>
              </a:defRPr>
            </a:lvl4pPr>
            <a:lvl5pPr marL="1828800" indent="0">
              <a:buNone/>
              <a:defRPr sz="1000" b="0" i="0">
                <a:latin typeface="Calibri" charset="0"/>
                <a:ea typeface="Calibri" charset="0"/>
                <a:cs typeface="Calibri" charset="0"/>
              </a:defRPr>
            </a:lvl5pPr>
            <a:lvl6pPr>
              <a:defRPr sz="2000"/>
            </a:lvl6pPr>
            <a:lvl7pPr>
              <a:defRPr sz="2000"/>
            </a:lvl7pPr>
            <a:lvl8pPr>
              <a:defRPr sz="2000"/>
            </a:lvl8pPr>
            <a:lvl9pPr>
              <a:defRPr sz="2000"/>
            </a:lvl9pPr>
          </a:lstStyle>
          <a:p>
            <a:pPr lvl="0"/>
            <a:r>
              <a:rPr lang="en-US" dirty="0"/>
              <a:t>Pie Chart 2</a:t>
            </a:r>
          </a:p>
        </p:txBody>
      </p:sp>
    </p:spTree>
    <p:extLst>
      <p:ext uri="{BB962C8B-B14F-4D97-AF65-F5344CB8AC3E}">
        <p14:creationId xmlns:p14="http://schemas.microsoft.com/office/powerpoint/2010/main" val="20404841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Graphic Char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ext Placeholder 3"/>
          <p:cNvSpPr>
            <a:spLocks noGrp="1"/>
          </p:cNvSpPr>
          <p:nvPr>
            <p:ph type="body" sz="half" idx="2" hasCustomPrompt="1"/>
          </p:nvPr>
        </p:nvSpPr>
        <p:spPr>
          <a:xfrm>
            <a:off x="515294" y="4159328"/>
            <a:ext cx="7684078" cy="448831"/>
          </a:xfrm>
        </p:spPr>
        <p:txBody>
          <a:bodyPr>
            <a:normAutofit/>
          </a:bodyPr>
          <a:lstStyle>
            <a:lvl1pPr marL="0" indent="0">
              <a:buNone/>
              <a:defRPr sz="1000" b="0" i="0">
                <a:solidFill>
                  <a:srgbClr val="4D4D4F"/>
                </a:solidFill>
                <a:latin typeface="Calibri" charset="0"/>
                <a:ea typeface="Calibri" charset="0"/>
                <a:cs typeface="Calibri"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Calibri 10 </a:t>
            </a:r>
            <a:r>
              <a:rPr lang="en-US" dirty="0" err="1"/>
              <a:t>pt</a:t>
            </a:r>
            <a:r>
              <a:rPr lang="en-US" dirty="0"/>
              <a:t>, </a:t>
            </a:r>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euismod</a:t>
            </a:r>
            <a:r>
              <a:rPr lang="en-US" dirty="0"/>
              <a:t> </a:t>
            </a:r>
            <a:r>
              <a:rPr lang="en-US" dirty="0" err="1"/>
              <a:t>tincidunt</a:t>
            </a:r>
            <a:r>
              <a:rPr lang="en-US" dirty="0"/>
              <a:t> </a:t>
            </a:r>
            <a:r>
              <a:rPr lang="en-US" dirty="0" err="1"/>
              <a:t>ut</a:t>
            </a:r>
            <a:r>
              <a:rPr lang="en-US" dirty="0"/>
              <a:t> </a:t>
            </a:r>
            <a:r>
              <a:rPr lang="en-US" dirty="0" err="1"/>
              <a:t>laoreet</a:t>
            </a:r>
            <a:r>
              <a:rPr lang="en-US" dirty="0"/>
              <a:t> </a:t>
            </a:r>
            <a:r>
              <a:rPr lang="en-US" dirty="0" err="1"/>
              <a:t>dolore</a:t>
            </a:r>
            <a:r>
              <a:rPr lang="en-US" dirty="0"/>
              <a:t> magna </a:t>
            </a:r>
            <a:r>
              <a:rPr lang="en-US" dirty="0" err="1"/>
              <a:t>aliquam</a:t>
            </a:r>
            <a:r>
              <a:rPr lang="en-US" dirty="0"/>
              <a:t> </a:t>
            </a:r>
            <a:r>
              <a:rPr lang="en-US" dirty="0" err="1"/>
              <a:t>erat</a:t>
            </a:r>
            <a:r>
              <a:rPr lang="en-US" dirty="0"/>
              <a:t> </a:t>
            </a:r>
            <a:r>
              <a:rPr lang="en-US" dirty="0" err="1"/>
              <a:t>volutpat</a:t>
            </a:r>
            <a:r>
              <a:rPr lang="en-US" dirty="0"/>
              <a:t>. </a:t>
            </a:r>
            <a:r>
              <a:rPr lang="en-US" dirty="0" err="1"/>
              <a:t>Ut</a:t>
            </a:r>
            <a:r>
              <a:rPr lang="en-US" dirty="0"/>
              <a:t> </a:t>
            </a:r>
            <a:r>
              <a:rPr lang="en-US" dirty="0" err="1"/>
              <a:t>wisi</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a:t>
            </a:r>
            <a:r>
              <a:rPr lang="en-US" dirty="0" err="1"/>
              <a:t>exerci</a:t>
            </a:r>
            <a:r>
              <a:rPr lang="en-US" dirty="0"/>
              <a:t> </a:t>
            </a:r>
            <a:r>
              <a:rPr lang="en-US" dirty="0" err="1"/>
              <a:t>tation</a:t>
            </a:r>
            <a:r>
              <a:rPr lang="en-US" dirty="0"/>
              <a:t> </a:t>
            </a:r>
            <a:r>
              <a:rPr lang="en-US" dirty="0" err="1"/>
              <a:t>ullamcorper</a:t>
            </a:r>
            <a:r>
              <a:rPr lang="en-US" dirty="0"/>
              <a:t> </a:t>
            </a:r>
            <a:r>
              <a:rPr lang="en-US" dirty="0" err="1"/>
              <a:t>suscipit</a:t>
            </a:r>
            <a:r>
              <a:rPr lang="en-US" dirty="0"/>
              <a:t> </a:t>
            </a:r>
            <a:r>
              <a:rPr lang="en-US" dirty="0" err="1"/>
              <a:t>lobortis</a:t>
            </a:r>
            <a:r>
              <a:rPr lang="en-US" dirty="0"/>
              <a:t> </a:t>
            </a:r>
            <a:r>
              <a:rPr lang="en-US" dirty="0" err="1"/>
              <a:t>nisl</a:t>
            </a:r>
            <a:r>
              <a:rPr lang="en-US" dirty="0"/>
              <a:t>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a:t>
            </a:r>
            <a:r>
              <a:rPr lang="en-US" dirty="0" err="1"/>
              <a:t>Duis</a:t>
            </a:r>
            <a:r>
              <a:rPr lang="en-US" dirty="0"/>
              <a:t> </a:t>
            </a:r>
            <a:r>
              <a:rPr lang="en-US" dirty="0" err="1"/>
              <a:t>autem</a:t>
            </a:r>
            <a:r>
              <a:rPr lang="en-US" dirty="0"/>
              <a:t> </a:t>
            </a:r>
            <a:r>
              <a:rPr lang="en-US" dirty="0" err="1"/>
              <a:t>vel</a:t>
            </a:r>
            <a:r>
              <a:rPr lang="en-US" dirty="0"/>
              <a:t> </a:t>
            </a:r>
            <a:r>
              <a:rPr lang="en-US" dirty="0" err="1"/>
              <a:t>eum</a:t>
            </a:r>
            <a:r>
              <a:rPr lang="en-US" dirty="0"/>
              <a:t> </a:t>
            </a:r>
            <a:r>
              <a:rPr lang="en-US" dirty="0" err="1"/>
              <a:t>iriure</a:t>
            </a:r>
            <a:r>
              <a:rPr lang="en-US" dirty="0"/>
              <a:t> dolor in </a:t>
            </a:r>
            <a:r>
              <a:rPr lang="en-US" dirty="0" err="1"/>
              <a:t>hendrerit</a:t>
            </a:r>
            <a:r>
              <a:rPr lang="en-US" dirty="0"/>
              <a:t>.</a:t>
            </a:r>
          </a:p>
        </p:txBody>
      </p:sp>
      <p:sp>
        <p:nvSpPr>
          <p:cNvPr id="7" name="Slide Number Placeholder 6"/>
          <p:cNvSpPr>
            <a:spLocks noGrp="1"/>
          </p:cNvSpPr>
          <p:nvPr>
            <p:ph type="sldNum" sz="quarter" idx="12"/>
          </p:nvPr>
        </p:nvSpPr>
        <p:spPr>
          <a:xfrm>
            <a:off x="6881143" y="4714362"/>
            <a:ext cx="2057400" cy="274637"/>
          </a:xfrm>
        </p:spPr>
        <p:txBody>
          <a:bodyPr/>
          <a:lstStyle>
            <a:lvl1pPr>
              <a:defRPr sz="600" b="0" i="0">
                <a:solidFill>
                  <a:srgbClr val="4D4D4F"/>
                </a:solidFill>
                <a:latin typeface="Calibri" charset="0"/>
                <a:ea typeface="Calibri" charset="0"/>
                <a:cs typeface="Calibri" charset="0"/>
              </a:defRPr>
            </a:lvl1pPr>
          </a:lstStyle>
          <a:p>
            <a:fld id="{A9F82C8E-865A-2440-AB2D-36CAA05B882C}" type="slidenum">
              <a:rPr lang="en-US" smtClean="0"/>
              <a:pPr/>
              <a:t>‹#›</a:t>
            </a:fld>
            <a:endParaRPr lang="en-US" dirty="0"/>
          </a:p>
        </p:txBody>
      </p:sp>
      <p:cxnSp>
        <p:nvCxnSpPr>
          <p:cNvPr id="9" name="Straight Connector 8"/>
          <p:cNvCxnSpPr/>
          <p:nvPr userDrawn="1"/>
        </p:nvCxnSpPr>
        <p:spPr>
          <a:xfrm>
            <a:off x="600010" y="4043007"/>
            <a:ext cx="7599362" cy="0"/>
          </a:xfrm>
          <a:prstGeom prst="line">
            <a:avLst/>
          </a:prstGeom>
          <a:ln>
            <a:solidFill>
              <a:srgbClr val="4C4C4E"/>
            </a:solidFill>
          </a:ln>
        </p:spPr>
        <p:style>
          <a:lnRef idx="1">
            <a:schemeClr val="accent1"/>
          </a:lnRef>
          <a:fillRef idx="0">
            <a:schemeClr val="accent1"/>
          </a:fillRef>
          <a:effectRef idx="0">
            <a:schemeClr val="accent1"/>
          </a:effectRef>
          <a:fontRef idx="minor">
            <a:schemeClr val="tx1"/>
          </a:fontRef>
        </p:style>
      </p:cxnSp>
      <p:sp>
        <p:nvSpPr>
          <p:cNvPr id="13" name="Text Placeholder 3"/>
          <p:cNvSpPr>
            <a:spLocks noGrp="1"/>
          </p:cNvSpPr>
          <p:nvPr>
            <p:ph type="body" sz="half" idx="15" hasCustomPrompt="1"/>
          </p:nvPr>
        </p:nvSpPr>
        <p:spPr>
          <a:xfrm>
            <a:off x="515294" y="520742"/>
            <a:ext cx="7684078" cy="327313"/>
          </a:xfrm>
        </p:spPr>
        <p:txBody>
          <a:bodyPr>
            <a:normAutofit/>
          </a:bodyPr>
          <a:lstStyle>
            <a:lvl1pPr marL="0" indent="0">
              <a:buNone/>
              <a:defRPr sz="1400" b="1" i="0">
                <a:solidFill>
                  <a:srgbClr val="747678"/>
                </a:solidFill>
                <a:latin typeface="Calibri" charset="0"/>
                <a:ea typeface="Calibri" charset="0"/>
                <a:cs typeface="Calibri"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Subtitle Goes Here Calibri Bold 14 </a:t>
            </a:r>
            <a:r>
              <a:rPr lang="en-US" dirty="0" err="1"/>
              <a:t>pt</a:t>
            </a:r>
            <a:r>
              <a:rPr lang="en-US" dirty="0"/>
              <a:t> </a:t>
            </a:r>
          </a:p>
        </p:txBody>
      </p:sp>
      <p:sp>
        <p:nvSpPr>
          <p:cNvPr id="16" name="Text Placeholder 3"/>
          <p:cNvSpPr>
            <a:spLocks noGrp="1"/>
          </p:cNvSpPr>
          <p:nvPr>
            <p:ph type="body" sz="half" idx="16" hasCustomPrompt="1"/>
          </p:nvPr>
        </p:nvSpPr>
        <p:spPr>
          <a:xfrm>
            <a:off x="515294" y="221183"/>
            <a:ext cx="7684078" cy="299560"/>
          </a:xfrm>
        </p:spPr>
        <p:txBody>
          <a:bodyPr>
            <a:noAutofit/>
          </a:bodyPr>
          <a:lstStyle>
            <a:lvl1pPr marL="0" indent="0">
              <a:buNone/>
              <a:defRPr sz="1800" b="1" i="0">
                <a:solidFill>
                  <a:srgbClr val="4D4D4F"/>
                </a:solidFill>
                <a:latin typeface="Calibri" charset="0"/>
                <a:ea typeface="Calibri" charset="0"/>
                <a:cs typeface="Calibri"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Title Goes Here Calibri Bold 18 </a:t>
            </a:r>
            <a:r>
              <a:rPr lang="en-US" dirty="0" err="1"/>
              <a:t>pt</a:t>
            </a:r>
            <a:endParaRPr lang="en-US" dirty="0"/>
          </a:p>
        </p:txBody>
      </p:sp>
      <p:sp>
        <p:nvSpPr>
          <p:cNvPr id="10" name="Content Placeholder 2"/>
          <p:cNvSpPr>
            <a:spLocks noGrp="1"/>
          </p:cNvSpPr>
          <p:nvPr>
            <p:ph idx="17" hasCustomPrompt="1"/>
          </p:nvPr>
        </p:nvSpPr>
        <p:spPr>
          <a:xfrm>
            <a:off x="515294" y="1074452"/>
            <a:ext cx="2797840" cy="2583148"/>
          </a:xfrm>
        </p:spPr>
        <p:txBody>
          <a:bodyPr>
            <a:normAutofit/>
          </a:bodyPr>
          <a:lstStyle>
            <a:lvl1pPr marL="0" indent="0">
              <a:buNone/>
              <a:defRPr sz="1200" b="0" i="0" baseline="0">
                <a:latin typeface="Calibri" charset="0"/>
                <a:ea typeface="Calibri" charset="0"/>
                <a:cs typeface="Calibri" charset="0"/>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Graphic </a:t>
            </a:r>
            <a:r>
              <a:rPr lang="en-US" dirty="0"/>
              <a:t>Chart 1</a:t>
            </a:r>
          </a:p>
        </p:txBody>
      </p:sp>
      <p:sp>
        <p:nvSpPr>
          <p:cNvPr id="11" name="Content Placeholder 2"/>
          <p:cNvSpPr>
            <a:spLocks noGrp="1"/>
          </p:cNvSpPr>
          <p:nvPr>
            <p:ph idx="18" hasCustomPrompt="1"/>
          </p:nvPr>
        </p:nvSpPr>
        <p:spPr>
          <a:xfrm>
            <a:off x="4018374" y="1074452"/>
            <a:ext cx="2797840" cy="2583148"/>
          </a:xfrm>
        </p:spPr>
        <p:txBody>
          <a:bodyPr>
            <a:normAutofit/>
          </a:bodyPr>
          <a:lstStyle>
            <a:lvl1pPr marL="0" indent="0">
              <a:buNone/>
              <a:defRPr sz="1200" b="0" i="0" baseline="0">
                <a:latin typeface="Calibri" charset="0"/>
                <a:ea typeface="Calibri" charset="0"/>
                <a:cs typeface="Calibri" charset="0"/>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Graphic Chart 2</a:t>
            </a:r>
          </a:p>
        </p:txBody>
      </p:sp>
    </p:spTree>
    <p:extLst>
      <p:ext uri="{BB962C8B-B14F-4D97-AF65-F5344CB8AC3E}">
        <p14:creationId xmlns:p14="http://schemas.microsoft.com/office/powerpoint/2010/main" val="180174562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ab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a:xfrm>
            <a:off x="6881143" y="4714361"/>
            <a:ext cx="2057400" cy="274637"/>
          </a:xfrm>
        </p:spPr>
        <p:txBody>
          <a:bodyPr/>
          <a:lstStyle>
            <a:lvl1pPr>
              <a:defRPr sz="600" b="0" i="0">
                <a:solidFill>
                  <a:srgbClr val="4D4D4F"/>
                </a:solidFill>
                <a:latin typeface="Calibri" charset="0"/>
                <a:ea typeface="Calibri" charset="0"/>
                <a:cs typeface="Calibri" charset="0"/>
              </a:defRPr>
            </a:lvl1pPr>
          </a:lstStyle>
          <a:p>
            <a:fld id="{A9F82C8E-865A-2440-AB2D-36CAA05B882C}" type="slidenum">
              <a:rPr lang="en-US" smtClean="0"/>
              <a:pPr/>
              <a:t>‹#›</a:t>
            </a:fld>
            <a:endParaRPr lang="en-US" dirty="0"/>
          </a:p>
        </p:txBody>
      </p:sp>
      <p:sp>
        <p:nvSpPr>
          <p:cNvPr id="8" name="Text Placeholder 3"/>
          <p:cNvSpPr>
            <a:spLocks noGrp="1"/>
          </p:cNvSpPr>
          <p:nvPr>
            <p:ph type="body" sz="half" idx="15" hasCustomPrompt="1"/>
          </p:nvPr>
        </p:nvSpPr>
        <p:spPr>
          <a:xfrm>
            <a:off x="515294" y="520742"/>
            <a:ext cx="7684078" cy="327313"/>
          </a:xfrm>
        </p:spPr>
        <p:txBody>
          <a:bodyPr>
            <a:normAutofit/>
          </a:bodyPr>
          <a:lstStyle>
            <a:lvl1pPr marL="0" indent="0">
              <a:buNone/>
              <a:defRPr sz="1400" b="1" i="0">
                <a:solidFill>
                  <a:srgbClr val="747678"/>
                </a:solidFill>
                <a:latin typeface="Calibri" charset="0"/>
                <a:ea typeface="Calibri" charset="0"/>
                <a:cs typeface="Calibri"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Subtitle Goes Here Calibri Bold 14 </a:t>
            </a:r>
            <a:r>
              <a:rPr lang="en-US" dirty="0" err="1"/>
              <a:t>pt</a:t>
            </a:r>
            <a:r>
              <a:rPr lang="en-US" dirty="0"/>
              <a:t> </a:t>
            </a:r>
          </a:p>
        </p:txBody>
      </p:sp>
      <p:sp>
        <p:nvSpPr>
          <p:cNvPr id="10" name="Text Placeholder 3"/>
          <p:cNvSpPr>
            <a:spLocks noGrp="1"/>
          </p:cNvSpPr>
          <p:nvPr>
            <p:ph type="body" sz="half" idx="16" hasCustomPrompt="1"/>
          </p:nvPr>
        </p:nvSpPr>
        <p:spPr>
          <a:xfrm>
            <a:off x="515294" y="221183"/>
            <a:ext cx="7684078" cy="299560"/>
          </a:xfrm>
        </p:spPr>
        <p:txBody>
          <a:bodyPr>
            <a:noAutofit/>
          </a:bodyPr>
          <a:lstStyle>
            <a:lvl1pPr marL="0" indent="0">
              <a:buNone/>
              <a:defRPr sz="1800" b="1" i="0">
                <a:solidFill>
                  <a:srgbClr val="4D4D4F"/>
                </a:solidFill>
                <a:latin typeface="Calibri" charset="0"/>
                <a:ea typeface="Calibri" charset="0"/>
                <a:cs typeface="Calibri"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Title Goes Here Calibri Bold 18 </a:t>
            </a:r>
            <a:r>
              <a:rPr lang="en-US" dirty="0" err="1"/>
              <a:t>pt</a:t>
            </a:r>
            <a:endParaRPr lang="en-US" dirty="0"/>
          </a:p>
        </p:txBody>
      </p:sp>
      <p:sp>
        <p:nvSpPr>
          <p:cNvPr id="9" name="Text Placeholder 3"/>
          <p:cNvSpPr>
            <a:spLocks noGrp="1"/>
          </p:cNvSpPr>
          <p:nvPr>
            <p:ph type="body" sz="half" idx="17" hasCustomPrompt="1"/>
          </p:nvPr>
        </p:nvSpPr>
        <p:spPr>
          <a:xfrm>
            <a:off x="515294" y="2740220"/>
            <a:ext cx="7684078" cy="305279"/>
          </a:xfrm>
        </p:spPr>
        <p:txBody>
          <a:bodyPr>
            <a:normAutofit/>
          </a:bodyPr>
          <a:lstStyle>
            <a:lvl1pPr marL="0" indent="0">
              <a:buNone/>
              <a:defRPr sz="1400" b="1" i="0">
                <a:solidFill>
                  <a:srgbClr val="E3B52B"/>
                </a:solidFill>
                <a:latin typeface="Calibri" charset="0"/>
                <a:ea typeface="Calibri" charset="0"/>
                <a:cs typeface="Calibri"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Title Goes Here Calibri Bold 14 </a:t>
            </a:r>
            <a:r>
              <a:rPr lang="en-US" dirty="0" err="1"/>
              <a:t>pt</a:t>
            </a:r>
            <a:endParaRPr lang="en-US" dirty="0"/>
          </a:p>
        </p:txBody>
      </p:sp>
      <p:sp>
        <p:nvSpPr>
          <p:cNvPr id="11" name="Content Placeholder 2"/>
          <p:cNvSpPr>
            <a:spLocks noGrp="1"/>
          </p:cNvSpPr>
          <p:nvPr>
            <p:ph idx="18" hasCustomPrompt="1"/>
          </p:nvPr>
        </p:nvSpPr>
        <p:spPr>
          <a:xfrm>
            <a:off x="515294" y="1000832"/>
            <a:ext cx="6175617" cy="1483360"/>
          </a:xfrm>
        </p:spPr>
        <p:txBody>
          <a:bodyPr>
            <a:normAutofit/>
          </a:bodyPr>
          <a:lstStyle>
            <a:lvl1pPr marL="0" indent="0">
              <a:buNone/>
              <a:defRPr sz="1200" b="0" i="0" baseline="0">
                <a:latin typeface="Calibri" charset="0"/>
                <a:ea typeface="Calibri" charset="0"/>
                <a:cs typeface="Calibri" charset="0"/>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Table 1</a:t>
            </a:r>
          </a:p>
        </p:txBody>
      </p:sp>
      <p:sp>
        <p:nvSpPr>
          <p:cNvPr id="12" name="Content Placeholder 2"/>
          <p:cNvSpPr>
            <a:spLocks noGrp="1"/>
          </p:cNvSpPr>
          <p:nvPr>
            <p:ph idx="19" hasCustomPrompt="1"/>
          </p:nvPr>
        </p:nvSpPr>
        <p:spPr>
          <a:xfrm>
            <a:off x="515294" y="3045499"/>
            <a:ext cx="3913488" cy="1483360"/>
          </a:xfrm>
        </p:spPr>
        <p:txBody>
          <a:bodyPr>
            <a:normAutofit/>
          </a:bodyPr>
          <a:lstStyle>
            <a:lvl1pPr marL="0" indent="0">
              <a:buNone/>
              <a:defRPr sz="1200" b="0" i="0" baseline="0">
                <a:latin typeface="Calibri" charset="0"/>
                <a:ea typeface="Calibri" charset="0"/>
                <a:cs typeface="Calibri" charset="0"/>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Table 2</a:t>
            </a:r>
          </a:p>
        </p:txBody>
      </p:sp>
    </p:spTree>
    <p:extLst>
      <p:ext uri="{BB962C8B-B14F-4D97-AF65-F5344CB8AC3E}">
        <p14:creationId xmlns:p14="http://schemas.microsoft.com/office/powerpoint/2010/main" val="27177941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isclaim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Slide Number Placeholder 6">
            <a:extLst>
              <a:ext uri="{FF2B5EF4-FFF2-40B4-BE49-F238E27FC236}">
                <a16:creationId xmlns:a16="http://schemas.microsoft.com/office/drawing/2014/main" id="{86B4E325-3FED-6242-93FA-9F5968BBC581}"/>
              </a:ext>
            </a:extLst>
          </p:cNvPr>
          <p:cNvSpPr>
            <a:spLocks noGrp="1"/>
          </p:cNvSpPr>
          <p:nvPr>
            <p:ph type="sldNum" sz="quarter" idx="12"/>
          </p:nvPr>
        </p:nvSpPr>
        <p:spPr>
          <a:xfrm>
            <a:off x="6881143" y="4714361"/>
            <a:ext cx="2057400" cy="274637"/>
          </a:xfrm>
        </p:spPr>
        <p:txBody>
          <a:bodyPr/>
          <a:lstStyle>
            <a:lvl1pPr>
              <a:defRPr sz="600" b="0" i="0">
                <a:solidFill>
                  <a:srgbClr val="4D4D4F"/>
                </a:solidFill>
                <a:latin typeface="Calibri" charset="0"/>
                <a:ea typeface="Calibri" charset="0"/>
                <a:cs typeface="Calibri" charset="0"/>
              </a:defRPr>
            </a:lvl1pPr>
          </a:lstStyle>
          <a:p>
            <a:fld id="{A9F82C8E-865A-2440-AB2D-36CAA05B882C}" type="slidenum">
              <a:rPr lang="en-US" smtClean="0"/>
              <a:pPr/>
              <a:t>‹#›</a:t>
            </a:fld>
            <a:endParaRPr lang="en-US" dirty="0"/>
          </a:p>
        </p:txBody>
      </p:sp>
    </p:spTree>
    <p:extLst>
      <p:ext uri="{BB962C8B-B14F-4D97-AF65-F5344CB8AC3E}">
        <p14:creationId xmlns:p14="http://schemas.microsoft.com/office/powerpoint/2010/main" val="177816369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hank you">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648490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slideLayout" Target="../slideLayouts/slideLayout9.xml"/><Relationship Id="rId3" Type="http://schemas.openxmlformats.org/officeDocument/2006/relationships/slideLayout" Target="../slideLayouts/slideLayout10.xml"/><Relationship Id="rId4" Type="http://schemas.openxmlformats.org/officeDocument/2006/relationships/slideLayout" Target="../slideLayouts/slideLayout11.xml"/><Relationship Id="rId5" Type="http://schemas.openxmlformats.org/officeDocument/2006/relationships/slideLayout" Target="../slideLayouts/slideLayout12.xml"/><Relationship Id="rId6" Type="http://schemas.openxmlformats.org/officeDocument/2006/relationships/slideLayout" Target="../slideLayouts/slideLayout13.xml"/><Relationship Id="rId7" Type="http://schemas.openxmlformats.org/officeDocument/2006/relationships/slideLayout" Target="../slideLayouts/slideLayout14.xml"/><Relationship Id="rId8" Type="http://schemas.openxmlformats.org/officeDocument/2006/relationships/slideLayout" Target="../slideLayouts/slideLayout15.xml"/><Relationship Id="rId9"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96ADC9AF-6661-B144-94A8-89B5CD57472A}" type="slidenum">
              <a:rPr lang="en-US" smtClean="0"/>
              <a:t>‹#›</a:t>
            </a:fld>
            <a:endParaRPr lang="en-US"/>
          </a:p>
        </p:txBody>
      </p:sp>
    </p:spTree>
    <p:extLst>
      <p:ext uri="{BB962C8B-B14F-4D97-AF65-F5344CB8AC3E}">
        <p14:creationId xmlns:p14="http://schemas.microsoft.com/office/powerpoint/2010/main" val="1716898214"/>
      </p:ext>
    </p:extLst>
  </p:cSld>
  <p:clrMap bg1="lt1" tx1="dk1" bg2="lt2" tx2="dk2" accent1="accent1" accent2="accent2" accent3="accent3" accent4="accent4" accent5="accent5" accent6="accent6" hlink="hlink" folHlink="folHlink"/>
  <p:sldLayoutIdLst>
    <p:sldLayoutId id="2147483661" r:id="rId1"/>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4638"/>
            <a:ext cx="7886700" cy="99377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370013"/>
            <a:ext cx="7886700" cy="326231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4767263"/>
            <a:ext cx="2057400" cy="274637"/>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028950" y="4767263"/>
            <a:ext cx="3086100" cy="274637"/>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47672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4303CDEA-F753-1A46-9150-C3C35FADBDB0}" type="slidenum">
              <a:rPr lang="en-US" smtClean="0"/>
              <a:t>‹#›</a:t>
            </a:fld>
            <a:endParaRPr lang="en-US"/>
          </a:p>
        </p:txBody>
      </p:sp>
    </p:spTree>
    <p:extLst>
      <p:ext uri="{BB962C8B-B14F-4D97-AF65-F5344CB8AC3E}">
        <p14:creationId xmlns:p14="http://schemas.microsoft.com/office/powerpoint/2010/main" val="643123585"/>
      </p:ext>
    </p:extLst>
  </p:cSld>
  <p:clrMap bg1="lt1" tx1="dk1" bg2="lt2" tx2="dk2" accent1="accent1" accent2="accent2" accent3="accent3" accent4="accent4" accent5="accent5" accent6="accent6" hlink="hlink" folHlink="folHlink"/>
  <p:sldLayoutIdLst>
    <p:sldLayoutId id="2147483663" r:id="rId1"/>
    <p:sldLayoutId id="2147483665" r:id="rId2"/>
    <p:sldLayoutId id="2147483670" r:id="rId3"/>
    <p:sldLayoutId id="2147483671" r:id="rId4"/>
    <p:sldLayoutId id="2147483672" r:id="rId5"/>
    <p:sldLayoutId id="2147483673" r:id="rId6"/>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4638"/>
            <a:ext cx="7886700" cy="99377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370013"/>
            <a:ext cx="7886700" cy="326231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4767263"/>
            <a:ext cx="2057400" cy="274637"/>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028950" y="4767263"/>
            <a:ext cx="3086100" cy="274637"/>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47672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A9F82C8E-865A-2440-AB2D-36CAA05B882C}" type="slidenum">
              <a:rPr lang="en-US" smtClean="0"/>
              <a:t>‹#›</a:t>
            </a:fld>
            <a:endParaRPr lang="en-US"/>
          </a:p>
        </p:txBody>
      </p:sp>
    </p:spTree>
    <p:extLst>
      <p:ext uri="{BB962C8B-B14F-4D97-AF65-F5344CB8AC3E}">
        <p14:creationId xmlns:p14="http://schemas.microsoft.com/office/powerpoint/2010/main" val="1868582120"/>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8" r:id="rId3"/>
    <p:sldLayoutId id="2147483677" r:id="rId4"/>
    <p:sldLayoutId id="2147483679" r:id="rId5"/>
    <p:sldLayoutId id="2147483682" r:id="rId6"/>
    <p:sldLayoutId id="2147483683" r:id="rId7"/>
    <p:sldLayoutId id="2147483697" r:id="rId8"/>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4638"/>
            <a:ext cx="7886700" cy="99377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370013"/>
            <a:ext cx="7886700" cy="326231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4767263"/>
            <a:ext cx="2057400" cy="274637"/>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028950" y="4767263"/>
            <a:ext cx="3086100" cy="274637"/>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47672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002DDC29-0FEC-674C-BA85-B0716BC4334E}" type="slidenum">
              <a:rPr lang="en-US" smtClean="0"/>
              <a:t>‹#›</a:t>
            </a:fld>
            <a:endParaRPr lang="en-US"/>
          </a:p>
        </p:txBody>
      </p:sp>
    </p:spTree>
    <p:extLst>
      <p:ext uri="{BB962C8B-B14F-4D97-AF65-F5344CB8AC3E}">
        <p14:creationId xmlns:p14="http://schemas.microsoft.com/office/powerpoint/2010/main" val="568857032"/>
      </p:ext>
    </p:extLst>
  </p:cSld>
  <p:clrMap bg1="lt1" tx1="dk1" bg2="lt2" tx2="dk2" accent1="accent1" accent2="accent2" accent3="accent3" accent4="accent4" accent5="accent5" accent6="accent6" hlink="hlink" folHlink="folHlink"/>
  <p:sldLayoutIdLst>
    <p:sldLayoutId id="2147483696"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20.png"/><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23.png"/><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rPr sz="2200" b="1">
                <a:solidFill>
                  <a:srgbClr val="4D4D4F"/>
                </a:solidFill>
                <a:latin typeface="Calibri"/>
              </a:rPr>
              <a:t>Building Indonesia’s food &amp; feed logistics backbone</a:t>
            </a:r>
          </a:p>
        </p:txBody>
      </p:sp>
      <p:sp>
        <p:nvSpPr>
          <p:cNvPr id="3" name="Subtitle 2"/>
          <p:cNvSpPr>
            <a:spLocks noGrp="1"/>
          </p:cNvSpPr>
          <p:nvPr>
            <p:ph type="subTitle" idx="1"/>
          </p:nvPr>
        </p:nvSpPr>
        <p:spPr>
          <a:xfrm>
            <a:ext cx="0" cy="822960"/>
          </a:xfrm>
        </p:spPr>
        <p:txBody>
          <a:bodyPr/>
          <a:lstStyle/>
          <a:p>
            <a:r>
              <a:rPr sz="1500" b="0">
                <a:solidFill>
                  <a:srgbClr val="747678"/>
                </a:solidFill>
                <a:latin typeface="Calibri"/>
              </a:rPr>
              <a:t>Strategic investment discussion  |  FKS Group × Danantara Indonesia</a:t>
            </a:r>
          </a:p>
          <a:p>
            <a:r>
              <a:rPr sz="1050">
                <a:solidFill>
                  <a:srgbClr val="747678"/>
                </a:solidFill>
                <a:latin typeface="Calibri"/>
              </a:rPr>
              <a:t>October 2026  ·  Strictly private and confidential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5" sz="half"/>
          </p:nvPr>
        </p:nvSpPr>
        <p:spPr/>
        <p:txBody>
          <a:bodyPr/>
          <a:lstStyle/>
          <a:p>
            <a:r>
              <a:rPr sz="1400" b="1">
                <a:solidFill>
                  <a:srgbClr val="747678"/>
                </a:solidFill>
                <a:latin typeface="Calibri"/>
              </a:rPr>
              <a:t>A limited number of port gateways therefore matter disproportionately</a:t>
            </a:r>
          </a:p>
        </p:txBody>
      </p:sp>
      <p:sp>
        <p:nvSpPr>
          <p:cNvPr id="5" name="Text Placeholder 4"/>
          <p:cNvSpPr>
            <a:spLocks noGrp="1"/>
          </p:cNvSpPr>
          <p:nvPr>
            <p:ph type="body" idx="16" sz="half"/>
          </p:nvPr>
        </p:nvSpPr>
        <p:spPr/>
        <p:txBody>
          <a:bodyPr/>
          <a:lstStyle/>
          <a:p>
            <a:r>
              <a:rPr sz="1800" b="1">
                <a:solidFill>
                  <a:srgbClr val="4D4D4F"/>
                </a:solidFill>
                <a:latin typeface="Calibri"/>
              </a:rPr>
              <a:t>~22 Mt of food &amp; feed imports a year, concentrated in a few clusters</a:t>
            </a:r>
          </a:p>
        </p:txBody>
      </p:sp>
      <p:cxnSp>
        <p:nvCxnSpPr>
          <p:cNvPr id="6" name="Title rule"/>
          <p:cNvCxnSpPr/>
          <p:nvPr/>
        </p:nvCxnSpPr>
        <p:spPr>
          <a:xfrm>
            <a:off x="512064" y="886968"/>
            <a:ext cx="8119872" cy="0"/>
          </a:xfrm>
          <a:prstGeom prst="line">
            <a:avLst/>
          </a:prstGeom>
          <a:ln w="9525">
            <a:solidFill>
              <a:srgbClr val="D9DADC"/>
            </a:solidFill>
          </a:ln>
        </p:spPr>
        <p:style>
          <a:lnRef idx="2">
            <a:schemeClr val="accent1"/>
          </a:lnRef>
          <a:fillRef idx="0">
            <a:schemeClr val="accent1"/>
          </a:fillRef>
          <a:effectRef idx="1">
            <a:schemeClr val="accent1"/>
          </a:effectRef>
          <a:fontRef idx="minor">
            <a:schemeClr val="tx1"/>
          </a:fontRef>
        </p:style>
      </p:cxnSp>
      <p:sp>
        <p:nvSpPr>
          <p:cNvPr id="7" name="Page number"/>
          <p:cNvSpPr txBox="1"/>
          <p:nvPr/>
        </p:nvSpPr>
        <p:spPr>
          <a:xfrm>
            <a:off x="8229600" y="4754880"/>
            <a:ext cx="402336" cy="182880"/>
          </a:xfrm>
          <a:prstGeom prst="rect">
            <a:avLst/>
          </a:prstGeom>
          <a:noFill/>
        </p:spPr>
        <p:txBody>
          <a:bodyPr wrap="square" lIns="0" rIns="0" tIns="0" bIns="0" anchor="t">
            <a:noAutofit/>
          </a:bodyPr>
          <a:lstStyle/>
          <a:p>
            <a:pPr algn="r"/>
            <a:r>
              <a:rPr sz="800" b="0" i="0">
                <a:solidFill>
                  <a:srgbClr val="4D4D4F"/>
                </a:solidFill>
                <a:latin typeface="Calibri"/>
              </a:rPr>
              <a:t>2</a:t>
            </a:r>
          </a:p>
        </p:txBody>
      </p:sp>
      <p:sp>
        <p:nvSpPr>
          <p:cNvPr id="8" name="TextBox 7"/>
          <p:cNvSpPr txBox="1"/>
          <p:nvPr/>
        </p:nvSpPr>
        <p:spPr>
          <a:xfrm>
            <a:off x="512064" y="1005840"/>
            <a:ext cx="3291840" cy="201168"/>
          </a:xfrm>
          <a:prstGeom prst="rect">
            <a:avLst/>
          </a:prstGeom>
          <a:noFill/>
        </p:spPr>
        <p:txBody>
          <a:bodyPr wrap="square" lIns="0" rIns="0" tIns="0" bIns="0" anchor="t">
            <a:noAutofit/>
          </a:bodyPr>
          <a:lstStyle/>
          <a:p>
            <a:pPr algn="l"/>
            <a:r>
              <a:rPr sz="900" b="1" i="0" spc="150">
                <a:solidFill>
                  <a:srgbClr val="747678"/>
                </a:solidFill>
                <a:latin typeface="Calibri"/>
              </a:rPr>
              <a:t>WHAT ARRIVES EVERY YEAR</a:t>
            </a:r>
          </a:p>
        </p:txBody>
      </p:sp>
      <p:sp>
        <p:nvSpPr>
          <p:cNvPr id="9" name="TextBox 8"/>
          <p:cNvSpPr txBox="1"/>
          <p:nvPr/>
        </p:nvSpPr>
        <p:spPr>
          <a:xfrm>
            <a:off x="512064" y="1170432"/>
            <a:ext cx="1783080" cy="566928"/>
          </a:xfrm>
          <a:prstGeom prst="rect">
            <a:avLst/>
          </a:prstGeom>
          <a:noFill/>
        </p:spPr>
        <p:txBody>
          <a:bodyPr wrap="square" lIns="0" rIns="0" tIns="0" bIns="0" anchor="ctr">
            <a:noAutofit/>
          </a:bodyPr>
          <a:lstStyle/>
          <a:p>
            <a:pPr algn="l"/>
            <a:r>
              <a:rPr sz="3600" b="1" i="0">
                <a:solidFill>
                  <a:srgbClr val="4D4D4F"/>
                </a:solidFill>
                <a:latin typeface="Calibri"/>
              </a:rPr>
              <a:t>~22 Mt</a:t>
            </a:r>
          </a:p>
        </p:txBody>
      </p:sp>
      <p:sp>
        <p:nvSpPr>
          <p:cNvPr id="10" name="TextBox 9"/>
          <p:cNvSpPr txBox="1"/>
          <p:nvPr/>
        </p:nvSpPr>
        <p:spPr>
          <a:xfrm>
            <a:off x="2304288" y="1243584"/>
            <a:ext cx="1783080" cy="457200"/>
          </a:xfrm>
          <a:prstGeom prst="rect">
            <a:avLst/>
          </a:prstGeom>
          <a:noFill/>
        </p:spPr>
        <p:txBody>
          <a:bodyPr wrap="square" lIns="0" rIns="0" tIns="0" bIns="0" anchor="t">
            <a:noAutofit/>
          </a:bodyPr>
          <a:lstStyle/>
          <a:p>
            <a:pPr algn="l">
              <a:lnSpc>
                <a:spcPct val="105000"/>
              </a:lnSpc>
            </a:pPr>
            <a:r>
              <a:rPr sz="1000" b="0" i="0">
                <a:solidFill>
                  <a:srgbClr val="747678"/>
                </a:solidFill>
                <a:latin typeface="Calibri"/>
              </a:rPr>
              <a:t>of core food &amp; feed raw materials imported (2024)</a:t>
            </a:r>
          </a:p>
        </p:txBody>
      </p:sp>
      <p:pic>
        <p:nvPicPr>
          <p:cNvPr id="11" name="Icon Wheat" descr="_crop_icon_wheat_46x46.png"/>
          <p:cNvPicPr>
            <a:picLocks noChangeAspect="1"/>
          </p:cNvPicPr>
          <p:nvPr/>
        </p:nvPicPr>
        <p:blipFill>
          <a:blip r:embed="rId2"/>
          <a:stretch>
            <a:fillRect/>
          </a:stretch>
        </p:blipFill>
        <p:spPr>
          <a:xfrm>
            <a:off x="512064" y="1938528"/>
            <a:ext cx="420624" cy="420624"/>
          </a:xfrm>
          <a:prstGeom prst="rect">
            <a:avLst/>
          </a:prstGeom>
        </p:spPr>
      </p:pic>
      <p:sp>
        <p:nvSpPr>
          <p:cNvPr id="12" name="TextBox 11"/>
          <p:cNvSpPr txBox="1"/>
          <p:nvPr/>
        </p:nvSpPr>
        <p:spPr>
          <a:xfrm>
            <a:off x="1051560" y="1929384"/>
            <a:ext cx="1600200" cy="219456"/>
          </a:xfrm>
          <a:prstGeom prst="rect">
            <a:avLst/>
          </a:prstGeom>
          <a:noFill/>
        </p:spPr>
        <p:txBody>
          <a:bodyPr wrap="square" lIns="0" rIns="0" tIns="0" bIns="0" anchor="t">
            <a:noAutofit/>
          </a:bodyPr>
          <a:lstStyle/>
          <a:p>
            <a:pPr algn="l"/>
            <a:r>
              <a:rPr sz="1100" b="1" i="0">
                <a:solidFill>
                  <a:srgbClr val="4D4D4F"/>
                </a:solidFill>
                <a:latin typeface="Calibri"/>
              </a:rPr>
              <a:t>Wheat</a:t>
            </a:r>
          </a:p>
        </p:txBody>
      </p:sp>
      <p:sp>
        <p:nvSpPr>
          <p:cNvPr id="13" name="TextBox 12"/>
          <p:cNvSpPr txBox="1"/>
          <p:nvPr/>
        </p:nvSpPr>
        <p:spPr>
          <a:xfrm>
            <a:off x="1051560" y="2148840"/>
            <a:ext cx="1600200" cy="182880"/>
          </a:xfrm>
          <a:prstGeom prst="rect">
            <a:avLst/>
          </a:prstGeom>
          <a:noFill/>
        </p:spPr>
        <p:txBody>
          <a:bodyPr wrap="square" lIns="0" rIns="0" tIns="0" bIns="0" anchor="t">
            <a:noAutofit/>
          </a:bodyPr>
          <a:lstStyle/>
          <a:p>
            <a:pPr algn="l"/>
            <a:r>
              <a:rPr sz="900" b="0" i="0">
                <a:solidFill>
                  <a:srgbClr val="747678"/>
                </a:solidFill>
                <a:latin typeface="Calibri"/>
              </a:rPr>
              <a:t>flour, bread, noodles</a:t>
            </a:r>
          </a:p>
        </p:txBody>
      </p:sp>
      <p:sp>
        <p:nvSpPr>
          <p:cNvPr id="14" name="Bar Wheat"/>
          <p:cNvSpPr/>
          <p:nvPr/>
        </p:nvSpPr>
        <p:spPr>
          <a:xfrm>
            <a:off x="2697480" y="2029968"/>
            <a:ext cx="1097280" cy="237744"/>
          </a:xfrm>
          <a:prstGeom prst="rect">
            <a:avLst/>
          </a:prstGeom>
          <a:solidFill>
            <a:srgbClr val="E6B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867912" y="2011680"/>
            <a:ext cx="822960" cy="274320"/>
          </a:xfrm>
          <a:prstGeom prst="rect">
            <a:avLst/>
          </a:prstGeom>
          <a:noFill/>
        </p:spPr>
        <p:txBody>
          <a:bodyPr wrap="square" lIns="0" rIns="0" tIns="0" bIns="0" anchor="ctr">
            <a:noAutofit/>
          </a:bodyPr>
          <a:lstStyle/>
          <a:p>
            <a:pPr algn="l"/>
            <a:r>
              <a:rPr sz="1200" b="1" i="0">
                <a:solidFill>
                  <a:srgbClr val="4D4D4F"/>
                </a:solidFill>
                <a:latin typeface="Calibri"/>
              </a:rPr>
              <a:t>11.7 Mt</a:t>
            </a:r>
          </a:p>
        </p:txBody>
      </p:sp>
      <p:pic>
        <p:nvPicPr>
          <p:cNvPr id="16" name="Icon Soybean meal" descr="_crop_icon_sbm_46x46.png"/>
          <p:cNvPicPr>
            <a:picLocks noChangeAspect="1"/>
          </p:cNvPicPr>
          <p:nvPr/>
        </p:nvPicPr>
        <p:blipFill>
          <a:blip r:embed="rId3"/>
          <a:stretch>
            <a:fillRect/>
          </a:stretch>
        </p:blipFill>
        <p:spPr>
          <a:xfrm>
            <a:off x="512064" y="2487168"/>
            <a:ext cx="420624" cy="420624"/>
          </a:xfrm>
          <a:prstGeom prst="rect">
            <a:avLst/>
          </a:prstGeom>
        </p:spPr>
      </p:pic>
      <p:sp>
        <p:nvSpPr>
          <p:cNvPr id="17" name="TextBox 16"/>
          <p:cNvSpPr txBox="1"/>
          <p:nvPr/>
        </p:nvSpPr>
        <p:spPr>
          <a:xfrm>
            <a:off x="1051560" y="2478024"/>
            <a:ext cx="1600200" cy="219456"/>
          </a:xfrm>
          <a:prstGeom prst="rect">
            <a:avLst/>
          </a:prstGeom>
          <a:noFill/>
        </p:spPr>
        <p:txBody>
          <a:bodyPr wrap="square" lIns="0" rIns="0" tIns="0" bIns="0" anchor="t">
            <a:noAutofit/>
          </a:bodyPr>
          <a:lstStyle/>
          <a:p>
            <a:pPr algn="l"/>
            <a:r>
              <a:rPr sz="1100" b="1" i="0">
                <a:solidFill>
                  <a:srgbClr val="4D4D4F"/>
                </a:solidFill>
                <a:latin typeface="Calibri"/>
              </a:rPr>
              <a:t>Soybean meal</a:t>
            </a:r>
          </a:p>
        </p:txBody>
      </p:sp>
      <p:sp>
        <p:nvSpPr>
          <p:cNvPr id="18" name="TextBox 17"/>
          <p:cNvSpPr txBox="1"/>
          <p:nvPr/>
        </p:nvSpPr>
        <p:spPr>
          <a:xfrm>
            <a:off x="1051560" y="2697480"/>
            <a:ext cx="1600200" cy="182880"/>
          </a:xfrm>
          <a:prstGeom prst="rect">
            <a:avLst/>
          </a:prstGeom>
          <a:noFill/>
        </p:spPr>
        <p:txBody>
          <a:bodyPr wrap="square" lIns="0" rIns="0" tIns="0" bIns="0" anchor="t">
            <a:noAutofit/>
          </a:bodyPr>
          <a:lstStyle/>
          <a:p>
            <a:pPr algn="l"/>
            <a:r>
              <a:rPr sz="900" b="0" i="0">
                <a:solidFill>
                  <a:srgbClr val="747678"/>
                </a:solidFill>
                <a:latin typeface="Calibri"/>
              </a:rPr>
              <a:t>poultry &amp; livestock feed</a:t>
            </a:r>
          </a:p>
        </p:txBody>
      </p:sp>
      <p:sp>
        <p:nvSpPr>
          <p:cNvPr id="19" name="Bar Soybean meal"/>
          <p:cNvSpPr/>
          <p:nvPr/>
        </p:nvSpPr>
        <p:spPr>
          <a:xfrm>
            <a:off x="2697480" y="2578608"/>
            <a:ext cx="581464" cy="237744"/>
          </a:xfrm>
          <a:prstGeom prst="rect">
            <a:avLst/>
          </a:prstGeom>
          <a:solidFill>
            <a:srgbClr val="E6B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352096" y="2560320"/>
            <a:ext cx="822960" cy="274320"/>
          </a:xfrm>
          <a:prstGeom prst="rect">
            <a:avLst/>
          </a:prstGeom>
          <a:noFill/>
        </p:spPr>
        <p:txBody>
          <a:bodyPr wrap="square" lIns="0" rIns="0" tIns="0" bIns="0" anchor="ctr">
            <a:noAutofit/>
          </a:bodyPr>
          <a:lstStyle/>
          <a:p>
            <a:pPr algn="l"/>
            <a:r>
              <a:rPr sz="1200" b="1" i="0">
                <a:solidFill>
                  <a:srgbClr val="4D4D4F"/>
                </a:solidFill>
                <a:latin typeface="Calibri"/>
              </a:rPr>
              <a:t>6.2 Mt</a:t>
            </a:r>
          </a:p>
        </p:txBody>
      </p:sp>
      <p:pic>
        <p:nvPicPr>
          <p:cNvPr id="21" name="Icon Soybeans" descr="_crop_icon_soy_46x46.png"/>
          <p:cNvPicPr>
            <a:picLocks noChangeAspect="1"/>
          </p:cNvPicPr>
          <p:nvPr/>
        </p:nvPicPr>
        <p:blipFill>
          <a:blip r:embed="rId4"/>
          <a:stretch>
            <a:fillRect/>
          </a:stretch>
        </p:blipFill>
        <p:spPr>
          <a:xfrm>
            <a:off x="512064" y="3035808"/>
            <a:ext cx="420624" cy="420624"/>
          </a:xfrm>
          <a:prstGeom prst="rect">
            <a:avLst/>
          </a:prstGeom>
        </p:spPr>
      </p:pic>
      <p:sp>
        <p:nvSpPr>
          <p:cNvPr id="22" name="TextBox 21"/>
          <p:cNvSpPr txBox="1"/>
          <p:nvPr/>
        </p:nvSpPr>
        <p:spPr>
          <a:xfrm>
            <a:off x="1051560" y="3026664"/>
            <a:ext cx="1600200" cy="219456"/>
          </a:xfrm>
          <a:prstGeom prst="rect">
            <a:avLst/>
          </a:prstGeom>
          <a:noFill/>
        </p:spPr>
        <p:txBody>
          <a:bodyPr wrap="square" lIns="0" rIns="0" tIns="0" bIns="0" anchor="t">
            <a:noAutofit/>
          </a:bodyPr>
          <a:lstStyle/>
          <a:p>
            <a:pPr algn="l"/>
            <a:r>
              <a:rPr sz="1100" b="1" i="0">
                <a:solidFill>
                  <a:srgbClr val="4D4D4F"/>
                </a:solidFill>
                <a:latin typeface="Calibri"/>
              </a:rPr>
              <a:t>Soybeans</a:t>
            </a:r>
          </a:p>
        </p:txBody>
      </p:sp>
      <p:sp>
        <p:nvSpPr>
          <p:cNvPr id="23" name="TextBox 22"/>
          <p:cNvSpPr txBox="1"/>
          <p:nvPr/>
        </p:nvSpPr>
        <p:spPr>
          <a:xfrm>
            <a:off x="1051560" y="3246120"/>
            <a:ext cx="1600200" cy="182880"/>
          </a:xfrm>
          <a:prstGeom prst="rect">
            <a:avLst/>
          </a:prstGeom>
          <a:noFill/>
        </p:spPr>
        <p:txBody>
          <a:bodyPr wrap="square" lIns="0" rIns="0" tIns="0" bIns="0" anchor="t">
            <a:noAutofit/>
          </a:bodyPr>
          <a:lstStyle/>
          <a:p>
            <a:pPr algn="l"/>
            <a:r>
              <a:rPr sz="900" b="0" i="0">
                <a:solidFill>
                  <a:srgbClr val="747678"/>
                </a:solidFill>
                <a:latin typeface="Calibri"/>
              </a:rPr>
              <a:t>tempeh &amp; tofu</a:t>
            </a:r>
          </a:p>
        </p:txBody>
      </p:sp>
      <p:sp>
        <p:nvSpPr>
          <p:cNvPr id="24" name="Bar Soybeans"/>
          <p:cNvSpPr/>
          <p:nvPr/>
        </p:nvSpPr>
        <p:spPr>
          <a:xfrm>
            <a:off x="2697480" y="3127248"/>
            <a:ext cx="243840" cy="237744"/>
          </a:xfrm>
          <a:prstGeom prst="rect">
            <a:avLst/>
          </a:prstGeom>
          <a:solidFill>
            <a:srgbClr val="E6B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014472" y="3108960"/>
            <a:ext cx="822960" cy="274320"/>
          </a:xfrm>
          <a:prstGeom prst="rect">
            <a:avLst/>
          </a:prstGeom>
          <a:noFill/>
        </p:spPr>
        <p:txBody>
          <a:bodyPr wrap="square" lIns="0" rIns="0" tIns="0" bIns="0" anchor="ctr">
            <a:noAutofit/>
          </a:bodyPr>
          <a:lstStyle/>
          <a:p>
            <a:pPr algn="l"/>
            <a:r>
              <a:rPr sz="1200" b="1" i="0">
                <a:solidFill>
                  <a:srgbClr val="4D4D4F"/>
                </a:solidFill>
                <a:latin typeface="Calibri"/>
              </a:rPr>
              <a:t>2.6 Mt</a:t>
            </a:r>
          </a:p>
        </p:txBody>
      </p:sp>
      <p:pic>
        <p:nvPicPr>
          <p:cNvPr id="26" name="Icon Other feed" descr="_crop_icon_feed_46x46.png"/>
          <p:cNvPicPr>
            <a:picLocks noChangeAspect="1"/>
          </p:cNvPicPr>
          <p:nvPr/>
        </p:nvPicPr>
        <p:blipFill>
          <a:blip r:embed="rId5"/>
          <a:stretch>
            <a:fillRect/>
          </a:stretch>
        </p:blipFill>
        <p:spPr>
          <a:xfrm>
            <a:off x="512064" y="3584448"/>
            <a:ext cx="420624" cy="420624"/>
          </a:xfrm>
          <a:prstGeom prst="rect">
            <a:avLst/>
          </a:prstGeom>
        </p:spPr>
      </p:pic>
      <p:sp>
        <p:nvSpPr>
          <p:cNvPr id="27" name="TextBox 26"/>
          <p:cNvSpPr txBox="1"/>
          <p:nvPr/>
        </p:nvSpPr>
        <p:spPr>
          <a:xfrm>
            <a:off x="1051560" y="3575304"/>
            <a:ext cx="1600200" cy="219456"/>
          </a:xfrm>
          <a:prstGeom prst="rect">
            <a:avLst/>
          </a:prstGeom>
          <a:noFill/>
        </p:spPr>
        <p:txBody>
          <a:bodyPr wrap="square" lIns="0" rIns="0" tIns="0" bIns="0" anchor="t">
            <a:noAutofit/>
          </a:bodyPr>
          <a:lstStyle/>
          <a:p>
            <a:pPr algn="l"/>
            <a:r>
              <a:rPr sz="1100" b="1" i="0">
                <a:solidFill>
                  <a:srgbClr val="4D4D4F"/>
                </a:solidFill>
                <a:latin typeface="Calibri"/>
              </a:rPr>
              <a:t>Other feed</a:t>
            </a:r>
          </a:p>
        </p:txBody>
      </p:sp>
      <p:sp>
        <p:nvSpPr>
          <p:cNvPr id="28" name="TextBox 27"/>
          <p:cNvSpPr txBox="1"/>
          <p:nvPr/>
        </p:nvSpPr>
        <p:spPr>
          <a:xfrm>
            <a:off x="1051560" y="3794760"/>
            <a:ext cx="1600200" cy="182880"/>
          </a:xfrm>
          <a:prstGeom prst="rect">
            <a:avLst/>
          </a:prstGeom>
          <a:noFill/>
        </p:spPr>
        <p:txBody>
          <a:bodyPr wrap="square" lIns="0" rIns="0" tIns="0" bIns="0" anchor="t">
            <a:noAutofit/>
          </a:bodyPr>
          <a:lstStyle/>
          <a:p>
            <a:pPr algn="l"/>
            <a:r>
              <a:rPr sz="900" b="0" i="0">
                <a:solidFill>
                  <a:srgbClr val="747678"/>
                </a:solidFill>
                <a:latin typeface="Calibri"/>
              </a:rPr>
              <a:t>DDGS, corn gluten, meat meal</a:t>
            </a:r>
          </a:p>
        </p:txBody>
      </p:sp>
      <p:sp>
        <p:nvSpPr>
          <p:cNvPr id="29" name="Bar Other feed"/>
          <p:cNvSpPr/>
          <p:nvPr/>
        </p:nvSpPr>
        <p:spPr>
          <a:xfrm>
            <a:off x="2697480" y="3675887"/>
            <a:ext cx="168812" cy="237744"/>
          </a:xfrm>
          <a:prstGeom prst="rect">
            <a:avLst/>
          </a:prstGeom>
          <a:solidFill>
            <a:srgbClr val="E6B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939444" y="3657600"/>
            <a:ext cx="822960" cy="274320"/>
          </a:xfrm>
          <a:prstGeom prst="rect">
            <a:avLst/>
          </a:prstGeom>
          <a:noFill/>
        </p:spPr>
        <p:txBody>
          <a:bodyPr wrap="square" lIns="0" rIns="0" tIns="0" bIns="0" anchor="ctr">
            <a:noAutofit/>
          </a:bodyPr>
          <a:lstStyle/>
          <a:p>
            <a:pPr algn="l"/>
            <a:r>
              <a:rPr sz="1200" b="1" i="0">
                <a:solidFill>
                  <a:srgbClr val="4D4D4F"/>
                </a:solidFill>
                <a:latin typeface="Calibri"/>
              </a:rPr>
              <a:t>1.8 Mt</a:t>
            </a:r>
          </a:p>
        </p:txBody>
      </p:sp>
      <p:sp>
        <p:nvSpPr>
          <p:cNvPr id="31" name="Chevron 30"/>
          <p:cNvSpPr/>
          <p:nvPr/>
        </p:nvSpPr>
        <p:spPr>
          <a:xfrm>
            <a:off x="4279392" y="1216152"/>
            <a:ext cx="256032" cy="384048"/>
          </a:xfrm>
          <a:prstGeom prst="chevron">
            <a:avLst/>
          </a:prstGeom>
          <a:solidFill>
            <a:srgbClr val="E6B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846320" y="1005840"/>
            <a:ext cx="3749039" cy="201168"/>
          </a:xfrm>
          <a:prstGeom prst="rect">
            <a:avLst/>
          </a:prstGeom>
          <a:noFill/>
        </p:spPr>
        <p:txBody>
          <a:bodyPr wrap="square" lIns="0" rIns="0" tIns="0" bIns="0" anchor="t">
            <a:noAutofit/>
          </a:bodyPr>
          <a:lstStyle/>
          <a:p>
            <a:pPr algn="l"/>
            <a:r>
              <a:rPr sz="900" b="1" i="0" spc="150">
                <a:solidFill>
                  <a:srgbClr val="747678"/>
                </a:solidFill>
                <a:latin typeface="Calibri"/>
              </a:rPr>
              <a:t>WHERE IT IS MILLED</a:t>
            </a:r>
          </a:p>
        </p:txBody>
      </p:sp>
      <p:sp>
        <p:nvSpPr>
          <p:cNvPr id="2" name="Map - Neighbouring countries"/>
          <p:cNvSpPr/>
          <p:nvPr/>
        </p:nvSpPr>
        <p:spPr>
          <a:xfrm>
            <a:off x="5077806" y="1207008"/>
            <a:ext cx="3554130" cy="1451192"/>
          </a:xfrm>
          <a:custGeom>
            <a:avLst/>
            <a:gdLst/>
            <a:ahLst/>
            <a:cxnLst/>
            <a:rect l="l" t="t" r="r" b="b"/>
            <a:pathLst>
              <a:path w="3554130" h="1451192">
                <a:moveTo>
                  <a:pt x="221096" y="4676"/>
                </a:moveTo>
                <a:lnTo>
                  <a:pt x="222627" y="887"/>
                </a:lnTo>
                <a:lnTo>
                  <a:pt x="224479" y="0"/>
                </a:lnTo>
                <a:lnTo>
                  <a:pt x="225768" y="0"/>
                </a:lnTo>
                <a:lnTo>
                  <a:pt x="228990" y="0"/>
                </a:lnTo>
                <a:lnTo>
                  <a:pt x="232534" y="0"/>
                </a:lnTo>
                <a:lnTo>
                  <a:pt x="239300" y="0"/>
                </a:lnTo>
                <a:lnTo>
                  <a:pt x="256939" y="2580"/>
                </a:lnTo>
                <a:lnTo>
                  <a:pt x="262174" y="4192"/>
                </a:lnTo>
                <a:lnTo>
                  <a:pt x="269182" y="1532"/>
                </a:lnTo>
                <a:lnTo>
                  <a:pt x="272243" y="3225"/>
                </a:lnTo>
                <a:lnTo>
                  <a:pt x="275464" y="5966"/>
                </a:lnTo>
                <a:lnTo>
                  <a:pt x="277317" y="13544"/>
                </a:lnTo>
                <a:lnTo>
                  <a:pt x="281908" y="20559"/>
                </a:lnTo>
                <a:lnTo>
                  <a:pt x="291171" y="19510"/>
                </a:lnTo>
                <a:lnTo>
                  <a:pt x="294392" y="20559"/>
                </a:lnTo>
                <a:lnTo>
                  <a:pt x="296406" y="20720"/>
                </a:lnTo>
                <a:lnTo>
                  <a:pt x="298178" y="26928"/>
                </a:lnTo>
                <a:lnTo>
                  <a:pt x="299064" y="37570"/>
                </a:lnTo>
                <a:lnTo>
                  <a:pt x="298178" y="43858"/>
                </a:lnTo>
                <a:lnTo>
                  <a:pt x="291493" y="52727"/>
                </a:lnTo>
                <a:lnTo>
                  <a:pt x="290607" y="58773"/>
                </a:lnTo>
                <a:lnTo>
                  <a:pt x="294070" y="62482"/>
                </a:lnTo>
                <a:lnTo>
                  <a:pt x="298661" y="66513"/>
                </a:lnTo>
                <a:lnTo>
                  <a:pt x="301239" y="69577"/>
                </a:lnTo>
                <a:lnTo>
                  <a:pt x="303977" y="69093"/>
                </a:lnTo>
                <a:lnTo>
                  <a:pt x="307441" y="66997"/>
                </a:lnTo>
                <a:lnTo>
                  <a:pt x="310582" y="61756"/>
                </a:lnTo>
                <a:lnTo>
                  <a:pt x="312757" y="57322"/>
                </a:lnTo>
                <a:lnTo>
                  <a:pt x="324597" y="52243"/>
                </a:lnTo>
                <a:lnTo>
                  <a:pt x="336840" y="47728"/>
                </a:lnTo>
                <a:lnTo>
                  <a:pt x="338531" y="48212"/>
                </a:lnTo>
                <a:lnTo>
                  <a:pt x="340464" y="50227"/>
                </a:lnTo>
                <a:lnTo>
                  <a:pt x="344411" y="56758"/>
                </a:lnTo>
                <a:lnTo>
                  <a:pt x="346666" y="58128"/>
                </a:lnTo>
                <a:lnTo>
                  <a:pt x="350049" y="58773"/>
                </a:lnTo>
                <a:lnTo>
                  <a:pt x="355768" y="58128"/>
                </a:lnTo>
                <a:lnTo>
                  <a:pt x="362453" y="54420"/>
                </a:lnTo>
                <a:lnTo>
                  <a:pt x="365916" y="47486"/>
                </a:lnTo>
                <a:lnTo>
                  <a:pt x="367447" y="42004"/>
                </a:lnTo>
                <a:lnTo>
                  <a:pt x="377032" y="32491"/>
                </a:lnTo>
                <a:lnTo>
                  <a:pt x="378079" y="25396"/>
                </a:lnTo>
                <a:lnTo>
                  <a:pt x="380737" y="20800"/>
                </a:lnTo>
                <a:lnTo>
                  <a:pt x="394671" y="23945"/>
                </a:lnTo>
                <a:lnTo>
                  <a:pt x="399987" y="26444"/>
                </a:lnTo>
                <a:lnTo>
                  <a:pt x="415613" y="51356"/>
                </a:lnTo>
                <a:lnTo>
                  <a:pt x="436232" y="68932"/>
                </a:lnTo>
                <a:lnTo>
                  <a:pt x="445012" y="75462"/>
                </a:lnTo>
                <a:lnTo>
                  <a:pt x="451697" y="78606"/>
                </a:lnTo>
                <a:lnTo>
                  <a:pt x="460960" y="88039"/>
                </a:lnTo>
                <a:lnTo>
                  <a:pt x="469014" y="99810"/>
                </a:lnTo>
                <a:lnTo>
                  <a:pt x="486653" y="133026"/>
                </a:lnTo>
                <a:lnTo>
                  <a:pt x="489714" y="147618"/>
                </a:lnTo>
                <a:lnTo>
                  <a:pt x="490922" y="169870"/>
                </a:lnTo>
                <a:lnTo>
                  <a:pt x="487056" y="203409"/>
                </a:lnTo>
                <a:lnTo>
                  <a:pt x="482304" y="220178"/>
                </a:lnTo>
                <a:lnTo>
                  <a:pt x="483190" y="228079"/>
                </a:lnTo>
                <a:lnTo>
                  <a:pt x="489714" y="240172"/>
                </a:lnTo>
                <a:lnTo>
                  <a:pt x="487700" y="251620"/>
                </a:lnTo>
                <a:lnTo>
                  <a:pt x="488989" y="261134"/>
                </a:lnTo>
                <a:lnTo>
                  <a:pt x="488506" y="287578"/>
                </a:lnTo>
                <a:lnTo>
                  <a:pt x="492211" y="295317"/>
                </a:lnTo>
                <a:lnTo>
                  <a:pt x="496399" y="300316"/>
                </a:lnTo>
                <a:lnTo>
                  <a:pt x="518549" y="316037"/>
                </a:lnTo>
                <a:lnTo>
                  <a:pt x="520160" y="321842"/>
                </a:lnTo>
                <a:lnTo>
                  <a:pt x="531114" y="341756"/>
                </a:lnTo>
                <a:lnTo>
                  <a:pt x="551331" y="385130"/>
                </a:lnTo>
                <a:lnTo>
                  <a:pt x="556889" y="404641"/>
                </a:lnTo>
                <a:lnTo>
                  <a:pt x="556244" y="409881"/>
                </a:lnTo>
                <a:lnTo>
                  <a:pt x="553828" y="412058"/>
                </a:lnTo>
                <a:lnTo>
                  <a:pt x="547868" y="413993"/>
                </a:lnTo>
                <a:lnTo>
                  <a:pt x="542954" y="410203"/>
                </a:lnTo>
                <a:lnTo>
                  <a:pt x="541263" y="407462"/>
                </a:lnTo>
                <a:lnTo>
                  <a:pt x="541827" y="404076"/>
                </a:lnTo>
                <a:lnTo>
                  <a:pt x="539813" y="400690"/>
                </a:lnTo>
                <a:lnTo>
                  <a:pt x="534980" y="396740"/>
                </a:lnTo>
                <a:lnTo>
                  <a:pt x="532161" y="393112"/>
                </a:lnTo>
                <a:lnTo>
                  <a:pt x="532967" y="399078"/>
                </a:lnTo>
                <a:lnTo>
                  <a:pt x="533047" y="406737"/>
                </a:lnTo>
                <a:lnTo>
                  <a:pt x="526845" y="407382"/>
                </a:lnTo>
                <a:lnTo>
                  <a:pt x="518952" y="404963"/>
                </a:lnTo>
                <a:lnTo>
                  <a:pt x="509125" y="407140"/>
                </a:lnTo>
                <a:lnTo>
                  <a:pt x="497446" y="416573"/>
                </a:lnTo>
                <a:lnTo>
                  <a:pt x="491808" y="416895"/>
                </a:lnTo>
                <a:lnTo>
                  <a:pt x="487539" y="408752"/>
                </a:lnTo>
                <a:lnTo>
                  <a:pt x="485365" y="403270"/>
                </a:lnTo>
                <a:lnTo>
                  <a:pt x="481901" y="399400"/>
                </a:lnTo>
                <a:lnTo>
                  <a:pt x="444851" y="379567"/>
                </a:lnTo>
                <a:lnTo>
                  <a:pt x="431158" y="374407"/>
                </a:lnTo>
                <a:lnTo>
                  <a:pt x="416740" y="359412"/>
                </a:lnTo>
                <a:lnTo>
                  <a:pt x="384361" y="342804"/>
                </a:lnTo>
                <a:lnTo>
                  <a:pt x="363742" y="326599"/>
                </a:lnTo>
                <a:lnTo>
                  <a:pt x="354962" y="316521"/>
                </a:lnTo>
                <a:lnTo>
                  <a:pt x="333940" y="307653"/>
                </a:lnTo>
                <a:lnTo>
                  <a:pt x="324838" y="297252"/>
                </a:lnTo>
                <a:lnTo>
                  <a:pt x="320328" y="295156"/>
                </a:lnTo>
                <a:lnTo>
                  <a:pt x="315898" y="291448"/>
                </a:lnTo>
                <a:lnTo>
                  <a:pt x="320570" y="281289"/>
                </a:lnTo>
                <a:lnTo>
                  <a:pt x="318636" y="270728"/>
                </a:lnTo>
                <a:lnTo>
                  <a:pt x="316220" y="261779"/>
                </a:lnTo>
                <a:lnTo>
                  <a:pt x="301319" y="244123"/>
                </a:lnTo>
                <a:lnTo>
                  <a:pt x="294070" y="231788"/>
                </a:lnTo>
                <a:lnTo>
                  <a:pt x="280055" y="219533"/>
                </a:lnTo>
                <a:lnTo>
                  <a:pt x="274498" y="212519"/>
                </a:lnTo>
                <a:lnTo>
                  <a:pt x="269101" y="204296"/>
                </a:lnTo>
                <a:lnTo>
                  <a:pt x="272484" y="201393"/>
                </a:lnTo>
                <a:lnTo>
                  <a:pt x="275625" y="199700"/>
                </a:lnTo>
                <a:lnTo>
                  <a:pt x="272726" y="193734"/>
                </a:lnTo>
                <a:lnTo>
                  <a:pt x="264752" y="183334"/>
                </a:lnTo>
                <a:lnTo>
                  <a:pt x="261047" y="171482"/>
                </a:lnTo>
                <a:lnTo>
                  <a:pt x="261047" y="148989"/>
                </a:lnTo>
                <a:lnTo>
                  <a:pt x="249609" y="117385"/>
                </a:lnTo>
                <a:lnTo>
                  <a:pt x="239944" y="73527"/>
                </a:lnTo>
                <a:lnTo>
                  <a:pt x="241635" y="58209"/>
                </a:lnTo>
                <a:lnTo>
                  <a:pt x="239139" y="41601"/>
                </a:lnTo>
                <a:lnTo>
                  <a:pt x="232695" y="25557"/>
                </a:lnTo>
                <a:lnTo>
                  <a:pt x="224238" y="14189"/>
                </a:lnTo>
                <a:lnTo>
                  <a:pt x="221096" y="4676"/>
                </a:lnTo>
                <a:close/>
                <a:moveTo>
                  <a:pt x="1627010" y="187768"/>
                </a:moveTo>
                <a:lnTo>
                  <a:pt x="1624030" y="187768"/>
                </a:lnTo>
                <a:lnTo>
                  <a:pt x="1617103" y="185994"/>
                </a:lnTo>
                <a:lnTo>
                  <a:pt x="1603168" y="177448"/>
                </a:lnTo>
                <a:lnTo>
                  <a:pt x="1588912" y="174385"/>
                </a:lnTo>
                <a:lnTo>
                  <a:pt x="1568212" y="174143"/>
                </a:lnTo>
                <a:lnTo>
                  <a:pt x="1556452" y="172934"/>
                </a:lnTo>
                <a:lnTo>
                  <a:pt x="1551700" y="174224"/>
                </a:lnTo>
                <a:lnTo>
                  <a:pt x="1547673" y="174304"/>
                </a:lnTo>
                <a:lnTo>
                  <a:pt x="1544773" y="172531"/>
                </a:lnTo>
                <a:lnTo>
                  <a:pt x="1541713" y="171644"/>
                </a:lnTo>
                <a:lnTo>
                  <a:pt x="1533658" y="176723"/>
                </a:lnTo>
                <a:lnTo>
                  <a:pt x="1529873" y="175191"/>
                </a:lnTo>
                <a:lnTo>
                  <a:pt x="1526006" y="173014"/>
                </a:lnTo>
                <a:lnTo>
                  <a:pt x="1519241" y="172289"/>
                </a:lnTo>
                <a:lnTo>
                  <a:pt x="1511025" y="172934"/>
                </a:lnTo>
                <a:lnTo>
                  <a:pt x="1502004" y="178093"/>
                </a:lnTo>
                <a:lnTo>
                  <a:pt x="1491855" y="173417"/>
                </a:lnTo>
                <a:lnTo>
                  <a:pt x="1489036" y="173498"/>
                </a:lnTo>
                <a:lnTo>
                  <a:pt x="1487103" y="174707"/>
                </a:lnTo>
                <a:lnTo>
                  <a:pt x="1482673" y="181076"/>
                </a:lnTo>
                <a:lnTo>
                  <a:pt x="1474377" y="185994"/>
                </a:lnTo>
                <a:lnTo>
                  <a:pt x="1470269" y="194943"/>
                </a:lnTo>
                <a:lnTo>
                  <a:pt x="1467692" y="203489"/>
                </a:lnTo>
                <a:lnTo>
                  <a:pt x="1465437" y="206472"/>
                </a:lnTo>
                <a:lnTo>
                  <a:pt x="1464873" y="223080"/>
                </a:lnTo>
                <a:lnTo>
                  <a:pt x="1463584" y="231062"/>
                </a:lnTo>
                <a:lnTo>
                  <a:pt x="1465678" y="241704"/>
                </a:lnTo>
                <a:lnTo>
                  <a:pt x="1465275" y="246219"/>
                </a:lnTo>
                <a:lnTo>
                  <a:pt x="1461570" y="252991"/>
                </a:lnTo>
                <a:lnTo>
                  <a:pt x="1461087" y="254604"/>
                </a:lnTo>
                <a:lnTo>
                  <a:pt x="1459154" y="265326"/>
                </a:lnTo>
                <a:lnTo>
                  <a:pt x="1459879" y="268229"/>
                </a:lnTo>
                <a:lnTo>
                  <a:pt x="1459396" y="271857"/>
                </a:lnTo>
                <a:lnTo>
                  <a:pt x="1456254" y="279435"/>
                </a:lnTo>
                <a:lnTo>
                  <a:pt x="1450616" y="281451"/>
                </a:lnTo>
                <a:lnTo>
                  <a:pt x="1444656" y="282660"/>
                </a:lnTo>
                <a:lnTo>
                  <a:pt x="1439582" y="280080"/>
                </a:lnTo>
                <a:lnTo>
                  <a:pt x="1434990" y="284272"/>
                </a:lnTo>
                <a:lnTo>
                  <a:pt x="1429191" y="290641"/>
                </a:lnTo>
                <a:lnTo>
                  <a:pt x="1426614" y="294995"/>
                </a:lnTo>
                <a:lnTo>
                  <a:pt x="1426694" y="299026"/>
                </a:lnTo>
                <a:lnTo>
                  <a:pt x="1427258" y="301687"/>
                </a:lnTo>
                <a:lnTo>
                  <a:pt x="1426050" y="304508"/>
                </a:lnTo>
                <a:lnTo>
                  <a:pt x="1425889" y="307411"/>
                </a:lnTo>
                <a:lnTo>
                  <a:pt x="1426211" y="311684"/>
                </a:lnTo>
                <a:lnTo>
                  <a:pt x="1430158" y="313457"/>
                </a:lnTo>
                <a:lnTo>
                  <a:pt x="1434266" y="317085"/>
                </a:lnTo>
                <a:lnTo>
                  <a:pt x="1434104" y="320633"/>
                </a:lnTo>
                <a:lnTo>
                  <a:pt x="1431849" y="323051"/>
                </a:lnTo>
                <a:lnTo>
                  <a:pt x="1426694" y="326841"/>
                </a:lnTo>
                <a:lnTo>
                  <a:pt x="1417190" y="334500"/>
                </a:lnTo>
                <a:lnTo>
                  <a:pt x="1406478" y="341111"/>
                </a:lnTo>
                <a:lnTo>
                  <a:pt x="1402450" y="342642"/>
                </a:lnTo>
                <a:lnTo>
                  <a:pt x="1401000" y="345625"/>
                </a:lnTo>
                <a:lnTo>
                  <a:pt x="1400276" y="349737"/>
                </a:lnTo>
                <a:lnTo>
                  <a:pt x="1402611" y="358606"/>
                </a:lnTo>
                <a:lnTo>
                  <a:pt x="1404867" y="361266"/>
                </a:lnTo>
                <a:lnTo>
                  <a:pt x="1406075" y="364410"/>
                </a:lnTo>
                <a:lnTo>
                  <a:pt x="1404625" y="368119"/>
                </a:lnTo>
                <a:lnTo>
                  <a:pt x="1403578" y="371344"/>
                </a:lnTo>
                <a:lnTo>
                  <a:pt x="1399631" y="373359"/>
                </a:lnTo>
                <a:lnTo>
                  <a:pt x="1395846" y="374811"/>
                </a:lnTo>
                <a:lnTo>
                  <a:pt x="1394396" y="377390"/>
                </a:lnTo>
                <a:lnTo>
                  <a:pt x="1392382" y="388113"/>
                </a:lnTo>
                <a:lnTo>
                  <a:pt x="1390046" y="393676"/>
                </a:lnTo>
                <a:lnTo>
                  <a:pt x="1384811" y="401980"/>
                </a:lnTo>
                <a:lnTo>
                  <a:pt x="1383119" y="405769"/>
                </a:lnTo>
                <a:lnTo>
                  <a:pt x="1380462" y="406979"/>
                </a:lnTo>
                <a:lnTo>
                  <a:pt x="1370313" y="403109"/>
                </a:lnTo>
                <a:lnTo>
                  <a:pt x="1361292" y="405447"/>
                </a:lnTo>
                <a:lnTo>
                  <a:pt x="1349291" y="406979"/>
                </a:lnTo>
                <a:lnTo>
                  <a:pt x="1339142" y="406737"/>
                </a:lnTo>
                <a:lnTo>
                  <a:pt x="1331249" y="408430"/>
                </a:lnTo>
                <a:lnTo>
                  <a:pt x="1325852" y="412783"/>
                </a:lnTo>
                <a:lnTo>
                  <a:pt x="1319811" y="418346"/>
                </a:lnTo>
                <a:lnTo>
                  <a:pt x="1313529" y="422377"/>
                </a:lnTo>
                <a:lnTo>
                  <a:pt x="1308696" y="424393"/>
                </a:lnTo>
                <a:lnTo>
                  <a:pt x="1299916" y="418588"/>
                </a:lnTo>
                <a:lnTo>
                  <a:pt x="1295487" y="419072"/>
                </a:lnTo>
                <a:lnTo>
                  <a:pt x="1287513" y="417056"/>
                </a:lnTo>
                <a:lnTo>
                  <a:pt x="1268746" y="410526"/>
                </a:lnTo>
                <a:lnTo>
                  <a:pt x="1264155" y="408591"/>
                </a:lnTo>
                <a:lnTo>
                  <a:pt x="1259161" y="408430"/>
                </a:lnTo>
                <a:lnTo>
                  <a:pt x="1257630" y="406576"/>
                </a:lnTo>
                <a:lnTo>
                  <a:pt x="1258436" y="403431"/>
                </a:lnTo>
                <a:lnTo>
                  <a:pt x="1257630" y="399239"/>
                </a:lnTo>
                <a:lnTo>
                  <a:pt x="1254006" y="397707"/>
                </a:lnTo>
                <a:lnTo>
                  <a:pt x="1216391" y="398352"/>
                </a:lnTo>
                <a:lnTo>
                  <a:pt x="1205598" y="401899"/>
                </a:lnTo>
                <a:lnTo>
                  <a:pt x="1198269" y="404721"/>
                </a:lnTo>
                <a:lnTo>
                  <a:pt x="1193033" y="408027"/>
                </a:lnTo>
                <a:lnTo>
                  <a:pt x="1191503" y="416170"/>
                </a:lnTo>
                <a:lnTo>
                  <a:pt x="1188442" y="423748"/>
                </a:lnTo>
                <a:lnTo>
                  <a:pt x="1184415" y="431891"/>
                </a:lnTo>
                <a:lnTo>
                  <a:pt x="1171850" y="434309"/>
                </a:lnTo>
                <a:lnTo>
                  <a:pt x="1162668" y="442452"/>
                </a:lnTo>
                <a:lnTo>
                  <a:pt x="1159527" y="443500"/>
                </a:lnTo>
                <a:lnTo>
                  <a:pt x="1153163" y="442291"/>
                </a:lnTo>
                <a:lnTo>
                  <a:pt x="1146398" y="441565"/>
                </a:lnTo>
                <a:lnTo>
                  <a:pt x="1141565" y="443903"/>
                </a:lnTo>
                <a:lnTo>
                  <a:pt x="1136410" y="443742"/>
                </a:lnTo>
                <a:lnTo>
                  <a:pt x="1120623" y="439953"/>
                </a:lnTo>
                <a:lnTo>
                  <a:pt x="1105642" y="439308"/>
                </a:lnTo>
                <a:lnTo>
                  <a:pt x="1097185" y="441323"/>
                </a:lnTo>
                <a:lnTo>
                  <a:pt x="1092513" y="442049"/>
                </a:lnTo>
                <a:lnTo>
                  <a:pt x="1066497" y="453256"/>
                </a:lnTo>
                <a:lnTo>
                  <a:pt x="1057718" y="454545"/>
                </a:lnTo>
                <a:lnTo>
                  <a:pt x="1054093" y="452933"/>
                </a:lnTo>
                <a:lnTo>
                  <a:pt x="1049099" y="448338"/>
                </a:lnTo>
                <a:lnTo>
                  <a:pt x="1042334" y="443742"/>
                </a:lnTo>
                <a:lnTo>
                  <a:pt x="1026225" y="428102"/>
                </a:lnTo>
                <a:lnTo>
                  <a:pt x="1020264" y="424393"/>
                </a:lnTo>
                <a:lnTo>
                  <a:pt x="1016317" y="420604"/>
                </a:lnTo>
                <a:lnTo>
                  <a:pt x="1012532" y="416170"/>
                </a:lnTo>
                <a:lnTo>
                  <a:pt x="1007216" y="411332"/>
                </a:lnTo>
                <a:lnTo>
                  <a:pt x="1002303" y="408027"/>
                </a:lnTo>
                <a:lnTo>
                  <a:pt x="995698" y="401254"/>
                </a:lnTo>
                <a:lnTo>
                  <a:pt x="989093" y="393837"/>
                </a:lnTo>
                <a:lnTo>
                  <a:pt x="987643" y="380777"/>
                </a:lnTo>
                <a:lnTo>
                  <a:pt x="982408" y="378439"/>
                </a:lnTo>
                <a:lnTo>
                  <a:pt x="980636" y="375052"/>
                </a:lnTo>
                <a:lnTo>
                  <a:pt x="979831" y="371183"/>
                </a:lnTo>
                <a:lnTo>
                  <a:pt x="987080" y="360540"/>
                </a:lnTo>
                <a:lnTo>
                  <a:pt x="992315" y="371747"/>
                </a:lnTo>
                <a:lnTo>
                  <a:pt x="994409" y="374246"/>
                </a:lnTo>
                <a:lnTo>
                  <a:pt x="1006088" y="381825"/>
                </a:lnTo>
                <a:lnTo>
                  <a:pt x="1015754" y="385533"/>
                </a:lnTo>
                <a:lnTo>
                  <a:pt x="1026144" y="387065"/>
                </a:lnTo>
                <a:lnTo>
                  <a:pt x="1036776" y="387388"/>
                </a:lnTo>
                <a:lnTo>
                  <a:pt x="1040964" y="386904"/>
                </a:lnTo>
                <a:lnTo>
                  <a:pt x="1045072" y="385372"/>
                </a:lnTo>
                <a:lnTo>
                  <a:pt x="1049180" y="386984"/>
                </a:lnTo>
                <a:lnTo>
                  <a:pt x="1071330" y="399239"/>
                </a:lnTo>
                <a:lnTo>
                  <a:pt x="1079948" y="401416"/>
                </a:lnTo>
                <a:lnTo>
                  <a:pt x="1089050" y="400529"/>
                </a:lnTo>
                <a:lnTo>
                  <a:pt x="1092674" y="401738"/>
                </a:lnTo>
                <a:lnTo>
                  <a:pt x="1105400" y="411090"/>
                </a:lnTo>
                <a:lnTo>
                  <a:pt x="1109186" y="412219"/>
                </a:lnTo>
                <a:lnTo>
                  <a:pt x="1115468" y="411493"/>
                </a:lnTo>
                <a:lnTo>
                  <a:pt x="1107414" y="407220"/>
                </a:lnTo>
                <a:lnTo>
                  <a:pt x="1102178" y="404157"/>
                </a:lnTo>
                <a:lnTo>
                  <a:pt x="1099843" y="398433"/>
                </a:lnTo>
                <a:lnTo>
                  <a:pt x="1101292" y="392305"/>
                </a:lnTo>
                <a:lnTo>
                  <a:pt x="1106367" y="388274"/>
                </a:lnTo>
                <a:lnTo>
                  <a:pt x="1109911" y="383840"/>
                </a:lnTo>
                <a:lnTo>
                  <a:pt x="1111200" y="370699"/>
                </a:lnTo>
                <a:lnTo>
                  <a:pt x="1113455" y="364007"/>
                </a:lnTo>
                <a:lnTo>
                  <a:pt x="1117724" y="357638"/>
                </a:lnTo>
                <a:lnTo>
                  <a:pt x="1119093" y="351511"/>
                </a:lnTo>
                <a:lnTo>
                  <a:pt x="1114341" y="346835"/>
                </a:lnTo>
                <a:lnTo>
                  <a:pt x="1113294" y="338853"/>
                </a:lnTo>
                <a:lnTo>
                  <a:pt x="1114341" y="332162"/>
                </a:lnTo>
                <a:lnTo>
                  <a:pt x="1116999" y="327647"/>
                </a:lnTo>
                <a:lnTo>
                  <a:pt x="1121348" y="330630"/>
                </a:lnTo>
                <a:lnTo>
                  <a:pt x="1125778" y="333452"/>
                </a:lnTo>
                <a:lnTo>
                  <a:pt x="1130208" y="333129"/>
                </a:lnTo>
                <a:lnTo>
                  <a:pt x="1133269" y="332000"/>
                </a:lnTo>
                <a:lnTo>
                  <a:pt x="1133833" y="328614"/>
                </a:lnTo>
                <a:lnTo>
                  <a:pt x="1132947" y="322648"/>
                </a:lnTo>
                <a:lnTo>
                  <a:pt x="1133188" y="311684"/>
                </a:lnTo>
                <a:lnTo>
                  <a:pt x="1138826" y="302896"/>
                </a:lnTo>
                <a:lnTo>
                  <a:pt x="1147686" y="296849"/>
                </a:lnTo>
                <a:lnTo>
                  <a:pt x="1156144" y="293947"/>
                </a:lnTo>
                <a:lnTo>
                  <a:pt x="1187637" y="289029"/>
                </a:lnTo>
                <a:lnTo>
                  <a:pt x="1237414" y="276533"/>
                </a:lnTo>
                <a:lnTo>
                  <a:pt x="1252234" y="271615"/>
                </a:lnTo>
                <a:lnTo>
                  <a:pt x="1257630" y="269115"/>
                </a:lnTo>
                <a:lnTo>
                  <a:pt x="1262221" y="265649"/>
                </a:lnTo>
                <a:lnTo>
                  <a:pt x="1269873" y="254442"/>
                </a:lnTo>
                <a:lnTo>
                  <a:pt x="1284371" y="236947"/>
                </a:lnTo>
                <a:lnTo>
                  <a:pt x="1294520" y="222435"/>
                </a:lnTo>
                <a:lnTo>
                  <a:pt x="1315945" y="201474"/>
                </a:lnTo>
                <a:lnTo>
                  <a:pt x="1333020" y="181963"/>
                </a:lnTo>
                <a:lnTo>
                  <a:pt x="1335356" y="178255"/>
                </a:lnTo>
                <a:lnTo>
                  <a:pt x="1338175" y="167613"/>
                </a:lnTo>
                <a:lnTo>
                  <a:pt x="1338336" y="162614"/>
                </a:lnTo>
                <a:lnTo>
                  <a:pt x="1337853" y="157535"/>
                </a:lnTo>
                <a:lnTo>
                  <a:pt x="1340189" y="155197"/>
                </a:lnTo>
                <a:lnTo>
                  <a:pt x="1343491" y="153746"/>
                </a:lnTo>
                <a:lnTo>
                  <a:pt x="1344297" y="153746"/>
                </a:lnTo>
                <a:lnTo>
                  <a:pt x="1346794" y="156003"/>
                </a:lnTo>
                <a:lnTo>
                  <a:pt x="1352754" y="159067"/>
                </a:lnTo>
                <a:lnTo>
                  <a:pt x="1357184" y="163017"/>
                </a:lnTo>
                <a:lnTo>
                  <a:pt x="1360164" y="168177"/>
                </a:lnTo>
                <a:lnTo>
                  <a:pt x="1362339" y="172934"/>
                </a:lnTo>
                <a:lnTo>
                  <a:pt x="1362500" y="177045"/>
                </a:lnTo>
                <a:lnTo>
                  <a:pt x="1365158" y="180351"/>
                </a:lnTo>
                <a:lnTo>
                  <a:pt x="1372729" y="180915"/>
                </a:lnTo>
                <a:lnTo>
                  <a:pt x="1375146" y="185108"/>
                </a:lnTo>
                <a:lnTo>
                  <a:pt x="1380381" y="192364"/>
                </a:lnTo>
                <a:lnTo>
                  <a:pt x="1385214" y="197604"/>
                </a:lnTo>
                <a:lnTo>
                  <a:pt x="1388113" y="199619"/>
                </a:lnTo>
                <a:lnTo>
                  <a:pt x="1391818" y="198491"/>
                </a:lnTo>
                <a:lnTo>
                  <a:pt x="1397537" y="193734"/>
                </a:lnTo>
                <a:lnTo>
                  <a:pt x="1401645" y="187929"/>
                </a:lnTo>
                <a:lnTo>
                  <a:pt x="1404383" y="180028"/>
                </a:lnTo>
                <a:lnTo>
                  <a:pt x="1402209" y="178900"/>
                </a:lnTo>
                <a:lnTo>
                  <a:pt x="1406075" y="173014"/>
                </a:lnTo>
                <a:lnTo>
                  <a:pt x="1406800" y="169870"/>
                </a:lnTo>
                <a:lnTo>
                  <a:pt x="1405028" y="166968"/>
                </a:lnTo>
                <a:lnTo>
                  <a:pt x="1402772" y="164146"/>
                </a:lnTo>
                <a:lnTo>
                  <a:pt x="1401886" y="156971"/>
                </a:lnTo>
                <a:lnTo>
                  <a:pt x="1400356" y="147780"/>
                </a:lnTo>
                <a:lnTo>
                  <a:pt x="1399309" y="143668"/>
                </a:lnTo>
                <a:lnTo>
                  <a:pt x="1402289" y="140685"/>
                </a:lnTo>
                <a:lnTo>
                  <a:pt x="1408813" y="136896"/>
                </a:lnTo>
                <a:lnTo>
                  <a:pt x="1415257" y="132542"/>
                </a:lnTo>
                <a:lnTo>
                  <a:pt x="1421862" y="128995"/>
                </a:lnTo>
                <a:lnTo>
                  <a:pt x="1422023" y="135364"/>
                </a:lnTo>
                <a:lnTo>
                  <a:pt x="1421862" y="145845"/>
                </a:lnTo>
                <a:lnTo>
                  <a:pt x="1423875" y="154552"/>
                </a:lnTo>
                <a:lnTo>
                  <a:pt x="1428305" y="170112"/>
                </a:lnTo>
                <a:lnTo>
                  <a:pt x="1433460" y="172208"/>
                </a:lnTo>
                <a:lnTo>
                  <a:pt x="1439582" y="173579"/>
                </a:lnTo>
                <a:lnTo>
                  <a:pt x="1443126" y="173095"/>
                </a:lnTo>
                <a:lnTo>
                  <a:pt x="1445381" y="172127"/>
                </a:lnTo>
                <a:lnTo>
                  <a:pt x="1446025" y="170837"/>
                </a:lnTo>
                <a:lnTo>
                  <a:pt x="1442159" y="164791"/>
                </a:lnTo>
                <a:lnTo>
                  <a:pt x="1441192" y="150440"/>
                </a:lnTo>
                <a:lnTo>
                  <a:pt x="1438051" y="141007"/>
                </a:lnTo>
                <a:lnTo>
                  <a:pt x="1433218" y="131655"/>
                </a:lnTo>
                <a:lnTo>
                  <a:pt x="1430963" y="128995"/>
                </a:lnTo>
                <a:lnTo>
                  <a:pt x="1449891" y="126334"/>
                </a:lnTo>
                <a:lnTo>
                  <a:pt x="1454160" y="123432"/>
                </a:lnTo>
                <a:lnTo>
                  <a:pt x="1461570" y="116982"/>
                </a:lnTo>
                <a:lnTo>
                  <a:pt x="1464309" y="113354"/>
                </a:lnTo>
                <a:lnTo>
                  <a:pt x="1466564" y="105292"/>
                </a:lnTo>
                <a:lnTo>
                  <a:pt x="1457301" y="100455"/>
                </a:lnTo>
                <a:lnTo>
                  <a:pt x="1453677" y="94247"/>
                </a:lnTo>
                <a:lnTo>
                  <a:pt x="1453435" y="87636"/>
                </a:lnTo>
                <a:lnTo>
                  <a:pt x="1464470" y="75220"/>
                </a:lnTo>
                <a:lnTo>
                  <a:pt x="1468336" y="72318"/>
                </a:lnTo>
                <a:lnTo>
                  <a:pt x="1470028" y="76671"/>
                </a:lnTo>
                <a:lnTo>
                  <a:pt x="1474860" y="77800"/>
                </a:lnTo>
                <a:lnTo>
                  <a:pt x="1479371" y="77961"/>
                </a:lnTo>
                <a:lnTo>
                  <a:pt x="1483881" y="77719"/>
                </a:lnTo>
                <a:lnTo>
                  <a:pt x="1490325" y="71431"/>
                </a:lnTo>
                <a:lnTo>
                  <a:pt x="1493627" y="62482"/>
                </a:lnTo>
                <a:lnTo>
                  <a:pt x="1505065" y="49824"/>
                </a:lnTo>
                <a:lnTo>
                  <a:pt x="1509092" y="40069"/>
                </a:lnTo>
                <a:lnTo>
                  <a:pt x="1511347" y="29830"/>
                </a:lnTo>
                <a:lnTo>
                  <a:pt x="1540102" y="0"/>
                </a:lnTo>
                <a:lnTo>
                  <a:pt x="1543565" y="0"/>
                </a:lnTo>
                <a:lnTo>
                  <a:pt x="1560641" y="0"/>
                </a:lnTo>
                <a:lnTo>
                  <a:pt x="1562735" y="0"/>
                </a:lnTo>
                <a:lnTo>
                  <a:pt x="1567326" y="0"/>
                </a:lnTo>
                <a:lnTo>
                  <a:pt x="1568695" y="0"/>
                </a:lnTo>
                <a:lnTo>
                  <a:pt x="1568051" y="0"/>
                </a:lnTo>
                <a:lnTo>
                  <a:pt x="1565312" y="0"/>
                </a:lnTo>
                <a:lnTo>
                  <a:pt x="1563701" y="0"/>
                </a:lnTo>
                <a:lnTo>
                  <a:pt x="1565635" y="0"/>
                </a:lnTo>
                <a:lnTo>
                  <a:pt x="1573770" y="0"/>
                </a:lnTo>
                <a:lnTo>
                  <a:pt x="1582307" y="0"/>
                </a:lnTo>
                <a:lnTo>
                  <a:pt x="1587059" y="0"/>
                </a:lnTo>
                <a:lnTo>
                  <a:pt x="1591167" y="0"/>
                </a:lnTo>
                <a:lnTo>
                  <a:pt x="1599302" y="0"/>
                </a:lnTo>
                <a:lnTo>
                  <a:pt x="1601074" y="0"/>
                </a:lnTo>
                <a:lnTo>
                  <a:pt x="1600511" y="0"/>
                </a:lnTo>
                <a:lnTo>
                  <a:pt x="1601316" y="0"/>
                </a:lnTo>
                <a:lnTo>
                  <a:pt x="1604457" y="0"/>
                </a:lnTo>
                <a:lnTo>
                  <a:pt x="1611384" y="0"/>
                </a:lnTo>
                <a:lnTo>
                  <a:pt x="1620969" y="0"/>
                </a:lnTo>
                <a:lnTo>
                  <a:pt x="1629909" y="0"/>
                </a:lnTo>
                <a:lnTo>
                  <a:pt x="1632809" y="2096"/>
                </a:lnTo>
                <a:lnTo>
                  <a:pt x="1634742" y="5885"/>
                </a:lnTo>
                <a:lnTo>
                  <a:pt x="1636675" y="12093"/>
                </a:lnTo>
                <a:lnTo>
                  <a:pt x="1636836" y="18382"/>
                </a:lnTo>
                <a:lnTo>
                  <a:pt x="1630393" y="24428"/>
                </a:lnTo>
                <a:lnTo>
                  <a:pt x="1633131" y="34345"/>
                </a:lnTo>
                <a:lnTo>
                  <a:pt x="1632729" y="40150"/>
                </a:lnTo>
                <a:lnTo>
                  <a:pt x="1630473" y="45068"/>
                </a:lnTo>
                <a:lnTo>
                  <a:pt x="1621130" y="49582"/>
                </a:lnTo>
                <a:lnTo>
                  <a:pt x="1646663" y="45148"/>
                </a:lnTo>
                <a:lnTo>
                  <a:pt x="1652945" y="42568"/>
                </a:lnTo>
                <a:lnTo>
                  <a:pt x="1661644" y="36038"/>
                </a:lnTo>
                <a:lnTo>
                  <a:pt x="1666316" y="41681"/>
                </a:lnTo>
                <a:lnTo>
                  <a:pt x="1670665" y="51437"/>
                </a:lnTo>
                <a:lnTo>
                  <a:pt x="1667121" y="53855"/>
                </a:lnTo>
                <a:lnTo>
                  <a:pt x="1656087" y="57483"/>
                </a:lnTo>
                <a:lnTo>
                  <a:pt x="1655523" y="58935"/>
                </a:lnTo>
                <a:lnTo>
                  <a:pt x="1659228" y="64014"/>
                </a:lnTo>
                <a:lnTo>
                  <a:pt x="1663819" y="63530"/>
                </a:lnTo>
                <a:lnTo>
                  <a:pt x="1673001" y="60144"/>
                </a:lnTo>
                <a:lnTo>
                  <a:pt x="1681378" y="54742"/>
                </a:lnTo>
                <a:lnTo>
                  <a:pt x="1685486" y="54823"/>
                </a:lnTo>
                <a:lnTo>
                  <a:pt x="1689754" y="55951"/>
                </a:lnTo>
                <a:lnTo>
                  <a:pt x="1698051" y="59418"/>
                </a:lnTo>
                <a:lnTo>
                  <a:pt x="1702722" y="62159"/>
                </a:lnTo>
                <a:lnTo>
                  <a:pt x="1706669" y="65707"/>
                </a:lnTo>
                <a:lnTo>
                  <a:pt x="1709246" y="73205"/>
                </a:lnTo>
                <a:lnTo>
                  <a:pt x="1718831" y="75865"/>
                </a:lnTo>
                <a:lnTo>
                  <a:pt x="1738404" y="86346"/>
                </a:lnTo>
                <a:lnTo>
                  <a:pt x="1742109" y="87233"/>
                </a:lnTo>
                <a:lnTo>
                  <a:pt x="1745894" y="87475"/>
                </a:lnTo>
                <a:lnTo>
                  <a:pt x="1756204" y="86185"/>
                </a:lnTo>
                <a:lnTo>
                  <a:pt x="1759829" y="87636"/>
                </a:lnTo>
                <a:lnTo>
                  <a:pt x="1762487" y="91425"/>
                </a:lnTo>
                <a:lnTo>
                  <a:pt x="1763292" y="96101"/>
                </a:lnTo>
                <a:lnTo>
                  <a:pt x="1763050" y="101100"/>
                </a:lnTo>
                <a:lnTo>
                  <a:pt x="1762003" y="104889"/>
                </a:lnTo>
                <a:lnTo>
                  <a:pt x="1759587" y="108033"/>
                </a:lnTo>
                <a:lnTo>
                  <a:pt x="1752499" y="112870"/>
                </a:lnTo>
                <a:lnTo>
                  <a:pt x="1734779" y="119078"/>
                </a:lnTo>
                <a:lnTo>
                  <a:pt x="1715448" y="123835"/>
                </a:lnTo>
                <a:lnTo>
                  <a:pt x="1705702" y="123513"/>
                </a:lnTo>
                <a:lnTo>
                  <a:pt x="1692090" y="119401"/>
                </a:lnTo>
                <a:lnTo>
                  <a:pt x="1687096" y="119965"/>
                </a:lnTo>
                <a:lnTo>
                  <a:pt x="1682344" y="121819"/>
                </a:lnTo>
                <a:lnTo>
                  <a:pt x="1676223" y="134719"/>
                </a:lnTo>
                <a:lnTo>
                  <a:pt x="1687419" y="147618"/>
                </a:lnTo>
                <a:lnTo>
                  <a:pt x="1706588" y="161082"/>
                </a:lnTo>
                <a:lnTo>
                  <a:pt x="1709246" y="164388"/>
                </a:lnTo>
                <a:lnTo>
                  <a:pt x="1708521" y="168499"/>
                </a:lnTo>
                <a:lnTo>
                  <a:pt x="1705461" y="170999"/>
                </a:lnTo>
                <a:lnTo>
                  <a:pt x="1701433" y="172369"/>
                </a:lnTo>
                <a:lnTo>
                  <a:pt x="1690640" y="174465"/>
                </a:lnTo>
                <a:lnTo>
                  <a:pt x="1679767" y="176078"/>
                </a:lnTo>
                <a:lnTo>
                  <a:pt x="1670746" y="178335"/>
                </a:lnTo>
                <a:lnTo>
                  <a:pt x="1661966" y="181399"/>
                </a:lnTo>
                <a:lnTo>
                  <a:pt x="1652945" y="180351"/>
                </a:lnTo>
                <a:lnTo>
                  <a:pt x="1640461" y="174304"/>
                </a:lnTo>
                <a:lnTo>
                  <a:pt x="1636836" y="173901"/>
                </a:lnTo>
                <a:lnTo>
                  <a:pt x="1633131" y="177045"/>
                </a:lnTo>
                <a:lnTo>
                  <a:pt x="1629426" y="185430"/>
                </a:lnTo>
                <a:lnTo>
                  <a:pt x="1627010" y="187768"/>
                </a:lnTo>
                <a:close/>
                <a:moveTo>
                  <a:pt x="234789" y="97149"/>
                </a:moveTo>
                <a:lnTo>
                  <a:pt x="232776" y="99407"/>
                </a:lnTo>
                <a:lnTo>
                  <a:pt x="226896" y="98117"/>
                </a:lnTo>
                <a:lnTo>
                  <a:pt x="227943" y="84895"/>
                </a:lnTo>
                <a:lnTo>
                  <a:pt x="231326" y="83202"/>
                </a:lnTo>
                <a:lnTo>
                  <a:pt x="236481" y="85620"/>
                </a:lnTo>
                <a:lnTo>
                  <a:pt x="238816" y="87878"/>
                </a:lnTo>
                <a:lnTo>
                  <a:pt x="234789" y="97149"/>
                </a:lnTo>
                <a:close/>
                <a:moveTo>
                  <a:pt x="199269" y="2741"/>
                </a:moveTo>
                <a:lnTo>
                  <a:pt x="204987" y="11368"/>
                </a:lnTo>
                <a:lnTo>
                  <a:pt x="202088" y="15238"/>
                </a:lnTo>
                <a:lnTo>
                  <a:pt x="200719" y="16366"/>
                </a:lnTo>
                <a:lnTo>
                  <a:pt x="197255" y="15076"/>
                </a:lnTo>
                <a:lnTo>
                  <a:pt x="194033" y="18382"/>
                </a:lnTo>
                <a:lnTo>
                  <a:pt x="190892" y="19107"/>
                </a:lnTo>
                <a:lnTo>
                  <a:pt x="187751" y="13061"/>
                </a:lnTo>
                <a:lnTo>
                  <a:pt x="183885" y="10723"/>
                </a:lnTo>
                <a:lnTo>
                  <a:pt x="182999" y="6611"/>
                </a:lnTo>
                <a:lnTo>
                  <a:pt x="188234" y="5885"/>
                </a:lnTo>
                <a:lnTo>
                  <a:pt x="191295" y="7256"/>
                </a:lnTo>
                <a:lnTo>
                  <a:pt x="197175" y="4434"/>
                </a:lnTo>
                <a:lnTo>
                  <a:pt x="199269" y="2741"/>
                </a:lnTo>
                <a:close/>
                <a:moveTo>
                  <a:pt x="1128839" y="329340"/>
                </a:moveTo>
                <a:lnTo>
                  <a:pt x="1126423" y="330388"/>
                </a:lnTo>
                <a:lnTo>
                  <a:pt x="1122637" y="327486"/>
                </a:lnTo>
                <a:lnTo>
                  <a:pt x="1121670" y="303057"/>
                </a:lnTo>
                <a:lnTo>
                  <a:pt x="1124328" y="300880"/>
                </a:lnTo>
                <a:lnTo>
                  <a:pt x="1126100" y="301203"/>
                </a:lnTo>
                <a:lnTo>
                  <a:pt x="1127953" y="305637"/>
                </a:lnTo>
                <a:lnTo>
                  <a:pt x="1127792" y="316360"/>
                </a:lnTo>
                <a:lnTo>
                  <a:pt x="1128114" y="325793"/>
                </a:lnTo>
                <a:lnTo>
                  <a:pt x="1128839" y="329340"/>
                </a:lnTo>
                <a:close/>
                <a:moveTo>
                  <a:pt x="531275" y="416734"/>
                </a:moveTo>
                <a:lnTo>
                  <a:pt x="519194" y="422055"/>
                </a:lnTo>
                <a:lnTo>
                  <a:pt x="505501" y="417137"/>
                </a:lnTo>
                <a:lnTo>
                  <a:pt x="509931" y="409317"/>
                </a:lnTo>
                <a:lnTo>
                  <a:pt x="519033" y="407382"/>
                </a:lnTo>
                <a:lnTo>
                  <a:pt x="526362" y="409881"/>
                </a:lnTo>
                <a:lnTo>
                  <a:pt x="530550" y="411816"/>
                </a:lnTo>
                <a:lnTo>
                  <a:pt x="533370" y="413993"/>
                </a:lnTo>
                <a:lnTo>
                  <a:pt x="531275" y="416734"/>
                </a:lnTo>
                <a:close/>
                <a:moveTo>
                  <a:pt x="1430963" y="128995"/>
                </a:moveTo>
                <a:lnTo>
                  <a:pt x="1433218" y="131655"/>
                </a:lnTo>
                <a:lnTo>
                  <a:pt x="1438051" y="141007"/>
                </a:lnTo>
                <a:lnTo>
                  <a:pt x="1441192" y="150440"/>
                </a:lnTo>
                <a:lnTo>
                  <a:pt x="1442159" y="164791"/>
                </a:lnTo>
                <a:lnTo>
                  <a:pt x="1446025" y="170837"/>
                </a:lnTo>
                <a:lnTo>
                  <a:pt x="1445381" y="172127"/>
                </a:lnTo>
                <a:lnTo>
                  <a:pt x="1443126" y="173095"/>
                </a:lnTo>
                <a:lnTo>
                  <a:pt x="1439582" y="173579"/>
                </a:lnTo>
                <a:lnTo>
                  <a:pt x="1433460" y="172208"/>
                </a:lnTo>
                <a:lnTo>
                  <a:pt x="1428305" y="170112"/>
                </a:lnTo>
                <a:lnTo>
                  <a:pt x="1423875" y="154552"/>
                </a:lnTo>
                <a:lnTo>
                  <a:pt x="1421862" y="145845"/>
                </a:lnTo>
                <a:lnTo>
                  <a:pt x="1422023" y="135364"/>
                </a:lnTo>
                <a:lnTo>
                  <a:pt x="1421862" y="128995"/>
                </a:lnTo>
                <a:lnTo>
                  <a:pt x="1430963" y="128995"/>
                </a:lnTo>
                <a:close/>
                <a:moveTo>
                  <a:pt x="1421862" y="128995"/>
                </a:moveTo>
                <a:lnTo>
                  <a:pt x="1415257" y="132542"/>
                </a:lnTo>
                <a:lnTo>
                  <a:pt x="1408813" y="136896"/>
                </a:lnTo>
                <a:lnTo>
                  <a:pt x="1402289" y="140685"/>
                </a:lnTo>
                <a:lnTo>
                  <a:pt x="1399309" y="143668"/>
                </a:lnTo>
                <a:lnTo>
                  <a:pt x="1400356" y="147780"/>
                </a:lnTo>
                <a:lnTo>
                  <a:pt x="1401886" y="156971"/>
                </a:lnTo>
                <a:lnTo>
                  <a:pt x="1402772" y="164146"/>
                </a:lnTo>
                <a:lnTo>
                  <a:pt x="1405028" y="166968"/>
                </a:lnTo>
                <a:lnTo>
                  <a:pt x="1406800" y="169870"/>
                </a:lnTo>
                <a:lnTo>
                  <a:pt x="1406075" y="173014"/>
                </a:lnTo>
                <a:lnTo>
                  <a:pt x="1402209" y="178900"/>
                </a:lnTo>
                <a:lnTo>
                  <a:pt x="1404383" y="180028"/>
                </a:lnTo>
                <a:lnTo>
                  <a:pt x="1401645" y="187929"/>
                </a:lnTo>
                <a:lnTo>
                  <a:pt x="1397537" y="193734"/>
                </a:lnTo>
                <a:lnTo>
                  <a:pt x="1391818" y="198491"/>
                </a:lnTo>
                <a:lnTo>
                  <a:pt x="1388113" y="199619"/>
                </a:lnTo>
                <a:lnTo>
                  <a:pt x="1385214" y="197604"/>
                </a:lnTo>
                <a:lnTo>
                  <a:pt x="1380381" y="192364"/>
                </a:lnTo>
                <a:lnTo>
                  <a:pt x="1375146" y="185108"/>
                </a:lnTo>
                <a:lnTo>
                  <a:pt x="1372729" y="180915"/>
                </a:lnTo>
                <a:lnTo>
                  <a:pt x="1365158" y="180351"/>
                </a:lnTo>
                <a:lnTo>
                  <a:pt x="1362500" y="177045"/>
                </a:lnTo>
                <a:lnTo>
                  <a:pt x="1362339" y="172934"/>
                </a:lnTo>
                <a:lnTo>
                  <a:pt x="1360164" y="168177"/>
                </a:lnTo>
                <a:lnTo>
                  <a:pt x="1357184" y="163017"/>
                </a:lnTo>
                <a:lnTo>
                  <a:pt x="1352754" y="159067"/>
                </a:lnTo>
                <a:lnTo>
                  <a:pt x="1346794" y="156003"/>
                </a:lnTo>
                <a:lnTo>
                  <a:pt x="1344297" y="153746"/>
                </a:lnTo>
                <a:lnTo>
                  <a:pt x="1353479" y="153907"/>
                </a:lnTo>
                <a:lnTo>
                  <a:pt x="1363225" y="152617"/>
                </a:lnTo>
                <a:lnTo>
                  <a:pt x="1373293" y="148344"/>
                </a:lnTo>
                <a:lnTo>
                  <a:pt x="1383039" y="143104"/>
                </a:lnTo>
                <a:lnTo>
                  <a:pt x="1391174" y="137218"/>
                </a:lnTo>
                <a:lnTo>
                  <a:pt x="1398826" y="130527"/>
                </a:lnTo>
                <a:lnTo>
                  <a:pt x="1406880" y="125286"/>
                </a:lnTo>
                <a:lnTo>
                  <a:pt x="1419284" y="119159"/>
                </a:lnTo>
                <a:lnTo>
                  <a:pt x="1423553" y="119643"/>
                </a:lnTo>
                <a:lnTo>
                  <a:pt x="1423473" y="123996"/>
                </a:lnTo>
                <a:lnTo>
                  <a:pt x="1421862" y="128995"/>
                </a:lnTo>
                <a:close/>
                <a:moveTo>
                  <a:pt x="2230614" y="1290916"/>
                </a:moveTo>
                <a:lnTo>
                  <a:pt x="2227876" y="1280435"/>
                </a:lnTo>
                <a:lnTo>
                  <a:pt x="2224896" y="1275920"/>
                </a:lnTo>
                <a:lnTo>
                  <a:pt x="2222560" y="1273340"/>
                </a:lnTo>
                <a:lnTo>
                  <a:pt x="2221835" y="1270196"/>
                </a:lnTo>
                <a:lnTo>
                  <a:pt x="2221915" y="1266890"/>
                </a:lnTo>
                <a:lnTo>
                  <a:pt x="2223365" y="1265358"/>
                </a:lnTo>
                <a:lnTo>
                  <a:pt x="2233192" y="1264955"/>
                </a:lnTo>
                <a:lnTo>
                  <a:pt x="2237138" y="1259554"/>
                </a:lnTo>
                <a:lnTo>
                  <a:pt x="2237138" y="1253104"/>
                </a:lnTo>
                <a:lnTo>
                  <a:pt x="2235125" y="1250847"/>
                </a:lnTo>
                <a:lnTo>
                  <a:pt x="2233192" y="1249960"/>
                </a:lnTo>
                <a:lnTo>
                  <a:pt x="2222962" y="1254797"/>
                </a:lnTo>
                <a:lnTo>
                  <a:pt x="2220063" y="1253910"/>
                </a:lnTo>
                <a:lnTo>
                  <a:pt x="2218291" y="1252217"/>
                </a:lnTo>
                <a:lnTo>
                  <a:pt x="2218855" y="1244961"/>
                </a:lnTo>
                <a:lnTo>
                  <a:pt x="2227312" y="1238270"/>
                </a:lnTo>
                <a:lnTo>
                  <a:pt x="2234480" y="1226096"/>
                </a:lnTo>
                <a:lnTo>
                  <a:pt x="2239474" y="1221258"/>
                </a:lnTo>
                <a:lnTo>
                  <a:pt x="2251153" y="1216663"/>
                </a:lnTo>
                <a:lnTo>
                  <a:pt x="2255905" y="1215373"/>
                </a:lnTo>
                <a:lnTo>
                  <a:pt x="2289895" y="1208681"/>
                </a:lnTo>
                <a:lnTo>
                  <a:pt x="2298030" y="1208278"/>
                </a:lnTo>
                <a:lnTo>
                  <a:pt x="2319616" y="1208439"/>
                </a:lnTo>
                <a:lnTo>
                  <a:pt x="2348452" y="1206988"/>
                </a:lnTo>
                <a:lnTo>
                  <a:pt x="2355620" y="1206021"/>
                </a:lnTo>
                <a:lnTo>
                  <a:pt x="2364883" y="1203118"/>
                </a:lnTo>
                <a:lnTo>
                  <a:pt x="2373823" y="1199410"/>
                </a:lnTo>
                <a:lnTo>
                  <a:pt x="2378575" y="1196588"/>
                </a:lnTo>
                <a:lnTo>
                  <a:pt x="2383489" y="1194492"/>
                </a:lnTo>
                <a:lnTo>
                  <a:pt x="2390899" y="1197072"/>
                </a:lnTo>
                <a:lnTo>
                  <a:pt x="2403544" y="1199087"/>
                </a:lnTo>
                <a:lnTo>
                  <a:pt x="2406927" y="1200861"/>
                </a:lnTo>
                <a:lnTo>
                  <a:pt x="2410069" y="1203280"/>
                </a:lnTo>
                <a:lnTo>
                  <a:pt x="2395490" y="1216099"/>
                </a:lnTo>
                <a:lnTo>
                  <a:pt x="2379381" y="1226660"/>
                </a:lnTo>
                <a:lnTo>
                  <a:pt x="2369474" y="1229885"/>
                </a:lnTo>
                <a:lnTo>
                  <a:pt x="2359245" y="1232062"/>
                </a:lnTo>
                <a:lnTo>
                  <a:pt x="2351512" y="1236173"/>
                </a:lnTo>
                <a:lnTo>
                  <a:pt x="2344908" y="1242623"/>
                </a:lnTo>
                <a:lnTo>
                  <a:pt x="2336531" y="1246251"/>
                </a:lnTo>
                <a:lnTo>
                  <a:pt x="2327027" y="1247460"/>
                </a:lnTo>
                <a:lnTo>
                  <a:pt x="2318892" y="1249395"/>
                </a:lnTo>
                <a:lnTo>
                  <a:pt x="2311562" y="1253185"/>
                </a:lnTo>
                <a:lnTo>
                  <a:pt x="2301333" y="1259634"/>
                </a:lnTo>
                <a:lnTo>
                  <a:pt x="2297225" y="1260279"/>
                </a:lnTo>
                <a:lnTo>
                  <a:pt x="2292795" y="1260118"/>
                </a:lnTo>
                <a:lnTo>
                  <a:pt x="2284338" y="1262617"/>
                </a:lnTo>
                <a:lnTo>
                  <a:pt x="2258000" y="1271889"/>
                </a:lnTo>
                <a:lnTo>
                  <a:pt x="2242052" y="1282208"/>
                </a:lnTo>
                <a:lnTo>
                  <a:pt x="2230614" y="1290916"/>
                </a:lnTo>
                <a:close/>
                <a:moveTo>
                  <a:pt x="2147492" y="1277210"/>
                </a:moveTo>
                <a:lnTo>
                  <a:pt x="2160540" y="1270276"/>
                </a:lnTo>
                <a:lnTo>
                  <a:pt x="2180354" y="1264955"/>
                </a:lnTo>
                <a:lnTo>
                  <a:pt x="2179871" y="1268906"/>
                </a:lnTo>
                <a:lnTo>
                  <a:pt x="2177857" y="1274952"/>
                </a:lnTo>
                <a:lnTo>
                  <a:pt x="2174877" y="1277855"/>
                </a:lnTo>
                <a:lnTo>
                  <a:pt x="2170286" y="1283015"/>
                </a:lnTo>
                <a:lnTo>
                  <a:pt x="2167306" y="1284143"/>
                </a:lnTo>
                <a:lnTo>
                  <a:pt x="2155466" y="1283015"/>
                </a:lnTo>
                <a:lnTo>
                  <a:pt x="2153935" y="1283740"/>
                </a:lnTo>
                <a:lnTo>
                  <a:pt x="2151841" y="1283176"/>
                </a:lnTo>
                <a:lnTo>
                  <a:pt x="2148780" y="1279870"/>
                </a:lnTo>
                <a:lnTo>
                  <a:pt x="2147492" y="1277210"/>
                </a:lnTo>
                <a:close/>
                <a:moveTo>
                  <a:pt x="3511924" y="1259231"/>
                </a:moveTo>
                <a:lnTo>
                  <a:pt x="3511924" y="1258183"/>
                </a:lnTo>
                <a:lnTo>
                  <a:pt x="3511924" y="1241736"/>
                </a:lnTo>
                <a:lnTo>
                  <a:pt x="3511924" y="1225370"/>
                </a:lnTo>
                <a:lnTo>
                  <a:pt x="3511924" y="1209004"/>
                </a:lnTo>
                <a:lnTo>
                  <a:pt x="3511924" y="1192557"/>
                </a:lnTo>
                <a:lnTo>
                  <a:pt x="3511924" y="1176191"/>
                </a:lnTo>
                <a:lnTo>
                  <a:pt x="3511924" y="1159825"/>
                </a:lnTo>
                <a:lnTo>
                  <a:pt x="3511844" y="1143458"/>
                </a:lnTo>
                <a:lnTo>
                  <a:pt x="3511844" y="1127012"/>
                </a:lnTo>
                <a:lnTo>
                  <a:pt x="3511844" y="1110645"/>
                </a:lnTo>
                <a:lnTo>
                  <a:pt x="3511844" y="1094279"/>
                </a:lnTo>
                <a:lnTo>
                  <a:pt x="3511844" y="1080735"/>
                </a:lnTo>
                <a:lnTo>
                  <a:pt x="3507414" y="1075494"/>
                </a:lnTo>
                <a:lnTo>
                  <a:pt x="3502742" y="1067432"/>
                </a:lnTo>
                <a:lnTo>
                  <a:pt x="3503789" y="1057112"/>
                </a:lnTo>
                <a:lnTo>
                  <a:pt x="3509347" y="1044213"/>
                </a:lnTo>
                <a:lnTo>
                  <a:pt x="3511844" y="1035667"/>
                </a:lnTo>
                <a:lnTo>
                  <a:pt x="3511844" y="1028653"/>
                </a:lnTo>
                <a:lnTo>
                  <a:pt x="3511844" y="1012287"/>
                </a:lnTo>
                <a:lnTo>
                  <a:pt x="3511844" y="995921"/>
                </a:lnTo>
                <a:lnTo>
                  <a:pt x="3511844" y="979554"/>
                </a:lnTo>
                <a:lnTo>
                  <a:pt x="3511844" y="963107"/>
                </a:lnTo>
                <a:lnTo>
                  <a:pt x="3511844" y="946741"/>
                </a:lnTo>
                <a:lnTo>
                  <a:pt x="3511844" y="930375"/>
                </a:lnTo>
                <a:lnTo>
                  <a:pt x="3511763" y="913928"/>
                </a:lnTo>
                <a:lnTo>
                  <a:pt x="3511763" y="897562"/>
                </a:lnTo>
                <a:lnTo>
                  <a:pt x="3511763" y="881196"/>
                </a:lnTo>
                <a:lnTo>
                  <a:pt x="3511763" y="864749"/>
                </a:lnTo>
                <a:lnTo>
                  <a:pt x="3511763" y="848383"/>
                </a:lnTo>
                <a:lnTo>
                  <a:pt x="3511763" y="832017"/>
                </a:lnTo>
                <a:lnTo>
                  <a:pt x="3511763" y="815650"/>
                </a:lnTo>
                <a:lnTo>
                  <a:pt x="3511763" y="799203"/>
                </a:lnTo>
                <a:lnTo>
                  <a:pt x="3511763" y="782837"/>
                </a:lnTo>
                <a:lnTo>
                  <a:pt x="3511763" y="766471"/>
                </a:lnTo>
                <a:lnTo>
                  <a:pt x="3511763" y="750024"/>
                </a:lnTo>
                <a:lnTo>
                  <a:pt x="3511683" y="740188"/>
                </a:lnTo>
                <a:lnTo>
                  <a:pt x="3511683" y="734787"/>
                </a:lnTo>
                <a:lnTo>
                  <a:pt x="3511683" y="734464"/>
                </a:lnTo>
                <a:lnTo>
                  <a:pt x="3514099" y="734464"/>
                </a:lnTo>
                <a:lnTo>
                  <a:pt x="3522315" y="734545"/>
                </a:lnTo>
                <a:lnTo>
                  <a:pt x="3528839" y="735915"/>
                </a:lnTo>
                <a:lnTo>
                  <a:pt x="3554130" y="753410"/>
                </a:lnTo>
                <a:lnTo>
                  <a:pt x="3554130" y="760424"/>
                </a:lnTo>
                <a:lnTo>
                  <a:pt x="3554130" y="762117"/>
                </a:lnTo>
                <a:lnTo>
                  <a:pt x="3554130" y="763004"/>
                </a:lnTo>
                <a:lnTo>
                  <a:pt x="3554130" y="772598"/>
                </a:lnTo>
                <a:lnTo>
                  <a:pt x="3554130" y="782434"/>
                </a:lnTo>
                <a:lnTo>
                  <a:pt x="3554130" y="791786"/>
                </a:lnTo>
                <a:lnTo>
                  <a:pt x="3554130" y="793721"/>
                </a:lnTo>
                <a:lnTo>
                  <a:pt x="3554130" y="794527"/>
                </a:lnTo>
                <a:lnTo>
                  <a:pt x="3554130" y="797752"/>
                </a:lnTo>
                <a:lnTo>
                  <a:pt x="3554130" y="800655"/>
                </a:lnTo>
                <a:lnTo>
                  <a:pt x="3554130" y="812103"/>
                </a:lnTo>
                <a:lnTo>
                  <a:pt x="3554130" y="815650"/>
                </a:lnTo>
                <a:lnTo>
                  <a:pt x="3554130" y="822100"/>
                </a:lnTo>
                <a:lnTo>
                  <a:pt x="3554130" y="829114"/>
                </a:lnTo>
                <a:lnTo>
                  <a:pt x="3554130" y="830807"/>
                </a:lnTo>
                <a:lnTo>
                  <a:pt x="3554130" y="831613"/>
                </a:lnTo>
                <a:lnTo>
                  <a:pt x="3554130" y="831855"/>
                </a:lnTo>
                <a:lnTo>
                  <a:pt x="3554130" y="830646"/>
                </a:lnTo>
                <a:lnTo>
                  <a:pt x="3554130" y="831210"/>
                </a:lnTo>
                <a:lnTo>
                  <a:pt x="3554130" y="832420"/>
                </a:lnTo>
                <a:lnTo>
                  <a:pt x="3554130" y="834838"/>
                </a:lnTo>
                <a:lnTo>
                  <a:pt x="3554130" y="839514"/>
                </a:lnTo>
                <a:lnTo>
                  <a:pt x="3554130" y="845964"/>
                </a:lnTo>
                <a:lnTo>
                  <a:pt x="3554130" y="848866"/>
                </a:lnTo>
                <a:lnTo>
                  <a:pt x="3554130" y="854671"/>
                </a:lnTo>
                <a:lnTo>
                  <a:pt x="3554130" y="861685"/>
                </a:lnTo>
                <a:lnTo>
                  <a:pt x="3554130" y="868699"/>
                </a:lnTo>
                <a:lnTo>
                  <a:pt x="3554130" y="874665"/>
                </a:lnTo>
                <a:lnTo>
                  <a:pt x="3554130" y="877165"/>
                </a:lnTo>
                <a:lnTo>
                  <a:pt x="3554130" y="877568"/>
                </a:lnTo>
                <a:lnTo>
                  <a:pt x="3554130" y="912880"/>
                </a:lnTo>
                <a:lnTo>
                  <a:pt x="3554130" y="918362"/>
                </a:lnTo>
                <a:lnTo>
                  <a:pt x="3554130" y="941501"/>
                </a:lnTo>
                <a:lnTo>
                  <a:pt x="3554130" y="959560"/>
                </a:lnTo>
                <a:lnTo>
                  <a:pt x="3554130" y="965123"/>
                </a:lnTo>
                <a:lnTo>
                  <a:pt x="3554130" y="967219"/>
                </a:lnTo>
                <a:lnTo>
                  <a:pt x="3554130" y="971089"/>
                </a:lnTo>
                <a:lnTo>
                  <a:pt x="3554130" y="976894"/>
                </a:lnTo>
                <a:lnTo>
                  <a:pt x="3554130" y="1001242"/>
                </a:lnTo>
                <a:lnTo>
                  <a:pt x="3554130" y="1003338"/>
                </a:lnTo>
                <a:lnTo>
                  <a:pt x="3554130" y="1004144"/>
                </a:lnTo>
                <a:lnTo>
                  <a:pt x="3554130" y="1003821"/>
                </a:lnTo>
                <a:lnTo>
                  <a:pt x="3554130" y="1005031"/>
                </a:lnTo>
                <a:lnTo>
                  <a:pt x="3554130" y="1009465"/>
                </a:lnTo>
                <a:lnTo>
                  <a:pt x="3554130" y="1012367"/>
                </a:lnTo>
                <a:lnTo>
                  <a:pt x="3554130" y="1020268"/>
                </a:lnTo>
                <a:lnTo>
                  <a:pt x="3554130" y="1028814"/>
                </a:lnTo>
                <a:lnTo>
                  <a:pt x="3554130" y="1031313"/>
                </a:lnTo>
                <a:lnTo>
                  <a:pt x="3554130" y="1033168"/>
                </a:lnTo>
                <a:lnTo>
                  <a:pt x="3554130" y="1037844"/>
                </a:lnTo>
                <a:lnTo>
                  <a:pt x="3554130" y="1052195"/>
                </a:lnTo>
                <a:lnTo>
                  <a:pt x="3554130" y="1061144"/>
                </a:lnTo>
                <a:lnTo>
                  <a:pt x="3554130" y="1064530"/>
                </a:lnTo>
                <a:lnTo>
                  <a:pt x="3554130" y="1066142"/>
                </a:lnTo>
                <a:lnTo>
                  <a:pt x="3554130" y="1067593"/>
                </a:lnTo>
                <a:lnTo>
                  <a:pt x="3554130" y="1065981"/>
                </a:lnTo>
                <a:lnTo>
                  <a:pt x="3554130" y="1075010"/>
                </a:lnTo>
                <a:lnTo>
                  <a:pt x="3554130" y="1078961"/>
                </a:lnTo>
                <a:lnTo>
                  <a:pt x="3554130" y="1082670"/>
                </a:lnTo>
                <a:lnTo>
                  <a:pt x="3554130" y="1101858"/>
                </a:lnTo>
                <a:lnTo>
                  <a:pt x="3554130" y="1118869"/>
                </a:lnTo>
                <a:lnTo>
                  <a:pt x="3554130" y="1125802"/>
                </a:lnTo>
                <a:lnTo>
                  <a:pt x="3554130" y="1131446"/>
                </a:lnTo>
                <a:lnTo>
                  <a:pt x="3554130" y="1138057"/>
                </a:lnTo>
                <a:lnTo>
                  <a:pt x="3554130" y="1145716"/>
                </a:lnTo>
                <a:lnTo>
                  <a:pt x="3554130" y="1159018"/>
                </a:lnTo>
                <a:lnTo>
                  <a:pt x="3554130" y="1164017"/>
                </a:lnTo>
                <a:lnTo>
                  <a:pt x="3554130" y="1167000"/>
                </a:lnTo>
                <a:lnTo>
                  <a:pt x="3554130" y="1177400"/>
                </a:lnTo>
                <a:lnTo>
                  <a:pt x="3554130" y="1181915"/>
                </a:lnTo>
                <a:lnTo>
                  <a:pt x="3554130" y="1196346"/>
                </a:lnTo>
                <a:lnTo>
                  <a:pt x="3554130" y="1206101"/>
                </a:lnTo>
                <a:lnTo>
                  <a:pt x="3554130" y="1210133"/>
                </a:lnTo>
                <a:lnTo>
                  <a:pt x="3554130" y="1213680"/>
                </a:lnTo>
                <a:lnTo>
                  <a:pt x="3554130" y="1222548"/>
                </a:lnTo>
                <a:lnTo>
                  <a:pt x="3554130" y="1225048"/>
                </a:lnTo>
                <a:lnTo>
                  <a:pt x="3554130" y="1244719"/>
                </a:lnTo>
                <a:lnTo>
                  <a:pt x="3554130" y="1253830"/>
                </a:lnTo>
                <a:lnTo>
                  <a:pt x="3554130" y="1257054"/>
                </a:lnTo>
                <a:lnTo>
                  <a:pt x="3554130" y="1256813"/>
                </a:lnTo>
                <a:lnTo>
                  <a:pt x="3554130" y="1251008"/>
                </a:lnTo>
                <a:lnTo>
                  <a:pt x="3554130" y="1250847"/>
                </a:lnTo>
                <a:lnTo>
                  <a:pt x="3554130" y="1252136"/>
                </a:lnTo>
                <a:lnTo>
                  <a:pt x="3554130" y="1255361"/>
                </a:lnTo>
                <a:lnTo>
                  <a:pt x="3554130" y="1264230"/>
                </a:lnTo>
                <a:lnTo>
                  <a:pt x="3554130" y="1273501"/>
                </a:lnTo>
                <a:lnTo>
                  <a:pt x="3554130" y="1282450"/>
                </a:lnTo>
                <a:lnTo>
                  <a:pt x="3554130" y="1289787"/>
                </a:lnTo>
                <a:lnTo>
                  <a:pt x="3554130" y="1295511"/>
                </a:lnTo>
                <a:lnTo>
                  <a:pt x="3554130" y="1297043"/>
                </a:lnTo>
                <a:lnTo>
                  <a:pt x="3554130" y="1298897"/>
                </a:lnTo>
                <a:lnTo>
                  <a:pt x="3554130" y="1300429"/>
                </a:lnTo>
                <a:lnTo>
                  <a:pt x="3554130" y="1302928"/>
                </a:lnTo>
                <a:lnTo>
                  <a:pt x="3554130" y="1305105"/>
                </a:lnTo>
                <a:lnTo>
                  <a:pt x="3554130" y="1309055"/>
                </a:lnTo>
                <a:lnTo>
                  <a:pt x="3554130" y="1310990"/>
                </a:lnTo>
                <a:lnTo>
                  <a:pt x="3554130" y="1311797"/>
                </a:lnTo>
                <a:lnTo>
                  <a:pt x="3554130" y="1314618"/>
                </a:lnTo>
                <a:lnTo>
                  <a:pt x="3554130" y="1319698"/>
                </a:lnTo>
                <a:lnTo>
                  <a:pt x="3554130" y="1324938"/>
                </a:lnTo>
                <a:lnTo>
                  <a:pt x="3554130" y="1331307"/>
                </a:lnTo>
                <a:lnTo>
                  <a:pt x="3554130" y="1333645"/>
                </a:lnTo>
                <a:lnTo>
                  <a:pt x="3554130" y="1335177"/>
                </a:lnTo>
                <a:lnTo>
                  <a:pt x="3554130" y="1337354"/>
                </a:lnTo>
                <a:lnTo>
                  <a:pt x="3554130" y="1340417"/>
                </a:lnTo>
                <a:lnTo>
                  <a:pt x="3554130" y="1343400"/>
                </a:lnTo>
                <a:lnTo>
                  <a:pt x="3554130" y="1345577"/>
                </a:lnTo>
                <a:lnTo>
                  <a:pt x="3554130" y="1346948"/>
                </a:lnTo>
                <a:lnTo>
                  <a:pt x="3554130" y="1350979"/>
                </a:lnTo>
                <a:lnTo>
                  <a:pt x="3554130" y="1349286"/>
                </a:lnTo>
                <a:lnTo>
                  <a:pt x="3554130" y="1355897"/>
                </a:lnTo>
                <a:lnTo>
                  <a:pt x="3554130" y="1357509"/>
                </a:lnTo>
                <a:lnTo>
                  <a:pt x="3554130" y="1355010"/>
                </a:lnTo>
                <a:lnTo>
                  <a:pt x="3554130" y="1357590"/>
                </a:lnTo>
                <a:lnTo>
                  <a:pt x="3554130" y="1364604"/>
                </a:lnTo>
                <a:lnTo>
                  <a:pt x="3554130" y="1369280"/>
                </a:lnTo>
                <a:lnTo>
                  <a:pt x="3554130" y="1372021"/>
                </a:lnTo>
                <a:lnTo>
                  <a:pt x="3554130" y="1375246"/>
                </a:lnTo>
                <a:lnTo>
                  <a:pt x="3554130" y="1381615"/>
                </a:lnTo>
                <a:lnTo>
                  <a:pt x="3554130" y="1382582"/>
                </a:lnTo>
                <a:lnTo>
                  <a:pt x="3554130" y="1383066"/>
                </a:lnTo>
                <a:lnTo>
                  <a:pt x="3554130" y="1380325"/>
                </a:lnTo>
                <a:lnTo>
                  <a:pt x="3554130" y="1376778"/>
                </a:lnTo>
                <a:lnTo>
                  <a:pt x="3554130" y="1372021"/>
                </a:lnTo>
                <a:lnTo>
                  <a:pt x="3554130" y="1369199"/>
                </a:lnTo>
                <a:lnTo>
                  <a:pt x="3554130" y="1362427"/>
                </a:lnTo>
                <a:lnTo>
                  <a:pt x="3554130" y="1358718"/>
                </a:lnTo>
                <a:lnTo>
                  <a:pt x="3554130" y="1357509"/>
                </a:lnTo>
                <a:lnTo>
                  <a:pt x="3554130" y="1353639"/>
                </a:lnTo>
                <a:lnTo>
                  <a:pt x="3554130" y="1350818"/>
                </a:lnTo>
                <a:lnTo>
                  <a:pt x="3554130" y="1349124"/>
                </a:lnTo>
                <a:lnTo>
                  <a:pt x="3554130" y="1343723"/>
                </a:lnTo>
                <a:lnTo>
                  <a:pt x="3554130" y="1342917"/>
                </a:lnTo>
                <a:lnTo>
                  <a:pt x="3554130" y="1344610"/>
                </a:lnTo>
                <a:lnTo>
                  <a:pt x="3554130" y="1345658"/>
                </a:lnTo>
                <a:lnTo>
                  <a:pt x="3554130" y="1345174"/>
                </a:lnTo>
                <a:lnTo>
                  <a:pt x="3554130" y="1340579"/>
                </a:lnTo>
                <a:lnTo>
                  <a:pt x="3554130" y="1338885"/>
                </a:lnTo>
                <a:lnTo>
                  <a:pt x="3554130" y="1340337"/>
                </a:lnTo>
                <a:lnTo>
                  <a:pt x="3554130" y="1340579"/>
                </a:lnTo>
                <a:lnTo>
                  <a:pt x="3554130" y="1337273"/>
                </a:lnTo>
                <a:lnTo>
                  <a:pt x="3554130" y="1335902"/>
                </a:lnTo>
                <a:lnTo>
                  <a:pt x="3554130" y="1331307"/>
                </a:lnTo>
                <a:lnTo>
                  <a:pt x="3554130" y="1327034"/>
                </a:lnTo>
                <a:lnTo>
                  <a:pt x="3554130" y="1323164"/>
                </a:lnTo>
                <a:lnTo>
                  <a:pt x="3554130" y="1313328"/>
                </a:lnTo>
                <a:lnTo>
                  <a:pt x="3554130" y="1304057"/>
                </a:lnTo>
                <a:lnTo>
                  <a:pt x="3554130" y="1296398"/>
                </a:lnTo>
                <a:lnTo>
                  <a:pt x="3554130" y="1283982"/>
                </a:lnTo>
                <a:lnTo>
                  <a:pt x="3554130" y="1280918"/>
                </a:lnTo>
                <a:lnTo>
                  <a:pt x="3554130" y="1269551"/>
                </a:lnTo>
                <a:lnTo>
                  <a:pt x="3554130" y="1262053"/>
                </a:lnTo>
                <a:lnTo>
                  <a:pt x="3554130" y="1254475"/>
                </a:lnTo>
                <a:lnTo>
                  <a:pt x="3554130" y="1257054"/>
                </a:lnTo>
                <a:lnTo>
                  <a:pt x="3554130" y="1256732"/>
                </a:lnTo>
                <a:lnTo>
                  <a:pt x="3554130" y="1251653"/>
                </a:lnTo>
                <a:lnTo>
                  <a:pt x="3554130" y="1245687"/>
                </a:lnTo>
                <a:lnTo>
                  <a:pt x="3554130" y="1229482"/>
                </a:lnTo>
                <a:lnTo>
                  <a:pt x="3554130" y="1220936"/>
                </a:lnTo>
                <a:lnTo>
                  <a:pt x="3554130" y="1205779"/>
                </a:lnTo>
                <a:lnTo>
                  <a:pt x="3554130" y="1196749"/>
                </a:lnTo>
                <a:lnTo>
                  <a:pt x="3554130" y="1188848"/>
                </a:lnTo>
                <a:lnTo>
                  <a:pt x="3554130" y="1185946"/>
                </a:lnTo>
                <a:lnTo>
                  <a:pt x="3554130" y="1182560"/>
                </a:lnTo>
                <a:lnTo>
                  <a:pt x="3554130" y="1178206"/>
                </a:lnTo>
                <a:lnTo>
                  <a:pt x="3554130" y="1175143"/>
                </a:lnTo>
                <a:lnTo>
                  <a:pt x="3554130" y="1168451"/>
                </a:lnTo>
                <a:lnTo>
                  <a:pt x="3554130" y="1166274"/>
                </a:lnTo>
                <a:lnTo>
                  <a:pt x="3554130" y="1165146"/>
                </a:lnTo>
                <a:lnTo>
                  <a:pt x="3554130" y="1164501"/>
                </a:lnTo>
                <a:lnTo>
                  <a:pt x="3554130" y="1163372"/>
                </a:lnTo>
                <a:lnTo>
                  <a:pt x="3554130" y="1157890"/>
                </a:lnTo>
                <a:lnTo>
                  <a:pt x="3554130" y="1156197"/>
                </a:lnTo>
                <a:lnTo>
                  <a:pt x="3554130" y="1155149"/>
                </a:lnTo>
                <a:lnTo>
                  <a:pt x="3554130" y="1153052"/>
                </a:lnTo>
                <a:lnTo>
                  <a:pt x="3554130" y="1151037"/>
                </a:lnTo>
                <a:lnTo>
                  <a:pt x="3554130" y="1147570"/>
                </a:lnTo>
                <a:lnTo>
                  <a:pt x="3554130" y="1139347"/>
                </a:lnTo>
                <a:lnTo>
                  <a:pt x="3554130" y="1140153"/>
                </a:lnTo>
                <a:lnTo>
                  <a:pt x="3554130" y="1138782"/>
                </a:lnTo>
                <a:lnTo>
                  <a:pt x="3554130" y="1135880"/>
                </a:lnTo>
                <a:lnTo>
                  <a:pt x="3554130" y="1134106"/>
                </a:lnTo>
                <a:lnTo>
                  <a:pt x="3554130" y="1136606"/>
                </a:lnTo>
                <a:lnTo>
                  <a:pt x="3554130" y="1143136"/>
                </a:lnTo>
                <a:lnTo>
                  <a:pt x="3554130" y="1143539"/>
                </a:lnTo>
                <a:lnTo>
                  <a:pt x="3554130" y="1142168"/>
                </a:lnTo>
                <a:lnTo>
                  <a:pt x="3554130" y="1142975"/>
                </a:lnTo>
                <a:lnTo>
                  <a:pt x="3554130" y="1145958"/>
                </a:lnTo>
                <a:lnTo>
                  <a:pt x="3554130" y="1150069"/>
                </a:lnTo>
                <a:lnTo>
                  <a:pt x="3554130" y="1149424"/>
                </a:lnTo>
                <a:lnTo>
                  <a:pt x="3554130" y="1145313"/>
                </a:lnTo>
                <a:lnTo>
                  <a:pt x="3554130" y="1142733"/>
                </a:lnTo>
                <a:lnTo>
                  <a:pt x="3554130" y="1138057"/>
                </a:lnTo>
                <a:lnTo>
                  <a:pt x="3554130" y="1132736"/>
                </a:lnTo>
                <a:lnTo>
                  <a:pt x="3554130" y="1128543"/>
                </a:lnTo>
                <a:lnTo>
                  <a:pt x="3554130" y="1125480"/>
                </a:lnTo>
                <a:lnTo>
                  <a:pt x="3554130" y="1132736"/>
                </a:lnTo>
                <a:lnTo>
                  <a:pt x="3554130" y="1164501"/>
                </a:lnTo>
                <a:lnTo>
                  <a:pt x="3554130" y="1165146"/>
                </a:lnTo>
                <a:lnTo>
                  <a:pt x="3554130" y="1164339"/>
                </a:lnTo>
                <a:lnTo>
                  <a:pt x="3554130" y="1170467"/>
                </a:lnTo>
                <a:lnTo>
                  <a:pt x="3554130" y="1171353"/>
                </a:lnTo>
                <a:lnTo>
                  <a:pt x="3554130" y="1171273"/>
                </a:lnTo>
                <a:lnTo>
                  <a:pt x="3554130" y="1168693"/>
                </a:lnTo>
                <a:lnTo>
                  <a:pt x="3554130" y="1167806"/>
                </a:lnTo>
                <a:lnTo>
                  <a:pt x="3554130" y="1169096"/>
                </a:lnTo>
                <a:lnTo>
                  <a:pt x="3554130" y="1171353"/>
                </a:lnTo>
                <a:lnTo>
                  <a:pt x="3554130" y="1178126"/>
                </a:lnTo>
                <a:lnTo>
                  <a:pt x="3554130" y="1185140"/>
                </a:lnTo>
                <a:lnTo>
                  <a:pt x="3554130" y="1188365"/>
                </a:lnTo>
                <a:lnTo>
                  <a:pt x="3554130" y="1190300"/>
                </a:lnTo>
                <a:lnTo>
                  <a:pt x="3554130" y="1194089"/>
                </a:lnTo>
                <a:lnTo>
                  <a:pt x="3554130" y="1194331"/>
                </a:lnTo>
                <a:lnTo>
                  <a:pt x="3554130" y="1192154"/>
                </a:lnTo>
                <a:lnTo>
                  <a:pt x="3554130" y="1190945"/>
                </a:lnTo>
                <a:lnTo>
                  <a:pt x="3554130" y="1192154"/>
                </a:lnTo>
                <a:lnTo>
                  <a:pt x="3554130" y="1194976"/>
                </a:lnTo>
                <a:lnTo>
                  <a:pt x="3554130" y="1194492"/>
                </a:lnTo>
                <a:lnTo>
                  <a:pt x="3554130" y="1189574"/>
                </a:lnTo>
                <a:lnTo>
                  <a:pt x="3554130" y="1185785"/>
                </a:lnTo>
                <a:lnTo>
                  <a:pt x="3554130" y="1182479"/>
                </a:lnTo>
                <a:lnTo>
                  <a:pt x="3554130" y="1183044"/>
                </a:lnTo>
                <a:lnTo>
                  <a:pt x="3554130" y="1184817"/>
                </a:lnTo>
                <a:lnTo>
                  <a:pt x="3554130" y="1184979"/>
                </a:lnTo>
                <a:lnTo>
                  <a:pt x="3554130" y="1189171"/>
                </a:lnTo>
                <a:lnTo>
                  <a:pt x="3554130" y="1194250"/>
                </a:lnTo>
                <a:lnTo>
                  <a:pt x="3554130" y="1198765"/>
                </a:lnTo>
                <a:lnTo>
                  <a:pt x="3554130" y="1196104"/>
                </a:lnTo>
                <a:lnTo>
                  <a:pt x="3554130" y="1196830"/>
                </a:lnTo>
                <a:lnTo>
                  <a:pt x="3554130" y="1204812"/>
                </a:lnTo>
                <a:lnTo>
                  <a:pt x="3554130" y="1205698"/>
                </a:lnTo>
                <a:lnTo>
                  <a:pt x="3554130" y="1207311"/>
                </a:lnTo>
                <a:lnTo>
                  <a:pt x="3554130" y="1215131"/>
                </a:lnTo>
                <a:lnTo>
                  <a:pt x="3554130" y="1222306"/>
                </a:lnTo>
                <a:lnTo>
                  <a:pt x="3554130" y="1230449"/>
                </a:lnTo>
                <a:lnTo>
                  <a:pt x="3554130" y="1233674"/>
                </a:lnTo>
                <a:lnTo>
                  <a:pt x="3554130" y="1242220"/>
                </a:lnTo>
                <a:lnTo>
                  <a:pt x="3554130" y="1246493"/>
                </a:lnTo>
                <a:lnTo>
                  <a:pt x="3554130" y="1252540"/>
                </a:lnTo>
                <a:lnTo>
                  <a:pt x="3554130" y="1257054"/>
                </a:lnTo>
                <a:lnTo>
                  <a:pt x="3554130" y="1266003"/>
                </a:lnTo>
                <a:lnTo>
                  <a:pt x="3554130" y="1276081"/>
                </a:lnTo>
                <a:lnTo>
                  <a:pt x="3554130" y="1274066"/>
                </a:lnTo>
                <a:lnTo>
                  <a:pt x="3554130" y="1268745"/>
                </a:lnTo>
                <a:lnTo>
                  <a:pt x="3554130" y="1267293"/>
                </a:lnTo>
                <a:lnTo>
                  <a:pt x="3554130" y="1264391"/>
                </a:lnTo>
                <a:lnTo>
                  <a:pt x="3554130" y="1263343"/>
                </a:lnTo>
                <a:lnTo>
                  <a:pt x="3554130" y="1265600"/>
                </a:lnTo>
                <a:lnTo>
                  <a:pt x="3554130" y="1266810"/>
                </a:lnTo>
                <a:lnTo>
                  <a:pt x="3554130" y="1266648"/>
                </a:lnTo>
                <a:lnTo>
                  <a:pt x="3554130" y="1264955"/>
                </a:lnTo>
                <a:lnTo>
                  <a:pt x="3546559" y="1261811"/>
                </a:lnTo>
                <a:lnTo>
                  <a:pt x="3537538" y="1263182"/>
                </a:lnTo>
                <a:lnTo>
                  <a:pt x="3531336" y="1266890"/>
                </a:lnTo>
                <a:lnTo>
                  <a:pt x="3524570" y="1267455"/>
                </a:lnTo>
                <a:lnTo>
                  <a:pt x="3511924" y="1259231"/>
                </a:lnTo>
                <a:close/>
                <a:moveTo>
                  <a:pt x="2306165" y="0"/>
                </a:moveTo>
                <a:lnTo>
                  <a:pt x="2312770" y="0"/>
                </a:lnTo>
                <a:lnTo>
                  <a:pt x="2321227" y="0"/>
                </a:lnTo>
                <a:lnTo>
                  <a:pt x="2321147" y="0"/>
                </a:lnTo>
                <a:lnTo>
                  <a:pt x="2322516" y="0"/>
                </a:lnTo>
                <a:lnTo>
                  <a:pt x="2330248" y="0"/>
                </a:lnTo>
                <a:lnTo>
                  <a:pt x="2331457" y="0"/>
                </a:lnTo>
                <a:lnTo>
                  <a:pt x="2326866" y="0"/>
                </a:lnTo>
                <a:lnTo>
                  <a:pt x="2323402" y="0"/>
                </a:lnTo>
                <a:lnTo>
                  <a:pt x="2317120" y="0"/>
                </a:lnTo>
                <a:lnTo>
                  <a:pt x="2316958" y="0"/>
                </a:lnTo>
                <a:lnTo>
                  <a:pt x="2319616" y="0"/>
                </a:lnTo>
                <a:lnTo>
                  <a:pt x="2328396" y="0"/>
                </a:lnTo>
                <a:lnTo>
                  <a:pt x="2335081" y="0"/>
                </a:lnTo>
                <a:lnTo>
                  <a:pt x="2336289" y="0"/>
                </a:lnTo>
                <a:lnTo>
                  <a:pt x="2342652" y="0"/>
                </a:lnTo>
                <a:lnTo>
                  <a:pt x="2342491" y="0"/>
                </a:lnTo>
                <a:lnTo>
                  <a:pt x="2339914" y="0"/>
                </a:lnTo>
                <a:lnTo>
                  <a:pt x="2340719" y="0"/>
                </a:lnTo>
                <a:lnTo>
                  <a:pt x="2345471" y="0"/>
                </a:lnTo>
                <a:lnTo>
                  <a:pt x="2349499" y="0"/>
                </a:lnTo>
                <a:lnTo>
                  <a:pt x="2351593" y="0"/>
                </a:lnTo>
                <a:lnTo>
                  <a:pt x="2353445" y="0"/>
                </a:lnTo>
                <a:lnTo>
                  <a:pt x="2353123" y="0"/>
                </a:lnTo>
                <a:lnTo>
                  <a:pt x="2352559" y="0"/>
                </a:lnTo>
                <a:lnTo>
                  <a:pt x="2349740" y="0"/>
                </a:lnTo>
                <a:lnTo>
                  <a:pt x="2341041" y="0"/>
                </a:lnTo>
                <a:lnTo>
                  <a:pt x="2329362" y="0"/>
                </a:lnTo>
                <a:lnTo>
                  <a:pt x="2323160" y="0"/>
                </a:lnTo>
                <a:lnTo>
                  <a:pt x="2321147" y="0"/>
                </a:lnTo>
                <a:lnTo>
                  <a:pt x="2325013" y="0"/>
                </a:lnTo>
                <a:lnTo>
                  <a:pt x="2323483" y="1371"/>
                </a:lnTo>
                <a:lnTo>
                  <a:pt x="2320905" y="15318"/>
                </a:lnTo>
                <a:lnTo>
                  <a:pt x="2317120" y="8223"/>
                </a:lnTo>
                <a:lnTo>
                  <a:pt x="2314542" y="806"/>
                </a:lnTo>
                <a:lnTo>
                  <a:pt x="2312126" y="0"/>
                </a:lnTo>
                <a:lnTo>
                  <a:pt x="2309146" y="0"/>
                </a:lnTo>
                <a:lnTo>
                  <a:pt x="2304474" y="0"/>
                </a:lnTo>
                <a:lnTo>
                  <a:pt x="2302621" y="0"/>
                </a:lnTo>
                <a:lnTo>
                  <a:pt x="2297708" y="0"/>
                </a:lnTo>
                <a:lnTo>
                  <a:pt x="2291506" y="0"/>
                </a:lnTo>
                <a:lnTo>
                  <a:pt x="2287479" y="0"/>
                </a:lnTo>
                <a:lnTo>
                  <a:pt x="2280633" y="0"/>
                </a:lnTo>
                <a:lnTo>
                  <a:pt x="2279102" y="0"/>
                </a:lnTo>
                <a:lnTo>
                  <a:pt x="2278297" y="0"/>
                </a:lnTo>
                <a:lnTo>
                  <a:pt x="2276767" y="0"/>
                </a:lnTo>
                <a:lnTo>
                  <a:pt x="2268793" y="0"/>
                </a:lnTo>
                <a:lnTo>
                  <a:pt x="2262591" y="0"/>
                </a:lnTo>
                <a:lnTo>
                  <a:pt x="2257436" y="0"/>
                </a:lnTo>
                <a:lnTo>
                  <a:pt x="2255825" y="0"/>
                </a:lnTo>
                <a:lnTo>
                  <a:pt x="2260013" y="0"/>
                </a:lnTo>
                <a:lnTo>
                  <a:pt x="2264363" y="0"/>
                </a:lnTo>
                <a:lnTo>
                  <a:pt x="2270645" y="0"/>
                </a:lnTo>
                <a:lnTo>
                  <a:pt x="2272498" y="2741"/>
                </a:lnTo>
                <a:lnTo>
                  <a:pt x="2279183" y="22171"/>
                </a:lnTo>
                <a:lnTo>
                  <a:pt x="2278941" y="42004"/>
                </a:lnTo>
                <a:lnTo>
                  <a:pt x="2274109" y="50792"/>
                </a:lnTo>
                <a:lnTo>
                  <a:pt x="2261866" y="67400"/>
                </a:lnTo>
                <a:lnTo>
                  <a:pt x="2253006" y="72640"/>
                </a:lnTo>
                <a:lnTo>
                  <a:pt x="2248334" y="69980"/>
                </a:lnTo>
                <a:lnTo>
                  <a:pt x="2244548" y="59902"/>
                </a:lnTo>
                <a:lnTo>
                  <a:pt x="2243904" y="55790"/>
                </a:lnTo>
                <a:lnTo>
                  <a:pt x="2246482" y="46277"/>
                </a:lnTo>
                <a:lnTo>
                  <a:pt x="2246723" y="37650"/>
                </a:lnTo>
                <a:lnTo>
                  <a:pt x="2243824" y="34667"/>
                </a:lnTo>
                <a:lnTo>
                  <a:pt x="2240521" y="35312"/>
                </a:lnTo>
                <a:lnTo>
                  <a:pt x="2239152" y="36522"/>
                </a:lnTo>
                <a:lnTo>
                  <a:pt x="2231259" y="47889"/>
                </a:lnTo>
                <a:lnTo>
                  <a:pt x="2227956" y="50711"/>
                </a:lnTo>
                <a:lnTo>
                  <a:pt x="2223124" y="51114"/>
                </a:lnTo>
                <a:lnTo>
                  <a:pt x="2219257" y="50389"/>
                </a:lnTo>
                <a:lnTo>
                  <a:pt x="2195819" y="40472"/>
                </a:lnTo>
                <a:lnTo>
                  <a:pt x="2176730" y="30636"/>
                </a:lnTo>
                <a:lnTo>
                  <a:pt x="2161748" y="21526"/>
                </a:lnTo>
                <a:lnTo>
                  <a:pt x="2150875" y="7740"/>
                </a:lnTo>
                <a:lnTo>
                  <a:pt x="2148619" y="0"/>
                </a:lnTo>
                <a:lnTo>
                  <a:pt x="2148458" y="0"/>
                </a:lnTo>
                <a:lnTo>
                  <a:pt x="2143626" y="0"/>
                </a:lnTo>
                <a:lnTo>
                  <a:pt x="2143062" y="0"/>
                </a:lnTo>
                <a:lnTo>
                  <a:pt x="2143384" y="0"/>
                </a:lnTo>
                <a:lnTo>
                  <a:pt x="2148217" y="0"/>
                </a:lnTo>
                <a:lnTo>
                  <a:pt x="2154096" y="0"/>
                </a:lnTo>
                <a:lnTo>
                  <a:pt x="2157318" y="0"/>
                </a:lnTo>
                <a:lnTo>
                  <a:pt x="2159976" y="0"/>
                </a:lnTo>
                <a:lnTo>
                  <a:pt x="2161748" y="0"/>
                </a:lnTo>
                <a:lnTo>
                  <a:pt x="2161265" y="0"/>
                </a:lnTo>
                <a:lnTo>
                  <a:pt x="2159251" y="0"/>
                </a:lnTo>
                <a:lnTo>
                  <a:pt x="2150069" y="0"/>
                </a:lnTo>
                <a:lnTo>
                  <a:pt x="2142015" y="0"/>
                </a:lnTo>
                <a:lnTo>
                  <a:pt x="2125664" y="0"/>
                </a:lnTo>
                <a:lnTo>
                  <a:pt x="2121798" y="0"/>
                </a:lnTo>
                <a:lnTo>
                  <a:pt x="2117690" y="0"/>
                </a:lnTo>
                <a:lnTo>
                  <a:pt x="2113099" y="0"/>
                </a:lnTo>
                <a:lnTo>
                  <a:pt x="2108589" y="0"/>
                </a:lnTo>
                <a:lnTo>
                  <a:pt x="2103756" y="0"/>
                </a:lnTo>
                <a:lnTo>
                  <a:pt x="2102467" y="0"/>
                </a:lnTo>
                <a:lnTo>
                  <a:pt x="2102870" y="0"/>
                </a:lnTo>
                <a:lnTo>
                  <a:pt x="2102387" y="0"/>
                </a:lnTo>
                <a:lnTo>
                  <a:pt x="2095540" y="0"/>
                </a:lnTo>
                <a:lnTo>
                  <a:pt x="2086761" y="0"/>
                </a:lnTo>
                <a:lnTo>
                  <a:pt x="2078384" y="0"/>
                </a:lnTo>
                <a:lnTo>
                  <a:pt x="2076209" y="0"/>
                </a:lnTo>
                <a:lnTo>
                  <a:pt x="2075243" y="0"/>
                </a:lnTo>
                <a:lnTo>
                  <a:pt x="2073793" y="0"/>
                </a:lnTo>
                <a:lnTo>
                  <a:pt x="2071860" y="0"/>
                </a:lnTo>
                <a:lnTo>
                  <a:pt x="2067994" y="0"/>
                </a:lnTo>
                <a:lnTo>
                  <a:pt x="2063242" y="0"/>
                </a:lnTo>
                <a:lnTo>
                  <a:pt x="2057362" y="0"/>
                </a:lnTo>
                <a:lnTo>
                  <a:pt x="2051402" y="0"/>
                </a:lnTo>
                <a:lnTo>
                  <a:pt x="2049468" y="0"/>
                </a:lnTo>
                <a:lnTo>
                  <a:pt x="2047294" y="0"/>
                </a:lnTo>
                <a:lnTo>
                  <a:pt x="2041011" y="0"/>
                </a:lnTo>
                <a:lnTo>
                  <a:pt x="2033118" y="0"/>
                </a:lnTo>
                <a:lnTo>
                  <a:pt x="2023614" y="0"/>
                </a:lnTo>
                <a:lnTo>
                  <a:pt x="2021680" y="0"/>
                </a:lnTo>
                <a:lnTo>
                  <a:pt x="2019667" y="0"/>
                </a:lnTo>
                <a:lnTo>
                  <a:pt x="2009276" y="0"/>
                </a:lnTo>
                <a:lnTo>
                  <a:pt x="2003719" y="0"/>
                </a:lnTo>
                <a:lnTo>
                  <a:pt x="1997678" y="0"/>
                </a:lnTo>
                <a:lnTo>
                  <a:pt x="1994939" y="0"/>
                </a:lnTo>
                <a:lnTo>
                  <a:pt x="1991395" y="0"/>
                </a:lnTo>
                <a:lnTo>
                  <a:pt x="1985757" y="0"/>
                </a:lnTo>
                <a:lnTo>
                  <a:pt x="1980602" y="0"/>
                </a:lnTo>
                <a:lnTo>
                  <a:pt x="1975770" y="0"/>
                </a:lnTo>
                <a:lnTo>
                  <a:pt x="1977461" y="0"/>
                </a:lnTo>
                <a:lnTo>
                  <a:pt x="1982777" y="0"/>
                </a:lnTo>
                <a:lnTo>
                  <a:pt x="1987288" y="0"/>
                </a:lnTo>
                <a:lnTo>
                  <a:pt x="1992765" y="0"/>
                </a:lnTo>
                <a:lnTo>
                  <a:pt x="1993167" y="0"/>
                </a:lnTo>
                <a:lnTo>
                  <a:pt x="1994134" y="0"/>
                </a:lnTo>
                <a:lnTo>
                  <a:pt x="2003075" y="0"/>
                </a:lnTo>
                <a:lnTo>
                  <a:pt x="2010646" y="0"/>
                </a:lnTo>
                <a:lnTo>
                  <a:pt x="2014673" y="0"/>
                </a:lnTo>
                <a:lnTo>
                  <a:pt x="2030943" y="0"/>
                </a:lnTo>
                <a:lnTo>
                  <a:pt x="2037709" y="0"/>
                </a:lnTo>
                <a:lnTo>
                  <a:pt x="2048260" y="0"/>
                </a:lnTo>
                <a:lnTo>
                  <a:pt x="2056879" y="0"/>
                </a:lnTo>
                <a:lnTo>
                  <a:pt x="2063725" y="0"/>
                </a:lnTo>
                <a:lnTo>
                  <a:pt x="2064289" y="0"/>
                </a:lnTo>
                <a:lnTo>
                  <a:pt x="2063967" y="0"/>
                </a:lnTo>
                <a:lnTo>
                  <a:pt x="2065497" y="0"/>
                </a:lnTo>
                <a:lnTo>
                  <a:pt x="2068155" y="0"/>
                </a:lnTo>
                <a:lnTo>
                  <a:pt x="2071779" y="0"/>
                </a:lnTo>
                <a:lnTo>
                  <a:pt x="2075887" y="0"/>
                </a:lnTo>
                <a:lnTo>
                  <a:pt x="2087647" y="0"/>
                </a:lnTo>
                <a:lnTo>
                  <a:pt x="2091513" y="0"/>
                </a:lnTo>
                <a:lnTo>
                  <a:pt x="2094654" y="0"/>
                </a:lnTo>
                <a:lnTo>
                  <a:pt x="2099084" y="0"/>
                </a:lnTo>
                <a:lnTo>
                  <a:pt x="2104239" y="0"/>
                </a:lnTo>
                <a:lnTo>
                  <a:pt x="2109474" y="0"/>
                </a:lnTo>
                <a:lnTo>
                  <a:pt x="2118818" y="0"/>
                </a:lnTo>
                <a:lnTo>
                  <a:pt x="2127114" y="0"/>
                </a:lnTo>
                <a:lnTo>
                  <a:pt x="2132430" y="0"/>
                </a:lnTo>
                <a:lnTo>
                  <a:pt x="2133396" y="0"/>
                </a:lnTo>
                <a:lnTo>
                  <a:pt x="2134685" y="0"/>
                </a:lnTo>
                <a:lnTo>
                  <a:pt x="2132752" y="0"/>
                </a:lnTo>
                <a:lnTo>
                  <a:pt x="2124698" y="0"/>
                </a:lnTo>
                <a:lnTo>
                  <a:pt x="2128403" y="0"/>
                </a:lnTo>
                <a:lnTo>
                  <a:pt x="2139035" y="0"/>
                </a:lnTo>
                <a:lnTo>
                  <a:pt x="2144350" y="0"/>
                </a:lnTo>
                <a:lnTo>
                  <a:pt x="2157399" y="0"/>
                </a:lnTo>
                <a:lnTo>
                  <a:pt x="2160540" y="0"/>
                </a:lnTo>
                <a:lnTo>
                  <a:pt x="2162795" y="0"/>
                </a:lnTo>
                <a:lnTo>
                  <a:pt x="2167386" y="0"/>
                </a:lnTo>
                <a:lnTo>
                  <a:pt x="2170769" y="0"/>
                </a:lnTo>
                <a:lnTo>
                  <a:pt x="2173427" y="0"/>
                </a:lnTo>
                <a:lnTo>
                  <a:pt x="2177213" y="0"/>
                </a:lnTo>
                <a:lnTo>
                  <a:pt x="2180918" y="0"/>
                </a:lnTo>
                <a:lnTo>
                  <a:pt x="2194691" y="0"/>
                </a:lnTo>
                <a:lnTo>
                  <a:pt x="2203471" y="0"/>
                </a:lnTo>
                <a:lnTo>
                  <a:pt x="2205967" y="0"/>
                </a:lnTo>
                <a:lnTo>
                  <a:pt x="2207981" y="0"/>
                </a:lnTo>
                <a:lnTo>
                  <a:pt x="2209511" y="0"/>
                </a:lnTo>
                <a:lnTo>
                  <a:pt x="2214586" y="0"/>
                </a:lnTo>
                <a:lnTo>
                  <a:pt x="2220627" y="0"/>
                </a:lnTo>
                <a:lnTo>
                  <a:pt x="2228842" y="0"/>
                </a:lnTo>
                <a:lnTo>
                  <a:pt x="2236494" y="0"/>
                </a:lnTo>
                <a:lnTo>
                  <a:pt x="2239313" y="0"/>
                </a:lnTo>
                <a:lnTo>
                  <a:pt x="2242052" y="0"/>
                </a:lnTo>
                <a:lnTo>
                  <a:pt x="2245112" y="0"/>
                </a:lnTo>
                <a:lnTo>
                  <a:pt x="2255422" y="0"/>
                </a:lnTo>
                <a:lnTo>
                  <a:pt x="2265329" y="0"/>
                </a:lnTo>
                <a:lnTo>
                  <a:pt x="2268068" y="0"/>
                </a:lnTo>
                <a:lnTo>
                  <a:pt x="2266215" y="0"/>
                </a:lnTo>
                <a:lnTo>
                  <a:pt x="2258483" y="0"/>
                </a:lnTo>
                <a:lnTo>
                  <a:pt x="2263074" y="0"/>
                </a:lnTo>
                <a:lnTo>
                  <a:pt x="2267101" y="0"/>
                </a:lnTo>
                <a:lnTo>
                  <a:pt x="2276847" y="0"/>
                </a:lnTo>
                <a:lnTo>
                  <a:pt x="2295775" y="0"/>
                </a:lnTo>
                <a:lnTo>
                  <a:pt x="2302058" y="0"/>
                </a:lnTo>
                <a:lnTo>
                  <a:pt x="2306165" y="0"/>
                </a:lnTo>
                <a:close/>
                <a:moveTo>
                  <a:pt x="1915764" y="34184"/>
                </a:moveTo>
                <a:lnTo>
                  <a:pt x="1920194" y="39988"/>
                </a:lnTo>
                <a:lnTo>
                  <a:pt x="1925751" y="38537"/>
                </a:lnTo>
                <a:lnTo>
                  <a:pt x="1934531" y="40150"/>
                </a:lnTo>
                <a:lnTo>
                  <a:pt x="1936383" y="43133"/>
                </a:lnTo>
                <a:lnTo>
                  <a:pt x="1936061" y="45148"/>
                </a:lnTo>
                <a:lnTo>
                  <a:pt x="1926637" y="50792"/>
                </a:lnTo>
                <a:lnTo>
                  <a:pt x="1920516" y="44906"/>
                </a:lnTo>
                <a:lnTo>
                  <a:pt x="1909642" y="48937"/>
                </a:lnTo>
                <a:lnTo>
                  <a:pt x="1904487" y="46519"/>
                </a:lnTo>
                <a:lnTo>
                  <a:pt x="1897399" y="48696"/>
                </a:lnTo>
                <a:lnTo>
                  <a:pt x="1892969" y="44100"/>
                </a:lnTo>
                <a:lnTo>
                  <a:pt x="1894741" y="39747"/>
                </a:lnTo>
                <a:lnTo>
                  <a:pt x="1906018" y="32571"/>
                </a:lnTo>
                <a:lnTo>
                  <a:pt x="1915764" y="34184"/>
                </a:lnTo>
                <a:close/>
                <a:moveTo>
                  <a:pt x="1842548" y="100213"/>
                </a:moveTo>
                <a:lnTo>
                  <a:pt x="1840374" y="105131"/>
                </a:lnTo>
                <a:lnTo>
                  <a:pt x="1837877" y="107388"/>
                </a:lnTo>
                <a:lnTo>
                  <a:pt x="1834494" y="106098"/>
                </a:lnTo>
                <a:lnTo>
                  <a:pt x="1831916" y="103599"/>
                </a:lnTo>
                <a:lnTo>
                  <a:pt x="1830547" y="107308"/>
                </a:lnTo>
                <a:lnTo>
                  <a:pt x="1823459" y="108759"/>
                </a:lnTo>
                <a:lnTo>
                  <a:pt x="1819029" y="114483"/>
                </a:lnTo>
                <a:lnTo>
                  <a:pt x="1812586" y="116095"/>
                </a:lnTo>
                <a:lnTo>
                  <a:pt x="1807994" y="115289"/>
                </a:lnTo>
                <a:lnTo>
                  <a:pt x="1808478" y="110210"/>
                </a:lnTo>
                <a:lnTo>
                  <a:pt x="1821043" y="102551"/>
                </a:lnTo>
                <a:lnTo>
                  <a:pt x="1828856" y="99648"/>
                </a:lnTo>
                <a:lnTo>
                  <a:pt x="1835702" y="94166"/>
                </a:lnTo>
                <a:lnTo>
                  <a:pt x="1839165" y="93521"/>
                </a:lnTo>
                <a:lnTo>
                  <a:pt x="1840857" y="98036"/>
                </a:lnTo>
                <a:lnTo>
                  <a:pt x="1842548" y="100213"/>
                </a:lnTo>
                <a:close/>
                <a:moveTo>
                  <a:pt x="1990993" y="5805"/>
                </a:moveTo>
                <a:lnTo>
                  <a:pt x="1982777" y="6853"/>
                </a:lnTo>
                <a:lnTo>
                  <a:pt x="1980200" y="6772"/>
                </a:lnTo>
                <a:lnTo>
                  <a:pt x="1973837" y="0"/>
                </a:lnTo>
                <a:lnTo>
                  <a:pt x="1973192" y="0"/>
                </a:lnTo>
                <a:lnTo>
                  <a:pt x="1968118" y="0"/>
                </a:lnTo>
                <a:lnTo>
                  <a:pt x="1969971" y="0"/>
                </a:lnTo>
                <a:lnTo>
                  <a:pt x="1976656" y="0"/>
                </a:lnTo>
                <a:lnTo>
                  <a:pt x="1988174" y="0"/>
                </a:lnTo>
                <a:lnTo>
                  <a:pt x="2006699" y="0"/>
                </a:lnTo>
                <a:lnTo>
                  <a:pt x="2009599" y="0"/>
                </a:lnTo>
                <a:lnTo>
                  <a:pt x="2003799" y="0"/>
                </a:lnTo>
                <a:lnTo>
                  <a:pt x="1999692" y="1371"/>
                </a:lnTo>
                <a:lnTo>
                  <a:pt x="1990993" y="5805"/>
                </a:lnTo>
                <a:close/>
                <a:moveTo>
                  <a:pt x="3554130" y="1451192"/>
                </a:moveTo>
                <a:lnTo>
                  <a:pt x="3553486" y="1451192"/>
                </a:lnTo>
                <a:lnTo>
                  <a:pt x="3548009" y="1451192"/>
                </a:lnTo>
                <a:lnTo>
                  <a:pt x="3531094" y="1451192"/>
                </a:lnTo>
                <a:lnTo>
                  <a:pt x="3514743" y="1451192"/>
                </a:lnTo>
                <a:lnTo>
                  <a:pt x="3483814" y="1451192"/>
                </a:lnTo>
                <a:lnTo>
                  <a:pt x="3464725" y="1451192"/>
                </a:lnTo>
                <a:lnTo>
                  <a:pt x="3450388" y="1451192"/>
                </a:lnTo>
                <a:lnTo>
                  <a:pt x="3423244" y="1451192"/>
                </a:lnTo>
                <a:lnTo>
                  <a:pt x="3415915" y="1451192"/>
                </a:lnTo>
                <a:lnTo>
                  <a:pt x="3412532" y="1451192"/>
                </a:lnTo>
                <a:lnTo>
                  <a:pt x="3412210" y="1451192"/>
                </a:lnTo>
                <a:lnTo>
                  <a:pt x="3415915" y="1451192"/>
                </a:lnTo>
                <a:lnTo>
                  <a:pt x="3420989" y="1451192"/>
                </a:lnTo>
                <a:lnTo>
                  <a:pt x="3421795" y="1451192"/>
                </a:lnTo>
                <a:lnTo>
                  <a:pt x="3411485" y="1451192"/>
                </a:lnTo>
                <a:lnTo>
                  <a:pt x="3396987" y="1451192"/>
                </a:lnTo>
                <a:lnTo>
                  <a:pt x="3390301" y="1451192"/>
                </a:lnTo>
                <a:lnTo>
                  <a:pt x="3372501" y="1451192"/>
                </a:lnTo>
                <a:lnTo>
                  <a:pt x="3355828" y="1451192"/>
                </a:lnTo>
                <a:lnTo>
                  <a:pt x="3351559" y="1451192"/>
                </a:lnTo>
                <a:lnTo>
                  <a:pt x="3350271" y="1451192"/>
                </a:lnTo>
                <a:lnTo>
                  <a:pt x="3358164" y="1451192"/>
                </a:lnTo>
                <a:lnTo>
                  <a:pt x="3361869" y="1451192"/>
                </a:lnTo>
                <a:lnTo>
                  <a:pt x="3367104" y="1451192"/>
                </a:lnTo>
                <a:lnTo>
                  <a:pt x="3371373" y="1451192"/>
                </a:lnTo>
                <a:lnTo>
                  <a:pt x="3376045" y="1451192"/>
                </a:lnTo>
                <a:lnTo>
                  <a:pt x="3376287" y="1451192"/>
                </a:lnTo>
                <a:lnTo>
                  <a:pt x="3378945" y="1451192"/>
                </a:lnTo>
                <a:lnTo>
                  <a:pt x="3377173" y="1451192"/>
                </a:lnTo>
                <a:lnTo>
                  <a:pt x="3375562" y="1451192"/>
                </a:lnTo>
                <a:lnTo>
                  <a:pt x="3368313" y="1451192"/>
                </a:lnTo>
                <a:lnTo>
                  <a:pt x="3360339" y="1451192"/>
                </a:lnTo>
                <a:lnTo>
                  <a:pt x="3354217" y="1451192"/>
                </a:lnTo>
                <a:lnTo>
                  <a:pt x="3345921" y="1451192"/>
                </a:lnTo>
                <a:lnTo>
                  <a:pt x="3342699" y="1451192"/>
                </a:lnTo>
                <a:lnTo>
                  <a:pt x="3334323" y="1451192"/>
                </a:lnTo>
                <a:lnTo>
                  <a:pt x="3331020" y="1451192"/>
                </a:lnTo>
                <a:lnTo>
                  <a:pt x="3314267" y="1451192"/>
                </a:lnTo>
                <a:lnTo>
                  <a:pt x="3303554" y="1451192"/>
                </a:lnTo>
                <a:lnTo>
                  <a:pt x="3287043" y="1451192"/>
                </a:lnTo>
                <a:lnTo>
                  <a:pt x="3292520" y="1451192"/>
                </a:lnTo>
                <a:lnTo>
                  <a:pt x="3299044" y="1451192"/>
                </a:lnTo>
                <a:lnTo>
                  <a:pt x="3304440" y="1451192"/>
                </a:lnTo>
                <a:lnTo>
                  <a:pt x="3313381" y="1451192"/>
                </a:lnTo>
                <a:lnTo>
                  <a:pt x="3311689" y="1451192"/>
                </a:lnTo>
                <a:lnTo>
                  <a:pt x="3307340" y="1451192"/>
                </a:lnTo>
                <a:lnTo>
                  <a:pt x="3293486" y="1451192"/>
                </a:lnTo>
                <a:lnTo>
                  <a:pt x="3287204" y="1451192"/>
                </a:lnTo>
                <a:lnTo>
                  <a:pt x="3279391" y="1451192"/>
                </a:lnTo>
                <a:lnTo>
                  <a:pt x="3275525" y="1451192"/>
                </a:lnTo>
                <a:lnTo>
                  <a:pt x="3273189" y="1451192"/>
                </a:lnTo>
                <a:lnTo>
                  <a:pt x="3265698" y="1451192"/>
                </a:lnTo>
                <a:lnTo>
                  <a:pt x="3262074" y="1451192"/>
                </a:lnTo>
                <a:lnTo>
                  <a:pt x="3247415" y="1451192"/>
                </a:lnTo>
                <a:lnTo>
                  <a:pt x="3237266" y="1451192"/>
                </a:lnTo>
                <a:lnTo>
                  <a:pt x="3228728" y="1451192"/>
                </a:lnTo>
                <a:lnTo>
                  <a:pt x="3213586" y="1451192"/>
                </a:lnTo>
                <a:lnTo>
                  <a:pt x="3203276" y="1451192"/>
                </a:lnTo>
                <a:lnTo>
                  <a:pt x="3194094" y="1451192"/>
                </a:lnTo>
                <a:lnTo>
                  <a:pt x="3189019" y="1451192"/>
                </a:lnTo>
                <a:lnTo>
                  <a:pt x="3182334" y="1451192"/>
                </a:lnTo>
                <a:lnTo>
                  <a:pt x="3192805" y="1451192"/>
                </a:lnTo>
                <a:lnTo>
                  <a:pt x="3201987" y="1451192"/>
                </a:lnTo>
                <a:lnTo>
                  <a:pt x="3211975" y="1451192"/>
                </a:lnTo>
                <a:lnTo>
                  <a:pt x="3216485" y="1451192"/>
                </a:lnTo>
                <a:lnTo>
                  <a:pt x="3223171" y="1451192"/>
                </a:lnTo>
                <a:lnTo>
                  <a:pt x="3228245" y="1451192"/>
                </a:lnTo>
                <a:lnTo>
                  <a:pt x="3231386" y="1451192"/>
                </a:lnTo>
                <a:lnTo>
                  <a:pt x="3229453" y="1451192"/>
                </a:lnTo>
                <a:lnTo>
                  <a:pt x="3228648" y="1451192"/>
                </a:lnTo>
                <a:lnTo>
                  <a:pt x="3230661" y="1451192"/>
                </a:lnTo>
                <a:lnTo>
                  <a:pt x="3231467" y="1451192"/>
                </a:lnTo>
                <a:lnTo>
                  <a:pt x="3244032" y="1451192"/>
                </a:lnTo>
                <a:lnTo>
                  <a:pt x="3254583" y="1451192"/>
                </a:lnTo>
                <a:lnTo>
                  <a:pt x="3266745" y="1451192"/>
                </a:lnTo>
                <a:lnTo>
                  <a:pt x="3265296" y="1451192"/>
                </a:lnTo>
                <a:lnTo>
                  <a:pt x="3261429" y="1451192"/>
                </a:lnTo>
                <a:lnTo>
                  <a:pt x="3260302" y="1451192"/>
                </a:lnTo>
                <a:lnTo>
                  <a:pt x="3266101" y="1451192"/>
                </a:lnTo>
                <a:lnTo>
                  <a:pt x="3271659" y="1451192"/>
                </a:lnTo>
                <a:lnTo>
                  <a:pt x="3265215" y="1451192"/>
                </a:lnTo>
                <a:lnTo>
                  <a:pt x="3261188" y="1451192"/>
                </a:lnTo>
                <a:lnTo>
                  <a:pt x="3254744" y="1451192"/>
                </a:lnTo>
                <a:lnTo>
                  <a:pt x="3254664" y="1451192"/>
                </a:lnTo>
                <a:lnTo>
                  <a:pt x="3255389" y="1451192"/>
                </a:lnTo>
                <a:lnTo>
                  <a:pt x="3246448" y="1451192"/>
                </a:lnTo>
                <a:lnTo>
                  <a:pt x="3234850" y="1451192"/>
                </a:lnTo>
                <a:lnTo>
                  <a:pt x="3227278" y="1451192"/>
                </a:lnTo>
                <a:lnTo>
                  <a:pt x="3220190" y="1451192"/>
                </a:lnTo>
                <a:lnTo>
                  <a:pt x="3210767" y="1451192"/>
                </a:lnTo>
                <a:lnTo>
                  <a:pt x="3202148" y="1451192"/>
                </a:lnTo>
                <a:lnTo>
                  <a:pt x="3194416" y="1451192"/>
                </a:lnTo>
                <a:lnTo>
                  <a:pt x="3186603" y="1451192"/>
                </a:lnTo>
                <a:lnTo>
                  <a:pt x="3174199" y="1451192"/>
                </a:lnTo>
                <a:lnTo>
                  <a:pt x="3162359" y="1451192"/>
                </a:lnTo>
                <a:lnTo>
                  <a:pt x="3153499" y="1451192"/>
                </a:lnTo>
                <a:lnTo>
                  <a:pt x="3145847" y="1451192"/>
                </a:lnTo>
                <a:lnTo>
                  <a:pt x="3120878" y="1451192"/>
                </a:lnTo>
                <a:lnTo>
                  <a:pt x="3109521" y="1451192"/>
                </a:lnTo>
                <a:lnTo>
                  <a:pt x="3107186" y="1451192"/>
                </a:lnTo>
                <a:lnTo>
                  <a:pt x="3102353" y="1451192"/>
                </a:lnTo>
                <a:lnTo>
                  <a:pt x="3103320" y="1451192"/>
                </a:lnTo>
                <a:lnTo>
                  <a:pt x="3107186" y="1451192"/>
                </a:lnTo>
                <a:lnTo>
                  <a:pt x="3111052" y="1451192"/>
                </a:lnTo>
                <a:lnTo>
                  <a:pt x="3108716" y="1451192"/>
                </a:lnTo>
                <a:lnTo>
                  <a:pt x="3104608" y="1451192"/>
                </a:lnTo>
                <a:lnTo>
                  <a:pt x="3094379" y="1451192"/>
                </a:lnTo>
                <a:lnTo>
                  <a:pt x="3088016" y="1451192"/>
                </a:lnTo>
                <a:lnTo>
                  <a:pt x="3082781" y="1451192"/>
                </a:lnTo>
                <a:lnTo>
                  <a:pt x="3069330" y="1451192"/>
                </a:lnTo>
                <a:lnTo>
                  <a:pt x="3063772" y="1451192"/>
                </a:lnTo>
                <a:lnTo>
                  <a:pt x="3056684" y="1451192"/>
                </a:lnTo>
                <a:lnTo>
                  <a:pt x="3049193" y="1451192"/>
                </a:lnTo>
                <a:lnTo>
                  <a:pt x="3045971" y="1451192"/>
                </a:lnTo>
                <a:lnTo>
                  <a:pt x="3040494" y="1451192"/>
                </a:lnTo>
                <a:lnTo>
                  <a:pt x="3041058" y="1451192"/>
                </a:lnTo>
                <a:lnTo>
                  <a:pt x="3044763" y="1451192"/>
                </a:lnTo>
                <a:lnTo>
                  <a:pt x="3048066" y="1451192"/>
                </a:lnTo>
                <a:lnTo>
                  <a:pt x="3054107" y="1451192"/>
                </a:lnTo>
                <a:lnTo>
                  <a:pt x="3061114" y="1451192"/>
                </a:lnTo>
                <a:lnTo>
                  <a:pt x="3064980" y="1451192"/>
                </a:lnTo>
                <a:lnTo>
                  <a:pt x="3066833" y="1451192"/>
                </a:lnTo>
                <a:lnTo>
                  <a:pt x="3060228" y="1451192"/>
                </a:lnTo>
                <a:lnTo>
                  <a:pt x="3055717" y="1451192"/>
                </a:lnTo>
                <a:lnTo>
                  <a:pt x="3053623" y="1451192"/>
                </a:lnTo>
                <a:lnTo>
                  <a:pt x="3048227" y="1451192"/>
                </a:lnTo>
                <a:lnTo>
                  <a:pt x="3045488" y="1451192"/>
                </a:lnTo>
                <a:lnTo>
                  <a:pt x="3033970" y="1451192"/>
                </a:lnTo>
                <a:lnTo>
                  <a:pt x="3021647" y="1451192"/>
                </a:lnTo>
                <a:lnTo>
                  <a:pt x="3018264" y="1451192"/>
                </a:lnTo>
                <a:lnTo>
                  <a:pt x="3013753" y="1451192"/>
                </a:lnTo>
                <a:lnTo>
                  <a:pt x="3007954" y="1451192"/>
                </a:lnTo>
                <a:lnTo>
                  <a:pt x="2999014" y="1451192"/>
                </a:lnTo>
                <a:lnTo>
                  <a:pt x="2974286" y="1451192"/>
                </a:lnTo>
                <a:lnTo>
                  <a:pt x="2964057" y="1451192"/>
                </a:lnTo>
                <a:lnTo>
                  <a:pt x="2958097" y="1451192"/>
                </a:lnTo>
                <a:lnTo>
                  <a:pt x="2962768" y="1451192"/>
                </a:lnTo>
                <a:lnTo>
                  <a:pt x="2968326" y="1451192"/>
                </a:lnTo>
                <a:lnTo>
                  <a:pt x="2970098" y="1451192"/>
                </a:lnTo>
                <a:lnTo>
                  <a:pt x="2968890" y="1451192"/>
                </a:lnTo>
                <a:lnTo>
                  <a:pt x="2944404" y="1451192"/>
                </a:lnTo>
                <a:lnTo>
                  <a:pt x="2932886" y="1451192"/>
                </a:lnTo>
                <a:lnTo>
                  <a:pt x="2923060" y="1451192"/>
                </a:lnTo>
                <a:lnTo>
                  <a:pt x="2913878" y="1451192"/>
                </a:lnTo>
                <a:lnTo>
                  <a:pt x="2901796" y="1451192"/>
                </a:lnTo>
                <a:lnTo>
                  <a:pt x="2886573" y="1451192"/>
                </a:lnTo>
                <a:lnTo>
                  <a:pt x="2849925" y="1451192"/>
                </a:lnTo>
                <a:lnTo>
                  <a:pt x="2841226" y="1451192"/>
                </a:lnTo>
                <a:lnTo>
                  <a:pt x="2815049" y="1451192"/>
                </a:lnTo>
                <a:lnTo>
                  <a:pt x="2806269" y="1451192"/>
                </a:lnTo>
                <a:lnTo>
                  <a:pt x="2766480" y="1451192"/>
                </a:lnTo>
                <a:lnTo>
                  <a:pt x="2740061" y="1451192"/>
                </a:lnTo>
                <a:lnTo>
                  <a:pt x="2731363" y="1451192"/>
                </a:lnTo>
                <a:lnTo>
                  <a:pt x="2720006" y="1451192"/>
                </a:lnTo>
                <a:lnTo>
                  <a:pt x="2710743" y="1451192"/>
                </a:lnTo>
                <a:lnTo>
                  <a:pt x="2704219" y="1451192"/>
                </a:lnTo>
                <a:lnTo>
                  <a:pt x="2690929" y="1451192"/>
                </a:lnTo>
                <a:lnTo>
                  <a:pt x="2638333" y="1451192"/>
                </a:lnTo>
                <a:lnTo>
                  <a:pt x="2593147" y="1451192"/>
                </a:lnTo>
                <a:lnTo>
                  <a:pt x="2562460" y="1451192"/>
                </a:lnTo>
                <a:lnTo>
                  <a:pt x="2542968" y="1451192"/>
                </a:lnTo>
                <a:lnTo>
                  <a:pt x="2510750" y="1451192"/>
                </a:lnTo>
                <a:lnTo>
                  <a:pt x="2472249" y="1451192"/>
                </a:lnTo>
                <a:lnTo>
                  <a:pt x="2440837" y="1451192"/>
                </a:lnTo>
                <a:lnTo>
                  <a:pt x="2412002" y="1451192"/>
                </a:lnTo>
                <a:lnTo>
                  <a:pt x="2392993" y="1451192"/>
                </a:lnTo>
                <a:lnTo>
                  <a:pt x="2368427" y="1451192"/>
                </a:lnTo>
                <a:lnTo>
                  <a:pt x="2316717" y="1451192"/>
                </a:lnTo>
                <a:lnTo>
                  <a:pt x="2298997" y="1451192"/>
                </a:lnTo>
                <a:lnTo>
                  <a:pt x="2270806" y="1451192"/>
                </a:lnTo>
                <a:lnTo>
                  <a:pt x="2262510" y="1451192"/>
                </a:lnTo>
                <a:lnTo>
                  <a:pt x="2246643" y="1451192"/>
                </a:lnTo>
                <a:lnTo>
                  <a:pt x="2205726" y="1451192"/>
                </a:lnTo>
                <a:lnTo>
                  <a:pt x="2186878" y="1451192"/>
                </a:lnTo>
                <a:lnTo>
                  <a:pt x="2174635" y="1451192"/>
                </a:lnTo>
                <a:lnTo>
                  <a:pt x="2164245" y="1451192"/>
                </a:lnTo>
                <a:lnTo>
                  <a:pt x="2154741" y="1451192"/>
                </a:lnTo>
                <a:lnTo>
                  <a:pt x="2141934" y="1451192"/>
                </a:lnTo>
                <a:lnTo>
                  <a:pt x="2133960" y="1451192"/>
                </a:lnTo>
                <a:lnTo>
                  <a:pt x="2116401" y="1451192"/>
                </a:lnTo>
                <a:lnTo>
                  <a:pt x="2104883" y="1451192"/>
                </a:lnTo>
                <a:lnTo>
                  <a:pt x="2093446" y="1451192"/>
                </a:lnTo>
                <a:lnTo>
                  <a:pt x="2080800" y="1451192"/>
                </a:lnTo>
                <a:lnTo>
                  <a:pt x="2069524" y="1451192"/>
                </a:lnTo>
                <a:lnTo>
                  <a:pt x="2060503" y="1451192"/>
                </a:lnTo>
                <a:lnTo>
                  <a:pt x="2046166" y="1451192"/>
                </a:lnTo>
                <a:lnTo>
                  <a:pt x="1995664" y="1451192"/>
                </a:lnTo>
                <a:lnTo>
                  <a:pt x="1988415" y="1451192"/>
                </a:lnTo>
                <a:lnTo>
                  <a:pt x="1979153" y="1451192"/>
                </a:lnTo>
                <a:lnTo>
                  <a:pt x="1961755" y="1451192"/>
                </a:lnTo>
                <a:lnTo>
                  <a:pt x="1935578" y="1451192"/>
                </a:lnTo>
                <a:lnTo>
                  <a:pt x="1888056" y="1451192"/>
                </a:lnTo>
                <a:lnTo>
                  <a:pt x="1865181" y="1451192"/>
                </a:lnTo>
                <a:lnTo>
                  <a:pt x="1856080" y="1451192"/>
                </a:lnTo>
                <a:lnTo>
                  <a:pt x="1839246" y="1451192"/>
                </a:lnTo>
                <a:lnTo>
                  <a:pt x="1810652" y="1451192"/>
                </a:lnTo>
                <a:lnTo>
                  <a:pt x="1800584" y="1451192"/>
                </a:lnTo>
                <a:lnTo>
                  <a:pt x="1793013" y="1451192"/>
                </a:lnTo>
                <a:lnTo>
                  <a:pt x="1778193" y="1451192"/>
                </a:lnTo>
                <a:lnTo>
                  <a:pt x="1761842" y="1451192"/>
                </a:lnTo>
                <a:lnTo>
                  <a:pt x="1748391" y="1451192"/>
                </a:lnTo>
                <a:lnTo>
                  <a:pt x="1733410" y="1451192"/>
                </a:lnTo>
                <a:lnTo>
                  <a:pt x="1703205" y="1451192"/>
                </a:lnTo>
                <a:lnTo>
                  <a:pt x="1672276" y="1451192"/>
                </a:lnTo>
                <a:lnTo>
                  <a:pt x="1661805" y="1451192"/>
                </a:lnTo>
                <a:lnTo>
                  <a:pt x="1650287" y="1451192"/>
                </a:lnTo>
                <a:lnTo>
                  <a:pt x="1635145" y="1451192"/>
                </a:lnTo>
                <a:lnTo>
                  <a:pt x="1627654" y="1451192"/>
                </a:lnTo>
                <a:lnTo>
                  <a:pt x="1592375" y="1451192"/>
                </a:lnTo>
                <a:lnTo>
                  <a:pt x="1569903" y="1451192"/>
                </a:lnTo>
                <a:lnTo>
                  <a:pt x="1541874" y="1451192"/>
                </a:lnTo>
                <a:lnTo>
                  <a:pt x="1517710" y="1451192"/>
                </a:lnTo>
                <a:lnTo>
                  <a:pt x="1499185" y="1451192"/>
                </a:lnTo>
                <a:lnTo>
                  <a:pt x="1478163" y="1451192"/>
                </a:lnTo>
                <a:lnTo>
                  <a:pt x="1465195" y="1451192"/>
                </a:lnTo>
                <a:lnTo>
                  <a:pt x="1442078" y="1451192"/>
                </a:lnTo>
                <a:lnTo>
                  <a:pt x="1435393" y="1451192"/>
                </a:lnTo>
                <a:lnTo>
                  <a:pt x="1429997" y="1451192"/>
                </a:lnTo>
                <a:lnTo>
                  <a:pt x="1420412" y="1451192"/>
                </a:lnTo>
                <a:lnTo>
                  <a:pt x="1420170" y="1451192"/>
                </a:lnTo>
                <a:lnTo>
                  <a:pt x="1417512" y="1451192"/>
                </a:lnTo>
                <a:lnTo>
                  <a:pt x="1417754" y="1451192"/>
                </a:lnTo>
                <a:lnTo>
                  <a:pt x="1419204" y="1451192"/>
                </a:lnTo>
                <a:lnTo>
                  <a:pt x="1427661" y="1451192"/>
                </a:lnTo>
                <a:lnTo>
                  <a:pt x="1434346" y="1451192"/>
                </a:lnTo>
                <a:lnTo>
                  <a:pt x="1448603" y="1451192"/>
                </a:lnTo>
                <a:lnTo>
                  <a:pt x="1461168" y="1451192"/>
                </a:lnTo>
                <a:lnTo>
                  <a:pt x="1468336" y="1451192"/>
                </a:lnTo>
                <a:lnTo>
                  <a:pt x="1474699" y="1451192"/>
                </a:lnTo>
                <a:lnTo>
                  <a:pt x="1473733" y="1451192"/>
                </a:lnTo>
                <a:lnTo>
                  <a:pt x="1469544" y="1451192"/>
                </a:lnTo>
                <a:lnTo>
                  <a:pt x="1472363" y="1451192"/>
                </a:lnTo>
                <a:lnTo>
                  <a:pt x="1476713" y="1451192"/>
                </a:lnTo>
                <a:lnTo>
                  <a:pt x="1478082" y="1451192"/>
                </a:lnTo>
                <a:lnTo>
                  <a:pt x="1479129" y="1451192"/>
                </a:lnTo>
                <a:lnTo>
                  <a:pt x="1475907" y="1451192"/>
                </a:lnTo>
                <a:lnTo>
                  <a:pt x="1456335" y="1451192"/>
                </a:lnTo>
                <a:lnTo>
                  <a:pt x="1443367" y="1451192"/>
                </a:lnTo>
                <a:lnTo>
                  <a:pt x="1433943" y="1451192"/>
                </a:lnTo>
                <a:lnTo>
                  <a:pt x="1425969" y="1451192"/>
                </a:lnTo>
                <a:lnTo>
                  <a:pt x="1419284" y="1451192"/>
                </a:lnTo>
                <a:lnTo>
                  <a:pt x="1417190" y="1451192"/>
                </a:lnTo>
                <a:lnTo>
                  <a:pt x="1415015" y="1451192"/>
                </a:lnTo>
                <a:lnTo>
                  <a:pt x="1417351" y="1451192"/>
                </a:lnTo>
                <a:lnTo>
                  <a:pt x="1416385" y="1451192"/>
                </a:lnTo>
                <a:lnTo>
                  <a:pt x="1408169" y="1451192"/>
                </a:lnTo>
                <a:lnTo>
                  <a:pt x="1389724" y="1451192"/>
                </a:lnTo>
                <a:lnTo>
                  <a:pt x="1386744" y="1451192"/>
                </a:lnTo>
                <a:lnTo>
                  <a:pt x="1386825" y="1451192"/>
                </a:lnTo>
                <a:lnTo>
                  <a:pt x="1382395" y="1451192"/>
                </a:lnTo>
                <a:lnTo>
                  <a:pt x="1367655" y="1451192"/>
                </a:lnTo>
                <a:lnTo>
                  <a:pt x="1352432" y="1451192"/>
                </a:lnTo>
                <a:lnTo>
                  <a:pt x="1349854" y="1451192"/>
                </a:lnTo>
                <a:lnTo>
                  <a:pt x="1347035" y="1451192"/>
                </a:lnTo>
                <a:lnTo>
                  <a:pt x="1341397" y="1451192"/>
                </a:lnTo>
                <a:lnTo>
                  <a:pt x="1315703" y="1451192"/>
                </a:lnTo>
                <a:lnTo>
                  <a:pt x="1285418" y="1451192"/>
                </a:lnTo>
                <a:lnTo>
                  <a:pt x="1277203" y="1451192"/>
                </a:lnTo>
                <a:lnTo>
                  <a:pt x="1273498" y="1451192"/>
                </a:lnTo>
                <a:lnTo>
                  <a:pt x="1275592" y="1451192"/>
                </a:lnTo>
                <a:lnTo>
                  <a:pt x="1278975" y="1451192"/>
                </a:lnTo>
                <a:lnTo>
                  <a:pt x="1282760" y="1451192"/>
                </a:lnTo>
                <a:lnTo>
                  <a:pt x="1284613" y="1451192"/>
                </a:lnTo>
                <a:lnTo>
                  <a:pt x="1286385" y="1451192"/>
                </a:lnTo>
                <a:lnTo>
                  <a:pt x="1286224" y="1451192"/>
                </a:lnTo>
                <a:lnTo>
                  <a:pt x="1287271" y="1451192"/>
                </a:lnTo>
                <a:lnTo>
                  <a:pt x="1289929" y="1451192"/>
                </a:lnTo>
                <a:lnTo>
                  <a:pt x="1292990" y="1451192"/>
                </a:lnTo>
                <a:lnTo>
                  <a:pt x="1302655" y="1451192"/>
                </a:lnTo>
                <a:lnTo>
                  <a:pt x="1305474" y="1451192"/>
                </a:lnTo>
                <a:lnTo>
                  <a:pt x="1317717" y="1451192"/>
                </a:lnTo>
                <a:lnTo>
                  <a:pt x="1321422" y="1451192"/>
                </a:lnTo>
                <a:lnTo>
                  <a:pt x="1325933" y="1451192"/>
                </a:lnTo>
                <a:lnTo>
                  <a:pt x="1327302" y="1451192"/>
                </a:lnTo>
                <a:lnTo>
                  <a:pt x="1321100" y="1451192"/>
                </a:lnTo>
                <a:lnTo>
                  <a:pt x="1315462" y="1451192"/>
                </a:lnTo>
                <a:lnTo>
                  <a:pt x="1306038" y="1451192"/>
                </a:lnTo>
                <a:lnTo>
                  <a:pt x="1299916" y="1451192"/>
                </a:lnTo>
                <a:lnTo>
                  <a:pt x="1290412" y="1451192"/>
                </a:lnTo>
                <a:lnTo>
                  <a:pt x="1290573" y="1451192"/>
                </a:lnTo>
                <a:lnTo>
                  <a:pt x="1294923" y="1451192"/>
                </a:lnTo>
                <a:lnTo>
                  <a:pt x="1302011" y="1451192"/>
                </a:lnTo>
                <a:lnTo>
                  <a:pt x="1308615" y="1451192"/>
                </a:lnTo>
                <a:lnTo>
                  <a:pt x="1316025" y="1451192"/>
                </a:lnTo>
                <a:lnTo>
                  <a:pt x="1314817" y="1451192"/>
                </a:lnTo>
                <a:lnTo>
                  <a:pt x="1313690" y="1451192"/>
                </a:lnTo>
                <a:lnTo>
                  <a:pt x="1314334" y="1451192"/>
                </a:lnTo>
                <a:lnTo>
                  <a:pt x="1316911" y="1451192"/>
                </a:lnTo>
                <a:lnTo>
                  <a:pt x="1320294" y="1451192"/>
                </a:lnTo>
                <a:lnTo>
                  <a:pt x="1323999" y="1451192"/>
                </a:lnTo>
                <a:lnTo>
                  <a:pt x="1327382" y="1451192"/>
                </a:lnTo>
                <a:lnTo>
                  <a:pt x="1329477" y="1451192"/>
                </a:lnTo>
                <a:lnTo>
                  <a:pt x="1334470" y="1451192"/>
                </a:lnTo>
                <a:lnTo>
                  <a:pt x="1338498" y="1451192"/>
                </a:lnTo>
                <a:lnTo>
                  <a:pt x="1346391" y="1451192"/>
                </a:lnTo>
                <a:lnTo>
                  <a:pt x="1353318" y="1451192"/>
                </a:lnTo>
                <a:lnTo>
                  <a:pt x="1356540" y="1451192"/>
                </a:lnTo>
                <a:lnTo>
                  <a:pt x="1355493" y="1451192"/>
                </a:lnTo>
                <a:lnTo>
                  <a:pt x="1357587" y="1451192"/>
                </a:lnTo>
                <a:lnTo>
                  <a:pt x="1356379" y="1451192"/>
                </a:lnTo>
                <a:lnTo>
                  <a:pt x="1338578" y="1451192"/>
                </a:lnTo>
                <a:lnTo>
                  <a:pt x="1322389" y="1451192"/>
                </a:lnTo>
                <a:lnTo>
                  <a:pt x="1312643" y="1451192"/>
                </a:lnTo>
                <a:lnTo>
                  <a:pt x="1304427" y="1451192"/>
                </a:lnTo>
                <a:lnTo>
                  <a:pt x="1299192" y="1451192"/>
                </a:lnTo>
                <a:lnTo>
                  <a:pt x="1292265" y="1451192"/>
                </a:lnTo>
                <a:lnTo>
                  <a:pt x="1291862" y="1451192"/>
                </a:lnTo>
                <a:lnTo>
                  <a:pt x="1292506" y="1451192"/>
                </a:lnTo>
                <a:lnTo>
                  <a:pt x="1298064" y="1451192"/>
                </a:lnTo>
                <a:lnTo>
                  <a:pt x="1303138" y="1451192"/>
                </a:lnTo>
                <a:lnTo>
                  <a:pt x="1319569" y="1451192"/>
                </a:lnTo>
                <a:lnTo>
                  <a:pt x="1320375" y="1451192"/>
                </a:lnTo>
                <a:lnTo>
                  <a:pt x="1320214" y="1451192"/>
                </a:lnTo>
                <a:lnTo>
                  <a:pt x="1322630" y="1451192"/>
                </a:lnTo>
                <a:lnTo>
                  <a:pt x="1320455" y="1451192"/>
                </a:lnTo>
                <a:lnTo>
                  <a:pt x="1313609" y="1451192"/>
                </a:lnTo>
                <a:lnTo>
                  <a:pt x="1322630" y="1451192"/>
                </a:lnTo>
                <a:lnTo>
                  <a:pt x="1335759" y="1451192"/>
                </a:lnTo>
                <a:lnTo>
                  <a:pt x="1340994" y="1451192"/>
                </a:lnTo>
                <a:lnTo>
                  <a:pt x="1349129" y="1451192"/>
                </a:lnTo>
                <a:lnTo>
                  <a:pt x="1350660" y="1451192"/>
                </a:lnTo>
                <a:lnTo>
                  <a:pt x="1346633" y="1451192"/>
                </a:lnTo>
                <a:lnTo>
                  <a:pt x="1352351" y="1451192"/>
                </a:lnTo>
                <a:lnTo>
                  <a:pt x="1350579" y="1451192"/>
                </a:lnTo>
                <a:lnTo>
                  <a:pt x="1355654" y="1451192"/>
                </a:lnTo>
                <a:lnTo>
                  <a:pt x="1363628" y="1451192"/>
                </a:lnTo>
                <a:lnTo>
                  <a:pt x="1369588" y="1451192"/>
                </a:lnTo>
                <a:lnTo>
                  <a:pt x="1372729" y="1451192"/>
                </a:lnTo>
                <a:lnTo>
                  <a:pt x="1387711" y="1451192"/>
                </a:lnTo>
                <a:lnTo>
                  <a:pt x="1396248" y="1451192"/>
                </a:lnTo>
                <a:lnTo>
                  <a:pt x="1408330" y="1451192"/>
                </a:lnTo>
                <a:lnTo>
                  <a:pt x="1432735" y="1451192"/>
                </a:lnTo>
                <a:lnTo>
                  <a:pt x="1456415" y="1451192"/>
                </a:lnTo>
                <a:lnTo>
                  <a:pt x="1467692" y="1451192"/>
                </a:lnTo>
                <a:lnTo>
                  <a:pt x="1481787" y="1451192"/>
                </a:lnTo>
                <a:lnTo>
                  <a:pt x="1491694" y="1451192"/>
                </a:lnTo>
                <a:lnTo>
                  <a:pt x="1501118" y="1451192"/>
                </a:lnTo>
                <a:lnTo>
                  <a:pt x="1549042" y="1451192"/>
                </a:lnTo>
                <a:lnTo>
                  <a:pt x="1557177" y="1451192"/>
                </a:lnTo>
                <a:lnTo>
                  <a:pt x="1567568" y="1451192"/>
                </a:lnTo>
                <a:lnTo>
                  <a:pt x="1580374" y="1451192"/>
                </a:lnTo>
                <a:lnTo>
                  <a:pt x="1591973" y="1451192"/>
                </a:lnTo>
                <a:lnTo>
                  <a:pt x="1604377" y="1451192"/>
                </a:lnTo>
                <a:lnTo>
                  <a:pt x="1613478" y="1451192"/>
                </a:lnTo>
                <a:lnTo>
                  <a:pt x="1635870" y="1451192"/>
                </a:lnTo>
                <a:lnTo>
                  <a:pt x="1647790" y="1451192"/>
                </a:lnTo>
                <a:lnTo>
                  <a:pt x="1668329" y="1451192"/>
                </a:lnTo>
                <a:lnTo>
                  <a:pt x="1677350" y="1451192"/>
                </a:lnTo>
                <a:lnTo>
                  <a:pt x="1698212" y="1451192"/>
                </a:lnTo>
                <a:lnTo>
                  <a:pt x="1721811" y="1451192"/>
                </a:lnTo>
                <a:lnTo>
                  <a:pt x="1750244" y="1451192"/>
                </a:lnTo>
                <a:lnTo>
                  <a:pt x="1770783" y="1451192"/>
                </a:lnTo>
                <a:lnTo>
                  <a:pt x="1789066" y="1451192"/>
                </a:lnTo>
                <a:lnTo>
                  <a:pt x="1803726" y="1451192"/>
                </a:lnTo>
                <a:lnTo>
                  <a:pt x="1838199" y="1451192"/>
                </a:lnTo>
                <a:lnTo>
                  <a:pt x="1857369" y="1451192"/>
                </a:lnTo>
                <a:lnTo>
                  <a:pt x="1893131" y="1451192"/>
                </a:lnTo>
                <a:lnTo>
                  <a:pt x="1902796" y="1451192"/>
                </a:lnTo>
                <a:lnTo>
                  <a:pt x="1917455" y="1451192"/>
                </a:lnTo>
                <a:lnTo>
                  <a:pt x="1930181" y="1451192"/>
                </a:lnTo>
                <a:lnTo>
                  <a:pt x="1942746" y="1451192"/>
                </a:lnTo>
                <a:lnTo>
                  <a:pt x="1950398" y="1451192"/>
                </a:lnTo>
                <a:lnTo>
                  <a:pt x="1953781" y="1451192"/>
                </a:lnTo>
                <a:lnTo>
                  <a:pt x="1961111" y="1451192"/>
                </a:lnTo>
                <a:lnTo>
                  <a:pt x="1966185" y="1451192"/>
                </a:lnTo>
                <a:lnTo>
                  <a:pt x="1970132" y="1451192"/>
                </a:lnTo>
                <a:lnTo>
                  <a:pt x="1983985" y="1451192"/>
                </a:lnTo>
                <a:lnTo>
                  <a:pt x="2004605" y="1451192"/>
                </a:lnTo>
                <a:lnTo>
                  <a:pt x="2011290" y="1451192"/>
                </a:lnTo>
                <a:lnTo>
                  <a:pt x="2012579" y="1451192"/>
                </a:lnTo>
                <a:lnTo>
                  <a:pt x="2008149" y="1451192"/>
                </a:lnTo>
                <a:lnTo>
                  <a:pt x="2002591" y="1451192"/>
                </a:lnTo>
                <a:lnTo>
                  <a:pt x="1998886" y="1451192"/>
                </a:lnTo>
                <a:lnTo>
                  <a:pt x="1995342" y="1451192"/>
                </a:lnTo>
                <a:lnTo>
                  <a:pt x="1995020" y="1451192"/>
                </a:lnTo>
                <a:lnTo>
                  <a:pt x="1996389" y="1451192"/>
                </a:lnTo>
                <a:lnTo>
                  <a:pt x="2004524" y="1451192"/>
                </a:lnTo>
                <a:lnTo>
                  <a:pt x="2010324" y="1451192"/>
                </a:lnTo>
                <a:lnTo>
                  <a:pt x="2018298" y="1451192"/>
                </a:lnTo>
                <a:lnTo>
                  <a:pt x="2025627" y="1451192"/>
                </a:lnTo>
                <a:lnTo>
                  <a:pt x="2031668" y="1451192"/>
                </a:lnTo>
                <a:lnTo>
                  <a:pt x="2041495" y="1451192"/>
                </a:lnTo>
                <a:lnTo>
                  <a:pt x="2045683" y="1451192"/>
                </a:lnTo>
                <a:lnTo>
                  <a:pt x="2051804" y="1451192"/>
                </a:lnTo>
                <a:lnTo>
                  <a:pt x="2057362" y="1451192"/>
                </a:lnTo>
                <a:lnTo>
                  <a:pt x="2061711" y="1451192"/>
                </a:lnTo>
                <a:lnTo>
                  <a:pt x="2070007" y="1451192"/>
                </a:lnTo>
                <a:lnTo>
                  <a:pt x="2075484" y="1451192"/>
                </a:lnTo>
                <a:lnTo>
                  <a:pt x="2085472" y="1451192"/>
                </a:lnTo>
                <a:lnTo>
                  <a:pt x="2094896" y="1451192"/>
                </a:lnTo>
                <a:lnTo>
                  <a:pt x="2102628" y="1451192"/>
                </a:lnTo>
                <a:lnTo>
                  <a:pt x="2106333" y="1451192"/>
                </a:lnTo>
                <a:lnTo>
                  <a:pt x="2109394" y="1451192"/>
                </a:lnTo>
                <a:lnTo>
                  <a:pt x="2110038" y="1451192"/>
                </a:lnTo>
                <a:lnTo>
                  <a:pt x="2109313" y="1451192"/>
                </a:lnTo>
                <a:lnTo>
                  <a:pt x="2113018" y="1451192"/>
                </a:lnTo>
                <a:lnTo>
                  <a:pt x="2111246" y="1451192"/>
                </a:lnTo>
                <a:lnTo>
                  <a:pt x="2111891" y="1451192"/>
                </a:lnTo>
                <a:lnTo>
                  <a:pt x="2113824" y="1451192"/>
                </a:lnTo>
                <a:lnTo>
                  <a:pt x="2117529" y="1451192"/>
                </a:lnTo>
                <a:lnTo>
                  <a:pt x="2124778" y="1451192"/>
                </a:lnTo>
                <a:lnTo>
                  <a:pt x="2128403" y="1451192"/>
                </a:lnTo>
                <a:lnTo>
                  <a:pt x="2130980" y="1451192"/>
                </a:lnTo>
                <a:lnTo>
                  <a:pt x="2130819" y="1451192"/>
                </a:lnTo>
                <a:lnTo>
                  <a:pt x="2134443" y="1451192"/>
                </a:lnTo>
                <a:lnTo>
                  <a:pt x="2132994" y="1451192"/>
                </a:lnTo>
                <a:lnTo>
                  <a:pt x="2126711" y="1451192"/>
                </a:lnTo>
                <a:lnTo>
                  <a:pt x="2124053" y="1451192"/>
                </a:lnTo>
                <a:lnTo>
                  <a:pt x="2118818" y="1451192"/>
                </a:lnTo>
                <a:lnTo>
                  <a:pt x="2112938" y="1451192"/>
                </a:lnTo>
                <a:lnTo>
                  <a:pt x="2105769" y="1451192"/>
                </a:lnTo>
                <a:lnTo>
                  <a:pt x="2103514" y="1451192"/>
                </a:lnTo>
                <a:lnTo>
                  <a:pt x="2106333" y="1451192"/>
                </a:lnTo>
                <a:lnTo>
                  <a:pt x="2110844" y="1451192"/>
                </a:lnTo>
                <a:lnTo>
                  <a:pt x="2114468" y="1451192"/>
                </a:lnTo>
                <a:lnTo>
                  <a:pt x="2116079" y="1451192"/>
                </a:lnTo>
                <a:lnTo>
                  <a:pt x="2112938" y="1451192"/>
                </a:lnTo>
                <a:lnTo>
                  <a:pt x="2116160" y="1451192"/>
                </a:lnTo>
                <a:lnTo>
                  <a:pt x="2122764" y="1451192"/>
                </a:lnTo>
                <a:lnTo>
                  <a:pt x="2133235" y="1451192"/>
                </a:lnTo>
                <a:lnTo>
                  <a:pt x="2137746" y="1451192"/>
                </a:lnTo>
                <a:lnTo>
                  <a:pt x="2141451" y="1451192"/>
                </a:lnTo>
                <a:lnTo>
                  <a:pt x="2148136" y="1451192"/>
                </a:lnTo>
                <a:lnTo>
                  <a:pt x="2155063" y="1451192"/>
                </a:lnTo>
                <a:lnTo>
                  <a:pt x="2159574" y="1451192"/>
                </a:lnTo>
                <a:lnTo>
                  <a:pt x="2168756" y="1451192"/>
                </a:lnTo>
                <a:lnTo>
                  <a:pt x="2181079" y="1451192"/>
                </a:lnTo>
                <a:lnTo>
                  <a:pt x="2187281" y="1451192"/>
                </a:lnTo>
                <a:lnTo>
                  <a:pt x="2200329" y="1451192"/>
                </a:lnTo>
                <a:lnTo>
                  <a:pt x="2206773" y="1451192"/>
                </a:lnTo>
                <a:lnTo>
                  <a:pt x="2205565" y="1451192"/>
                </a:lnTo>
                <a:lnTo>
                  <a:pt x="2198477" y="1451192"/>
                </a:lnTo>
                <a:lnTo>
                  <a:pt x="2190503" y="1451192"/>
                </a:lnTo>
                <a:lnTo>
                  <a:pt x="2181160" y="1451192"/>
                </a:lnTo>
                <a:lnTo>
                  <a:pt x="2177213" y="1451192"/>
                </a:lnTo>
                <a:lnTo>
                  <a:pt x="2175844" y="1451192"/>
                </a:lnTo>
                <a:lnTo>
                  <a:pt x="2178099" y="1451192"/>
                </a:lnTo>
                <a:lnTo>
                  <a:pt x="2179629" y="1451192"/>
                </a:lnTo>
                <a:lnTo>
                  <a:pt x="2185670" y="1451192"/>
                </a:lnTo>
                <a:lnTo>
                  <a:pt x="2191067" y="1451192"/>
                </a:lnTo>
                <a:lnTo>
                  <a:pt x="2191711" y="1451192"/>
                </a:lnTo>
                <a:lnTo>
                  <a:pt x="2193644" y="1451192"/>
                </a:lnTo>
                <a:lnTo>
                  <a:pt x="2196866" y="1451192"/>
                </a:lnTo>
                <a:lnTo>
                  <a:pt x="2196785" y="1451192"/>
                </a:lnTo>
                <a:lnTo>
                  <a:pt x="2193483" y="1451192"/>
                </a:lnTo>
                <a:lnTo>
                  <a:pt x="2185187" y="1451192"/>
                </a:lnTo>
                <a:lnTo>
                  <a:pt x="2181240" y="1451192"/>
                </a:lnTo>
                <a:lnTo>
                  <a:pt x="2175360" y="1451192"/>
                </a:lnTo>
                <a:lnTo>
                  <a:pt x="2176569" y="1451192"/>
                </a:lnTo>
                <a:lnTo>
                  <a:pt x="2180032" y="1451192"/>
                </a:lnTo>
                <a:lnTo>
                  <a:pt x="2185348" y="1451192"/>
                </a:lnTo>
                <a:lnTo>
                  <a:pt x="2189858" y="1451192"/>
                </a:lnTo>
                <a:lnTo>
                  <a:pt x="2196463" y="1451192"/>
                </a:lnTo>
                <a:lnTo>
                  <a:pt x="2200249" y="1451192"/>
                </a:lnTo>
                <a:lnTo>
                  <a:pt x="2199363" y="1451192"/>
                </a:lnTo>
                <a:lnTo>
                  <a:pt x="2200410" y="1451192"/>
                </a:lnTo>
                <a:lnTo>
                  <a:pt x="2205001" y="1451192"/>
                </a:lnTo>
                <a:lnTo>
                  <a:pt x="2222882" y="1451192"/>
                </a:lnTo>
                <a:lnTo>
                  <a:pt x="2226426" y="1451192"/>
                </a:lnTo>
                <a:lnTo>
                  <a:pt x="2230211" y="1451192"/>
                </a:lnTo>
                <a:lnTo>
                  <a:pt x="2231420" y="1451192"/>
                </a:lnTo>
                <a:lnTo>
                  <a:pt x="2231017" y="1451192"/>
                </a:lnTo>
                <a:lnTo>
                  <a:pt x="2227070" y="1451192"/>
                </a:lnTo>
                <a:lnTo>
                  <a:pt x="2217808" y="1451192"/>
                </a:lnTo>
                <a:lnTo>
                  <a:pt x="2215713" y="1451192"/>
                </a:lnTo>
                <a:lnTo>
                  <a:pt x="2216519" y="1451192"/>
                </a:lnTo>
                <a:lnTo>
                  <a:pt x="2212169" y="1451192"/>
                </a:lnTo>
                <a:lnTo>
                  <a:pt x="2218210" y="1451192"/>
                </a:lnTo>
                <a:lnTo>
                  <a:pt x="2223446" y="1451192"/>
                </a:lnTo>
                <a:lnTo>
                  <a:pt x="2226990" y="1451192"/>
                </a:lnTo>
                <a:lnTo>
                  <a:pt x="2227070" y="1451192"/>
                </a:lnTo>
                <a:lnTo>
                  <a:pt x="2228198" y="1451192"/>
                </a:lnTo>
                <a:lnTo>
                  <a:pt x="2231017" y="1451192"/>
                </a:lnTo>
                <a:lnTo>
                  <a:pt x="2240360" y="1451192"/>
                </a:lnTo>
                <a:lnTo>
                  <a:pt x="2249462" y="1451192"/>
                </a:lnTo>
                <a:lnTo>
                  <a:pt x="2253811" y="1451192"/>
                </a:lnTo>
                <a:lnTo>
                  <a:pt x="2255422" y="1451192"/>
                </a:lnTo>
                <a:lnTo>
                  <a:pt x="2256066" y="1451192"/>
                </a:lnTo>
                <a:lnTo>
                  <a:pt x="2244710" y="1451192"/>
                </a:lnTo>
                <a:lnTo>
                  <a:pt x="2244387" y="1451192"/>
                </a:lnTo>
                <a:lnTo>
                  <a:pt x="2239635" y="1451192"/>
                </a:lnTo>
                <a:lnTo>
                  <a:pt x="2239555" y="1451192"/>
                </a:lnTo>
                <a:lnTo>
                  <a:pt x="2246643" y="1451192"/>
                </a:lnTo>
                <a:lnTo>
                  <a:pt x="2248092" y="1451192"/>
                </a:lnTo>
                <a:lnTo>
                  <a:pt x="2252120" y="1451192"/>
                </a:lnTo>
                <a:lnTo>
                  <a:pt x="2260255" y="1451192"/>
                </a:lnTo>
                <a:lnTo>
                  <a:pt x="2265732" y="1451192"/>
                </a:lnTo>
                <a:lnTo>
                  <a:pt x="2271853" y="1451192"/>
                </a:lnTo>
                <a:lnTo>
                  <a:pt x="2273303" y="1451192"/>
                </a:lnTo>
                <a:lnTo>
                  <a:pt x="2273223" y="1451192"/>
                </a:lnTo>
                <a:lnTo>
                  <a:pt x="2275719" y="1451192"/>
                </a:lnTo>
                <a:lnTo>
                  <a:pt x="2281921" y="1451192"/>
                </a:lnTo>
                <a:lnTo>
                  <a:pt x="2279988" y="1451192"/>
                </a:lnTo>
                <a:lnTo>
                  <a:pt x="2278458" y="1451192"/>
                </a:lnTo>
                <a:lnTo>
                  <a:pt x="2280794" y="1451192"/>
                </a:lnTo>
                <a:lnTo>
                  <a:pt x="2282163" y="1451192"/>
                </a:lnTo>
                <a:lnTo>
                  <a:pt x="2284579" y="1451192"/>
                </a:lnTo>
                <a:lnTo>
                  <a:pt x="2291184" y="1451192"/>
                </a:lnTo>
                <a:lnTo>
                  <a:pt x="2292795" y="1451192"/>
                </a:lnTo>
                <a:lnTo>
                  <a:pt x="2293600" y="1451192"/>
                </a:lnTo>
                <a:lnTo>
                  <a:pt x="2296903" y="1451192"/>
                </a:lnTo>
                <a:lnTo>
                  <a:pt x="2301333" y="1451192"/>
                </a:lnTo>
                <a:lnTo>
                  <a:pt x="2307374" y="1451192"/>
                </a:lnTo>
                <a:lnTo>
                  <a:pt x="2307051" y="1451192"/>
                </a:lnTo>
                <a:lnTo>
                  <a:pt x="2309307" y="1451192"/>
                </a:lnTo>
                <a:lnTo>
                  <a:pt x="2310032" y="1451192"/>
                </a:lnTo>
                <a:lnTo>
                  <a:pt x="2313817" y="1451192"/>
                </a:lnTo>
                <a:lnTo>
                  <a:pt x="2314623" y="1451192"/>
                </a:lnTo>
                <a:lnTo>
                  <a:pt x="2311562" y="1451192"/>
                </a:lnTo>
                <a:lnTo>
                  <a:pt x="2310032" y="1451192"/>
                </a:lnTo>
                <a:lnTo>
                  <a:pt x="2315267" y="1451192"/>
                </a:lnTo>
                <a:lnTo>
                  <a:pt x="2320502" y="1451192"/>
                </a:lnTo>
                <a:lnTo>
                  <a:pt x="2324046" y="1451192"/>
                </a:lnTo>
                <a:lnTo>
                  <a:pt x="2326463" y="1451192"/>
                </a:lnTo>
                <a:lnTo>
                  <a:pt x="2329765" y="1451192"/>
                </a:lnTo>
                <a:lnTo>
                  <a:pt x="2331698" y="1451192"/>
                </a:lnTo>
                <a:lnTo>
                  <a:pt x="2338142" y="1451192"/>
                </a:lnTo>
                <a:lnTo>
                  <a:pt x="2344505" y="1451192"/>
                </a:lnTo>
                <a:lnTo>
                  <a:pt x="2351593" y="1451192"/>
                </a:lnTo>
                <a:lnTo>
                  <a:pt x="2360372" y="1451192"/>
                </a:lnTo>
                <a:lnTo>
                  <a:pt x="2368588" y="1451192"/>
                </a:lnTo>
                <a:lnTo>
                  <a:pt x="2367219" y="1451192"/>
                </a:lnTo>
                <a:lnTo>
                  <a:pt x="2368185" y="1451192"/>
                </a:lnTo>
                <a:lnTo>
                  <a:pt x="2378414" y="1451192"/>
                </a:lnTo>
                <a:lnTo>
                  <a:pt x="2386710" y="1451192"/>
                </a:lnTo>
                <a:lnTo>
                  <a:pt x="2394201" y="1451192"/>
                </a:lnTo>
                <a:lnTo>
                  <a:pt x="2409827" y="1451192"/>
                </a:lnTo>
                <a:lnTo>
                  <a:pt x="2423117" y="1451192"/>
                </a:lnTo>
                <a:lnTo>
                  <a:pt x="2428997" y="1451192"/>
                </a:lnTo>
                <a:lnTo>
                  <a:pt x="2440434" y="1451192"/>
                </a:lnTo>
                <a:lnTo>
                  <a:pt x="2447683" y="1451192"/>
                </a:lnTo>
                <a:lnTo>
                  <a:pt x="2457751" y="1451192"/>
                </a:lnTo>
                <a:lnTo>
                  <a:pt x="2481270" y="1451192"/>
                </a:lnTo>
                <a:lnTo>
                  <a:pt x="2482801" y="1451192"/>
                </a:lnTo>
                <a:lnTo>
                  <a:pt x="2479659" y="1451192"/>
                </a:lnTo>
                <a:lnTo>
                  <a:pt x="2476760" y="1451192"/>
                </a:lnTo>
                <a:lnTo>
                  <a:pt x="2473216" y="1451192"/>
                </a:lnTo>
                <a:lnTo>
                  <a:pt x="2472330" y="1451192"/>
                </a:lnTo>
                <a:lnTo>
                  <a:pt x="2475793" y="1451192"/>
                </a:lnTo>
                <a:lnTo>
                  <a:pt x="2479257" y="1451192"/>
                </a:lnTo>
                <a:lnTo>
                  <a:pt x="2483042" y="1451192"/>
                </a:lnTo>
                <a:lnTo>
                  <a:pt x="2487311" y="1451192"/>
                </a:lnTo>
                <a:lnTo>
                  <a:pt x="2487633" y="1451192"/>
                </a:lnTo>
                <a:lnTo>
                  <a:pt x="2485056" y="1451192"/>
                </a:lnTo>
                <a:lnTo>
                  <a:pt x="2480707" y="1451192"/>
                </a:lnTo>
                <a:lnTo>
                  <a:pt x="2480868" y="1451192"/>
                </a:lnTo>
                <a:lnTo>
                  <a:pt x="2484331" y="1451192"/>
                </a:lnTo>
                <a:lnTo>
                  <a:pt x="2489728" y="1451192"/>
                </a:lnTo>
                <a:lnTo>
                  <a:pt x="2495607" y="1451192"/>
                </a:lnTo>
                <a:lnTo>
                  <a:pt x="2499232" y="1451192"/>
                </a:lnTo>
                <a:lnTo>
                  <a:pt x="2499796" y="1451192"/>
                </a:lnTo>
                <a:lnTo>
                  <a:pt x="2505192" y="1451192"/>
                </a:lnTo>
                <a:lnTo>
                  <a:pt x="2513166" y="1451192"/>
                </a:lnTo>
                <a:lnTo>
                  <a:pt x="2517999" y="1451192"/>
                </a:lnTo>
                <a:lnTo>
                  <a:pt x="2551989" y="1451192"/>
                </a:lnTo>
                <a:lnTo>
                  <a:pt x="2560607" y="1451192"/>
                </a:lnTo>
                <a:lnTo>
                  <a:pt x="2561413" y="1451192"/>
                </a:lnTo>
                <a:lnTo>
                  <a:pt x="2564715" y="1451192"/>
                </a:lnTo>
                <a:lnTo>
                  <a:pt x="2566487" y="1451192"/>
                </a:lnTo>
                <a:lnTo>
                  <a:pt x="2566165" y="1451192"/>
                </a:lnTo>
                <a:lnTo>
                  <a:pt x="2568903" y="1451192"/>
                </a:lnTo>
                <a:lnTo>
                  <a:pt x="2578005" y="1451192"/>
                </a:lnTo>
                <a:lnTo>
                  <a:pt x="2584287" y="1451192"/>
                </a:lnTo>
                <a:lnTo>
                  <a:pt x="2592986" y="1451192"/>
                </a:lnTo>
                <a:lnTo>
                  <a:pt x="2594678" y="1451192"/>
                </a:lnTo>
                <a:lnTo>
                  <a:pt x="2598463" y="1451192"/>
                </a:lnTo>
                <a:lnTo>
                  <a:pt x="2599671" y="1451192"/>
                </a:lnTo>
                <a:lnTo>
                  <a:pt x="2597900" y="1451192"/>
                </a:lnTo>
                <a:lnTo>
                  <a:pt x="2596691" y="1451192"/>
                </a:lnTo>
                <a:lnTo>
                  <a:pt x="2598624" y="1451192"/>
                </a:lnTo>
                <a:lnTo>
                  <a:pt x="2608773" y="1451192"/>
                </a:lnTo>
                <a:lnTo>
                  <a:pt x="2615700" y="1451192"/>
                </a:lnTo>
                <a:lnTo>
                  <a:pt x="2612398" y="1451192"/>
                </a:lnTo>
                <a:lnTo>
                  <a:pt x="2608048" y="1451192"/>
                </a:lnTo>
                <a:lnTo>
                  <a:pt x="2600719" y="1451192"/>
                </a:lnTo>
                <a:lnTo>
                  <a:pt x="2596047" y="1451192"/>
                </a:lnTo>
                <a:lnTo>
                  <a:pt x="2603618" y="1451192"/>
                </a:lnTo>
                <a:lnTo>
                  <a:pt x="2603538" y="1451192"/>
                </a:lnTo>
                <a:lnTo>
                  <a:pt x="2596289" y="1451192"/>
                </a:lnTo>
                <a:lnTo>
                  <a:pt x="2586301" y="1451192"/>
                </a:lnTo>
                <a:lnTo>
                  <a:pt x="2577844" y="1451192"/>
                </a:lnTo>
                <a:lnTo>
                  <a:pt x="2584287" y="1451192"/>
                </a:lnTo>
                <a:lnTo>
                  <a:pt x="2597255" y="1451192"/>
                </a:lnTo>
                <a:lnTo>
                  <a:pt x="2604504" y="1451192"/>
                </a:lnTo>
                <a:lnTo>
                  <a:pt x="2605149" y="1451192"/>
                </a:lnTo>
                <a:lnTo>
                  <a:pt x="2608693" y="1451192"/>
                </a:lnTo>
                <a:lnTo>
                  <a:pt x="2610867" y="1451192"/>
                </a:lnTo>
                <a:lnTo>
                  <a:pt x="2611512" y="1451192"/>
                </a:lnTo>
                <a:lnTo>
                  <a:pt x="2614895" y="1451192"/>
                </a:lnTo>
                <a:lnTo>
                  <a:pt x="2622868" y="1451192"/>
                </a:lnTo>
                <a:lnTo>
                  <a:pt x="2633742" y="1451192"/>
                </a:lnTo>
                <a:lnTo>
                  <a:pt x="2638816" y="1451192"/>
                </a:lnTo>
                <a:lnTo>
                  <a:pt x="2643891" y="1451192"/>
                </a:lnTo>
                <a:lnTo>
                  <a:pt x="2648804" y="1451192"/>
                </a:lnTo>
                <a:lnTo>
                  <a:pt x="2638736" y="1451192"/>
                </a:lnTo>
                <a:lnTo>
                  <a:pt x="2639541" y="1451192"/>
                </a:lnTo>
                <a:lnTo>
                  <a:pt x="2641394" y="1451192"/>
                </a:lnTo>
                <a:lnTo>
                  <a:pt x="2653476" y="1451192"/>
                </a:lnTo>
                <a:lnTo>
                  <a:pt x="2660080" y="1451192"/>
                </a:lnTo>
                <a:lnTo>
                  <a:pt x="2664430" y="1451192"/>
                </a:lnTo>
                <a:lnTo>
                  <a:pt x="2673934" y="1451192"/>
                </a:lnTo>
                <a:lnTo>
                  <a:pt x="2677559" y="1451192"/>
                </a:lnTo>
                <a:lnTo>
                  <a:pt x="2676995" y="1451192"/>
                </a:lnTo>
                <a:lnTo>
                  <a:pt x="2678042" y="1451192"/>
                </a:lnTo>
                <a:lnTo>
                  <a:pt x="2681989" y="1451192"/>
                </a:lnTo>
                <a:lnTo>
                  <a:pt x="2687143" y="1451192"/>
                </a:lnTo>
                <a:lnTo>
                  <a:pt x="2690446" y="1451192"/>
                </a:lnTo>
                <a:lnTo>
                  <a:pt x="2697695" y="1451192"/>
                </a:lnTo>
                <a:lnTo>
                  <a:pt x="2700192" y="1451192"/>
                </a:lnTo>
                <a:lnTo>
                  <a:pt x="2698984" y="1451192"/>
                </a:lnTo>
                <a:lnTo>
                  <a:pt x="2698259" y="1451192"/>
                </a:lnTo>
                <a:lnTo>
                  <a:pt x="2704944" y="1451192"/>
                </a:lnTo>
                <a:lnTo>
                  <a:pt x="2710260" y="1451192"/>
                </a:lnTo>
                <a:lnTo>
                  <a:pt x="2710824" y="1451192"/>
                </a:lnTo>
                <a:lnTo>
                  <a:pt x="2710018" y="1451192"/>
                </a:lnTo>
                <a:lnTo>
                  <a:pt x="2712112" y="1451192"/>
                </a:lnTo>
                <a:lnTo>
                  <a:pt x="2726127" y="1451192"/>
                </a:lnTo>
                <a:lnTo>
                  <a:pt x="2729752" y="1451192"/>
                </a:lnTo>
                <a:lnTo>
                  <a:pt x="2731926" y="1451192"/>
                </a:lnTo>
                <a:lnTo>
                  <a:pt x="2733698" y="1451192"/>
                </a:lnTo>
                <a:lnTo>
                  <a:pt x="2735954" y="1451192"/>
                </a:lnTo>
                <a:lnTo>
                  <a:pt x="2743686" y="1451192"/>
                </a:lnTo>
                <a:lnTo>
                  <a:pt x="2766883" y="1451192"/>
                </a:lnTo>
                <a:lnTo>
                  <a:pt x="2779931" y="1451192"/>
                </a:lnTo>
                <a:lnTo>
                  <a:pt x="2785489" y="1451192"/>
                </a:lnTo>
                <a:lnTo>
                  <a:pt x="2794107" y="1451192"/>
                </a:lnTo>
                <a:lnTo>
                  <a:pt x="2803611" y="1451192"/>
                </a:lnTo>
                <a:lnTo>
                  <a:pt x="2809330" y="1451192"/>
                </a:lnTo>
                <a:lnTo>
                  <a:pt x="2818915" y="1451192"/>
                </a:lnTo>
                <a:lnTo>
                  <a:pt x="2822056" y="1451192"/>
                </a:lnTo>
                <a:lnTo>
                  <a:pt x="2824553" y="1451192"/>
                </a:lnTo>
                <a:lnTo>
                  <a:pt x="2830111" y="1451192"/>
                </a:lnTo>
                <a:lnTo>
                  <a:pt x="2835991" y="1451192"/>
                </a:lnTo>
                <a:lnTo>
                  <a:pt x="2843401" y="1451192"/>
                </a:lnTo>
                <a:lnTo>
                  <a:pt x="2846381" y="1451192"/>
                </a:lnTo>
                <a:lnTo>
                  <a:pt x="2839696" y="1451192"/>
                </a:lnTo>
                <a:lnTo>
                  <a:pt x="2840098" y="1451192"/>
                </a:lnTo>
                <a:lnTo>
                  <a:pt x="2839696" y="1451192"/>
                </a:lnTo>
                <a:lnTo>
                  <a:pt x="2840904" y="1451192"/>
                </a:lnTo>
                <a:lnTo>
                  <a:pt x="2843240" y="1451192"/>
                </a:lnTo>
                <a:lnTo>
                  <a:pt x="2827211" y="1450547"/>
                </a:lnTo>
                <a:lnTo>
                  <a:pt x="2811344" y="1448612"/>
                </a:lnTo>
                <a:lnTo>
                  <a:pt x="2799745" y="1451192"/>
                </a:lnTo>
                <a:lnTo>
                  <a:pt x="2794832" y="1449176"/>
                </a:lnTo>
                <a:lnTo>
                  <a:pt x="2784522" y="1439018"/>
                </a:lnTo>
                <a:lnTo>
                  <a:pt x="2774615" y="1435228"/>
                </a:lnTo>
                <a:lnTo>
                  <a:pt x="2773810" y="1432729"/>
                </a:lnTo>
                <a:lnTo>
                  <a:pt x="2785892" y="1425473"/>
                </a:lnTo>
                <a:lnTo>
                  <a:pt x="2790483" y="1426683"/>
                </a:lnTo>
                <a:lnTo>
                  <a:pt x="2797490" y="1433535"/>
                </a:lnTo>
                <a:lnTo>
                  <a:pt x="2801437" y="1435954"/>
                </a:lnTo>
                <a:lnTo>
                  <a:pt x="2804900" y="1435470"/>
                </a:lnTo>
                <a:lnTo>
                  <a:pt x="2807075" y="1430149"/>
                </a:lnTo>
                <a:lnTo>
                  <a:pt x="2810136" y="1427328"/>
                </a:lnTo>
                <a:lnTo>
                  <a:pt x="2815854" y="1428940"/>
                </a:lnTo>
                <a:lnTo>
                  <a:pt x="2833816" y="1440469"/>
                </a:lnTo>
                <a:lnTo>
                  <a:pt x="2843965" y="1451192"/>
                </a:lnTo>
                <a:lnTo>
                  <a:pt x="2849119" y="1448692"/>
                </a:lnTo>
                <a:lnTo>
                  <a:pt x="2857979" y="1442404"/>
                </a:lnTo>
                <a:lnTo>
                  <a:pt x="2866356" y="1443694"/>
                </a:lnTo>
                <a:lnTo>
                  <a:pt x="2871511" y="1447402"/>
                </a:lnTo>
                <a:lnTo>
                  <a:pt x="2878679" y="1451192"/>
                </a:lnTo>
                <a:lnTo>
                  <a:pt x="2884398" y="1451192"/>
                </a:lnTo>
                <a:lnTo>
                  <a:pt x="2898171" y="1451192"/>
                </a:lnTo>
                <a:lnTo>
                  <a:pt x="2905179" y="1451192"/>
                </a:lnTo>
                <a:lnTo>
                  <a:pt x="2912428" y="1451192"/>
                </a:lnTo>
                <a:lnTo>
                  <a:pt x="2922174" y="1451192"/>
                </a:lnTo>
                <a:lnTo>
                  <a:pt x="2942310" y="1451192"/>
                </a:lnTo>
                <a:lnTo>
                  <a:pt x="2961238" y="1451192"/>
                </a:lnTo>
                <a:lnTo>
                  <a:pt x="2969132" y="1451192"/>
                </a:lnTo>
                <a:lnTo>
                  <a:pt x="2978314" y="1451192"/>
                </a:lnTo>
                <a:lnTo>
                  <a:pt x="2983630" y="1451192"/>
                </a:lnTo>
                <a:lnTo>
                  <a:pt x="2993376" y="1451192"/>
                </a:lnTo>
                <a:lnTo>
                  <a:pt x="3008840" y="1451192"/>
                </a:lnTo>
                <a:lnTo>
                  <a:pt x="3015767" y="1451192"/>
                </a:lnTo>
                <a:lnTo>
                  <a:pt x="3018908" y="1451192"/>
                </a:lnTo>
                <a:lnTo>
                  <a:pt x="3033004" y="1451192"/>
                </a:lnTo>
                <a:lnTo>
                  <a:pt x="3048146" y="1451192"/>
                </a:lnTo>
                <a:lnTo>
                  <a:pt x="3058939" y="1451192"/>
                </a:lnTo>
                <a:lnTo>
                  <a:pt x="3074807" y="1451192"/>
                </a:lnTo>
                <a:lnTo>
                  <a:pt x="3085841" y="1451192"/>
                </a:lnTo>
                <a:lnTo>
                  <a:pt x="3094057" y="1451192"/>
                </a:lnTo>
                <a:lnTo>
                  <a:pt x="3101870" y="1451192"/>
                </a:lnTo>
                <a:lnTo>
                  <a:pt x="3104850" y="1451192"/>
                </a:lnTo>
                <a:lnTo>
                  <a:pt x="3098567" y="1451192"/>
                </a:lnTo>
                <a:lnTo>
                  <a:pt x="3097762" y="1451192"/>
                </a:lnTo>
                <a:lnTo>
                  <a:pt x="3102756" y="1451192"/>
                </a:lnTo>
                <a:lnTo>
                  <a:pt x="3102192" y="1451192"/>
                </a:lnTo>
                <a:lnTo>
                  <a:pt x="3095346" y="1451192"/>
                </a:lnTo>
                <a:lnTo>
                  <a:pt x="3087211" y="1451192"/>
                </a:lnTo>
                <a:lnTo>
                  <a:pt x="3087291" y="1451192"/>
                </a:lnTo>
                <a:lnTo>
                  <a:pt x="3090513" y="1451192"/>
                </a:lnTo>
                <a:lnTo>
                  <a:pt x="3094298" y="1451192"/>
                </a:lnTo>
                <a:lnTo>
                  <a:pt x="3099614" y="1451192"/>
                </a:lnTo>
                <a:lnTo>
                  <a:pt x="3106139" y="1451192"/>
                </a:lnTo>
                <a:lnTo>
                  <a:pt x="3111777" y="1451192"/>
                </a:lnTo>
                <a:lnTo>
                  <a:pt x="3113629" y="1451192"/>
                </a:lnTo>
                <a:lnTo>
                  <a:pt x="3117737" y="1451192"/>
                </a:lnTo>
                <a:lnTo>
                  <a:pt x="3126678" y="1451192"/>
                </a:lnTo>
                <a:lnTo>
                  <a:pt x="3132155" y="1451192"/>
                </a:lnTo>
                <a:lnTo>
                  <a:pt x="3137632" y="1451192"/>
                </a:lnTo>
                <a:lnTo>
                  <a:pt x="3134652" y="1451192"/>
                </a:lnTo>
                <a:lnTo>
                  <a:pt x="3131269" y="1451192"/>
                </a:lnTo>
                <a:lnTo>
                  <a:pt x="3132880" y="1451192"/>
                </a:lnTo>
                <a:lnTo>
                  <a:pt x="3146814" y="1451192"/>
                </a:lnTo>
                <a:lnTo>
                  <a:pt x="3154627" y="1451192"/>
                </a:lnTo>
                <a:lnTo>
                  <a:pt x="3160265" y="1451192"/>
                </a:lnTo>
                <a:lnTo>
                  <a:pt x="3169044" y="1451192"/>
                </a:lnTo>
                <a:lnTo>
                  <a:pt x="3178468" y="1451192"/>
                </a:lnTo>
                <a:lnTo>
                  <a:pt x="3183381" y="1451192"/>
                </a:lnTo>
                <a:lnTo>
                  <a:pt x="3187409" y="1451192"/>
                </a:lnTo>
                <a:lnTo>
                  <a:pt x="3154385" y="1451192"/>
                </a:lnTo>
                <a:lnTo>
                  <a:pt x="3152855" y="1451192"/>
                </a:lnTo>
                <a:lnTo>
                  <a:pt x="3157285" y="1451192"/>
                </a:lnTo>
                <a:lnTo>
                  <a:pt x="3158976" y="1451192"/>
                </a:lnTo>
                <a:lnTo>
                  <a:pt x="3148264" y="1451192"/>
                </a:lnTo>
                <a:lnTo>
                  <a:pt x="3144317" y="1451192"/>
                </a:lnTo>
                <a:lnTo>
                  <a:pt x="3140531" y="1451192"/>
                </a:lnTo>
                <a:lnTo>
                  <a:pt x="3134813" y="1451192"/>
                </a:lnTo>
                <a:lnTo>
                  <a:pt x="3129819" y="1451192"/>
                </a:lnTo>
                <a:lnTo>
                  <a:pt x="3124503" y="1451192"/>
                </a:lnTo>
                <a:lnTo>
                  <a:pt x="3105253" y="1451192"/>
                </a:lnTo>
                <a:lnTo>
                  <a:pt x="3105414" y="1451192"/>
                </a:lnTo>
                <a:lnTo>
                  <a:pt x="3110327" y="1451192"/>
                </a:lnTo>
                <a:lnTo>
                  <a:pt x="3107427" y="1451192"/>
                </a:lnTo>
                <a:lnTo>
                  <a:pt x="3101709" y="1451192"/>
                </a:lnTo>
                <a:lnTo>
                  <a:pt x="3095507" y="1451192"/>
                </a:lnTo>
                <a:lnTo>
                  <a:pt x="3090593" y="1451192"/>
                </a:lnTo>
                <a:lnTo>
                  <a:pt x="3074001" y="1451192"/>
                </a:lnTo>
                <a:lnTo>
                  <a:pt x="3068685" y="1451192"/>
                </a:lnTo>
                <a:lnTo>
                  <a:pt x="3063208" y="1451192"/>
                </a:lnTo>
                <a:lnTo>
                  <a:pt x="3065061" y="1451192"/>
                </a:lnTo>
                <a:lnTo>
                  <a:pt x="3067074" y="1451192"/>
                </a:lnTo>
                <a:lnTo>
                  <a:pt x="3073357" y="1451192"/>
                </a:lnTo>
                <a:lnTo>
                  <a:pt x="3097681" y="1451192"/>
                </a:lnTo>
                <a:lnTo>
                  <a:pt x="3108716" y="1451192"/>
                </a:lnTo>
                <a:lnTo>
                  <a:pt x="3127644" y="1451192"/>
                </a:lnTo>
                <a:lnTo>
                  <a:pt x="3131994" y="1451192"/>
                </a:lnTo>
                <a:lnTo>
                  <a:pt x="3134571" y="1451192"/>
                </a:lnTo>
                <a:lnTo>
                  <a:pt x="3148344" y="1451192"/>
                </a:lnTo>
                <a:lnTo>
                  <a:pt x="3158171" y="1451192"/>
                </a:lnTo>
                <a:lnTo>
                  <a:pt x="3160990" y="1451192"/>
                </a:lnTo>
                <a:lnTo>
                  <a:pt x="3163003" y="1451192"/>
                </a:lnTo>
                <a:lnTo>
                  <a:pt x="3165500" y="1451192"/>
                </a:lnTo>
                <a:lnTo>
                  <a:pt x="3167917" y="1451192"/>
                </a:lnTo>
                <a:lnTo>
                  <a:pt x="3167514" y="1451192"/>
                </a:lnTo>
                <a:lnTo>
                  <a:pt x="3166467" y="1451192"/>
                </a:lnTo>
                <a:lnTo>
                  <a:pt x="3167353" y="1451192"/>
                </a:lnTo>
                <a:lnTo>
                  <a:pt x="3174360" y="1451192"/>
                </a:lnTo>
                <a:lnTo>
                  <a:pt x="3185475" y="1451192"/>
                </a:lnTo>
                <a:lnTo>
                  <a:pt x="3191838" y="1451192"/>
                </a:lnTo>
                <a:lnTo>
                  <a:pt x="3198926" y="1451192"/>
                </a:lnTo>
                <a:lnTo>
                  <a:pt x="3205290" y="1451192"/>
                </a:lnTo>
                <a:lnTo>
                  <a:pt x="3215760" y="1451192"/>
                </a:lnTo>
                <a:lnTo>
                  <a:pt x="3234044" y="1451192"/>
                </a:lnTo>
                <a:lnTo>
                  <a:pt x="3248381" y="1451192"/>
                </a:lnTo>
                <a:lnTo>
                  <a:pt x="3265215" y="1451192"/>
                </a:lnTo>
                <a:lnTo>
                  <a:pt x="3278022" y="1451192"/>
                </a:lnTo>
                <a:lnTo>
                  <a:pt x="3291956" y="1451192"/>
                </a:lnTo>
                <a:lnTo>
                  <a:pt x="3312978" y="1451192"/>
                </a:lnTo>
                <a:lnTo>
                  <a:pt x="3322644" y="1451192"/>
                </a:lnTo>
                <a:lnTo>
                  <a:pt x="3338269" y="1451192"/>
                </a:lnTo>
                <a:lnTo>
                  <a:pt x="3353573" y="1451192"/>
                </a:lnTo>
                <a:lnTo>
                  <a:pt x="3361627" y="1451192"/>
                </a:lnTo>
                <a:lnTo>
                  <a:pt x="3364446" y="1451192"/>
                </a:lnTo>
                <a:lnTo>
                  <a:pt x="3365171" y="1451192"/>
                </a:lnTo>
                <a:lnTo>
                  <a:pt x="3372743" y="1451192"/>
                </a:lnTo>
                <a:lnTo>
                  <a:pt x="3388288" y="1451192"/>
                </a:lnTo>
                <a:lnTo>
                  <a:pt x="3408344" y="1451192"/>
                </a:lnTo>
                <a:lnTo>
                  <a:pt x="3424855" y="1451192"/>
                </a:lnTo>
                <a:lnTo>
                  <a:pt x="3428963" y="1451192"/>
                </a:lnTo>
                <a:lnTo>
                  <a:pt x="3436212" y="1451192"/>
                </a:lnTo>
                <a:lnTo>
                  <a:pt x="3450227" y="1451192"/>
                </a:lnTo>
                <a:lnTo>
                  <a:pt x="3474471" y="1451192"/>
                </a:lnTo>
                <a:lnTo>
                  <a:pt x="3485506" y="1451192"/>
                </a:lnTo>
                <a:lnTo>
                  <a:pt x="3500165" y="1451192"/>
                </a:lnTo>
                <a:lnTo>
                  <a:pt x="3507092" y="1451192"/>
                </a:lnTo>
                <a:lnTo>
                  <a:pt x="3511119" y="1451192"/>
                </a:lnTo>
                <a:lnTo>
                  <a:pt x="3531497" y="1451192"/>
                </a:lnTo>
                <a:lnTo>
                  <a:pt x="3537296" y="1451192"/>
                </a:lnTo>
                <a:lnTo>
                  <a:pt x="3542532" y="1451192"/>
                </a:lnTo>
                <a:lnTo>
                  <a:pt x="3547042" y="1451192"/>
                </a:lnTo>
                <a:lnTo>
                  <a:pt x="3545512" y="1451192"/>
                </a:lnTo>
                <a:lnTo>
                  <a:pt x="3550264" y="1451192"/>
                </a:lnTo>
                <a:lnTo>
                  <a:pt x="3554130" y="1451192"/>
                </a:lnTo>
                <a:lnTo>
                  <a:pt x="3552600" y="1451192"/>
                </a:lnTo>
                <a:lnTo>
                  <a:pt x="3551955" y="1451192"/>
                </a:lnTo>
                <a:lnTo>
                  <a:pt x="3554130" y="1451192"/>
                </a:lnTo>
                <a:lnTo>
                  <a:pt x="3554130" y="1432890"/>
                </a:lnTo>
                <a:lnTo>
                  <a:pt x="3554130" y="1406608"/>
                </a:lnTo>
                <a:lnTo>
                  <a:pt x="3554130" y="1401529"/>
                </a:lnTo>
                <a:lnTo>
                  <a:pt x="3554130" y="1394918"/>
                </a:lnTo>
                <a:lnTo>
                  <a:pt x="3554130" y="1387259"/>
                </a:lnTo>
                <a:lnTo>
                  <a:pt x="3554130" y="1390564"/>
                </a:lnTo>
                <a:lnTo>
                  <a:pt x="3554130" y="1396288"/>
                </a:lnTo>
                <a:lnTo>
                  <a:pt x="3554130" y="1400722"/>
                </a:lnTo>
                <a:lnTo>
                  <a:pt x="3554130" y="1411687"/>
                </a:lnTo>
                <a:lnTo>
                  <a:pt x="3554130" y="1420152"/>
                </a:lnTo>
                <a:lnTo>
                  <a:pt x="3554130" y="1428134"/>
                </a:lnTo>
                <a:lnTo>
                  <a:pt x="3554130" y="1435632"/>
                </a:lnTo>
                <a:lnTo>
                  <a:pt x="3554130" y="1445709"/>
                </a:lnTo>
                <a:lnTo>
                  <a:pt x="3554130" y="1451192"/>
                </a:lnTo>
                <a:close/>
                <a:moveTo>
                  <a:pt x="2664832" y="1451192"/>
                </a:moveTo>
                <a:lnTo>
                  <a:pt x="2671518" y="1451192"/>
                </a:lnTo>
                <a:lnTo>
                  <a:pt x="2674578" y="1451192"/>
                </a:lnTo>
                <a:lnTo>
                  <a:pt x="2676431" y="1451192"/>
                </a:lnTo>
                <a:lnTo>
                  <a:pt x="2676673" y="1451192"/>
                </a:lnTo>
                <a:lnTo>
                  <a:pt x="2668376" y="1451192"/>
                </a:lnTo>
                <a:lnTo>
                  <a:pt x="2653395" y="1451192"/>
                </a:lnTo>
                <a:lnTo>
                  <a:pt x="2638414" y="1451192"/>
                </a:lnTo>
                <a:lnTo>
                  <a:pt x="2634064" y="1451192"/>
                </a:lnTo>
                <a:lnTo>
                  <a:pt x="2631326" y="1451192"/>
                </a:lnTo>
                <a:lnTo>
                  <a:pt x="2633661" y="1451192"/>
                </a:lnTo>
                <a:lnTo>
                  <a:pt x="2639058" y="1451192"/>
                </a:lnTo>
                <a:lnTo>
                  <a:pt x="2643810" y="1451192"/>
                </a:lnTo>
                <a:lnTo>
                  <a:pt x="2642924" y="1451192"/>
                </a:lnTo>
                <a:lnTo>
                  <a:pt x="2640186" y="1449418"/>
                </a:lnTo>
                <a:lnTo>
                  <a:pt x="2648079" y="1439985"/>
                </a:lnTo>
                <a:lnTo>
                  <a:pt x="2651623" y="1438050"/>
                </a:lnTo>
                <a:lnTo>
                  <a:pt x="2655167" y="1438050"/>
                </a:lnTo>
                <a:lnTo>
                  <a:pt x="2658228" y="1444742"/>
                </a:lnTo>
                <a:lnTo>
                  <a:pt x="2658953" y="1451192"/>
                </a:lnTo>
                <a:lnTo>
                  <a:pt x="2662738" y="1451192"/>
                </a:lnTo>
                <a:lnTo>
                  <a:pt x="2664832" y="1451192"/>
                </a:lnTo>
                <a:close/>
                <a:moveTo>
                  <a:pt x="2677720" y="1441194"/>
                </a:moveTo>
                <a:lnTo>
                  <a:pt x="2688432" y="1441839"/>
                </a:lnTo>
                <a:lnTo>
                  <a:pt x="2701400" y="1435793"/>
                </a:lnTo>
                <a:lnTo>
                  <a:pt x="2707360" y="1438292"/>
                </a:lnTo>
                <a:lnTo>
                  <a:pt x="2710260" y="1437808"/>
                </a:lnTo>
                <a:lnTo>
                  <a:pt x="2719764" y="1432084"/>
                </a:lnTo>
                <a:lnTo>
                  <a:pt x="2725886" y="1430472"/>
                </a:lnTo>
                <a:lnTo>
                  <a:pt x="2729993" y="1426199"/>
                </a:lnTo>
                <a:lnTo>
                  <a:pt x="2734262" y="1430794"/>
                </a:lnTo>
                <a:lnTo>
                  <a:pt x="2743605" y="1436115"/>
                </a:lnTo>
                <a:lnTo>
                  <a:pt x="2746505" y="1441759"/>
                </a:lnTo>
                <a:lnTo>
                  <a:pt x="2750452" y="1444339"/>
                </a:lnTo>
                <a:lnTo>
                  <a:pt x="2751821" y="1446112"/>
                </a:lnTo>
                <a:lnTo>
                  <a:pt x="2746102" y="1451192"/>
                </a:lnTo>
                <a:lnTo>
                  <a:pt x="2745377" y="1451192"/>
                </a:lnTo>
                <a:lnTo>
                  <a:pt x="2739256" y="1451192"/>
                </a:lnTo>
                <a:lnTo>
                  <a:pt x="2731926" y="1451192"/>
                </a:lnTo>
                <a:lnTo>
                  <a:pt x="2704461" y="1451192"/>
                </a:lnTo>
                <a:lnTo>
                  <a:pt x="2679814" y="1451192"/>
                </a:lnTo>
                <a:lnTo>
                  <a:pt x="2669101" y="1451192"/>
                </a:lnTo>
                <a:lnTo>
                  <a:pt x="2661933" y="1446838"/>
                </a:lnTo>
                <a:lnTo>
                  <a:pt x="2660483" y="1435470"/>
                </a:lnTo>
                <a:lnTo>
                  <a:pt x="2657583" y="1428214"/>
                </a:lnTo>
                <a:lnTo>
                  <a:pt x="2658872" y="1426360"/>
                </a:lnTo>
                <a:lnTo>
                  <a:pt x="2660322" y="1425393"/>
                </a:lnTo>
                <a:lnTo>
                  <a:pt x="2662255" y="1425634"/>
                </a:lnTo>
                <a:lnTo>
                  <a:pt x="2669665" y="1433374"/>
                </a:lnTo>
                <a:lnTo>
                  <a:pt x="2672967" y="1435551"/>
                </a:lnTo>
                <a:lnTo>
                  <a:pt x="2677720" y="1441194"/>
                </a:lnTo>
                <a:close/>
                <a:moveTo>
                  <a:pt x="3159379" y="1441436"/>
                </a:moveTo>
                <a:lnTo>
                  <a:pt x="3153580" y="1446274"/>
                </a:lnTo>
                <a:lnTo>
                  <a:pt x="3153177" y="1442646"/>
                </a:lnTo>
                <a:lnTo>
                  <a:pt x="3156238" y="1439743"/>
                </a:lnTo>
                <a:lnTo>
                  <a:pt x="3163406" y="1427973"/>
                </a:lnTo>
                <a:lnTo>
                  <a:pt x="3166547" y="1425231"/>
                </a:lnTo>
                <a:lnTo>
                  <a:pt x="3168400" y="1423619"/>
                </a:lnTo>
                <a:lnTo>
                  <a:pt x="3169689" y="1419346"/>
                </a:lnTo>
                <a:lnTo>
                  <a:pt x="3170091" y="1412896"/>
                </a:lnTo>
                <a:lnTo>
                  <a:pt x="3173957" y="1411848"/>
                </a:lnTo>
                <a:lnTo>
                  <a:pt x="3170816" y="1426602"/>
                </a:lnTo>
                <a:lnTo>
                  <a:pt x="3159379" y="1441436"/>
                </a:lnTo>
                <a:close/>
                <a:moveTo>
                  <a:pt x="2836715" y="1435309"/>
                </a:moveTo>
                <a:lnTo>
                  <a:pt x="2835185" y="1436518"/>
                </a:lnTo>
                <a:lnTo>
                  <a:pt x="2828742" y="1424103"/>
                </a:lnTo>
                <a:lnTo>
                  <a:pt x="2830514" y="1420233"/>
                </a:lnTo>
                <a:lnTo>
                  <a:pt x="2827936" y="1413864"/>
                </a:lnTo>
                <a:lnTo>
                  <a:pt x="2832286" y="1413138"/>
                </a:lnTo>
                <a:lnTo>
                  <a:pt x="2835588" y="1408381"/>
                </a:lnTo>
                <a:lnTo>
                  <a:pt x="2836715" y="1410719"/>
                </a:lnTo>
                <a:lnTo>
                  <a:pt x="2837038" y="1419427"/>
                </a:lnTo>
                <a:lnTo>
                  <a:pt x="2839615" y="1424506"/>
                </a:lnTo>
                <a:lnTo>
                  <a:pt x="2836715" y="1435309"/>
                </a:lnTo>
                <a:close/>
                <a:moveTo>
                  <a:pt x="221338" y="0"/>
                </a:moveTo>
                <a:lnTo>
                  <a:pt x="220774" y="0"/>
                </a:lnTo>
                <a:lnTo>
                  <a:pt x="222788" y="0"/>
                </a:lnTo>
                <a:lnTo>
                  <a:pt x="225526" y="0"/>
                </a:lnTo>
                <a:lnTo>
                  <a:pt x="229070" y="0"/>
                </a:lnTo>
                <a:lnTo>
                  <a:pt x="232937" y="0"/>
                </a:lnTo>
                <a:lnTo>
                  <a:pt x="237125" y="0"/>
                </a:lnTo>
                <a:lnTo>
                  <a:pt x="241555" y="0"/>
                </a:lnTo>
                <a:lnTo>
                  <a:pt x="246307" y="0"/>
                </a:lnTo>
                <a:lnTo>
                  <a:pt x="251140" y="0"/>
                </a:lnTo>
                <a:lnTo>
                  <a:pt x="253395" y="0"/>
                </a:lnTo>
                <a:lnTo>
                  <a:pt x="255006" y="0"/>
                </a:lnTo>
                <a:lnTo>
                  <a:pt x="255248" y="0"/>
                </a:lnTo>
                <a:lnTo>
                  <a:pt x="252992" y="0"/>
                </a:lnTo>
                <a:lnTo>
                  <a:pt x="249046" y="0"/>
                </a:lnTo>
                <a:lnTo>
                  <a:pt x="243569" y="0"/>
                </a:lnTo>
                <a:lnTo>
                  <a:pt x="245341" y="0"/>
                </a:lnTo>
                <a:lnTo>
                  <a:pt x="252912" y="0"/>
                </a:lnTo>
                <a:lnTo>
                  <a:pt x="261852" y="0"/>
                </a:lnTo>
                <a:lnTo>
                  <a:pt x="271437" y="0"/>
                </a:lnTo>
                <a:lnTo>
                  <a:pt x="276511" y="0"/>
                </a:lnTo>
                <a:lnTo>
                  <a:pt x="280619" y="0"/>
                </a:lnTo>
                <a:lnTo>
                  <a:pt x="284485" y="0"/>
                </a:lnTo>
                <a:lnTo>
                  <a:pt x="289399" y="0"/>
                </a:lnTo>
                <a:lnTo>
                  <a:pt x="304541" y="0"/>
                </a:lnTo>
                <a:lnTo>
                  <a:pt x="309132" y="0"/>
                </a:lnTo>
                <a:lnTo>
                  <a:pt x="309857" y="0"/>
                </a:lnTo>
                <a:lnTo>
                  <a:pt x="308005" y="0"/>
                </a:lnTo>
                <a:lnTo>
                  <a:pt x="310340" y="0"/>
                </a:lnTo>
                <a:lnTo>
                  <a:pt x="314609" y="0"/>
                </a:lnTo>
                <a:lnTo>
                  <a:pt x="315093" y="0"/>
                </a:lnTo>
                <a:lnTo>
                  <a:pt x="309857" y="0"/>
                </a:lnTo>
                <a:lnTo>
                  <a:pt x="305427" y="0"/>
                </a:lnTo>
                <a:lnTo>
                  <a:pt x="300594" y="0"/>
                </a:lnTo>
                <a:lnTo>
                  <a:pt x="296889" y="0"/>
                </a:lnTo>
                <a:lnTo>
                  <a:pt x="295842" y="0"/>
                </a:lnTo>
                <a:lnTo>
                  <a:pt x="296164" y="0"/>
                </a:lnTo>
                <a:lnTo>
                  <a:pt x="299547" y="0"/>
                </a:lnTo>
                <a:lnTo>
                  <a:pt x="303172" y="0"/>
                </a:lnTo>
                <a:lnTo>
                  <a:pt x="304058" y="0"/>
                </a:lnTo>
                <a:lnTo>
                  <a:pt x="303655" y="0"/>
                </a:lnTo>
                <a:lnTo>
                  <a:pt x="301158" y="0"/>
                </a:lnTo>
                <a:lnTo>
                  <a:pt x="291976" y="0"/>
                </a:lnTo>
                <a:lnTo>
                  <a:pt x="284646" y="0"/>
                </a:lnTo>
                <a:lnTo>
                  <a:pt x="288513" y="0"/>
                </a:lnTo>
                <a:lnTo>
                  <a:pt x="295762" y="0"/>
                </a:lnTo>
                <a:lnTo>
                  <a:pt x="300514" y="0"/>
                </a:lnTo>
                <a:lnTo>
                  <a:pt x="305508" y="0"/>
                </a:lnTo>
                <a:lnTo>
                  <a:pt x="316220" y="0"/>
                </a:lnTo>
                <a:lnTo>
                  <a:pt x="325402" y="0"/>
                </a:lnTo>
                <a:lnTo>
                  <a:pt x="336759" y="0"/>
                </a:lnTo>
                <a:lnTo>
                  <a:pt x="337484" y="0"/>
                </a:lnTo>
                <a:lnTo>
                  <a:pt x="347472" y="0"/>
                </a:lnTo>
                <a:lnTo>
                  <a:pt x="351982" y="0"/>
                </a:lnTo>
                <a:lnTo>
                  <a:pt x="354479" y="0"/>
                </a:lnTo>
                <a:lnTo>
                  <a:pt x="358023" y="0"/>
                </a:lnTo>
                <a:lnTo>
                  <a:pt x="362534" y="0"/>
                </a:lnTo>
                <a:lnTo>
                  <a:pt x="368333" y="0"/>
                </a:lnTo>
                <a:lnTo>
                  <a:pt x="375421" y="0"/>
                </a:lnTo>
                <a:lnTo>
                  <a:pt x="380737" y="0"/>
                </a:lnTo>
                <a:lnTo>
                  <a:pt x="384522" y="0"/>
                </a:lnTo>
                <a:lnTo>
                  <a:pt x="391288" y="0"/>
                </a:lnTo>
                <a:lnTo>
                  <a:pt x="400954" y="0"/>
                </a:lnTo>
                <a:lnTo>
                  <a:pt x="409572" y="0"/>
                </a:lnTo>
                <a:lnTo>
                  <a:pt x="417143" y="0"/>
                </a:lnTo>
                <a:lnTo>
                  <a:pt x="420768" y="0"/>
                </a:lnTo>
                <a:lnTo>
                  <a:pt x="420606" y="0"/>
                </a:lnTo>
                <a:lnTo>
                  <a:pt x="422298" y="0"/>
                </a:lnTo>
                <a:lnTo>
                  <a:pt x="425842" y="0"/>
                </a:lnTo>
                <a:lnTo>
                  <a:pt x="427372" y="0"/>
                </a:lnTo>
                <a:lnTo>
                  <a:pt x="426970" y="0"/>
                </a:lnTo>
                <a:lnTo>
                  <a:pt x="430433" y="0"/>
                </a:lnTo>
                <a:lnTo>
                  <a:pt x="437601" y="0"/>
                </a:lnTo>
                <a:lnTo>
                  <a:pt x="445012" y="0"/>
                </a:lnTo>
                <a:lnTo>
                  <a:pt x="452422" y="0"/>
                </a:lnTo>
                <a:lnTo>
                  <a:pt x="457254" y="0"/>
                </a:lnTo>
                <a:lnTo>
                  <a:pt x="460476" y="0"/>
                </a:lnTo>
                <a:lnTo>
                  <a:pt x="465148" y="0"/>
                </a:lnTo>
                <a:lnTo>
                  <a:pt x="469256" y="0"/>
                </a:lnTo>
                <a:lnTo>
                  <a:pt x="474330" y="0"/>
                </a:lnTo>
                <a:lnTo>
                  <a:pt x="475699" y="0"/>
                </a:lnTo>
                <a:lnTo>
                  <a:pt x="473202" y="0"/>
                </a:lnTo>
                <a:lnTo>
                  <a:pt x="473444" y="0"/>
                </a:lnTo>
                <a:lnTo>
                  <a:pt x="476344" y="0"/>
                </a:lnTo>
                <a:lnTo>
                  <a:pt x="482707" y="0"/>
                </a:lnTo>
                <a:lnTo>
                  <a:pt x="492453" y="0"/>
                </a:lnTo>
                <a:lnTo>
                  <a:pt x="503890" y="0"/>
                </a:lnTo>
                <a:lnTo>
                  <a:pt x="516938" y="0"/>
                </a:lnTo>
                <a:lnTo>
                  <a:pt x="525557" y="0"/>
                </a:lnTo>
                <a:lnTo>
                  <a:pt x="529664" y="0"/>
                </a:lnTo>
                <a:lnTo>
                  <a:pt x="537638" y="0"/>
                </a:lnTo>
                <a:lnTo>
                  <a:pt x="549479" y="0"/>
                </a:lnTo>
                <a:lnTo>
                  <a:pt x="559708" y="0"/>
                </a:lnTo>
                <a:lnTo>
                  <a:pt x="568165" y="0"/>
                </a:lnTo>
                <a:lnTo>
                  <a:pt x="577105" y="0"/>
                </a:lnTo>
                <a:lnTo>
                  <a:pt x="586529" y="0"/>
                </a:lnTo>
                <a:lnTo>
                  <a:pt x="593295" y="0"/>
                </a:lnTo>
                <a:lnTo>
                  <a:pt x="599416" y="0"/>
                </a:lnTo>
                <a:lnTo>
                  <a:pt x="594825" y="0"/>
                </a:lnTo>
                <a:lnTo>
                  <a:pt x="593617" y="0"/>
                </a:lnTo>
                <a:lnTo>
                  <a:pt x="594181" y="0"/>
                </a:lnTo>
                <a:lnTo>
                  <a:pt x="599658" y="0"/>
                </a:lnTo>
                <a:lnTo>
                  <a:pt x="610209" y="0"/>
                </a:lnTo>
                <a:lnTo>
                  <a:pt x="616331" y="0"/>
                </a:lnTo>
                <a:lnTo>
                  <a:pt x="618022" y="0"/>
                </a:lnTo>
                <a:lnTo>
                  <a:pt x="626238" y="0"/>
                </a:lnTo>
                <a:lnTo>
                  <a:pt x="640897" y="0"/>
                </a:lnTo>
                <a:lnTo>
                  <a:pt x="646938" y="0"/>
                </a:lnTo>
                <a:lnTo>
                  <a:pt x="644522" y="0"/>
                </a:lnTo>
                <a:lnTo>
                  <a:pt x="644280" y="0"/>
                </a:lnTo>
                <a:lnTo>
                  <a:pt x="646374" y="0"/>
                </a:lnTo>
                <a:lnTo>
                  <a:pt x="651449" y="0"/>
                </a:lnTo>
                <a:lnTo>
                  <a:pt x="659503" y="0"/>
                </a:lnTo>
                <a:lnTo>
                  <a:pt x="664336" y="0"/>
                </a:lnTo>
                <a:lnTo>
                  <a:pt x="665866" y="0"/>
                </a:lnTo>
                <a:lnTo>
                  <a:pt x="665705" y="0"/>
                </a:lnTo>
                <a:lnTo>
                  <a:pt x="663852" y="0"/>
                </a:lnTo>
                <a:lnTo>
                  <a:pt x="660470" y="0"/>
                </a:lnTo>
                <a:lnTo>
                  <a:pt x="655556" y="0"/>
                </a:lnTo>
                <a:lnTo>
                  <a:pt x="654993" y="0"/>
                </a:lnTo>
                <a:lnTo>
                  <a:pt x="653704" y="0"/>
                </a:lnTo>
                <a:lnTo>
                  <a:pt x="657167" y="0"/>
                </a:lnTo>
                <a:lnTo>
                  <a:pt x="658295" y="0"/>
                </a:lnTo>
                <a:lnTo>
                  <a:pt x="656362" y="0"/>
                </a:lnTo>
                <a:lnTo>
                  <a:pt x="654509" y="0"/>
                </a:lnTo>
                <a:lnTo>
                  <a:pt x="654268" y="0"/>
                </a:lnTo>
                <a:lnTo>
                  <a:pt x="652576" y="0"/>
                </a:lnTo>
                <a:lnTo>
                  <a:pt x="648307" y="0"/>
                </a:lnTo>
                <a:lnTo>
                  <a:pt x="641783" y="0"/>
                </a:lnTo>
                <a:lnTo>
                  <a:pt x="633890" y="0"/>
                </a:lnTo>
                <a:lnTo>
                  <a:pt x="628976" y="0"/>
                </a:lnTo>
                <a:lnTo>
                  <a:pt x="627849" y="0"/>
                </a:lnTo>
                <a:lnTo>
                  <a:pt x="624385" y="0"/>
                </a:lnTo>
                <a:lnTo>
                  <a:pt x="620197" y="0"/>
                </a:lnTo>
                <a:lnTo>
                  <a:pt x="616975" y="0"/>
                </a:lnTo>
                <a:lnTo>
                  <a:pt x="614478" y="0"/>
                </a:lnTo>
                <a:lnTo>
                  <a:pt x="612787" y="0"/>
                </a:lnTo>
                <a:lnTo>
                  <a:pt x="611820" y="0"/>
                </a:lnTo>
                <a:lnTo>
                  <a:pt x="604491" y="0"/>
                </a:lnTo>
                <a:lnTo>
                  <a:pt x="596436" y="0"/>
                </a:lnTo>
                <a:lnTo>
                  <a:pt x="580086" y="0"/>
                </a:lnTo>
                <a:lnTo>
                  <a:pt x="566876" y="0"/>
                </a:lnTo>
                <a:lnTo>
                  <a:pt x="552056" y="0"/>
                </a:lnTo>
                <a:lnTo>
                  <a:pt x="538041" y="0"/>
                </a:lnTo>
                <a:lnTo>
                  <a:pt x="532242" y="0"/>
                </a:lnTo>
                <a:lnTo>
                  <a:pt x="525557" y="0"/>
                </a:lnTo>
                <a:lnTo>
                  <a:pt x="519033" y="0"/>
                </a:lnTo>
                <a:lnTo>
                  <a:pt x="512911" y="0"/>
                </a:lnTo>
                <a:lnTo>
                  <a:pt x="501474" y="0"/>
                </a:lnTo>
                <a:lnTo>
                  <a:pt x="497124" y="0"/>
                </a:lnTo>
                <a:lnTo>
                  <a:pt x="487942" y="0"/>
                </a:lnTo>
                <a:lnTo>
                  <a:pt x="478357" y="0"/>
                </a:lnTo>
                <a:lnTo>
                  <a:pt x="469175" y="0"/>
                </a:lnTo>
                <a:lnTo>
                  <a:pt x="455644" y="0"/>
                </a:lnTo>
                <a:lnTo>
                  <a:pt x="445817" y="0"/>
                </a:lnTo>
                <a:lnTo>
                  <a:pt x="442917" y="0"/>
                </a:lnTo>
                <a:lnTo>
                  <a:pt x="438085" y="0"/>
                </a:lnTo>
                <a:lnTo>
                  <a:pt x="431319" y="0"/>
                </a:lnTo>
                <a:lnTo>
                  <a:pt x="422540" y="0"/>
                </a:lnTo>
                <a:lnTo>
                  <a:pt x="416499" y="0"/>
                </a:lnTo>
                <a:lnTo>
                  <a:pt x="418190" y="0"/>
                </a:lnTo>
                <a:lnTo>
                  <a:pt x="416660" y="0"/>
                </a:lnTo>
                <a:lnTo>
                  <a:pt x="407155" y="0"/>
                </a:lnTo>
                <a:lnTo>
                  <a:pt x="399665" y="0"/>
                </a:lnTo>
                <a:lnTo>
                  <a:pt x="398376" y="0"/>
                </a:lnTo>
                <a:lnTo>
                  <a:pt x="399262" y="0"/>
                </a:lnTo>
                <a:lnTo>
                  <a:pt x="401840" y="0"/>
                </a:lnTo>
                <a:lnTo>
                  <a:pt x="406672" y="0"/>
                </a:lnTo>
                <a:lnTo>
                  <a:pt x="409813" y="0"/>
                </a:lnTo>
                <a:lnTo>
                  <a:pt x="412149" y="0"/>
                </a:lnTo>
                <a:lnTo>
                  <a:pt x="412874" y="0"/>
                </a:lnTo>
                <a:lnTo>
                  <a:pt x="423345" y="0"/>
                </a:lnTo>
                <a:lnTo>
                  <a:pt x="429225" y="0"/>
                </a:lnTo>
                <a:lnTo>
                  <a:pt x="433494" y="0"/>
                </a:lnTo>
                <a:lnTo>
                  <a:pt x="431963" y="0"/>
                </a:lnTo>
                <a:lnTo>
                  <a:pt x="429466" y="0"/>
                </a:lnTo>
                <a:lnTo>
                  <a:pt x="431963" y="0"/>
                </a:lnTo>
                <a:lnTo>
                  <a:pt x="446542" y="0"/>
                </a:lnTo>
                <a:lnTo>
                  <a:pt x="447831" y="0"/>
                </a:lnTo>
                <a:lnTo>
                  <a:pt x="446059" y="0"/>
                </a:lnTo>
                <a:lnTo>
                  <a:pt x="443803" y="0"/>
                </a:lnTo>
                <a:lnTo>
                  <a:pt x="436393" y="0"/>
                </a:lnTo>
                <a:lnTo>
                  <a:pt x="434058" y="0"/>
                </a:lnTo>
                <a:lnTo>
                  <a:pt x="425359" y="0"/>
                </a:lnTo>
                <a:lnTo>
                  <a:pt x="420445" y="0"/>
                </a:lnTo>
                <a:lnTo>
                  <a:pt x="418915" y="0"/>
                </a:lnTo>
                <a:lnTo>
                  <a:pt x="416096" y="0"/>
                </a:lnTo>
                <a:lnTo>
                  <a:pt x="407558" y="0"/>
                </a:lnTo>
                <a:lnTo>
                  <a:pt x="400229" y="0"/>
                </a:lnTo>
                <a:lnTo>
                  <a:pt x="393463" y="0"/>
                </a:lnTo>
                <a:lnTo>
                  <a:pt x="392577" y="0"/>
                </a:lnTo>
                <a:lnTo>
                  <a:pt x="391127" y="0"/>
                </a:lnTo>
                <a:lnTo>
                  <a:pt x="383395" y="0"/>
                </a:lnTo>
                <a:lnTo>
                  <a:pt x="375340" y="0"/>
                </a:lnTo>
                <a:lnTo>
                  <a:pt x="368172" y="0"/>
                </a:lnTo>
                <a:lnTo>
                  <a:pt x="363661" y="0"/>
                </a:lnTo>
                <a:lnTo>
                  <a:pt x="359392" y="0"/>
                </a:lnTo>
                <a:lnTo>
                  <a:pt x="350371" y="0"/>
                </a:lnTo>
                <a:lnTo>
                  <a:pt x="327899" y="0"/>
                </a:lnTo>
                <a:lnTo>
                  <a:pt x="299306" y="0"/>
                </a:lnTo>
                <a:lnTo>
                  <a:pt x="288352" y="0"/>
                </a:lnTo>
                <a:lnTo>
                  <a:pt x="283841" y="0"/>
                </a:lnTo>
                <a:lnTo>
                  <a:pt x="281022" y="0"/>
                </a:lnTo>
                <a:lnTo>
                  <a:pt x="283680" y="0"/>
                </a:lnTo>
                <a:lnTo>
                  <a:pt x="284324" y="0"/>
                </a:lnTo>
                <a:lnTo>
                  <a:pt x="287707" y="0"/>
                </a:lnTo>
                <a:lnTo>
                  <a:pt x="286096" y="0"/>
                </a:lnTo>
                <a:lnTo>
                  <a:pt x="287788" y="0"/>
                </a:lnTo>
                <a:lnTo>
                  <a:pt x="289076" y="0"/>
                </a:lnTo>
                <a:lnTo>
                  <a:pt x="284566" y="0"/>
                </a:lnTo>
                <a:lnTo>
                  <a:pt x="264349" y="0"/>
                </a:lnTo>
                <a:lnTo>
                  <a:pt x="260080" y="0"/>
                </a:lnTo>
                <a:lnTo>
                  <a:pt x="254684" y="0"/>
                </a:lnTo>
                <a:lnTo>
                  <a:pt x="230520" y="0"/>
                </a:lnTo>
                <a:lnTo>
                  <a:pt x="221338" y="0"/>
                </a:lnTo>
                <a:lnTo>
                  <a:pt x="212881" y="0"/>
                </a:lnTo>
                <a:lnTo>
                  <a:pt x="210787" y="0"/>
                </a:lnTo>
                <a:lnTo>
                  <a:pt x="215619" y="0"/>
                </a:lnTo>
                <a:lnTo>
                  <a:pt x="218761" y="0"/>
                </a:lnTo>
                <a:lnTo>
                  <a:pt x="210062" y="0"/>
                </a:lnTo>
                <a:lnTo>
                  <a:pt x="208612" y="0"/>
                </a:lnTo>
                <a:lnTo>
                  <a:pt x="211995" y="0"/>
                </a:lnTo>
                <a:lnTo>
                  <a:pt x="210626" y="0"/>
                </a:lnTo>
                <a:lnTo>
                  <a:pt x="205873" y="0"/>
                </a:lnTo>
                <a:lnTo>
                  <a:pt x="198383" y="0"/>
                </a:lnTo>
                <a:lnTo>
                  <a:pt x="195322" y="0"/>
                </a:lnTo>
                <a:lnTo>
                  <a:pt x="189362" y="0"/>
                </a:lnTo>
                <a:lnTo>
                  <a:pt x="181468" y="0"/>
                </a:lnTo>
                <a:lnTo>
                  <a:pt x="176152" y="0"/>
                </a:lnTo>
                <a:lnTo>
                  <a:pt x="172367" y="0"/>
                </a:lnTo>
                <a:lnTo>
                  <a:pt x="170192" y="0"/>
                </a:lnTo>
                <a:lnTo>
                  <a:pt x="153922" y="0"/>
                </a:lnTo>
                <a:lnTo>
                  <a:pt x="150056" y="0"/>
                </a:lnTo>
                <a:lnTo>
                  <a:pt x="144257" y="0"/>
                </a:lnTo>
                <a:lnTo>
                  <a:pt x="146270" y="0"/>
                </a:lnTo>
                <a:lnTo>
                  <a:pt x="146673" y="0"/>
                </a:lnTo>
                <a:lnTo>
                  <a:pt x="144579" y="0"/>
                </a:lnTo>
                <a:lnTo>
                  <a:pt x="143934" y="0"/>
                </a:lnTo>
                <a:lnTo>
                  <a:pt x="146351" y="0"/>
                </a:lnTo>
                <a:lnTo>
                  <a:pt x="154164" y="0"/>
                </a:lnTo>
                <a:lnTo>
                  <a:pt x="152311" y="0"/>
                </a:lnTo>
                <a:lnTo>
                  <a:pt x="151425" y="0"/>
                </a:lnTo>
                <a:lnTo>
                  <a:pt x="157949" y="0"/>
                </a:lnTo>
                <a:lnTo>
                  <a:pt x="162701" y="0"/>
                </a:lnTo>
                <a:lnTo>
                  <a:pt x="189281" y="0"/>
                </a:lnTo>
                <a:lnTo>
                  <a:pt x="198302" y="0"/>
                </a:lnTo>
                <a:lnTo>
                  <a:pt x="201685" y="0"/>
                </a:lnTo>
                <a:lnTo>
                  <a:pt x="203860" y="0"/>
                </a:lnTo>
                <a:lnTo>
                  <a:pt x="208370" y="0"/>
                </a:lnTo>
                <a:lnTo>
                  <a:pt x="210706" y="0"/>
                </a:lnTo>
                <a:lnTo>
                  <a:pt x="216022" y="0"/>
                </a:lnTo>
                <a:lnTo>
                  <a:pt x="221902" y="0"/>
                </a:lnTo>
                <a:lnTo>
                  <a:pt x="223916" y="0"/>
                </a:lnTo>
                <a:lnTo>
                  <a:pt x="224318" y="0"/>
                </a:lnTo>
                <a:lnTo>
                  <a:pt x="224640" y="0"/>
                </a:lnTo>
                <a:lnTo>
                  <a:pt x="229956" y="0"/>
                </a:lnTo>
                <a:lnTo>
                  <a:pt x="233984" y="0"/>
                </a:lnTo>
                <a:lnTo>
                  <a:pt x="248079" y="0"/>
                </a:lnTo>
                <a:lnTo>
                  <a:pt x="252106" y="0"/>
                </a:lnTo>
                <a:lnTo>
                  <a:pt x="255409" y="0"/>
                </a:lnTo>
                <a:lnTo>
                  <a:pt x="246871" y="0"/>
                </a:lnTo>
                <a:lnTo>
                  <a:pt x="244616" y="0"/>
                </a:lnTo>
                <a:lnTo>
                  <a:pt x="242119" y="0"/>
                </a:lnTo>
                <a:lnTo>
                  <a:pt x="239139" y="0"/>
                </a:lnTo>
                <a:lnTo>
                  <a:pt x="234386" y="0"/>
                </a:lnTo>
                <a:lnTo>
                  <a:pt x="234064" y="0"/>
                </a:lnTo>
                <a:lnTo>
                  <a:pt x="237608" y="0"/>
                </a:lnTo>
                <a:lnTo>
                  <a:pt x="237044" y="0"/>
                </a:lnTo>
                <a:lnTo>
                  <a:pt x="232212" y="0"/>
                </a:lnTo>
                <a:lnTo>
                  <a:pt x="224238" y="0"/>
                </a:lnTo>
                <a:lnTo>
                  <a:pt x="224479" y="0"/>
                </a:lnTo>
                <a:lnTo>
                  <a:pt x="228023" y="0"/>
                </a:lnTo>
                <a:lnTo>
                  <a:pt x="241394" y="0"/>
                </a:lnTo>
                <a:lnTo>
                  <a:pt x="245663" y="0"/>
                </a:lnTo>
                <a:lnTo>
                  <a:pt x="250979" y="0"/>
                </a:lnTo>
                <a:lnTo>
                  <a:pt x="258711" y="0"/>
                </a:lnTo>
                <a:lnTo>
                  <a:pt x="268054" y="0"/>
                </a:lnTo>
                <a:lnTo>
                  <a:pt x="275384" y="0"/>
                </a:lnTo>
                <a:lnTo>
                  <a:pt x="293506" y="0"/>
                </a:lnTo>
                <a:lnTo>
                  <a:pt x="304461" y="0"/>
                </a:lnTo>
                <a:lnTo>
                  <a:pt x="316381" y="0"/>
                </a:lnTo>
                <a:lnTo>
                  <a:pt x="324355" y="0"/>
                </a:lnTo>
                <a:lnTo>
                  <a:pt x="332168" y="0"/>
                </a:lnTo>
                <a:lnTo>
                  <a:pt x="341511" y="0"/>
                </a:lnTo>
                <a:lnTo>
                  <a:pt x="356412" y="2016"/>
                </a:lnTo>
                <a:lnTo>
                  <a:pt x="380737" y="20800"/>
                </a:lnTo>
                <a:lnTo>
                  <a:pt x="378079" y="25396"/>
                </a:lnTo>
                <a:lnTo>
                  <a:pt x="377032" y="32491"/>
                </a:lnTo>
                <a:lnTo>
                  <a:pt x="367447" y="42004"/>
                </a:lnTo>
                <a:lnTo>
                  <a:pt x="365916" y="47486"/>
                </a:lnTo>
                <a:lnTo>
                  <a:pt x="362453" y="54420"/>
                </a:lnTo>
                <a:lnTo>
                  <a:pt x="355768" y="58128"/>
                </a:lnTo>
                <a:lnTo>
                  <a:pt x="350049" y="58773"/>
                </a:lnTo>
                <a:lnTo>
                  <a:pt x="346666" y="58128"/>
                </a:lnTo>
                <a:lnTo>
                  <a:pt x="344411" y="56758"/>
                </a:lnTo>
                <a:lnTo>
                  <a:pt x="340464" y="50227"/>
                </a:lnTo>
                <a:lnTo>
                  <a:pt x="338531" y="48212"/>
                </a:lnTo>
                <a:lnTo>
                  <a:pt x="336840" y="47728"/>
                </a:lnTo>
                <a:lnTo>
                  <a:pt x="324597" y="52243"/>
                </a:lnTo>
                <a:lnTo>
                  <a:pt x="312757" y="57322"/>
                </a:lnTo>
                <a:lnTo>
                  <a:pt x="310582" y="61756"/>
                </a:lnTo>
                <a:lnTo>
                  <a:pt x="307441" y="66997"/>
                </a:lnTo>
                <a:lnTo>
                  <a:pt x="303977" y="69093"/>
                </a:lnTo>
                <a:lnTo>
                  <a:pt x="301239" y="69577"/>
                </a:lnTo>
                <a:lnTo>
                  <a:pt x="298661" y="66513"/>
                </a:lnTo>
                <a:lnTo>
                  <a:pt x="294070" y="62482"/>
                </a:lnTo>
                <a:lnTo>
                  <a:pt x="290607" y="58773"/>
                </a:lnTo>
                <a:lnTo>
                  <a:pt x="291493" y="52727"/>
                </a:lnTo>
                <a:lnTo>
                  <a:pt x="298178" y="43858"/>
                </a:lnTo>
                <a:lnTo>
                  <a:pt x="299064" y="37570"/>
                </a:lnTo>
                <a:lnTo>
                  <a:pt x="298178" y="26928"/>
                </a:lnTo>
                <a:lnTo>
                  <a:pt x="296406" y="20720"/>
                </a:lnTo>
                <a:lnTo>
                  <a:pt x="294392" y="20559"/>
                </a:lnTo>
                <a:lnTo>
                  <a:pt x="291171" y="19510"/>
                </a:lnTo>
                <a:lnTo>
                  <a:pt x="281908" y="20559"/>
                </a:lnTo>
                <a:lnTo>
                  <a:pt x="277317" y="13544"/>
                </a:lnTo>
                <a:lnTo>
                  <a:pt x="275464" y="5966"/>
                </a:lnTo>
                <a:lnTo>
                  <a:pt x="272243" y="3225"/>
                </a:lnTo>
                <a:lnTo>
                  <a:pt x="269182" y="1532"/>
                </a:lnTo>
                <a:lnTo>
                  <a:pt x="262174" y="4192"/>
                </a:lnTo>
                <a:lnTo>
                  <a:pt x="256939" y="2580"/>
                </a:lnTo>
                <a:lnTo>
                  <a:pt x="239300" y="0"/>
                </a:lnTo>
                <a:lnTo>
                  <a:pt x="232534" y="0"/>
                </a:lnTo>
                <a:lnTo>
                  <a:pt x="228990" y="0"/>
                </a:lnTo>
                <a:lnTo>
                  <a:pt x="225768" y="0"/>
                </a:lnTo>
                <a:lnTo>
                  <a:pt x="224479" y="0"/>
                </a:lnTo>
                <a:lnTo>
                  <a:pt x="222627" y="887"/>
                </a:lnTo>
                <a:lnTo>
                  <a:pt x="221096" y="4676"/>
                </a:lnTo>
                <a:lnTo>
                  <a:pt x="200960" y="0"/>
                </a:lnTo>
                <a:lnTo>
                  <a:pt x="187026" y="0"/>
                </a:lnTo>
                <a:lnTo>
                  <a:pt x="188959" y="0"/>
                </a:lnTo>
                <a:lnTo>
                  <a:pt x="184771" y="0"/>
                </a:lnTo>
                <a:lnTo>
                  <a:pt x="179455" y="0"/>
                </a:lnTo>
                <a:lnTo>
                  <a:pt x="175508" y="0"/>
                </a:lnTo>
                <a:lnTo>
                  <a:pt x="179052" y="0"/>
                </a:lnTo>
                <a:lnTo>
                  <a:pt x="173575" y="0"/>
                </a:lnTo>
                <a:lnTo>
                  <a:pt x="166004" y="0"/>
                </a:lnTo>
                <a:lnTo>
                  <a:pt x="159882" y="0"/>
                </a:lnTo>
                <a:lnTo>
                  <a:pt x="155130" y="0"/>
                </a:lnTo>
                <a:lnTo>
                  <a:pt x="152230" y="0"/>
                </a:lnTo>
                <a:lnTo>
                  <a:pt x="145706" y="0"/>
                </a:lnTo>
                <a:lnTo>
                  <a:pt x="137249" y="0"/>
                </a:lnTo>
                <a:lnTo>
                  <a:pt x="134430" y="0"/>
                </a:lnTo>
                <a:lnTo>
                  <a:pt x="135074" y="0"/>
                </a:lnTo>
                <a:lnTo>
                  <a:pt x="128872" y="0"/>
                </a:lnTo>
                <a:lnTo>
                  <a:pt x="120657" y="0"/>
                </a:lnTo>
                <a:lnTo>
                  <a:pt x="113972" y="0"/>
                </a:lnTo>
                <a:lnTo>
                  <a:pt x="107125" y="0"/>
                </a:lnTo>
                <a:lnTo>
                  <a:pt x="101648" y="0"/>
                </a:lnTo>
                <a:lnTo>
                  <a:pt x="97057" y="0"/>
                </a:lnTo>
                <a:lnTo>
                  <a:pt x="90694" y="0"/>
                </a:lnTo>
                <a:lnTo>
                  <a:pt x="88600" y="0"/>
                </a:lnTo>
                <a:lnTo>
                  <a:pt x="84331" y="0"/>
                </a:lnTo>
                <a:lnTo>
                  <a:pt x="79498" y="0"/>
                </a:lnTo>
                <a:lnTo>
                  <a:pt x="74988" y="0"/>
                </a:lnTo>
                <a:lnTo>
                  <a:pt x="69591" y="0"/>
                </a:lnTo>
                <a:lnTo>
                  <a:pt x="68705" y="0"/>
                </a:lnTo>
                <a:lnTo>
                  <a:pt x="69913" y="0"/>
                </a:lnTo>
                <a:lnTo>
                  <a:pt x="76679" y="0"/>
                </a:lnTo>
                <a:lnTo>
                  <a:pt x="80304" y="0"/>
                </a:lnTo>
                <a:lnTo>
                  <a:pt x="86103" y="0"/>
                </a:lnTo>
                <a:lnTo>
                  <a:pt x="90130" y="0"/>
                </a:lnTo>
                <a:lnTo>
                  <a:pt x="95688" y="0"/>
                </a:lnTo>
                <a:lnTo>
                  <a:pt x="107045" y="0"/>
                </a:lnTo>
                <a:lnTo>
                  <a:pt x="108253" y="0"/>
                </a:lnTo>
                <a:lnTo>
                  <a:pt x="110589" y="0"/>
                </a:lnTo>
                <a:lnTo>
                  <a:pt x="112280" y="0"/>
                </a:lnTo>
                <a:lnTo>
                  <a:pt x="112844" y="0"/>
                </a:lnTo>
                <a:lnTo>
                  <a:pt x="111394" y="0"/>
                </a:lnTo>
                <a:lnTo>
                  <a:pt x="113811" y="0"/>
                </a:lnTo>
                <a:lnTo>
                  <a:pt x="121865" y="0"/>
                </a:lnTo>
                <a:lnTo>
                  <a:pt x="132980" y="0"/>
                </a:lnTo>
                <a:lnTo>
                  <a:pt x="146270" y="0"/>
                </a:lnTo>
                <a:lnTo>
                  <a:pt x="159882" y="0"/>
                </a:lnTo>
                <a:lnTo>
                  <a:pt x="166648" y="0"/>
                </a:lnTo>
                <a:lnTo>
                  <a:pt x="169467" y="0"/>
                </a:lnTo>
                <a:lnTo>
                  <a:pt x="172447" y="0"/>
                </a:lnTo>
                <a:lnTo>
                  <a:pt x="177119" y="0"/>
                </a:lnTo>
                <a:lnTo>
                  <a:pt x="180260" y="0"/>
                </a:lnTo>
                <a:lnTo>
                  <a:pt x="180502" y="0"/>
                </a:lnTo>
                <a:lnTo>
                  <a:pt x="173092" y="0"/>
                </a:lnTo>
                <a:lnTo>
                  <a:pt x="168259" y="0"/>
                </a:lnTo>
                <a:lnTo>
                  <a:pt x="165762" y="0"/>
                </a:lnTo>
                <a:lnTo>
                  <a:pt x="164473" y="0"/>
                </a:lnTo>
                <a:lnTo>
                  <a:pt x="162701" y="0"/>
                </a:lnTo>
                <a:lnTo>
                  <a:pt x="163587" y="0"/>
                </a:lnTo>
                <a:lnTo>
                  <a:pt x="160929" y="0"/>
                </a:lnTo>
                <a:lnTo>
                  <a:pt x="154888" y="0"/>
                </a:lnTo>
                <a:lnTo>
                  <a:pt x="148687" y="0"/>
                </a:lnTo>
                <a:lnTo>
                  <a:pt x="144981" y="0"/>
                </a:lnTo>
                <a:lnTo>
                  <a:pt x="140954" y="0"/>
                </a:lnTo>
                <a:lnTo>
                  <a:pt x="139585" y="0"/>
                </a:lnTo>
                <a:lnTo>
                  <a:pt x="142001" y="0"/>
                </a:lnTo>
                <a:lnTo>
                  <a:pt x="145143" y="0"/>
                </a:lnTo>
                <a:lnTo>
                  <a:pt x="144820" y="0"/>
                </a:lnTo>
                <a:lnTo>
                  <a:pt x="143532" y="0"/>
                </a:lnTo>
                <a:lnTo>
                  <a:pt x="142001" y="0"/>
                </a:lnTo>
                <a:lnTo>
                  <a:pt x="137893" y="0"/>
                </a:lnTo>
                <a:lnTo>
                  <a:pt x="132175" y="0"/>
                </a:lnTo>
                <a:lnTo>
                  <a:pt x="125651" y="0"/>
                </a:lnTo>
                <a:lnTo>
                  <a:pt x="108495" y="0"/>
                </a:lnTo>
                <a:lnTo>
                  <a:pt x="96332" y="0"/>
                </a:lnTo>
                <a:lnTo>
                  <a:pt x="90291" y="0"/>
                </a:lnTo>
                <a:lnTo>
                  <a:pt x="82640" y="0"/>
                </a:lnTo>
                <a:lnTo>
                  <a:pt x="77163" y="0"/>
                </a:lnTo>
                <a:lnTo>
                  <a:pt x="70236" y="0"/>
                </a:lnTo>
                <a:lnTo>
                  <a:pt x="66692" y="0"/>
                </a:lnTo>
                <a:lnTo>
                  <a:pt x="64759" y="0"/>
                </a:lnTo>
                <a:lnTo>
                  <a:pt x="65806" y="0"/>
                </a:lnTo>
                <a:lnTo>
                  <a:pt x="69108" y="0"/>
                </a:lnTo>
                <a:lnTo>
                  <a:pt x="73457" y="0"/>
                </a:lnTo>
                <a:lnTo>
                  <a:pt x="76921" y="0"/>
                </a:lnTo>
                <a:lnTo>
                  <a:pt x="86828" y="0"/>
                </a:lnTo>
                <a:lnTo>
                  <a:pt x="93674" y="0"/>
                </a:lnTo>
                <a:lnTo>
                  <a:pt x="95285" y="0"/>
                </a:lnTo>
                <a:lnTo>
                  <a:pt x="95930" y="0"/>
                </a:lnTo>
                <a:lnTo>
                  <a:pt x="95044" y="0"/>
                </a:lnTo>
                <a:lnTo>
                  <a:pt x="95366" y="0"/>
                </a:lnTo>
                <a:lnTo>
                  <a:pt x="96654" y="0"/>
                </a:lnTo>
                <a:lnTo>
                  <a:pt x="98104" y="0"/>
                </a:lnTo>
                <a:lnTo>
                  <a:pt x="116307" y="0"/>
                </a:lnTo>
                <a:lnTo>
                  <a:pt x="120174" y="0"/>
                </a:lnTo>
                <a:lnTo>
                  <a:pt x="121946" y="0"/>
                </a:lnTo>
                <a:lnTo>
                  <a:pt x="120415" y="0"/>
                </a:lnTo>
                <a:lnTo>
                  <a:pt x="117677" y="0"/>
                </a:lnTo>
                <a:lnTo>
                  <a:pt x="105917" y="0"/>
                </a:lnTo>
                <a:lnTo>
                  <a:pt x="103662" y="0"/>
                </a:lnTo>
                <a:lnTo>
                  <a:pt x="98265" y="0"/>
                </a:lnTo>
                <a:lnTo>
                  <a:pt x="95930" y="0"/>
                </a:lnTo>
                <a:lnTo>
                  <a:pt x="92547" y="0"/>
                </a:lnTo>
                <a:lnTo>
                  <a:pt x="88922" y="0"/>
                </a:lnTo>
                <a:lnTo>
                  <a:pt x="88358" y="0"/>
                </a:lnTo>
                <a:lnTo>
                  <a:pt x="85781" y="0"/>
                </a:lnTo>
                <a:lnTo>
                  <a:pt x="71122" y="0"/>
                </a:lnTo>
                <a:lnTo>
                  <a:pt x="64517" y="0"/>
                </a:lnTo>
                <a:lnTo>
                  <a:pt x="55496" y="0"/>
                </a:lnTo>
                <a:lnTo>
                  <a:pt x="44703" y="0"/>
                </a:lnTo>
                <a:lnTo>
                  <a:pt x="33749" y="0"/>
                </a:lnTo>
                <a:lnTo>
                  <a:pt x="28594" y="0"/>
                </a:lnTo>
                <a:lnTo>
                  <a:pt x="26741" y="0"/>
                </a:lnTo>
                <a:lnTo>
                  <a:pt x="26178" y="0"/>
                </a:lnTo>
                <a:lnTo>
                  <a:pt x="29480" y="0"/>
                </a:lnTo>
                <a:lnTo>
                  <a:pt x="27869" y="0"/>
                </a:lnTo>
                <a:lnTo>
                  <a:pt x="22392" y="0"/>
                </a:lnTo>
                <a:lnTo>
                  <a:pt x="19976" y="0"/>
                </a:lnTo>
                <a:lnTo>
                  <a:pt x="20781" y="0"/>
                </a:lnTo>
                <a:lnTo>
                  <a:pt x="18123" y="0"/>
                </a:lnTo>
                <a:lnTo>
                  <a:pt x="12082" y="0"/>
                </a:lnTo>
                <a:lnTo>
                  <a:pt x="6202" y="0"/>
                </a:lnTo>
                <a:lnTo>
                  <a:pt x="564" y="0"/>
                </a:lnTo>
                <a:lnTo>
                  <a:pt x="0" y="0"/>
                </a:lnTo>
                <a:lnTo>
                  <a:pt x="1853" y="0"/>
                </a:lnTo>
                <a:lnTo>
                  <a:pt x="8941" y="0"/>
                </a:lnTo>
                <a:lnTo>
                  <a:pt x="11357" y="0"/>
                </a:lnTo>
                <a:lnTo>
                  <a:pt x="16351" y="0"/>
                </a:lnTo>
                <a:lnTo>
                  <a:pt x="24003" y="0"/>
                </a:lnTo>
                <a:lnTo>
                  <a:pt x="28513" y="0"/>
                </a:lnTo>
                <a:lnTo>
                  <a:pt x="29963" y="0"/>
                </a:lnTo>
                <a:lnTo>
                  <a:pt x="30607" y="0"/>
                </a:lnTo>
                <a:lnTo>
                  <a:pt x="26741" y="0"/>
                </a:lnTo>
                <a:lnTo>
                  <a:pt x="27386" y="0"/>
                </a:lnTo>
                <a:lnTo>
                  <a:pt x="34635" y="0"/>
                </a:lnTo>
                <a:lnTo>
                  <a:pt x="33829" y="0"/>
                </a:lnTo>
                <a:lnTo>
                  <a:pt x="35682" y="0"/>
                </a:lnTo>
                <a:lnTo>
                  <a:pt x="43656" y="0"/>
                </a:lnTo>
                <a:lnTo>
                  <a:pt x="49697" y="0"/>
                </a:lnTo>
                <a:lnTo>
                  <a:pt x="51630" y="0"/>
                </a:lnTo>
                <a:lnTo>
                  <a:pt x="54368" y="0"/>
                </a:lnTo>
                <a:lnTo>
                  <a:pt x="59362" y="0"/>
                </a:lnTo>
                <a:lnTo>
                  <a:pt x="69672" y="0"/>
                </a:lnTo>
                <a:lnTo>
                  <a:pt x="74102" y="0"/>
                </a:lnTo>
                <a:lnTo>
                  <a:pt x="80304" y="0"/>
                </a:lnTo>
                <a:lnTo>
                  <a:pt x="87070" y="0"/>
                </a:lnTo>
                <a:lnTo>
                  <a:pt x="90211" y="0"/>
                </a:lnTo>
                <a:lnTo>
                  <a:pt x="111716" y="0"/>
                </a:lnTo>
                <a:lnTo>
                  <a:pt x="116468" y="0"/>
                </a:lnTo>
                <a:lnTo>
                  <a:pt x="120979" y="0"/>
                </a:lnTo>
                <a:lnTo>
                  <a:pt x="124281" y="0"/>
                </a:lnTo>
                <a:lnTo>
                  <a:pt x="127584" y="0"/>
                </a:lnTo>
                <a:lnTo>
                  <a:pt x="129920" y="0"/>
                </a:lnTo>
                <a:lnTo>
                  <a:pt x="132658" y="0"/>
                </a:lnTo>
                <a:lnTo>
                  <a:pt x="134188" y="0"/>
                </a:lnTo>
                <a:lnTo>
                  <a:pt x="136927" y="0"/>
                </a:lnTo>
                <a:lnTo>
                  <a:pt x="141518" y="0"/>
                </a:lnTo>
                <a:lnTo>
                  <a:pt x="146834" y="0"/>
                </a:lnTo>
                <a:lnTo>
                  <a:pt x="153841" y="0"/>
                </a:lnTo>
                <a:lnTo>
                  <a:pt x="158191" y="0"/>
                </a:lnTo>
                <a:lnTo>
                  <a:pt x="163104" y="0"/>
                </a:lnTo>
                <a:lnTo>
                  <a:pt x="167373" y="0"/>
                </a:lnTo>
                <a:lnTo>
                  <a:pt x="170111" y="0"/>
                </a:lnTo>
                <a:lnTo>
                  <a:pt x="171400" y="0"/>
                </a:lnTo>
                <a:lnTo>
                  <a:pt x="170192" y="0"/>
                </a:lnTo>
                <a:lnTo>
                  <a:pt x="167051" y="0"/>
                </a:lnTo>
                <a:lnTo>
                  <a:pt x="167937" y="0"/>
                </a:lnTo>
                <a:lnTo>
                  <a:pt x="173817" y="0"/>
                </a:lnTo>
                <a:lnTo>
                  <a:pt x="182435" y="0"/>
                </a:lnTo>
                <a:lnTo>
                  <a:pt x="188959" y="0"/>
                </a:lnTo>
                <a:lnTo>
                  <a:pt x="193228" y="0"/>
                </a:lnTo>
                <a:lnTo>
                  <a:pt x="197416" y="0"/>
                </a:lnTo>
                <a:lnTo>
                  <a:pt x="202652" y="0"/>
                </a:lnTo>
                <a:lnTo>
                  <a:pt x="207807" y="0"/>
                </a:lnTo>
                <a:lnTo>
                  <a:pt x="211834" y="0"/>
                </a:lnTo>
                <a:lnTo>
                  <a:pt x="221338" y="0"/>
                </a:lnTo>
                <a:close/>
              </a:path>
            </a:pathLst>
          </a:custGeom>
          <a:solidFill>
            <a:srgbClr val="E8E9EA"/>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ap - Indonesia"/>
          <p:cNvSpPr/>
          <p:nvPr/>
        </p:nvSpPr>
        <p:spPr>
          <a:xfrm>
            <a:off x="4903265" y="1277230"/>
            <a:ext cx="3686465" cy="1333403"/>
          </a:xfrm>
          <a:custGeom>
            <a:avLst/>
            <a:gdLst/>
            <a:ahLst/>
            <a:cxnLst/>
            <a:rect l="l" t="t" r="r" b="b"/>
            <a:pathLst>
              <a:path w="3686465" h="1333403">
                <a:moveTo>
                  <a:pt x="183240" y="335709"/>
                </a:moveTo>
                <a:lnTo>
                  <a:pt x="200638" y="358363"/>
                </a:lnTo>
                <a:lnTo>
                  <a:pt x="207726" y="361427"/>
                </a:lnTo>
                <a:lnTo>
                  <a:pt x="217150" y="371746"/>
                </a:lnTo>
                <a:lnTo>
                  <a:pt x="219486" y="375294"/>
                </a:lnTo>
                <a:lnTo>
                  <a:pt x="217069" y="382550"/>
                </a:lnTo>
                <a:lnTo>
                  <a:pt x="214975" y="403189"/>
                </a:lnTo>
                <a:lnTo>
                  <a:pt x="210464" y="408349"/>
                </a:lnTo>
                <a:lnTo>
                  <a:pt x="199510" y="405769"/>
                </a:lnTo>
                <a:lnTo>
                  <a:pt x="199430" y="402141"/>
                </a:lnTo>
                <a:lnTo>
                  <a:pt x="193067" y="386581"/>
                </a:lnTo>
                <a:lnTo>
                  <a:pt x="181549" y="377954"/>
                </a:lnTo>
                <a:lnTo>
                  <a:pt x="177038" y="377471"/>
                </a:lnTo>
                <a:lnTo>
                  <a:pt x="174139" y="368602"/>
                </a:lnTo>
                <a:lnTo>
                  <a:pt x="168339" y="358121"/>
                </a:lnTo>
                <a:lnTo>
                  <a:pt x="150781" y="338933"/>
                </a:lnTo>
                <a:lnTo>
                  <a:pt x="164071" y="339014"/>
                </a:lnTo>
                <a:lnTo>
                  <a:pt x="170514" y="334338"/>
                </a:lnTo>
                <a:lnTo>
                  <a:pt x="172044" y="330629"/>
                </a:lnTo>
                <a:lnTo>
                  <a:pt x="173092" y="329662"/>
                </a:lnTo>
                <a:lnTo>
                  <a:pt x="183240" y="335709"/>
                </a:lnTo>
                <a:close/>
                <a:moveTo>
                  <a:pt x="318717" y="597165"/>
                </a:moveTo>
                <a:lnTo>
                  <a:pt x="311307" y="597568"/>
                </a:lnTo>
                <a:lnTo>
                  <a:pt x="295359" y="587974"/>
                </a:lnTo>
                <a:lnTo>
                  <a:pt x="291654" y="583620"/>
                </a:lnTo>
                <a:lnTo>
                  <a:pt x="290687" y="577816"/>
                </a:lnTo>
                <a:lnTo>
                  <a:pt x="275464" y="555483"/>
                </a:lnTo>
                <a:lnTo>
                  <a:pt x="273451" y="550404"/>
                </a:lnTo>
                <a:lnTo>
                  <a:pt x="279411" y="532103"/>
                </a:lnTo>
                <a:lnTo>
                  <a:pt x="294956" y="527669"/>
                </a:lnTo>
                <a:lnTo>
                  <a:pt x="300111" y="530733"/>
                </a:lnTo>
                <a:lnTo>
                  <a:pt x="301883" y="538956"/>
                </a:lnTo>
                <a:lnTo>
                  <a:pt x="310743" y="553871"/>
                </a:lnTo>
                <a:lnTo>
                  <a:pt x="313643" y="561853"/>
                </a:lnTo>
                <a:lnTo>
                  <a:pt x="315898" y="565400"/>
                </a:lnTo>
                <a:lnTo>
                  <a:pt x="316784" y="568141"/>
                </a:lnTo>
                <a:lnTo>
                  <a:pt x="316059" y="570076"/>
                </a:lnTo>
                <a:lnTo>
                  <a:pt x="322422" y="579509"/>
                </a:lnTo>
                <a:lnTo>
                  <a:pt x="327013" y="585072"/>
                </a:lnTo>
                <a:lnTo>
                  <a:pt x="327335" y="593940"/>
                </a:lnTo>
                <a:lnTo>
                  <a:pt x="318717" y="597165"/>
                </a:lnTo>
                <a:close/>
                <a:moveTo>
                  <a:pt x="1726402" y="1148295"/>
                </a:moveTo>
                <a:lnTo>
                  <a:pt x="1716173" y="1164984"/>
                </a:lnTo>
                <a:lnTo>
                  <a:pt x="1719798" y="1167644"/>
                </a:lnTo>
                <a:lnTo>
                  <a:pt x="1722053" y="1170224"/>
                </a:lnTo>
                <a:lnTo>
                  <a:pt x="1705138" y="1173691"/>
                </a:lnTo>
                <a:lnTo>
                  <a:pt x="1698131" y="1171837"/>
                </a:lnTo>
                <a:lnTo>
                  <a:pt x="1694023" y="1172320"/>
                </a:lnTo>
                <a:lnTo>
                  <a:pt x="1676948" y="1169176"/>
                </a:lnTo>
                <a:lnTo>
                  <a:pt x="1664705" y="1165387"/>
                </a:lnTo>
                <a:lnTo>
                  <a:pt x="1663255" y="1162323"/>
                </a:lnTo>
                <a:lnTo>
                  <a:pt x="1664222" y="1158695"/>
                </a:lnTo>
                <a:lnTo>
                  <a:pt x="1667846" y="1159905"/>
                </a:lnTo>
                <a:lnTo>
                  <a:pt x="1677350" y="1160469"/>
                </a:lnTo>
                <a:lnTo>
                  <a:pt x="1680894" y="1158857"/>
                </a:lnTo>
                <a:lnTo>
                  <a:pt x="1681055" y="1148053"/>
                </a:lnTo>
                <a:lnTo>
                  <a:pt x="1679686" y="1134025"/>
                </a:lnTo>
                <a:lnTo>
                  <a:pt x="1692493" y="1122577"/>
                </a:lnTo>
                <a:lnTo>
                  <a:pt x="1699259" y="1117981"/>
                </a:lnTo>
                <a:lnTo>
                  <a:pt x="1707152" y="1115240"/>
                </a:lnTo>
                <a:lnTo>
                  <a:pt x="1726886" y="1121609"/>
                </a:lnTo>
                <a:lnTo>
                  <a:pt x="1730188" y="1123302"/>
                </a:lnTo>
                <a:lnTo>
                  <a:pt x="1732685" y="1125882"/>
                </a:lnTo>
                <a:lnTo>
                  <a:pt x="1733893" y="1129994"/>
                </a:lnTo>
                <a:lnTo>
                  <a:pt x="1726402" y="1148295"/>
                </a:lnTo>
                <a:close/>
                <a:moveTo>
                  <a:pt x="1630312" y="1111290"/>
                </a:moveTo>
                <a:lnTo>
                  <a:pt x="1638447" y="1115563"/>
                </a:lnTo>
                <a:lnTo>
                  <a:pt x="1649885" y="1128140"/>
                </a:lnTo>
                <a:lnTo>
                  <a:pt x="1650932" y="1131607"/>
                </a:lnTo>
                <a:lnTo>
                  <a:pt x="1647468" y="1134912"/>
                </a:lnTo>
                <a:lnTo>
                  <a:pt x="1639333" y="1140233"/>
                </a:lnTo>
                <a:lnTo>
                  <a:pt x="1621130" y="1148456"/>
                </a:lnTo>
                <a:lnTo>
                  <a:pt x="1617989" y="1152326"/>
                </a:lnTo>
                <a:lnTo>
                  <a:pt x="1614123" y="1159905"/>
                </a:lnTo>
                <a:lnTo>
                  <a:pt x="1613237" y="1163130"/>
                </a:lnTo>
                <a:lnTo>
                  <a:pt x="1611948" y="1164903"/>
                </a:lnTo>
                <a:lnTo>
                  <a:pt x="1609854" y="1166113"/>
                </a:lnTo>
                <a:lnTo>
                  <a:pt x="1605907" y="1167241"/>
                </a:lnTo>
                <a:lnTo>
                  <a:pt x="1601638" y="1165629"/>
                </a:lnTo>
                <a:lnTo>
                  <a:pt x="1605504" y="1160792"/>
                </a:lnTo>
                <a:lnTo>
                  <a:pt x="1605665" y="1154987"/>
                </a:lnTo>
                <a:lnTo>
                  <a:pt x="1602766" y="1149505"/>
                </a:lnTo>
                <a:lnTo>
                  <a:pt x="1598658" y="1144990"/>
                </a:lnTo>
                <a:lnTo>
                  <a:pt x="1590362" y="1138782"/>
                </a:lnTo>
                <a:lnTo>
                  <a:pt x="1581502" y="1133380"/>
                </a:lnTo>
                <a:lnTo>
                  <a:pt x="1572561" y="1130558"/>
                </a:lnTo>
                <a:lnTo>
                  <a:pt x="1563057" y="1129268"/>
                </a:lnTo>
                <a:lnTo>
                  <a:pt x="1559674" y="1126608"/>
                </a:lnTo>
                <a:lnTo>
                  <a:pt x="1554117" y="1119836"/>
                </a:lnTo>
                <a:lnTo>
                  <a:pt x="1552264" y="1116127"/>
                </a:lnTo>
                <a:lnTo>
                  <a:pt x="1551378" y="1112177"/>
                </a:lnTo>
                <a:lnTo>
                  <a:pt x="1551942" y="1108387"/>
                </a:lnTo>
                <a:lnTo>
                  <a:pt x="1554278" y="1108226"/>
                </a:lnTo>
                <a:lnTo>
                  <a:pt x="1563621" y="1109113"/>
                </a:lnTo>
                <a:lnTo>
                  <a:pt x="1580777" y="1113547"/>
                </a:lnTo>
                <a:lnTo>
                  <a:pt x="1589234" y="1113870"/>
                </a:lnTo>
                <a:lnTo>
                  <a:pt x="1594067" y="1112822"/>
                </a:lnTo>
                <a:lnTo>
                  <a:pt x="1606632" y="1104114"/>
                </a:lnTo>
                <a:lnTo>
                  <a:pt x="1609612" y="1104195"/>
                </a:lnTo>
                <a:lnTo>
                  <a:pt x="1621613" y="1108065"/>
                </a:lnTo>
                <a:lnTo>
                  <a:pt x="1630312" y="1111290"/>
                </a:lnTo>
                <a:close/>
                <a:moveTo>
                  <a:pt x="873028" y="588377"/>
                </a:moveTo>
                <a:lnTo>
                  <a:pt x="875766" y="593940"/>
                </a:lnTo>
                <a:lnTo>
                  <a:pt x="879552" y="598939"/>
                </a:lnTo>
                <a:lnTo>
                  <a:pt x="882371" y="604340"/>
                </a:lnTo>
                <a:lnTo>
                  <a:pt x="886157" y="630300"/>
                </a:lnTo>
                <a:lnTo>
                  <a:pt x="898802" y="652552"/>
                </a:lnTo>
                <a:lnTo>
                  <a:pt x="935209" y="661259"/>
                </a:lnTo>
                <a:lnTo>
                  <a:pt x="929248" y="664887"/>
                </a:lnTo>
                <a:lnTo>
                  <a:pt x="926268" y="668112"/>
                </a:lnTo>
                <a:lnTo>
                  <a:pt x="924013" y="671821"/>
                </a:lnTo>
                <a:lnTo>
                  <a:pt x="918616" y="687300"/>
                </a:lnTo>
                <a:lnTo>
                  <a:pt x="919180" y="690525"/>
                </a:lnTo>
                <a:lnTo>
                  <a:pt x="922321" y="695765"/>
                </a:lnTo>
                <a:lnTo>
                  <a:pt x="923046" y="701489"/>
                </a:lnTo>
                <a:lnTo>
                  <a:pt x="918536" y="701409"/>
                </a:lnTo>
                <a:lnTo>
                  <a:pt x="913381" y="700199"/>
                </a:lnTo>
                <a:lnTo>
                  <a:pt x="909273" y="698023"/>
                </a:lnTo>
                <a:lnTo>
                  <a:pt x="905487" y="695201"/>
                </a:lnTo>
                <a:lnTo>
                  <a:pt x="901299" y="693024"/>
                </a:lnTo>
                <a:lnTo>
                  <a:pt x="896869" y="691573"/>
                </a:lnTo>
                <a:lnTo>
                  <a:pt x="889459" y="687139"/>
                </a:lnTo>
                <a:lnTo>
                  <a:pt x="879471" y="683995"/>
                </a:lnTo>
                <a:lnTo>
                  <a:pt x="869242" y="681576"/>
                </a:lnTo>
                <a:lnTo>
                  <a:pt x="864248" y="675046"/>
                </a:lnTo>
                <a:lnTo>
                  <a:pt x="861913" y="666903"/>
                </a:lnTo>
                <a:lnTo>
                  <a:pt x="864409" y="654809"/>
                </a:lnTo>
                <a:lnTo>
                  <a:pt x="861913" y="651504"/>
                </a:lnTo>
                <a:lnTo>
                  <a:pt x="858208" y="648521"/>
                </a:lnTo>
                <a:lnTo>
                  <a:pt x="853778" y="639814"/>
                </a:lnTo>
                <a:lnTo>
                  <a:pt x="852086" y="629655"/>
                </a:lnTo>
                <a:lnTo>
                  <a:pt x="845562" y="625786"/>
                </a:lnTo>
                <a:lnTo>
                  <a:pt x="837024" y="623367"/>
                </a:lnTo>
                <a:lnTo>
                  <a:pt x="833319" y="621432"/>
                </a:lnTo>
                <a:lnTo>
                  <a:pt x="816405" y="625141"/>
                </a:lnTo>
                <a:lnTo>
                  <a:pt x="812377" y="624254"/>
                </a:lnTo>
                <a:lnTo>
                  <a:pt x="808753" y="621432"/>
                </a:lnTo>
                <a:lnTo>
                  <a:pt x="799490" y="618530"/>
                </a:lnTo>
                <a:lnTo>
                  <a:pt x="799893" y="612886"/>
                </a:lnTo>
                <a:lnTo>
                  <a:pt x="804162" y="608371"/>
                </a:lnTo>
                <a:lnTo>
                  <a:pt x="814230" y="603856"/>
                </a:lnTo>
                <a:lnTo>
                  <a:pt x="818982" y="599987"/>
                </a:lnTo>
                <a:lnTo>
                  <a:pt x="819949" y="594988"/>
                </a:lnTo>
                <a:lnTo>
                  <a:pt x="818096" y="591280"/>
                </a:lnTo>
                <a:lnTo>
                  <a:pt x="818821" y="587410"/>
                </a:lnTo>
                <a:lnTo>
                  <a:pt x="822043" y="583701"/>
                </a:lnTo>
                <a:lnTo>
                  <a:pt x="825828" y="580799"/>
                </a:lnTo>
                <a:lnTo>
                  <a:pt x="835897" y="576929"/>
                </a:lnTo>
                <a:lnTo>
                  <a:pt x="840327" y="583620"/>
                </a:lnTo>
                <a:lnTo>
                  <a:pt x="842582" y="589264"/>
                </a:lnTo>
                <a:lnTo>
                  <a:pt x="845240" y="593376"/>
                </a:lnTo>
                <a:lnTo>
                  <a:pt x="849509" y="587571"/>
                </a:lnTo>
                <a:lnTo>
                  <a:pt x="846770" y="577493"/>
                </a:lnTo>
                <a:lnTo>
                  <a:pt x="854502" y="575236"/>
                </a:lnTo>
                <a:lnTo>
                  <a:pt x="862074" y="575155"/>
                </a:lnTo>
                <a:lnTo>
                  <a:pt x="867792" y="577896"/>
                </a:lnTo>
                <a:lnTo>
                  <a:pt x="871497" y="582250"/>
                </a:lnTo>
                <a:lnTo>
                  <a:pt x="873028" y="588377"/>
                </a:lnTo>
                <a:close/>
                <a:moveTo>
                  <a:pt x="2253086" y="820729"/>
                </a:moveTo>
                <a:lnTo>
                  <a:pt x="2254939" y="838063"/>
                </a:lnTo>
                <a:lnTo>
                  <a:pt x="2254375" y="842658"/>
                </a:lnTo>
                <a:lnTo>
                  <a:pt x="2249784" y="835967"/>
                </a:lnTo>
                <a:lnTo>
                  <a:pt x="2248173" y="834596"/>
                </a:lnTo>
                <a:lnTo>
                  <a:pt x="2246965" y="835967"/>
                </a:lnTo>
                <a:lnTo>
                  <a:pt x="2245354" y="836692"/>
                </a:lnTo>
                <a:lnTo>
                  <a:pt x="2243018" y="836612"/>
                </a:lnTo>
                <a:lnTo>
                  <a:pt x="2240038" y="843384"/>
                </a:lnTo>
                <a:lnTo>
                  <a:pt x="2239796" y="849672"/>
                </a:lnTo>
                <a:lnTo>
                  <a:pt x="2237541" y="853945"/>
                </a:lnTo>
                <a:lnTo>
                  <a:pt x="2236333" y="868054"/>
                </a:lnTo>
                <a:lnTo>
                  <a:pt x="2237058" y="871924"/>
                </a:lnTo>
                <a:lnTo>
                  <a:pt x="2240602" y="869989"/>
                </a:lnTo>
                <a:lnTo>
                  <a:pt x="2242696" y="869505"/>
                </a:lnTo>
                <a:lnTo>
                  <a:pt x="2250670" y="874987"/>
                </a:lnTo>
                <a:lnTo>
                  <a:pt x="2254858" y="878938"/>
                </a:lnTo>
                <a:lnTo>
                  <a:pt x="2253650" y="883775"/>
                </a:lnTo>
                <a:lnTo>
                  <a:pt x="2248334" y="888613"/>
                </a:lnTo>
                <a:lnTo>
                  <a:pt x="2242052" y="890709"/>
                </a:lnTo>
                <a:lnTo>
                  <a:pt x="2237460" y="888693"/>
                </a:lnTo>
                <a:lnTo>
                  <a:pt x="2236091" y="889661"/>
                </a:lnTo>
                <a:lnTo>
                  <a:pt x="2233353" y="892160"/>
                </a:lnTo>
                <a:lnTo>
                  <a:pt x="2231259" y="895385"/>
                </a:lnTo>
                <a:lnTo>
                  <a:pt x="2231822" y="898771"/>
                </a:lnTo>
                <a:lnTo>
                  <a:pt x="2226506" y="908365"/>
                </a:lnTo>
                <a:lnTo>
                  <a:pt x="2223446" y="911025"/>
                </a:lnTo>
                <a:lnTo>
                  <a:pt x="2217083" y="908123"/>
                </a:lnTo>
                <a:lnTo>
                  <a:pt x="2213136" y="910622"/>
                </a:lnTo>
                <a:lnTo>
                  <a:pt x="2209995" y="910380"/>
                </a:lnTo>
                <a:lnTo>
                  <a:pt x="2205162" y="900867"/>
                </a:lnTo>
                <a:lnTo>
                  <a:pt x="2205242" y="896352"/>
                </a:lnTo>
                <a:lnTo>
                  <a:pt x="2209753" y="891273"/>
                </a:lnTo>
                <a:lnTo>
                  <a:pt x="2209834" y="887645"/>
                </a:lnTo>
                <a:lnTo>
                  <a:pt x="2212008" y="883614"/>
                </a:lnTo>
                <a:lnTo>
                  <a:pt x="2216921" y="878051"/>
                </a:lnTo>
                <a:lnTo>
                  <a:pt x="2219821" y="873859"/>
                </a:lnTo>
                <a:lnTo>
                  <a:pt x="2219902" y="871198"/>
                </a:lnTo>
                <a:lnTo>
                  <a:pt x="2221996" y="861121"/>
                </a:lnTo>
                <a:lnTo>
                  <a:pt x="2222801" y="856928"/>
                </a:lnTo>
                <a:lnTo>
                  <a:pt x="2224171" y="852413"/>
                </a:lnTo>
                <a:lnTo>
                  <a:pt x="2226426" y="843303"/>
                </a:lnTo>
                <a:lnTo>
                  <a:pt x="2226748" y="826131"/>
                </a:lnTo>
                <a:lnTo>
                  <a:pt x="2234319" y="812022"/>
                </a:lnTo>
                <a:lnTo>
                  <a:pt x="2241649" y="808152"/>
                </a:lnTo>
                <a:lnTo>
                  <a:pt x="2244629" y="807507"/>
                </a:lnTo>
                <a:lnTo>
                  <a:pt x="2244146" y="811296"/>
                </a:lnTo>
                <a:lnTo>
                  <a:pt x="2253086" y="820729"/>
                </a:lnTo>
                <a:close/>
                <a:moveTo>
                  <a:pt x="2209995" y="878615"/>
                </a:moveTo>
                <a:lnTo>
                  <a:pt x="2207900" y="884017"/>
                </a:lnTo>
                <a:lnTo>
                  <a:pt x="2203470" y="888209"/>
                </a:lnTo>
                <a:lnTo>
                  <a:pt x="2199926" y="888451"/>
                </a:lnTo>
                <a:lnTo>
                  <a:pt x="2196221" y="887645"/>
                </a:lnTo>
                <a:lnTo>
                  <a:pt x="2189617" y="883936"/>
                </a:lnTo>
                <a:lnTo>
                  <a:pt x="2187925" y="887806"/>
                </a:lnTo>
                <a:lnTo>
                  <a:pt x="2182770" y="887645"/>
                </a:lnTo>
                <a:lnTo>
                  <a:pt x="2180837" y="882727"/>
                </a:lnTo>
                <a:lnTo>
                  <a:pt x="2184542" y="868054"/>
                </a:lnTo>
                <a:lnTo>
                  <a:pt x="2189939" y="862572"/>
                </a:lnTo>
                <a:lnTo>
                  <a:pt x="2189456" y="856848"/>
                </a:lnTo>
                <a:lnTo>
                  <a:pt x="2184945" y="844593"/>
                </a:lnTo>
                <a:lnTo>
                  <a:pt x="2187764" y="838143"/>
                </a:lnTo>
                <a:lnTo>
                  <a:pt x="2200249" y="833306"/>
                </a:lnTo>
                <a:lnTo>
                  <a:pt x="2211203" y="827421"/>
                </a:lnTo>
                <a:lnTo>
                  <a:pt x="2214586" y="826211"/>
                </a:lnTo>
                <a:lnTo>
                  <a:pt x="2217646" y="830726"/>
                </a:lnTo>
                <a:lnTo>
                  <a:pt x="2219257" y="851607"/>
                </a:lnTo>
                <a:lnTo>
                  <a:pt x="2207498" y="868135"/>
                </a:lnTo>
                <a:lnTo>
                  <a:pt x="2209995" y="878615"/>
                </a:lnTo>
                <a:close/>
                <a:moveTo>
                  <a:pt x="1055865" y="156325"/>
                </a:moveTo>
                <a:lnTo>
                  <a:pt x="1044911" y="159308"/>
                </a:lnTo>
                <a:lnTo>
                  <a:pt x="1038467" y="155116"/>
                </a:lnTo>
                <a:lnTo>
                  <a:pt x="1045394" y="150037"/>
                </a:lnTo>
                <a:lnTo>
                  <a:pt x="1047811" y="149714"/>
                </a:lnTo>
                <a:lnTo>
                  <a:pt x="1049421" y="148666"/>
                </a:lnTo>
                <a:lnTo>
                  <a:pt x="1049985" y="146651"/>
                </a:lnTo>
                <a:lnTo>
                  <a:pt x="1037501" y="143264"/>
                </a:lnTo>
                <a:lnTo>
                  <a:pt x="1034037" y="140281"/>
                </a:lnTo>
                <a:lnTo>
                  <a:pt x="1030574" y="132703"/>
                </a:lnTo>
                <a:lnTo>
                  <a:pt x="1030735" y="127866"/>
                </a:lnTo>
                <a:lnTo>
                  <a:pt x="1046683" y="115208"/>
                </a:lnTo>
                <a:lnTo>
                  <a:pt x="1050388" y="113837"/>
                </a:lnTo>
                <a:lnTo>
                  <a:pt x="1051032" y="119078"/>
                </a:lnTo>
                <a:lnTo>
                  <a:pt x="1062067" y="132461"/>
                </a:lnTo>
                <a:lnTo>
                  <a:pt x="1062550" y="141329"/>
                </a:lnTo>
                <a:lnTo>
                  <a:pt x="1062148" y="144554"/>
                </a:lnTo>
                <a:lnTo>
                  <a:pt x="1055865" y="156325"/>
                </a:lnTo>
                <a:close/>
                <a:moveTo>
                  <a:pt x="1047086" y="695523"/>
                </a:moveTo>
                <a:lnTo>
                  <a:pt x="1045877" y="703989"/>
                </a:lnTo>
                <a:lnTo>
                  <a:pt x="1043864" y="707214"/>
                </a:lnTo>
                <a:lnTo>
                  <a:pt x="1037179" y="711406"/>
                </a:lnTo>
                <a:lnTo>
                  <a:pt x="1034843" y="713986"/>
                </a:lnTo>
                <a:lnTo>
                  <a:pt x="1028560" y="713583"/>
                </a:lnTo>
                <a:lnTo>
                  <a:pt x="1027755" y="709149"/>
                </a:lnTo>
                <a:lnTo>
                  <a:pt x="1025661" y="706085"/>
                </a:lnTo>
                <a:lnTo>
                  <a:pt x="1018975" y="702618"/>
                </a:lnTo>
                <a:lnTo>
                  <a:pt x="1017284" y="703505"/>
                </a:lnTo>
                <a:lnTo>
                  <a:pt x="1016076" y="708665"/>
                </a:lnTo>
                <a:lnTo>
                  <a:pt x="1003027" y="712293"/>
                </a:lnTo>
                <a:lnTo>
                  <a:pt x="999322" y="712535"/>
                </a:lnTo>
                <a:lnTo>
                  <a:pt x="1001175" y="705762"/>
                </a:lnTo>
                <a:lnTo>
                  <a:pt x="997792" y="700361"/>
                </a:lnTo>
                <a:lnTo>
                  <a:pt x="997550" y="693830"/>
                </a:lnTo>
                <a:lnTo>
                  <a:pt x="996906" y="690928"/>
                </a:lnTo>
                <a:lnTo>
                  <a:pt x="995215" y="689235"/>
                </a:lnTo>
                <a:lnTo>
                  <a:pt x="998598" y="684639"/>
                </a:lnTo>
                <a:lnTo>
                  <a:pt x="998034" y="679560"/>
                </a:lnTo>
                <a:lnTo>
                  <a:pt x="1001578" y="674078"/>
                </a:lnTo>
                <a:lnTo>
                  <a:pt x="1003511" y="660695"/>
                </a:lnTo>
                <a:lnTo>
                  <a:pt x="1017364" y="657792"/>
                </a:lnTo>
                <a:lnTo>
                  <a:pt x="1020345" y="660211"/>
                </a:lnTo>
                <a:lnTo>
                  <a:pt x="1036373" y="663194"/>
                </a:lnTo>
                <a:lnTo>
                  <a:pt x="1047730" y="671256"/>
                </a:lnTo>
                <a:lnTo>
                  <a:pt x="1053851" y="681979"/>
                </a:lnTo>
                <a:lnTo>
                  <a:pt x="1047086" y="695523"/>
                </a:lnTo>
                <a:close/>
                <a:moveTo>
                  <a:pt x="3235977" y="506304"/>
                </a:moveTo>
                <a:lnTo>
                  <a:pt x="3253133" y="509448"/>
                </a:lnTo>
                <a:lnTo>
                  <a:pt x="3259335" y="509287"/>
                </a:lnTo>
                <a:lnTo>
                  <a:pt x="3265457" y="512915"/>
                </a:lnTo>
                <a:lnTo>
                  <a:pt x="3272867" y="511222"/>
                </a:lnTo>
                <a:lnTo>
                  <a:pt x="3277136" y="512351"/>
                </a:lnTo>
                <a:lnTo>
                  <a:pt x="3291231" y="524605"/>
                </a:lnTo>
                <a:lnTo>
                  <a:pt x="3298158" y="532667"/>
                </a:lnTo>
                <a:lnTo>
                  <a:pt x="3308468" y="539682"/>
                </a:lnTo>
                <a:lnTo>
                  <a:pt x="3315878" y="542020"/>
                </a:lnTo>
                <a:lnTo>
                  <a:pt x="3310240" y="548389"/>
                </a:lnTo>
                <a:lnTo>
                  <a:pt x="3298963" y="551775"/>
                </a:lnTo>
                <a:lnTo>
                  <a:pt x="3294533" y="551936"/>
                </a:lnTo>
                <a:lnTo>
                  <a:pt x="3285915" y="548147"/>
                </a:lnTo>
                <a:lnTo>
                  <a:pt x="3278827" y="548792"/>
                </a:lnTo>
                <a:lnTo>
                  <a:pt x="3272706" y="544035"/>
                </a:lnTo>
                <a:lnTo>
                  <a:pt x="3271659" y="536699"/>
                </a:lnTo>
                <a:lnTo>
                  <a:pt x="3265295" y="520171"/>
                </a:lnTo>
                <a:lnTo>
                  <a:pt x="3257160" y="524928"/>
                </a:lnTo>
                <a:lnTo>
                  <a:pt x="3247334" y="517269"/>
                </a:lnTo>
                <a:lnTo>
                  <a:pt x="3244676" y="517107"/>
                </a:lnTo>
                <a:lnTo>
                  <a:pt x="3244032" y="518397"/>
                </a:lnTo>
                <a:lnTo>
                  <a:pt x="3239924" y="515818"/>
                </a:lnTo>
                <a:lnTo>
                  <a:pt x="3236380" y="510658"/>
                </a:lnTo>
                <a:lnTo>
                  <a:pt x="3235977" y="506304"/>
                </a:lnTo>
                <a:close/>
                <a:moveTo>
                  <a:pt x="3243307" y="582169"/>
                </a:moveTo>
                <a:lnTo>
                  <a:pt x="3275122" y="586200"/>
                </a:lnTo>
                <a:lnTo>
                  <a:pt x="3283740" y="585717"/>
                </a:lnTo>
                <a:lnTo>
                  <a:pt x="3301943" y="587248"/>
                </a:lnTo>
                <a:lnTo>
                  <a:pt x="3317086" y="592650"/>
                </a:lnTo>
                <a:lnTo>
                  <a:pt x="3343585" y="593618"/>
                </a:lnTo>
                <a:lnTo>
                  <a:pt x="3351479" y="595230"/>
                </a:lnTo>
                <a:lnTo>
                  <a:pt x="3357600" y="598939"/>
                </a:lnTo>
                <a:lnTo>
                  <a:pt x="3342780" y="602002"/>
                </a:lnTo>
                <a:lnTo>
                  <a:pt x="3335772" y="604824"/>
                </a:lnTo>
                <a:lnTo>
                  <a:pt x="3322805" y="606195"/>
                </a:lnTo>
                <a:lnTo>
                  <a:pt x="3311931" y="604743"/>
                </a:lnTo>
                <a:lnTo>
                  <a:pt x="3304038" y="606517"/>
                </a:lnTo>
                <a:lnTo>
                  <a:pt x="3301219" y="603695"/>
                </a:lnTo>
                <a:lnTo>
                  <a:pt x="3289620" y="600873"/>
                </a:lnTo>
                <a:lnTo>
                  <a:pt x="3274880" y="595069"/>
                </a:lnTo>
                <a:lnTo>
                  <a:pt x="3244434" y="588296"/>
                </a:lnTo>
                <a:lnTo>
                  <a:pt x="3242985" y="584104"/>
                </a:lnTo>
                <a:lnTo>
                  <a:pt x="3243307" y="582169"/>
                </a:lnTo>
                <a:close/>
                <a:moveTo>
                  <a:pt x="2867886" y="454142"/>
                </a:moveTo>
                <a:lnTo>
                  <a:pt x="2881901" y="457609"/>
                </a:lnTo>
                <a:lnTo>
                  <a:pt x="2885042" y="457044"/>
                </a:lnTo>
                <a:lnTo>
                  <a:pt x="2905259" y="465913"/>
                </a:lnTo>
                <a:lnTo>
                  <a:pt x="2908481" y="470266"/>
                </a:lnTo>
                <a:lnTo>
                  <a:pt x="2907353" y="473249"/>
                </a:lnTo>
                <a:lnTo>
                  <a:pt x="2910334" y="477200"/>
                </a:lnTo>
                <a:lnTo>
                  <a:pt x="2903729" y="483327"/>
                </a:lnTo>
                <a:lnTo>
                  <a:pt x="2900507" y="483972"/>
                </a:lnTo>
                <a:lnTo>
                  <a:pt x="2897285" y="481715"/>
                </a:lnTo>
                <a:lnTo>
                  <a:pt x="2890842" y="480425"/>
                </a:lnTo>
                <a:lnTo>
                  <a:pt x="2883351" y="482924"/>
                </a:lnTo>
                <a:lnTo>
                  <a:pt x="2878599" y="481070"/>
                </a:lnTo>
                <a:lnTo>
                  <a:pt x="2874652" y="475426"/>
                </a:lnTo>
                <a:lnTo>
                  <a:pt x="2867484" y="472040"/>
                </a:lnTo>
                <a:lnTo>
                  <a:pt x="2857416" y="460350"/>
                </a:lnTo>
                <a:lnTo>
                  <a:pt x="2852502" y="460753"/>
                </a:lnTo>
                <a:lnTo>
                  <a:pt x="2853791" y="465348"/>
                </a:lnTo>
                <a:lnTo>
                  <a:pt x="2858060" y="468412"/>
                </a:lnTo>
                <a:lnTo>
                  <a:pt x="2863698" y="477280"/>
                </a:lnTo>
                <a:lnTo>
                  <a:pt x="2867000" y="478167"/>
                </a:lnTo>
                <a:lnTo>
                  <a:pt x="2870303" y="477845"/>
                </a:lnTo>
                <a:lnTo>
                  <a:pt x="2874813" y="481553"/>
                </a:lnTo>
                <a:lnTo>
                  <a:pt x="2874572" y="487358"/>
                </a:lnTo>
                <a:lnTo>
                  <a:pt x="2862812" y="489615"/>
                </a:lnTo>
                <a:lnTo>
                  <a:pt x="2858785" y="485423"/>
                </a:lnTo>
                <a:lnTo>
                  <a:pt x="2857899" y="477764"/>
                </a:lnTo>
                <a:lnTo>
                  <a:pt x="2851294" y="480344"/>
                </a:lnTo>
                <a:lnTo>
                  <a:pt x="2848717" y="483004"/>
                </a:lnTo>
                <a:lnTo>
                  <a:pt x="2846784" y="483327"/>
                </a:lnTo>
                <a:lnTo>
                  <a:pt x="2842354" y="475345"/>
                </a:lnTo>
                <a:lnTo>
                  <a:pt x="2829869" y="474942"/>
                </a:lnTo>
                <a:lnTo>
                  <a:pt x="2821492" y="470750"/>
                </a:lnTo>
                <a:lnTo>
                  <a:pt x="2825600" y="466316"/>
                </a:lnTo>
                <a:lnTo>
                  <a:pt x="2826164" y="461962"/>
                </a:lnTo>
                <a:lnTo>
                  <a:pt x="2831641" y="459705"/>
                </a:lnTo>
                <a:lnTo>
                  <a:pt x="2837118" y="461720"/>
                </a:lnTo>
                <a:lnTo>
                  <a:pt x="2842676" y="458657"/>
                </a:lnTo>
                <a:lnTo>
                  <a:pt x="2846542" y="459463"/>
                </a:lnTo>
                <a:lnTo>
                  <a:pt x="2849442" y="457447"/>
                </a:lnTo>
                <a:lnTo>
                  <a:pt x="2860557" y="456238"/>
                </a:lnTo>
                <a:lnTo>
                  <a:pt x="2867886" y="454142"/>
                </a:lnTo>
                <a:close/>
                <a:moveTo>
                  <a:pt x="2677881" y="288384"/>
                </a:moveTo>
                <a:lnTo>
                  <a:pt x="2665155" y="289754"/>
                </a:lnTo>
                <a:lnTo>
                  <a:pt x="2662255" y="285884"/>
                </a:lnTo>
                <a:lnTo>
                  <a:pt x="2658872" y="268631"/>
                </a:lnTo>
                <a:lnTo>
                  <a:pt x="2667893" y="254764"/>
                </a:lnTo>
                <a:lnTo>
                  <a:pt x="2679330" y="246541"/>
                </a:lnTo>
                <a:lnTo>
                  <a:pt x="2687143" y="244525"/>
                </a:lnTo>
                <a:lnTo>
                  <a:pt x="2689801" y="244364"/>
                </a:lnTo>
                <a:lnTo>
                  <a:pt x="2696728" y="254361"/>
                </a:lnTo>
                <a:lnTo>
                  <a:pt x="2691493" y="274517"/>
                </a:lnTo>
                <a:lnTo>
                  <a:pt x="2685452" y="284756"/>
                </a:lnTo>
                <a:lnTo>
                  <a:pt x="2677881" y="288384"/>
                </a:lnTo>
                <a:close/>
                <a:moveTo>
                  <a:pt x="2653637" y="587732"/>
                </a:moveTo>
                <a:lnTo>
                  <a:pt x="2648723" y="590957"/>
                </a:lnTo>
                <a:lnTo>
                  <a:pt x="2646226" y="591844"/>
                </a:lnTo>
                <a:lnTo>
                  <a:pt x="2634386" y="589667"/>
                </a:lnTo>
                <a:lnTo>
                  <a:pt x="2620452" y="590151"/>
                </a:lnTo>
                <a:lnTo>
                  <a:pt x="2606034" y="593214"/>
                </a:lnTo>
                <a:lnTo>
                  <a:pt x="2597658" y="590635"/>
                </a:lnTo>
                <a:lnTo>
                  <a:pt x="2592342" y="586442"/>
                </a:lnTo>
                <a:lnTo>
                  <a:pt x="2592583" y="582008"/>
                </a:lnTo>
                <a:lnTo>
                  <a:pt x="2597577" y="571043"/>
                </a:lnTo>
                <a:lnTo>
                  <a:pt x="2608451" y="562739"/>
                </a:lnTo>
                <a:lnTo>
                  <a:pt x="2612881" y="561208"/>
                </a:lnTo>
                <a:lnTo>
                  <a:pt x="2620613" y="563465"/>
                </a:lnTo>
                <a:lnTo>
                  <a:pt x="2633661" y="569834"/>
                </a:lnTo>
                <a:lnTo>
                  <a:pt x="2643971" y="577332"/>
                </a:lnTo>
                <a:lnTo>
                  <a:pt x="2653314" y="583137"/>
                </a:lnTo>
                <a:lnTo>
                  <a:pt x="2653637" y="587732"/>
                </a:lnTo>
                <a:close/>
                <a:moveTo>
                  <a:pt x="2484653" y="651423"/>
                </a:moveTo>
                <a:lnTo>
                  <a:pt x="2483284" y="652875"/>
                </a:lnTo>
                <a:lnTo>
                  <a:pt x="2478451" y="648521"/>
                </a:lnTo>
                <a:lnTo>
                  <a:pt x="2475229" y="636266"/>
                </a:lnTo>
                <a:lnTo>
                  <a:pt x="2472410" y="632961"/>
                </a:lnTo>
                <a:lnTo>
                  <a:pt x="2469189" y="621271"/>
                </a:lnTo>
                <a:lnTo>
                  <a:pt x="2469994" y="617965"/>
                </a:lnTo>
                <a:lnTo>
                  <a:pt x="2474021" y="613047"/>
                </a:lnTo>
                <a:lnTo>
                  <a:pt x="2477243" y="613128"/>
                </a:lnTo>
                <a:lnTo>
                  <a:pt x="2479659" y="616030"/>
                </a:lnTo>
                <a:lnTo>
                  <a:pt x="2478290" y="628607"/>
                </a:lnTo>
                <a:lnTo>
                  <a:pt x="2485539" y="644570"/>
                </a:lnTo>
                <a:lnTo>
                  <a:pt x="2484653" y="651423"/>
                </a:lnTo>
                <a:close/>
                <a:moveTo>
                  <a:pt x="2482156" y="598132"/>
                </a:moveTo>
                <a:lnTo>
                  <a:pt x="2506964" y="600793"/>
                </a:lnTo>
                <a:lnTo>
                  <a:pt x="2503420" y="603695"/>
                </a:lnTo>
                <a:lnTo>
                  <a:pt x="2476679" y="608371"/>
                </a:lnTo>
                <a:lnTo>
                  <a:pt x="2467255" y="607484"/>
                </a:lnTo>
                <a:lnTo>
                  <a:pt x="2438259" y="610226"/>
                </a:lnTo>
                <a:lnTo>
                  <a:pt x="2434554" y="610064"/>
                </a:lnTo>
                <a:lnTo>
                  <a:pt x="2433990" y="605550"/>
                </a:lnTo>
                <a:lnTo>
                  <a:pt x="2430849" y="602405"/>
                </a:lnTo>
                <a:lnTo>
                  <a:pt x="2435521" y="599664"/>
                </a:lnTo>
                <a:lnTo>
                  <a:pt x="2441642" y="599019"/>
                </a:lnTo>
                <a:lnTo>
                  <a:pt x="2457671" y="600067"/>
                </a:lnTo>
                <a:lnTo>
                  <a:pt x="2482156" y="598132"/>
                </a:lnTo>
                <a:close/>
                <a:moveTo>
                  <a:pt x="2397262" y="591280"/>
                </a:moveTo>
                <a:lnTo>
                  <a:pt x="2404752" y="594182"/>
                </a:lnTo>
                <a:lnTo>
                  <a:pt x="2407410" y="594182"/>
                </a:lnTo>
                <a:lnTo>
                  <a:pt x="2409907" y="590796"/>
                </a:lnTo>
                <a:lnTo>
                  <a:pt x="2411438" y="590312"/>
                </a:lnTo>
                <a:lnTo>
                  <a:pt x="2414821" y="591924"/>
                </a:lnTo>
                <a:lnTo>
                  <a:pt x="2415626" y="597326"/>
                </a:lnTo>
                <a:lnTo>
                  <a:pt x="2420459" y="596601"/>
                </a:lnTo>
                <a:lnTo>
                  <a:pt x="2424244" y="598455"/>
                </a:lnTo>
                <a:lnTo>
                  <a:pt x="2425453" y="599745"/>
                </a:lnTo>
                <a:lnTo>
                  <a:pt x="2424969" y="605146"/>
                </a:lnTo>
                <a:lnTo>
                  <a:pt x="2410552" y="606114"/>
                </a:lnTo>
                <a:lnTo>
                  <a:pt x="2400242" y="610467"/>
                </a:lnTo>
                <a:lnTo>
                  <a:pt x="2386308" y="606517"/>
                </a:lnTo>
                <a:lnTo>
                  <a:pt x="2370601" y="613289"/>
                </a:lnTo>
                <a:lnTo>
                  <a:pt x="2361097" y="615627"/>
                </a:lnTo>
                <a:lnTo>
                  <a:pt x="2352801" y="615466"/>
                </a:lnTo>
                <a:lnTo>
                  <a:pt x="2345713" y="603695"/>
                </a:lnTo>
                <a:lnTo>
                  <a:pt x="2349821" y="589909"/>
                </a:lnTo>
                <a:lnTo>
                  <a:pt x="2352801" y="587571"/>
                </a:lnTo>
                <a:lnTo>
                  <a:pt x="2358036" y="586362"/>
                </a:lnTo>
                <a:lnTo>
                  <a:pt x="2372615" y="585717"/>
                </a:lnTo>
                <a:lnTo>
                  <a:pt x="2397262" y="591280"/>
                </a:lnTo>
                <a:close/>
                <a:moveTo>
                  <a:pt x="2909206" y="1098793"/>
                </a:moveTo>
                <a:lnTo>
                  <a:pt x="2907837" y="1099680"/>
                </a:lnTo>
                <a:lnTo>
                  <a:pt x="2897849" y="1098632"/>
                </a:lnTo>
                <a:lnTo>
                  <a:pt x="2892130" y="1098552"/>
                </a:lnTo>
                <a:lnTo>
                  <a:pt x="2892855" y="1092505"/>
                </a:lnTo>
                <a:lnTo>
                  <a:pt x="2889956" y="1087910"/>
                </a:lnTo>
                <a:lnTo>
                  <a:pt x="2893983" y="1081218"/>
                </a:lnTo>
                <a:lnTo>
                  <a:pt x="2894063" y="1073398"/>
                </a:lnTo>
                <a:lnTo>
                  <a:pt x="2898252" y="1072350"/>
                </a:lnTo>
                <a:lnTo>
                  <a:pt x="2898816" y="1067915"/>
                </a:lnTo>
                <a:lnTo>
                  <a:pt x="2903890" y="1056145"/>
                </a:lnTo>
                <a:lnTo>
                  <a:pt x="2906870" y="1053484"/>
                </a:lnTo>
                <a:lnTo>
                  <a:pt x="2911058" y="1052436"/>
                </a:lnTo>
                <a:lnTo>
                  <a:pt x="2916052" y="1045583"/>
                </a:lnTo>
                <a:lnTo>
                  <a:pt x="2918871" y="1043568"/>
                </a:lnTo>
                <a:lnTo>
                  <a:pt x="2921852" y="1038408"/>
                </a:lnTo>
                <a:lnTo>
                  <a:pt x="2926040" y="1035989"/>
                </a:lnTo>
                <a:lnTo>
                  <a:pt x="2925718" y="1031474"/>
                </a:lnTo>
                <a:lnTo>
                  <a:pt x="2928134" y="1029136"/>
                </a:lnTo>
                <a:lnTo>
                  <a:pt x="2934739" y="1027282"/>
                </a:lnTo>
                <a:lnTo>
                  <a:pt x="2939410" y="1029459"/>
                </a:lnTo>
                <a:lnTo>
                  <a:pt x="2942229" y="1034054"/>
                </a:lnTo>
                <a:lnTo>
                  <a:pt x="2934819" y="1039698"/>
                </a:lnTo>
                <a:lnTo>
                  <a:pt x="2938605" y="1053565"/>
                </a:lnTo>
                <a:lnTo>
                  <a:pt x="2933208" y="1068641"/>
                </a:lnTo>
                <a:lnTo>
                  <a:pt x="2929664" y="1073156"/>
                </a:lnTo>
                <a:lnTo>
                  <a:pt x="2923060" y="1077106"/>
                </a:lnTo>
                <a:lnTo>
                  <a:pt x="2921127" y="1080815"/>
                </a:lnTo>
                <a:lnTo>
                  <a:pt x="2913314" y="1088232"/>
                </a:lnTo>
                <a:lnTo>
                  <a:pt x="2910978" y="1094601"/>
                </a:lnTo>
                <a:lnTo>
                  <a:pt x="2910575" y="1097262"/>
                </a:lnTo>
                <a:lnTo>
                  <a:pt x="2909206" y="1098793"/>
                </a:lnTo>
                <a:close/>
                <a:moveTo>
                  <a:pt x="2544740" y="1072027"/>
                </a:moveTo>
                <a:lnTo>
                  <a:pt x="2545787" y="1075977"/>
                </a:lnTo>
                <a:lnTo>
                  <a:pt x="2545706" y="1077671"/>
                </a:lnTo>
                <a:lnTo>
                  <a:pt x="2536041" y="1078961"/>
                </a:lnTo>
                <a:lnTo>
                  <a:pt x="2526698" y="1083314"/>
                </a:lnTo>
                <a:lnTo>
                  <a:pt x="2521945" y="1088313"/>
                </a:lnTo>
                <a:lnTo>
                  <a:pt x="2518240" y="1094762"/>
                </a:lnTo>
                <a:lnTo>
                  <a:pt x="2505434" y="1092182"/>
                </a:lnTo>
                <a:lnTo>
                  <a:pt x="2493996" y="1091699"/>
                </a:lnTo>
                <a:lnTo>
                  <a:pt x="2488922" y="1089441"/>
                </a:lnTo>
                <a:lnTo>
                  <a:pt x="2483445" y="1089603"/>
                </a:lnTo>
                <a:lnTo>
                  <a:pt x="2476357" y="1091618"/>
                </a:lnTo>
                <a:lnTo>
                  <a:pt x="2466208" y="1097100"/>
                </a:lnTo>
                <a:lnTo>
                  <a:pt x="2463953" y="1097584"/>
                </a:lnTo>
                <a:lnTo>
                  <a:pt x="2464759" y="1089199"/>
                </a:lnTo>
                <a:lnTo>
                  <a:pt x="2467578" y="1084040"/>
                </a:lnTo>
                <a:lnTo>
                  <a:pt x="2478210" y="1071624"/>
                </a:lnTo>
                <a:lnTo>
                  <a:pt x="2487069" y="1074365"/>
                </a:lnTo>
                <a:lnTo>
                  <a:pt x="2497460" y="1075171"/>
                </a:lnTo>
                <a:lnTo>
                  <a:pt x="2509139" y="1072753"/>
                </a:lnTo>
                <a:lnTo>
                  <a:pt x="2517516" y="1067190"/>
                </a:lnTo>
                <a:lnTo>
                  <a:pt x="2529356" y="1064287"/>
                </a:lnTo>
                <a:lnTo>
                  <a:pt x="2538699" y="1071543"/>
                </a:lnTo>
                <a:lnTo>
                  <a:pt x="2544740" y="1072027"/>
                </a:lnTo>
                <a:close/>
                <a:moveTo>
                  <a:pt x="2365527" y="1110161"/>
                </a:moveTo>
                <a:lnTo>
                  <a:pt x="2367460" y="1115079"/>
                </a:lnTo>
                <a:lnTo>
                  <a:pt x="2373662" y="1112338"/>
                </a:lnTo>
                <a:lnTo>
                  <a:pt x="2379703" y="1111693"/>
                </a:lnTo>
                <a:lnTo>
                  <a:pt x="2393557" y="1112177"/>
                </a:lnTo>
                <a:lnTo>
                  <a:pt x="2403705" y="1113305"/>
                </a:lnTo>
                <a:lnTo>
                  <a:pt x="2409746" y="1115321"/>
                </a:lnTo>
                <a:lnTo>
                  <a:pt x="2410310" y="1125076"/>
                </a:lnTo>
                <a:lnTo>
                  <a:pt x="2407491" y="1127253"/>
                </a:lnTo>
                <a:lnTo>
                  <a:pt x="2354895" y="1134670"/>
                </a:lnTo>
                <a:lnTo>
                  <a:pt x="2349821" y="1132251"/>
                </a:lnTo>
                <a:lnTo>
                  <a:pt x="2347807" y="1129913"/>
                </a:lnTo>
                <a:lnTo>
                  <a:pt x="2353445" y="1122657"/>
                </a:lnTo>
                <a:lnTo>
                  <a:pt x="2350868" y="1119191"/>
                </a:lnTo>
                <a:lnTo>
                  <a:pt x="2353848" y="1113547"/>
                </a:lnTo>
                <a:lnTo>
                  <a:pt x="2360131" y="1109677"/>
                </a:lnTo>
                <a:lnTo>
                  <a:pt x="2365527" y="1110161"/>
                </a:lnTo>
                <a:close/>
                <a:moveTo>
                  <a:pt x="2883109" y="559918"/>
                </a:moveTo>
                <a:lnTo>
                  <a:pt x="2880290" y="562094"/>
                </a:lnTo>
                <a:lnTo>
                  <a:pt x="2870464" y="559998"/>
                </a:lnTo>
                <a:lnTo>
                  <a:pt x="2865389" y="555000"/>
                </a:lnTo>
                <a:lnTo>
                  <a:pt x="2861926" y="548389"/>
                </a:lnTo>
                <a:lnTo>
                  <a:pt x="2859751" y="542826"/>
                </a:lnTo>
                <a:lnTo>
                  <a:pt x="2859107" y="538472"/>
                </a:lnTo>
                <a:lnTo>
                  <a:pt x="2856207" y="533151"/>
                </a:lnTo>
                <a:lnTo>
                  <a:pt x="2856610" y="531216"/>
                </a:lnTo>
                <a:lnTo>
                  <a:pt x="2874652" y="525573"/>
                </a:lnTo>
                <a:lnTo>
                  <a:pt x="2878035" y="527588"/>
                </a:lnTo>
                <a:lnTo>
                  <a:pt x="2885606" y="527830"/>
                </a:lnTo>
                <a:lnTo>
                  <a:pt x="2888909" y="531861"/>
                </a:lnTo>
                <a:lnTo>
                  <a:pt x="2886653" y="549598"/>
                </a:lnTo>
                <a:lnTo>
                  <a:pt x="2883109" y="559918"/>
                </a:lnTo>
                <a:close/>
                <a:moveTo>
                  <a:pt x="103581" y="32248"/>
                </a:moveTo>
                <a:lnTo>
                  <a:pt x="113408" y="32974"/>
                </a:lnTo>
                <a:lnTo>
                  <a:pt x="131772" y="28620"/>
                </a:lnTo>
                <a:lnTo>
                  <a:pt x="141840" y="29023"/>
                </a:lnTo>
                <a:lnTo>
                  <a:pt x="151344" y="32168"/>
                </a:lnTo>
                <a:lnTo>
                  <a:pt x="159721" y="34022"/>
                </a:lnTo>
                <a:lnTo>
                  <a:pt x="180743" y="31684"/>
                </a:lnTo>
                <a:lnTo>
                  <a:pt x="184690" y="32329"/>
                </a:lnTo>
                <a:lnTo>
                  <a:pt x="188476" y="34103"/>
                </a:lnTo>
                <a:lnTo>
                  <a:pt x="191778" y="37005"/>
                </a:lnTo>
                <a:lnTo>
                  <a:pt x="201363" y="47486"/>
                </a:lnTo>
                <a:lnTo>
                  <a:pt x="217552" y="60385"/>
                </a:lnTo>
                <a:lnTo>
                  <a:pt x="222305" y="68689"/>
                </a:lnTo>
                <a:lnTo>
                  <a:pt x="224963" y="77961"/>
                </a:lnTo>
                <a:lnTo>
                  <a:pt x="226654" y="80138"/>
                </a:lnTo>
                <a:lnTo>
                  <a:pt x="244938" y="97874"/>
                </a:lnTo>
                <a:lnTo>
                  <a:pt x="246951" y="105372"/>
                </a:lnTo>
                <a:lnTo>
                  <a:pt x="244374" y="115611"/>
                </a:lnTo>
                <a:lnTo>
                  <a:pt x="249690" y="123835"/>
                </a:lnTo>
                <a:lnTo>
                  <a:pt x="267490" y="131494"/>
                </a:lnTo>
                <a:lnTo>
                  <a:pt x="278042" y="137137"/>
                </a:lnTo>
                <a:lnTo>
                  <a:pt x="280297" y="140523"/>
                </a:lnTo>
                <a:lnTo>
                  <a:pt x="281827" y="144635"/>
                </a:lnTo>
                <a:lnTo>
                  <a:pt x="287627" y="150762"/>
                </a:lnTo>
                <a:lnTo>
                  <a:pt x="294956" y="154713"/>
                </a:lnTo>
                <a:lnTo>
                  <a:pt x="317670" y="165113"/>
                </a:lnTo>
                <a:lnTo>
                  <a:pt x="347472" y="186881"/>
                </a:lnTo>
                <a:lnTo>
                  <a:pt x="364467" y="197200"/>
                </a:lnTo>
                <a:lnTo>
                  <a:pt x="378562" y="212922"/>
                </a:lnTo>
                <a:lnTo>
                  <a:pt x="383556" y="220419"/>
                </a:lnTo>
                <a:lnTo>
                  <a:pt x="387744" y="228562"/>
                </a:lnTo>
                <a:lnTo>
                  <a:pt x="396282" y="240333"/>
                </a:lnTo>
                <a:lnTo>
                  <a:pt x="410780" y="254926"/>
                </a:lnTo>
                <a:lnTo>
                  <a:pt x="414485" y="259440"/>
                </a:lnTo>
                <a:lnTo>
                  <a:pt x="418351" y="265809"/>
                </a:lnTo>
                <a:lnTo>
                  <a:pt x="422862" y="271856"/>
                </a:lnTo>
                <a:lnTo>
                  <a:pt x="428258" y="277338"/>
                </a:lnTo>
                <a:lnTo>
                  <a:pt x="434702" y="281531"/>
                </a:lnTo>
                <a:lnTo>
                  <a:pt x="441226" y="282901"/>
                </a:lnTo>
                <a:lnTo>
                  <a:pt x="451858" y="293463"/>
                </a:lnTo>
                <a:lnTo>
                  <a:pt x="457577" y="296768"/>
                </a:lnTo>
                <a:lnTo>
                  <a:pt x="456691" y="288464"/>
                </a:lnTo>
                <a:lnTo>
                  <a:pt x="451858" y="281289"/>
                </a:lnTo>
                <a:lnTo>
                  <a:pt x="451938" y="276935"/>
                </a:lnTo>
                <a:lnTo>
                  <a:pt x="452744" y="272985"/>
                </a:lnTo>
                <a:lnTo>
                  <a:pt x="456691" y="269760"/>
                </a:lnTo>
                <a:lnTo>
                  <a:pt x="461443" y="268792"/>
                </a:lnTo>
                <a:lnTo>
                  <a:pt x="470303" y="271856"/>
                </a:lnTo>
                <a:lnTo>
                  <a:pt x="484720" y="284352"/>
                </a:lnTo>
                <a:lnTo>
                  <a:pt x="490842" y="291608"/>
                </a:lnTo>
                <a:lnTo>
                  <a:pt x="495433" y="301686"/>
                </a:lnTo>
                <a:lnTo>
                  <a:pt x="499218" y="312167"/>
                </a:lnTo>
                <a:lnTo>
                  <a:pt x="505018" y="317327"/>
                </a:lnTo>
                <a:lnTo>
                  <a:pt x="512911" y="319100"/>
                </a:lnTo>
                <a:lnTo>
                  <a:pt x="521690" y="319907"/>
                </a:lnTo>
                <a:lnTo>
                  <a:pt x="529825" y="323132"/>
                </a:lnTo>
                <a:lnTo>
                  <a:pt x="548754" y="337563"/>
                </a:lnTo>
                <a:lnTo>
                  <a:pt x="555036" y="344335"/>
                </a:lnTo>
                <a:lnTo>
                  <a:pt x="559788" y="352317"/>
                </a:lnTo>
                <a:lnTo>
                  <a:pt x="563091" y="361749"/>
                </a:lnTo>
                <a:lnTo>
                  <a:pt x="565104" y="371666"/>
                </a:lnTo>
                <a:lnTo>
                  <a:pt x="566393" y="374004"/>
                </a:lnTo>
                <a:lnTo>
                  <a:pt x="578555" y="385936"/>
                </a:lnTo>
                <a:lnTo>
                  <a:pt x="584918" y="391015"/>
                </a:lnTo>
                <a:lnTo>
                  <a:pt x="592731" y="393434"/>
                </a:lnTo>
                <a:lnTo>
                  <a:pt x="615525" y="396175"/>
                </a:lnTo>
                <a:lnTo>
                  <a:pt x="623580" y="400287"/>
                </a:lnTo>
                <a:lnTo>
                  <a:pt x="630265" y="407139"/>
                </a:lnTo>
                <a:lnTo>
                  <a:pt x="633084" y="414154"/>
                </a:lnTo>
                <a:lnTo>
                  <a:pt x="628332" y="420361"/>
                </a:lnTo>
                <a:lnTo>
                  <a:pt x="610451" y="429794"/>
                </a:lnTo>
                <a:lnTo>
                  <a:pt x="591442" y="436405"/>
                </a:lnTo>
                <a:lnTo>
                  <a:pt x="609968" y="434148"/>
                </a:lnTo>
                <a:lnTo>
                  <a:pt x="619311" y="431326"/>
                </a:lnTo>
                <a:lnTo>
                  <a:pt x="627929" y="427053"/>
                </a:lnTo>
                <a:lnTo>
                  <a:pt x="636467" y="421571"/>
                </a:lnTo>
                <a:lnTo>
                  <a:pt x="649999" y="413912"/>
                </a:lnTo>
                <a:lnTo>
                  <a:pt x="654992" y="412380"/>
                </a:lnTo>
                <a:lnTo>
                  <a:pt x="660872" y="412944"/>
                </a:lnTo>
                <a:lnTo>
                  <a:pt x="666269" y="415121"/>
                </a:lnTo>
                <a:lnTo>
                  <a:pt x="674323" y="422619"/>
                </a:lnTo>
                <a:lnTo>
                  <a:pt x="681894" y="430520"/>
                </a:lnTo>
                <a:lnTo>
                  <a:pt x="687533" y="439791"/>
                </a:lnTo>
                <a:lnTo>
                  <a:pt x="691077" y="450030"/>
                </a:lnTo>
                <a:lnTo>
                  <a:pt x="684552" y="455432"/>
                </a:lnTo>
                <a:lnTo>
                  <a:pt x="675129" y="459382"/>
                </a:lnTo>
                <a:lnTo>
                  <a:pt x="662241" y="469299"/>
                </a:lnTo>
                <a:lnTo>
                  <a:pt x="660872" y="473169"/>
                </a:lnTo>
                <a:lnTo>
                  <a:pt x="663450" y="475749"/>
                </a:lnTo>
                <a:lnTo>
                  <a:pt x="660308" y="483004"/>
                </a:lnTo>
                <a:lnTo>
                  <a:pt x="667557" y="487519"/>
                </a:lnTo>
                <a:lnTo>
                  <a:pt x="668685" y="491389"/>
                </a:lnTo>
                <a:lnTo>
                  <a:pt x="662403" y="496871"/>
                </a:lnTo>
                <a:lnTo>
                  <a:pt x="663047" y="500258"/>
                </a:lnTo>
                <a:lnTo>
                  <a:pt x="670618" y="514689"/>
                </a:lnTo>
                <a:lnTo>
                  <a:pt x="674243" y="517994"/>
                </a:lnTo>
                <a:lnTo>
                  <a:pt x="685761" y="525331"/>
                </a:lnTo>
                <a:lnTo>
                  <a:pt x="703400" y="532748"/>
                </a:lnTo>
                <a:lnTo>
                  <a:pt x="713146" y="536134"/>
                </a:lnTo>
                <a:lnTo>
                  <a:pt x="724261" y="538795"/>
                </a:lnTo>
                <a:lnTo>
                  <a:pt x="729013" y="538714"/>
                </a:lnTo>
                <a:lnTo>
                  <a:pt x="737309" y="537505"/>
                </a:lnTo>
                <a:lnTo>
                  <a:pt x="738920" y="540407"/>
                </a:lnTo>
                <a:lnTo>
                  <a:pt x="742545" y="554677"/>
                </a:lnTo>
                <a:lnTo>
                  <a:pt x="744236" y="563626"/>
                </a:lnTo>
                <a:lnTo>
                  <a:pt x="746733" y="582814"/>
                </a:lnTo>
                <a:lnTo>
                  <a:pt x="750036" y="590796"/>
                </a:lnTo>
                <a:lnTo>
                  <a:pt x="749794" y="600470"/>
                </a:lnTo>
                <a:lnTo>
                  <a:pt x="754063" y="608774"/>
                </a:lnTo>
                <a:lnTo>
                  <a:pt x="762681" y="614015"/>
                </a:lnTo>
                <a:lnTo>
                  <a:pt x="771944" y="618368"/>
                </a:lnTo>
                <a:lnTo>
                  <a:pt x="776293" y="622561"/>
                </a:lnTo>
                <a:lnTo>
                  <a:pt x="776293" y="628930"/>
                </a:lnTo>
                <a:lnTo>
                  <a:pt x="774763" y="633928"/>
                </a:lnTo>
                <a:lnTo>
                  <a:pt x="771622" y="637879"/>
                </a:lnTo>
                <a:lnTo>
                  <a:pt x="762037" y="646183"/>
                </a:lnTo>
                <a:lnTo>
                  <a:pt x="760345" y="649730"/>
                </a:lnTo>
                <a:lnTo>
                  <a:pt x="759057" y="658841"/>
                </a:lnTo>
                <a:lnTo>
                  <a:pt x="760668" y="663033"/>
                </a:lnTo>
                <a:lnTo>
                  <a:pt x="764453" y="663275"/>
                </a:lnTo>
                <a:lnTo>
                  <a:pt x="767514" y="661098"/>
                </a:lnTo>
                <a:lnTo>
                  <a:pt x="778951" y="648843"/>
                </a:lnTo>
                <a:lnTo>
                  <a:pt x="782092" y="646667"/>
                </a:lnTo>
                <a:lnTo>
                  <a:pt x="786442" y="644974"/>
                </a:lnTo>
                <a:lnTo>
                  <a:pt x="790872" y="643926"/>
                </a:lnTo>
                <a:lnTo>
                  <a:pt x="811894" y="643764"/>
                </a:lnTo>
                <a:lnTo>
                  <a:pt x="820754" y="645699"/>
                </a:lnTo>
                <a:lnTo>
                  <a:pt x="828648" y="649730"/>
                </a:lnTo>
                <a:lnTo>
                  <a:pt x="835655" y="654729"/>
                </a:lnTo>
                <a:lnTo>
                  <a:pt x="861188" y="686655"/>
                </a:lnTo>
                <a:lnTo>
                  <a:pt x="872867" y="704231"/>
                </a:lnTo>
                <a:lnTo>
                  <a:pt x="873833" y="708665"/>
                </a:lnTo>
                <a:lnTo>
                  <a:pt x="873994" y="713180"/>
                </a:lnTo>
                <a:lnTo>
                  <a:pt x="872061" y="716727"/>
                </a:lnTo>
                <a:lnTo>
                  <a:pt x="861349" y="728740"/>
                </a:lnTo>
                <a:lnTo>
                  <a:pt x="860060" y="732045"/>
                </a:lnTo>
                <a:lnTo>
                  <a:pt x="856758" y="745186"/>
                </a:lnTo>
                <a:lnTo>
                  <a:pt x="857402" y="754619"/>
                </a:lnTo>
                <a:lnTo>
                  <a:pt x="860946" y="758570"/>
                </a:lnTo>
                <a:lnTo>
                  <a:pt x="863685" y="762843"/>
                </a:lnTo>
                <a:lnTo>
                  <a:pt x="863524" y="766712"/>
                </a:lnTo>
                <a:lnTo>
                  <a:pt x="856516" y="786142"/>
                </a:lnTo>
                <a:lnTo>
                  <a:pt x="855711" y="789448"/>
                </a:lnTo>
                <a:lnTo>
                  <a:pt x="860221" y="820971"/>
                </a:lnTo>
                <a:lnTo>
                  <a:pt x="860543" y="829517"/>
                </a:lnTo>
                <a:lnTo>
                  <a:pt x="859577" y="840320"/>
                </a:lnTo>
                <a:lnTo>
                  <a:pt x="860221" y="857734"/>
                </a:lnTo>
                <a:lnTo>
                  <a:pt x="854502" y="911509"/>
                </a:lnTo>
                <a:lnTo>
                  <a:pt x="853455" y="914653"/>
                </a:lnTo>
                <a:lnTo>
                  <a:pt x="849025" y="922877"/>
                </a:lnTo>
                <a:lnTo>
                  <a:pt x="843307" y="922877"/>
                </a:lnTo>
                <a:lnTo>
                  <a:pt x="838635" y="921426"/>
                </a:lnTo>
                <a:lnTo>
                  <a:pt x="835333" y="918281"/>
                </a:lnTo>
                <a:lnTo>
                  <a:pt x="833561" y="914331"/>
                </a:lnTo>
                <a:lnTo>
                  <a:pt x="830903" y="911187"/>
                </a:lnTo>
                <a:lnTo>
                  <a:pt x="816888" y="901270"/>
                </a:lnTo>
                <a:lnTo>
                  <a:pt x="813263" y="902883"/>
                </a:lnTo>
                <a:lnTo>
                  <a:pt x="799087" y="915218"/>
                </a:lnTo>
                <a:lnTo>
                  <a:pt x="795302" y="917072"/>
                </a:lnTo>
                <a:lnTo>
                  <a:pt x="790630" y="915540"/>
                </a:lnTo>
                <a:lnTo>
                  <a:pt x="783140" y="911832"/>
                </a:lnTo>
                <a:lnTo>
                  <a:pt x="759782" y="898851"/>
                </a:lnTo>
                <a:lnTo>
                  <a:pt x="758332" y="903044"/>
                </a:lnTo>
                <a:lnTo>
                  <a:pt x="758010" y="908687"/>
                </a:lnTo>
                <a:lnTo>
                  <a:pt x="762681" y="922716"/>
                </a:lnTo>
                <a:lnTo>
                  <a:pt x="763325" y="928923"/>
                </a:lnTo>
                <a:lnTo>
                  <a:pt x="759057" y="930133"/>
                </a:lnTo>
                <a:lnTo>
                  <a:pt x="756721" y="929891"/>
                </a:lnTo>
                <a:lnTo>
                  <a:pt x="746975" y="921667"/>
                </a:lnTo>
                <a:lnTo>
                  <a:pt x="738034" y="912638"/>
                </a:lnTo>
                <a:lnTo>
                  <a:pt x="727805" y="900383"/>
                </a:lnTo>
                <a:lnTo>
                  <a:pt x="720314" y="894579"/>
                </a:lnTo>
                <a:lnTo>
                  <a:pt x="713629" y="888048"/>
                </a:lnTo>
                <a:lnTo>
                  <a:pt x="694621" y="863378"/>
                </a:lnTo>
                <a:lnTo>
                  <a:pt x="689707" y="859589"/>
                </a:lnTo>
                <a:lnTo>
                  <a:pt x="660389" y="842094"/>
                </a:lnTo>
                <a:lnTo>
                  <a:pt x="654429" y="837982"/>
                </a:lnTo>
                <a:lnTo>
                  <a:pt x="646938" y="830807"/>
                </a:lnTo>
                <a:lnTo>
                  <a:pt x="638883" y="824357"/>
                </a:lnTo>
                <a:lnTo>
                  <a:pt x="621164" y="814279"/>
                </a:lnTo>
                <a:lnTo>
                  <a:pt x="590476" y="788561"/>
                </a:lnTo>
                <a:lnTo>
                  <a:pt x="577105" y="773807"/>
                </a:lnTo>
                <a:lnTo>
                  <a:pt x="562285" y="750104"/>
                </a:lnTo>
                <a:lnTo>
                  <a:pt x="557452" y="743977"/>
                </a:lnTo>
                <a:lnTo>
                  <a:pt x="532483" y="726160"/>
                </a:lnTo>
                <a:lnTo>
                  <a:pt x="518871" y="715356"/>
                </a:lnTo>
                <a:lnTo>
                  <a:pt x="513233" y="709149"/>
                </a:lnTo>
                <a:lnTo>
                  <a:pt x="499943" y="687542"/>
                </a:lnTo>
                <a:lnTo>
                  <a:pt x="496077" y="680205"/>
                </a:lnTo>
                <a:lnTo>
                  <a:pt x="491244" y="673836"/>
                </a:lnTo>
                <a:lnTo>
                  <a:pt x="483190" y="668596"/>
                </a:lnTo>
                <a:lnTo>
                  <a:pt x="476182" y="662469"/>
                </a:lnTo>
                <a:lnTo>
                  <a:pt x="462087" y="642877"/>
                </a:lnTo>
                <a:lnTo>
                  <a:pt x="457738" y="635138"/>
                </a:lnTo>
                <a:lnTo>
                  <a:pt x="454355" y="626672"/>
                </a:lnTo>
                <a:lnTo>
                  <a:pt x="454919" y="609742"/>
                </a:lnTo>
                <a:lnTo>
                  <a:pt x="425278" y="558547"/>
                </a:lnTo>
                <a:lnTo>
                  <a:pt x="417787" y="542584"/>
                </a:lnTo>
                <a:lnTo>
                  <a:pt x="410860" y="520494"/>
                </a:lnTo>
                <a:lnTo>
                  <a:pt x="409330" y="518236"/>
                </a:lnTo>
                <a:lnTo>
                  <a:pt x="393141" y="498403"/>
                </a:lnTo>
                <a:lnTo>
                  <a:pt x="387422" y="492034"/>
                </a:lnTo>
                <a:lnTo>
                  <a:pt x="380495" y="486068"/>
                </a:lnTo>
                <a:lnTo>
                  <a:pt x="374776" y="479135"/>
                </a:lnTo>
                <a:lnTo>
                  <a:pt x="363581" y="456480"/>
                </a:lnTo>
                <a:lnTo>
                  <a:pt x="359473" y="450191"/>
                </a:lnTo>
                <a:lnTo>
                  <a:pt x="353674" y="445596"/>
                </a:lnTo>
                <a:lnTo>
                  <a:pt x="332490" y="436969"/>
                </a:lnTo>
                <a:lnTo>
                  <a:pt x="324516" y="432213"/>
                </a:lnTo>
                <a:lnTo>
                  <a:pt x="318314" y="425441"/>
                </a:lnTo>
                <a:lnTo>
                  <a:pt x="314529" y="416814"/>
                </a:lnTo>
                <a:lnTo>
                  <a:pt x="310340" y="398513"/>
                </a:lnTo>
                <a:lnTo>
                  <a:pt x="300353" y="370618"/>
                </a:lnTo>
                <a:lnTo>
                  <a:pt x="289076" y="333290"/>
                </a:lnTo>
                <a:lnTo>
                  <a:pt x="281586" y="316601"/>
                </a:lnTo>
                <a:lnTo>
                  <a:pt x="272887" y="303460"/>
                </a:lnTo>
                <a:lnTo>
                  <a:pt x="270390" y="300477"/>
                </a:lnTo>
                <a:lnTo>
                  <a:pt x="231970" y="276855"/>
                </a:lnTo>
                <a:lnTo>
                  <a:pt x="225365" y="273388"/>
                </a:lnTo>
                <a:lnTo>
                  <a:pt x="218438" y="271292"/>
                </a:lnTo>
                <a:lnTo>
                  <a:pt x="208451" y="269760"/>
                </a:lnTo>
                <a:lnTo>
                  <a:pt x="200880" y="263633"/>
                </a:lnTo>
                <a:lnTo>
                  <a:pt x="197738" y="252749"/>
                </a:lnTo>
                <a:lnTo>
                  <a:pt x="196047" y="238076"/>
                </a:lnTo>
                <a:lnTo>
                  <a:pt x="194114" y="229288"/>
                </a:lnTo>
                <a:lnTo>
                  <a:pt x="192020" y="224289"/>
                </a:lnTo>
                <a:lnTo>
                  <a:pt x="175911" y="213970"/>
                </a:lnTo>
                <a:lnTo>
                  <a:pt x="169628" y="205746"/>
                </a:lnTo>
                <a:lnTo>
                  <a:pt x="164393" y="196717"/>
                </a:lnTo>
                <a:lnTo>
                  <a:pt x="159560" y="189703"/>
                </a:lnTo>
                <a:lnTo>
                  <a:pt x="141921" y="165597"/>
                </a:lnTo>
                <a:lnTo>
                  <a:pt x="135880" y="159228"/>
                </a:lnTo>
                <a:lnTo>
                  <a:pt x="128389" y="154793"/>
                </a:lnTo>
                <a:lnTo>
                  <a:pt x="106159" y="150117"/>
                </a:lnTo>
                <a:lnTo>
                  <a:pt x="99715" y="146167"/>
                </a:lnTo>
                <a:lnTo>
                  <a:pt x="88922" y="132461"/>
                </a:lnTo>
                <a:lnTo>
                  <a:pt x="82398" y="125447"/>
                </a:lnTo>
                <a:lnTo>
                  <a:pt x="62906" y="110129"/>
                </a:lnTo>
                <a:lnTo>
                  <a:pt x="29963" y="77961"/>
                </a:lnTo>
                <a:lnTo>
                  <a:pt x="23197" y="69979"/>
                </a:lnTo>
                <a:lnTo>
                  <a:pt x="18123" y="61595"/>
                </a:lnTo>
                <a:lnTo>
                  <a:pt x="14015" y="52646"/>
                </a:lnTo>
                <a:lnTo>
                  <a:pt x="0" y="27814"/>
                </a:lnTo>
                <a:lnTo>
                  <a:pt x="1128" y="22816"/>
                </a:lnTo>
                <a:lnTo>
                  <a:pt x="3222" y="17575"/>
                </a:lnTo>
                <a:lnTo>
                  <a:pt x="2900" y="13302"/>
                </a:lnTo>
                <a:lnTo>
                  <a:pt x="1370" y="9029"/>
                </a:lnTo>
                <a:lnTo>
                  <a:pt x="1692" y="5159"/>
                </a:lnTo>
                <a:lnTo>
                  <a:pt x="5880" y="2902"/>
                </a:lnTo>
                <a:lnTo>
                  <a:pt x="15223" y="0"/>
                </a:lnTo>
                <a:lnTo>
                  <a:pt x="24969" y="322"/>
                </a:lnTo>
                <a:lnTo>
                  <a:pt x="33990" y="1612"/>
                </a:lnTo>
                <a:lnTo>
                  <a:pt x="42689" y="4031"/>
                </a:lnTo>
                <a:lnTo>
                  <a:pt x="51066" y="9190"/>
                </a:lnTo>
                <a:lnTo>
                  <a:pt x="66047" y="22412"/>
                </a:lnTo>
                <a:lnTo>
                  <a:pt x="74585" y="27008"/>
                </a:lnTo>
                <a:lnTo>
                  <a:pt x="84089" y="29185"/>
                </a:lnTo>
                <a:lnTo>
                  <a:pt x="103581" y="32248"/>
                </a:lnTo>
                <a:close/>
                <a:moveTo>
                  <a:pt x="2221110" y="1148134"/>
                </a:moveTo>
                <a:lnTo>
                  <a:pt x="2209753" y="1150956"/>
                </a:lnTo>
                <a:lnTo>
                  <a:pt x="2202665" y="1153697"/>
                </a:lnTo>
                <a:lnTo>
                  <a:pt x="2195899" y="1157244"/>
                </a:lnTo>
                <a:lnTo>
                  <a:pt x="2191630" y="1158050"/>
                </a:lnTo>
                <a:lnTo>
                  <a:pt x="2183898" y="1158292"/>
                </a:lnTo>
                <a:lnTo>
                  <a:pt x="2173024" y="1157647"/>
                </a:lnTo>
                <a:lnTo>
                  <a:pt x="2165614" y="1158857"/>
                </a:lnTo>
                <a:lnTo>
                  <a:pt x="2145075" y="1168128"/>
                </a:lnTo>
                <a:lnTo>
                  <a:pt x="2136940" y="1168934"/>
                </a:lnTo>
                <a:lnTo>
                  <a:pt x="2129933" y="1171272"/>
                </a:lnTo>
                <a:lnTo>
                  <a:pt x="2127517" y="1167644"/>
                </a:lnTo>
                <a:lnTo>
                  <a:pt x="2124617" y="1164984"/>
                </a:lnTo>
                <a:lnTo>
                  <a:pt x="2117771" y="1164258"/>
                </a:lnTo>
                <a:lnTo>
                  <a:pt x="2110924" y="1164500"/>
                </a:lnTo>
                <a:lnTo>
                  <a:pt x="2103917" y="1172724"/>
                </a:lnTo>
                <a:lnTo>
                  <a:pt x="2092882" y="1171031"/>
                </a:lnTo>
                <a:lnTo>
                  <a:pt x="2088613" y="1171676"/>
                </a:lnTo>
                <a:lnTo>
                  <a:pt x="2084425" y="1173449"/>
                </a:lnTo>
                <a:lnTo>
                  <a:pt x="2080317" y="1174175"/>
                </a:lnTo>
                <a:lnTo>
                  <a:pt x="2076048" y="1173610"/>
                </a:lnTo>
                <a:lnTo>
                  <a:pt x="2059859" y="1167241"/>
                </a:lnTo>
                <a:lnTo>
                  <a:pt x="2041253" y="1163452"/>
                </a:lnTo>
                <a:lnTo>
                  <a:pt x="2022727" y="1164903"/>
                </a:lnTo>
                <a:lnTo>
                  <a:pt x="2006699" y="1161437"/>
                </a:lnTo>
                <a:lnTo>
                  <a:pt x="1997920" y="1164097"/>
                </a:lnTo>
                <a:lnTo>
                  <a:pt x="1989623" y="1167967"/>
                </a:lnTo>
                <a:lnTo>
                  <a:pt x="1987207" y="1163936"/>
                </a:lnTo>
                <a:lnTo>
                  <a:pt x="1984146" y="1160388"/>
                </a:lnTo>
                <a:lnTo>
                  <a:pt x="1981488" y="1155067"/>
                </a:lnTo>
                <a:lnTo>
                  <a:pt x="1981408" y="1149021"/>
                </a:lnTo>
                <a:lnTo>
                  <a:pt x="1982294" y="1144828"/>
                </a:lnTo>
                <a:lnTo>
                  <a:pt x="1984710" y="1140959"/>
                </a:lnTo>
                <a:lnTo>
                  <a:pt x="1986160" y="1136928"/>
                </a:lnTo>
                <a:lnTo>
                  <a:pt x="1986885" y="1132655"/>
                </a:lnTo>
                <a:lnTo>
                  <a:pt x="1990348" y="1134670"/>
                </a:lnTo>
                <a:lnTo>
                  <a:pt x="1994053" y="1133945"/>
                </a:lnTo>
                <a:lnTo>
                  <a:pt x="2004927" y="1129268"/>
                </a:lnTo>
                <a:lnTo>
                  <a:pt x="2015559" y="1122174"/>
                </a:lnTo>
                <a:lnTo>
                  <a:pt x="2025466" y="1119594"/>
                </a:lnTo>
                <a:lnTo>
                  <a:pt x="2031185" y="1118868"/>
                </a:lnTo>
                <a:lnTo>
                  <a:pt x="2036098" y="1120239"/>
                </a:lnTo>
                <a:lnTo>
                  <a:pt x="2041011" y="1119755"/>
                </a:lnTo>
                <a:lnTo>
                  <a:pt x="2046086" y="1118143"/>
                </a:lnTo>
                <a:lnTo>
                  <a:pt x="2054140" y="1123625"/>
                </a:lnTo>
                <a:lnTo>
                  <a:pt x="2057442" y="1124673"/>
                </a:lnTo>
                <a:lnTo>
                  <a:pt x="2068316" y="1125157"/>
                </a:lnTo>
                <a:lnTo>
                  <a:pt x="2078223" y="1128301"/>
                </a:lnTo>
                <a:lnTo>
                  <a:pt x="2087002" y="1132977"/>
                </a:lnTo>
                <a:lnTo>
                  <a:pt x="2099809" y="1137331"/>
                </a:lnTo>
                <a:lnTo>
                  <a:pt x="2107461" y="1143216"/>
                </a:lnTo>
                <a:lnTo>
                  <a:pt x="2113341" y="1145393"/>
                </a:lnTo>
                <a:lnTo>
                  <a:pt x="2117609" y="1145957"/>
                </a:lnTo>
                <a:lnTo>
                  <a:pt x="2121637" y="1145151"/>
                </a:lnTo>
                <a:lnTo>
                  <a:pt x="2126631" y="1141200"/>
                </a:lnTo>
                <a:lnTo>
                  <a:pt x="2132510" y="1139588"/>
                </a:lnTo>
                <a:lnTo>
                  <a:pt x="2137665" y="1139669"/>
                </a:lnTo>
                <a:lnTo>
                  <a:pt x="2147008" y="1138621"/>
                </a:lnTo>
                <a:lnTo>
                  <a:pt x="2150955" y="1137653"/>
                </a:lnTo>
                <a:lnTo>
                  <a:pt x="2155385" y="1135476"/>
                </a:lnTo>
                <a:lnTo>
                  <a:pt x="2159654" y="1136847"/>
                </a:lnTo>
                <a:lnTo>
                  <a:pt x="2163440" y="1138862"/>
                </a:lnTo>
                <a:lnTo>
                  <a:pt x="2179226" y="1149182"/>
                </a:lnTo>
                <a:lnTo>
                  <a:pt x="2184059" y="1149424"/>
                </a:lnTo>
                <a:lnTo>
                  <a:pt x="2192919" y="1147247"/>
                </a:lnTo>
                <a:lnTo>
                  <a:pt x="2195658" y="1144425"/>
                </a:lnTo>
                <a:lnTo>
                  <a:pt x="2197027" y="1140233"/>
                </a:lnTo>
                <a:lnTo>
                  <a:pt x="2199443" y="1136686"/>
                </a:lnTo>
                <a:lnTo>
                  <a:pt x="2202826" y="1133622"/>
                </a:lnTo>
                <a:lnTo>
                  <a:pt x="2206692" y="1131203"/>
                </a:lnTo>
                <a:lnTo>
                  <a:pt x="2218452" y="1127253"/>
                </a:lnTo>
                <a:lnTo>
                  <a:pt x="2226506" y="1123302"/>
                </a:lnTo>
                <a:lnTo>
                  <a:pt x="2232064" y="1116691"/>
                </a:lnTo>
                <a:lnTo>
                  <a:pt x="2219177" y="1113789"/>
                </a:lnTo>
                <a:lnTo>
                  <a:pt x="2221835" y="1109032"/>
                </a:lnTo>
                <a:lnTo>
                  <a:pt x="2226184" y="1106291"/>
                </a:lnTo>
                <a:lnTo>
                  <a:pt x="2231903" y="1107339"/>
                </a:lnTo>
                <a:lnTo>
                  <a:pt x="2236816" y="1111048"/>
                </a:lnTo>
                <a:lnTo>
                  <a:pt x="2239071" y="1125318"/>
                </a:lnTo>
                <a:lnTo>
                  <a:pt x="2234964" y="1127334"/>
                </a:lnTo>
                <a:lnTo>
                  <a:pt x="2232467" y="1129510"/>
                </a:lnTo>
                <a:lnTo>
                  <a:pt x="2230695" y="1132332"/>
                </a:lnTo>
                <a:lnTo>
                  <a:pt x="2223365" y="1137573"/>
                </a:lnTo>
                <a:lnTo>
                  <a:pt x="2226265" y="1144103"/>
                </a:lnTo>
                <a:lnTo>
                  <a:pt x="2224090" y="1146844"/>
                </a:lnTo>
                <a:lnTo>
                  <a:pt x="2221110" y="1148134"/>
                </a:lnTo>
                <a:close/>
                <a:moveTo>
                  <a:pt x="1998000" y="1209648"/>
                </a:moveTo>
                <a:lnTo>
                  <a:pt x="2001625" y="1213276"/>
                </a:lnTo>
                <a:lnTo>
                  <a:pt x="2014753" y="1220210"/>
                </a:lnTo>
                <a:lnTo>
                  <a:pt x="2016928" y="1223193"/>
                </a:lnTo>
                <a:lnTo>
                  <a:pt x="2017734" y="1228030"/>
                </a:lnTo>
                <a:lnTo>
                  <a:pt x="2020392" y="1231658"/>
                </a:lnTo>
                <a:lnTo>
                  <a:pt x="2026352" y="1232222"/>
                </a:lnTo>
                <a:lnTo>
                  <a:pt x="2032715" y="1231497"/>
                </a:lnTo>
                <a:lnTo>
                  <a:pt x="2037548" y="1233754"/>
                </a:lnTo>
                <a:lnTo>
                  <a:pt x="2041736" y="1237382"/>
                </a:lnTo>
                <a:lnTo>
                  <a:pt x="2047938" y="1244396"/>
                </a:lnTo>
                <a:lnTo>
                  <a:pt x="2053335" y="1252217"/>
                </a:lnTo>
                <a:lnTo>
                  <a:pt x="2060100" y="1256570"/>
                </a:lnTo>
                <a:lnTo>
                  <a:pt x="2064047" y="1263020"/>
                </a:lnTo>
                <a:lnTo>
                  <a:pt x="2061711" y="1268744"/>
                </a:lnTo>
                <a:lnTo>
                  <a:pt x="2053173" y="1276726"/>
                </a:lnTo>
                <a:lnTo>
                  <a:pt x="2048502" y="1278419"/>
                </a:lnTo>
                <a:lnTo>
                  <a:pt x="2042219" y="1279064"/>
                </a:lnTo>
                <a:lnTo>
                  <a:pt x="2032312" y="1283740"/>
                </a:lnTo>
                <a:lnTo>
                  <a:pt x="2028768" y="1281240"/>
                </a:lnTo>
                <a:lnTo>
                  <a:pt x="2017492" y="1279547"/>
                </a:lnTo>
                <a:lnTo>
                  <a:pt x="2008632" y="1276161"/>
                </a:lnTo>
                <a:lnTo>
                  <a:pt x="2001141" y="1269953"/>
                </a:lnTo>
                <a:lnTo>
                  <a:pt x="1996792" y="1263262"/>
                </a:lnTo>
                <a:lnTo>
                  <a:pt x="1991395" y="1257376"/>
                </a:lnTo>
                <a:lnTo>
                  <a:pt x="1981891" y="1253345"/>
                </a:lnTo>
                <a:lnTo>
                  <a:pt x="1964816" y="1241816"/>
                </a:lnTo>
                <a:lnTo>
                  <a:pt x="1954264" y="1240768"/>
                </a:lnTo>
                <a:lnTo>
                  <a:pt x="1949995" y="1241575"/>
                </a:lnTo>
                <a:lnTo>
                  <a:pt x="1945646" y="1241655"/>
                </a:lnTo>
                <a:lnTo>
                  <a:pt x="1923254" y="1236415"/>
                </a:lnTo>
                <a:lnTo>
                  <a:pt x="1919791" y="1233351"/>
                </a:lnTo>
                <a:lnTo>
                  <a:pt x="1917052" y="1229481"/>
                </a:lnTo>
                <a:lnTo>
                  <a:pt x="1914555" y="1225611"/>
                </a:lnTo>
                <a:lnTo>
                  <a:pt x="1913106" y="1221258"/>
                </a:lnTo>
                <a:lnTo>
                  <a:pt x="1915925" y="1217469"/>
                </a:lnTo>
                <a:lnTo>
                  <a:pt x="1918905" y="1214889"/>
                </a:lnTo>
                <a:lnTo>
                  <a:pt x="1931389" y="1210374"/>
                </a:lnTo>
                <a:lnTo>
                  <a:pt x="1940249" y="1209003"/>
                </a:lnTo>
                <a:lnTo>
                  <a:pt x="1950559" y="1209245"/>
                </a:lnTo>
                <a:lnTo>
                  <a:pt x="1965943" y="1207794"/>
                </a:lnTo>
                <a:lnTo>
                  <a:pt x="1980441" y="1210051"/>
                </a:lnTo>
                <a:lnTo>
                  <a:pt x="1984952" y="1208439"/>
                </a:lnTo>
                <a:lnTo>
                  <a:pt x="1992281" y="1203682"/>
                </a:lnTo>
                <a:lnTo>
                  <a:pt x="1994859" y="1205375"/>
                </a:lnTo>
                <a:lnTo>
                  <a:pt x="1998000" y="1209648"/>
                </a:lnTo>
                <a:close/>
                <a:moveTo>
                  <a:pt x="1855355" y="1124431"/>
                </a:moveTo>
                <a:lnTo>
                  <a:pt x="1859382" y="1127575"/>
                </a:lnTo>
                <a:lnTo>
                  <a:pt x="1863087" y="1127334"/>
                </a:lnTo>
                <a:lnTo>
                  <a:pt x="1870739" y="1122416"/>
                </a:lnTo>
                <a:lnTo>
                  <a:pt x="1875411" y="1120642"/>
                </a:lnTo>
                <a:lnTo>
                  <a:pt x="1880324" y="1120561"/>
                </a:lnTo>
                <a:lnTo>
                  <a:pt x="1885157" y="1121448"/>
                </a:lnTo>
                <a:lnTo>
                  <a:pt x="1889909" y="1124834"/>
                </a:lnTo>
                <a:lnTo>
                  <a:pt x="1891600" y="1130478"/>
                </a:lnTo>
                <a:lnTo>
                  <a:pt x="1893372" y="1132251"/>
                </a:lnTo>
                <a:lnTo>
                  <a:pt x="1896111" y="1125479"/>
                </a:lnTo>
                <a:lnTo>
                  <a:pt x="1899816" y="1123464"/>
                </a:lnTo>
                <a:lnTo>
                  <a:pt x="1904004" y="1122416"/>
                </a:lnTo>
                <a:lnTo>
                  <a:pt x="1910448" y="1122819"/>
                </a:lnTo>
                <a:lnTo>
                  <a:pt x="1915441" y="1126044"/>
                </a:lnTo>
                <a:lnTo>
                  <a:pt x="1919952" y="1135638"/>
                </a:lnTo>
                <a:lnTo>
                  <a:pt x="1919791" y="1144022"/>
                </a:lnTo>
                <a:lnTo>
                  <a:pt x="1921402" y="1147167"/>
                </a:lnTo>
                <a:lnTo>
                  <a:pt x="1924543" y="1149424"/>
                </a:lnTo>
                <a:lnTo>
                  <a:pt x="1926879" y="1152649"/>
                </a:lnTo>
                <a:lnTo>
                  <a:pt x="1924785" y="1156035"/>
                </a:lnTo>
                <a:lnTo>
                  <a:pt x="1922771" y="1157647"/>
                </a:lnTo>
                <a:lnTo>
                  <a:pt x="1916891" y="1159260"/>
                </a:lnTo>
                <a:lnTo>
                  <a:pt x="1914072" y="1158534"/>
                </a:lnTo>
                <a:lnTo>
                  <a:pt x="1911495" y="1156277"/>
                </a:lnTo>
                <a:lnTo>
                  <a:pt x="1908595" y="1155471"/>
                </a:lnTo>
                <a:lnTo>
                  <a:pt x="1901990" y="1156196"/>
                </a:lnTo>
                <a:lnTo>
                  <a:pt x="1895950" y="1158050"/>
                </a:lnTo>
                <a:lnTo>
                  <a:pt x="1896755" y="1161195"/>
                </a:lnTo>
                <a:lnTo>
                  <a:pt x="1901749" y="1162565"/>
                </a:lnTo>
                <a:lnTo>
                  <a:pt x="1903279" y="1164016"/>
                </a:lnTo>
                <a:lnTo>
                  <a:pt x="1902957" y="1165951"/>
                </a:lnTo>
                <a:lnTo>
                  <a:pt x="1900943" y="1166354"/>
                </a:lnTo>
                <a:lnTo>
                  <a:pt x="1894500" y="1163694"/>
                </a:lnTo>
                <a:lnTo>
                  <a:pt x="1890150" y="1164258"/>
                </a:lnTo>
                <a:lnTo>
                  <a:pt x="1874444" y="1167806"/>
                </a:lnTo>
                <a:lnTo>
                  <a:pt x="1870256" y="1167725"/>
                </a:lnTo>
                <a:lnTo>
                  <a:pt x="1867920" y="1164339"/>
                </a:lnTo>
                <a:lnTo>
                  <a:pt x="1868081" y="1155551"/>
                </a:lnTo>
                <a:lnTo>
                  <a:pt x="1866390" y="1153213"/>
                </a:lnTo>
                <a:lnTo>
                  <a:pt x="1854711" y="1163936"/>
                </a:lnTo>
                <a:lnTo>
                  <a:pt x="1851167" y="1166596"/>
                </a:lnTo>
                <a:lnTo>
                  <a:pt x="1846495" y="1167806"/>
                </a:lnTo>
                <a:lnTo>
                  <a:pt x="1841582" y="1167403"/>
                </a:lnTo>
                <a:lnTo>
                  <a:pt x="1824667" y="1173852"/>
                </a:lnTo>
                <a:lnTo>
                  <a:pt x="1819351" y="1172965"/>
                </a:lnTo>
                <a:lnTo>
                  <a:pt x="1814277" y="1172965"/>
                </a:lnTo>
                <a:lnTo>
                  <a:pt x="1796235" y="1180060"/>
                </a:lnTo>
                <a:lnTo>
                  <a:pt x="1786569" y="1181995"/>
                </a:lnTo>
                <a:lnTo>
                  <a:pt x="1781576" y="1182156"/>
                </a:lnTo>
                <a:lnTo>
                  <a:pt x="1776662" y="1181511"/>
                </a:lnTo>
                <a:lnTo>
                  <a:pt x="1772232" y="1182156"/>
                </a:lnTo>
                <a:lnTo>
                  <a:pt x="1768286" y="1184978"/>
                </a:lnTo>
                <a:lnTo>
                  <a:pt x="1760231" y="1187397"/>
                </a:lnTo>
                <a:lnTo>
                  <a:pt x="1751935" y="1185542"/>
                </a:lnTo>
                <a:lnTo>
                  <a:pt x="1744928" y="1183124"/>
                </a:lnTo>
                <a:lnTo>
                  <a:pt x="1738242" y="1179899"/>
                </a:lnTo>
                <a:lnTo>
                  <a:pt x="1736632" y="1175787"/>
                </a:lnTo>
                <a:lnTo>
                  <a:pt x="1736954" y="1170869"/>
                </a:lnTo>
                <a:lnTo>
                  <a:pt x="1739773" y="1164178"/>
                </a:lnTo>
                <a:lnTo>
                  <a:pt x="1737840" y="1152407"/>
                </a:lnTo>
                <a:lnTo>
                  <a:pt x="1739290" y="1147005"/>
                </a:lnTo>
                <a:lnTo>
                  <a:pt x="1742028" y="1141684"/>
                </a:lnTo>
                <a:lnTo>
                  <a:pt x="1746136" y="1139749"/>
                </a:lnTo>
                <a:lnTo>
                  <a:pt x="1751532" y="1139346"/>
                </a:lnTo>
                <a:lnTo>
                  <a:pt x="1760473" y="1134590"/>
                </a:lnTo>
                <a:lnTo>
                  <a:pt x="1768608" y="1128382"/>
                </a:lnTo>
                <a:lnTo>
                  <a:pt x="1773360" y="1129027"/>
                </a:lnTo>
                <a:lnTo>
                  <a:pt x="1784073" y="1133380"/>
                </a:lnTo>
                <a:lnTo>
                  <a:pt x="1790355" y="1133864"/>
                </a:lnTo>
                <a:lnTo>
                  <a:pt x="1800987" y="1133138"/>
                </a:lnTo>
                <a:lnTo>
                  <a:pt x="1805417" y="1135879"/>
                </a:lnTo>
                <a:lnTo>
                  <a:pt x="1807108" y="1142007"/>
                </a:lnTo>
                <a:lnTo>
                  <a:pt x="1809525" y="1144184"/>
                </a:lnTo>
                <a:lnTo>
                  <a:pt x="1812666" y="1145796"/>
                </a:lnTo>
                <a:lnTo>
                  <a:pt x="1820237" y="1156116"/>
                </a:lnTo>
                <a:lnTo>
                  <a:pt x="1827245" y="1155551"/>
                </a:lnTo>
                <a:lnTo>
                  <a:pt x="1833447" y="1157486"/>
                </a:lnTo>
                <a:lnTo>
                  <a:pt x="1844240" y="1151198"/>
                </a:lnTo>
                <a:lnTo>
                  <a:pt x="1852455" y="1151359"/>
                </a:lnTo>
                <a:lnTo>
                  <a:pt x="1854791" y="1146522"/>
                </a:lnTo>
                <a:lnTo>
                  <a:pt x="1849878" y="1141362"/>
                </a:lnTo>
                <a:lnTo>
                  <a:pt x="1843918" y="1137089"/>
                </a:lnTo>
                <a:lnTo>
                  <a:pt x="1840776" y="1136202"/>
                </a:lnTo>
                <a:lnTo>
                  <a:pt x="1837313" y="1136444"/>
                </a:lnTo>
                <a:lnTo>
                  <a:pt x="1834172" y="1135799"/>
                </a:lnTo>
                <a:lnTo>
                  <a:pt x="1820962" y="1126366"/>
                </a:lnTo>
                <a:lnTo>
                  <a:pt x="1817015" y="1121287"/>
                </a:lnTo>
                <a:lnTo>
                  <a:pt x="1814760" y="1115321"/>
                </a:lnTo>
                <a:lnTo>
                  <a:pt x="1816129" y="1110887"/>
                </a:lnTo>
                <a:lnTo>
                  <a:pt x="1825231" y="1106936"/>
                </a:lnTo>
                <a:lnTo>
                  <a:pt x="1829500" y="1105969"/>
                </a:lnTo>
                <a:lnTo>
                  <a:pt x="1845287" y="1108629"/>
                </a:lnTo>
                <a:lnTo>
                  <a:pt x="1848025" y="1110887"/>
                </a:lnTo>
                <a:lnTo>
                  <a:pt x="1852214" y="1120319"/>
                </a:lnTo>
                <a:lnTo>
                  <a:pt x="1855355" y="1124431"/>
                </a:lnTo>
                <a:close/>
                <a:moveTo>
                  <a:pt x="2390738" y="373601"/>
                </a:moveTo>
                <a:lnTo>
                  <a:pt x="2375354" y="387226"/>
                </a:lnTo>
                <a:lnTo>
                  <a:pt x="2370682" y="393837"/>
                </a:lnTo>
                <a:lnTo>
                  <a:pt x="2366574" y="401012"/>
                </a:lnTo>
                <a:lnTo>
                  <a:pt x="2360533" y="408913"/>
                </a:lnTo>
                <a:lnTo>
                  <a:pt x="2353606" y="415847"/>
                </a:lnTo>
                <a:lnTo>
                  <a:pt x="2350062" y="417943"/>
                </a:lnTo>
                <a:lnTo>
                  <a:pt x="2341525" y="421732"/>
                </a:lnTo>
                <a:lnTo>
                  <a:pt x="2336611" y="423183"/>
                </a:lnTo>
                <a:lnTo>
                  <a:pt x="2327268" y="423586"/>
                </a:lnTo>
                <a:lnTo>
                  <a:pt x="2299319" y="429149"/>
                </a:lnTo>
                <a:lnTo>
                  <a:pt x="2290137" y="429875"/>
                </a:lnTo>
                <a:lnTo>
                  <a:pt x="2280955" y="429633"/>
                </a:lnTo>
                <a:lnTo>
                  <a:pt x="2263557" y="428182"/>
                </a:lnTo>
                <a:lnTo>
                  <a:pt x="2259933" y="427456"/>
                </a:lnTo>
                <a:lnTo>
                  <a:pt x="2253006" y="420281"/>
                </a:lnTo>
                <a:lnTo>
                  <a:pt x="2245273" y="414637"/>
                </a:lnTo>
                <a:lnTo>
                  <a:pt x="2238346" y="413992"/>
                </a:lnTo>
                <a:lnTo>
                  <a:pt x="2231339" y="414637"/>
                </a:lnTo>
                <a:lnTo>
                  <a:pt x="2180676" y="415040"/>
                </a:lnTo>
                <a:lnTo>
                  <a:pt x="2162956" y="416088"/>
                </a:lnTo>
                <a:lnTo>
                  <a:pt x="2145317" y="418588"/>
                </a:lnTo>
                <a:lnTo>
                  <a:pt x="2135732" y="417459"/>
                </a:lnTo>
                <a:lnTo>
                  <a:pt x="2126228" y="414637"/>
                </a:lnTo>
                <a:lnTo>
                  <a:pt x="2119059" y="413670"/>
                </a:lnTo>
                <a:lnTo>
                  <a:pt x="2111810" y="413912"/>
                </a:lnTo>
                <a:lnTo>
                  <a:pt x="2078545" y="418185"/>
                </a:lnTo>
                <a:lnTo>
                  <a:pt x="2070168" y="417781"/>
                </a:lnTo>
                <a:lnTo>
                  <a:pt x="2053335" y="412299"/>
                </a:lnTo>
                <a:lnTo>
                  <a:pt x="2043589" y="411251"/>
                </a:lnTo>
                <a:lnTo>
                  <a:pt x="2034004" y="412702"/>
                </a:lnTo>
                <a:lnTo>
                  <a:pt x="2025063" y="417620"/>
                </a:lnTo>
                <a:lnTo>
                  <a:pt x="2021680" y="420926"/>
                </a:lnTo>
                <a:lnTo>
                  <a:pt x="2012418" y="432132"/>
                </a:lnTo>
                <a:lnTo>
                  <a:pt x="2007182" y="440356"/>
                </a:lnTo>
                <a:lnTo>
                  <a:pt x="2003236" y="450595"/>
                </a:lnTo>
                <a:lnTo>
                  <a:pt x="1999853" y="461075"/>
                </a:lnTo>
                <a:lnTo>
                  <a:pt x="1998000" y="469621"/>
                </a:lnTo>
                <a:lnTo>
                  <a:pt x="1997920" y="478570"/>
                </a:lnTo>
                <a:lnTo>
                  <a:pt x="1999530" y="488648"/>
                </a:lnTo>
                <a:lnTo>
                  <a:pt x="2002027" y="498645"/>
                </a:lnTo>
                <a:lnTo>
                  <a:pt x="2004766" y="506224"/>
                </a:lnTo>
                <a:lnTo>
                  <a:pt x="2016364" y="523799"/>
                </a:lnTo>
                <a:lnTo>
                  <a:pt x="2018700" y="526298"/>
                </a:lnTo>
                <a:lnTo>
                  <a:pt x="2031185" y="531297"/>
                </a:lnTo>
                <a:lnTo>
                  <a:pt x="2038675" y="537585"/>
                </a:lnTo>
                <a:lnTo>
                  <a:pt x="2045683" y="555242"/>
                </a:lnTo>
                <a:lnTo>
                  <a:pt x="2050677" y="564271"/>
                </a:lnTo>
                <a:lnTo>
                  <a:pt x="2055670" y="564352"/>
                </a:lnTo>
                <a:lnTo>
                  <a:pt x="2061147" y="563787"/>
                </a:lnTo>
                <a:lnTo>
                  <a:pt x="2070732" y="564916"/>
                </a:lnTo>
                <a:lnTo>
                  <a:pt x="2080237" y="567254"/>
                </a:lnTo>
                <a:lnTo>
                  <a:pt x="2089499" y="561772"/>
                </a:lnTo>
                <a:lnTo>
                  <a:pt x="2094654" y="551533"/>
                </a:lnTo>
                <a:lnTo>
                  <a:pt x="2099809" y="543955"/>
                </a:lnTo>
                <a:lnTo>
                  <a:pt x="2112213" y="529523"/>
                </a:lnTo>
                <a:lnTo>
                  <a:pt x="2119301" y="522832"/>
                </a:lnTo>
                <a:lnTo>
                  <a:pt x="2123892" y="520655"/>
                </a:lnTo>
                <a:lnTo>
                  <a:pt x="2128483" y="521542"/>
                </a:lnTo>
                <a:lnTo>
                  <a:pt x="2132349" y="525412"/>
                </a:lnTo>
                <a:lnTo>
                  <a:pt x="2136940" y="528475"/>
                </a:lnTo>
                <a:lnTo>
                  <a:pt x="2146203" y="530088"/>
                </a:lnTo>
                <a:lnTo>
                  <a:pt x="2155627" y="529040"/>
                </a:lnTo>
                <a:lnTo>
                  <a:pt x="2165614" y="524363"/>
                </a:lnTo>
                <a:lnTo>
                  <a:pt x="2169158" y="521461"/>
                </a:lnTo>
                <a:lnTo>
                  <a:pt x="2172138" y="517833"/>
                </a:lnTo>
                <a:lnTo>
                  <a:pt x="2180596" y="514850"/>
                </a:lnTo>
                <a:lnTo>
                  <a:pt x="2200732" y="514850"/>
                </a:lnTo>
                <a:lnTo>
                  <a:pt x="2211122" y="515898"/>
                </a:lnTo>
                <a:lnTo>
                  <a:pt x="2229648" y="514689"/>
                </a:lnTo>
                <a:lnTo>
                  <a:pt x="2229406" y="512028"/>
                </a:lnTo>
                <a:lnTo>
                  <a:pt x="2225781" y="509207"/>
                </a:lnTo>
                <a:lnTo>
                  <a:pt x="2224815" y="506949"/>
                </a:lnTo>
                <a:lnTo>
                  <a:pt x="2228278" y="505498"/>
                </a:lnTo>
                <a:lnTo>
                  <a:pt x="2240199" y="502192"/>
                </a:lnTo>
                <a:lnTo>
                  <a:pt x="2252361" y="499854"/>
                </a:lnTo>
                <a:lnTo>
                  <a:pt x="2261221" y="501547"/>
                </a:lnTo>
                <a:lnTo>
                  <a:pt x="2269195" y="506143"/>
                </a:lnTo>
                <a:lnTo>
                  <a:pt x="2272175" y="510819"/>
                </a:lnTo>
                <a:lnTo>
                  <a:pt x="2273545" y="516543"/>
                </a:lnTo>
                <a:lnTo>
                  <a:pt x="2270484" y="531378"/>
                </a:lnTo>
                <a:lnTo>
                  <a:pt x="2269034" y="534764"/>
                </a:lnTo>
                <a:lnTo>
                  <a:pt x="2262752" y="536537"/>
                </a:lnTo>
                <a:lnTo>
                  <a:pt x="2256791" y="534602"/>
                </a:lnTo>
                <a:lnTo>
                  <a:pt x="2250911" y="526943"/>
                </a:lnTo>
                <a:lnTo>
                  <a:pt x="2242535" y="524122"/>
                </a:lnTo>
                <a:lnTo>
                  <a:pt x="2230775" y="526460"/>
                </a:lnTo>
                <a:lnTo>
                  <a:pt x="2226748" y="528636"/>
                </a:lnTo>
                <a:lnTo>
                  <a:pt x="2223043" y="531700"/>
                </a:lnTo>
                <a:lnTo>
                  <a:pt x="2216438" y="539601"/>
                </a:lnTo>
                <a:lnTo>
                  <a:pt x="2210881" y="548550"/>
                </a:lnTo>
                <a:lnTo>
                  <a:pt x="2198879" y="562498"/>
                </a:lnTo>
                <a:lnTo>
                  <a:pt x="2184945" y="574591"/>
                </a:lnTo>
                <a:lnTo>
                  <a:pt x="2178260" y="579186"/>
                </a:lnTo>
                <a:lnTo>
                  <a:pt x="2170769" y="582330"/>
                </a:lnTo>
                <a:lnTo>
                  <a:pt x="2146686" y="590312"/>
                </a:lnTo>
                <a:lnTo>
                  <a:pt x="2140323" y="596278"/>
                </a:lnTo>
                <a:lnTo>
                  <a:pt x="2135410" y="604018"/>
                </a:lnTo>
                <a:lnTo>
                  <a:pt x="2129933" y="606598"/>
                </a:lnTo>
                <a:lnTo>
                  <a:pt x="2123650" y="607484"/>
                </a:lnTo>
                <a:lnTo>
                  <a:pt x="2118898" y="606033"/>
                </a:lnTo>
                <a:lnTo>
                  <a:pt x="2109313" y="601680"/>
                </a:lnTo>
                <a:lnTo>
                  <a:pt x="2106092" y="605227"/>
                </a:lnTo>
                <a:lnTo>
                  <a:pt x="2105608" y="610709"/>
                </a:lnTo>
                <a:lnTo>
                  <a:pt x="2110360" y="612644"/>
                </a:lnTo>
                <a:lnTo>
                  <a:pt x="2117932" y="618691"/>
                </a:lnTo>
                <a:lnTo>
                  <a:pt x="2123811" y="627237"/>
                </a:lnTo>
                <a:lnTo>
                  <a:pt x="2127597" y="629091"/>
                </a:lnTo>
                <a:lnTo>
                  <a:pt x="2135974" y="631832"/>
                </a:lnTo>
                <a:lnTo>
                  <a:pt x="2139518" y="634493"/>
                </a:lnTo>
                <a:lnTo>
                  <a:pt x="2145800" y="641829"/>
                </a:lnTo>
                <a:lnTo>
                  <a:pt x="2155788" y="658760"/>
                </a:lnTo>
                <a:lnTo>
                  <a:pt x="2159171" y="667951"/>
                </a:lnTo>
                <a:lnTo>
                  <a:pt x="2164728" y="675529"/>
                </a:lnTo>
                <a:lnTo>
                  <a:pt x="2181562" y="688267"/>
                </a:lnTo>
                <a:lnTo>
                  <a:pt x="2182448" y="691815"/>
                </a:lnTo>
                <a:lnTo>
                  <a:pt x="2181401" y="696007"/>
                </a:lnTo>
                <a:lnTo>
                  <a:pt x="2182770" y="699877"/>
                </a:lnTo>
                <a:lnTo>
                  <a:pt x="2188731" y="707133"/>
                </a:lnTo>
                <a:lnTo>
                  <a:pt x="2190181" y="711890"/>
                </a:lnTo>
                <a:lnTo>
                  <a:pt x="2183576" y="717856"/>
                </a:lnTo>
                <a:lnTo>
                  <a:pt x="2183254" y="726563"/>
                </a:lnTo>
                <a:lnTo>
                  <a:pt x="2179226" y="738172"/>
                </a:lnTo>
                <a:lnTo>
                  <a:pt x="2178260" y="742123"/>
                </a:lnTo>
                <a:lnTo>
                  <a:pt x="2178421" y="745670"/>
                </a:lnTo>
                <a:lnTo>
                  <a:pt x="2181240" y="749056"/>
                </a:lnTo>
                <a:lnTo>
                  <a:pt x="2184542" y="751636"/>
                </a:lnTo>
                <a:lnTo>
                  <a:pt x="2189053" y="753007"/>
                </a:lnTo>
                <a:lnTo>
                  <a:pt x="2193080" y="755345"/>
                </a:lnTo>
                <a:lnTo>
                  <a:pt x="2200651" y="764455"/>
                </a:lnTo>
                <a:lnTo>
                  <a:pt x="2204679" y="766793"/>
                </a:lnTo>
                <a:lnTo>
                  <a:pt x="2207176" y="770099"/>
                </a:lnTo>
                <a:lnTo>
                  <a:pt x="2206934" y="775097"/>
                </a:lnTo>
                <a:lnTo>
                  <a:pt x="2210397" y="777999"/>
                </a:lnTo>
                <a:lnTo>
                  <a:pt x="2213619" y="783079"/>
                </a:lnTo>
                <a:lnTo>
                  <a:pt x="2218452" y="784369"/>
                </a:lnTo>
                <a:lnTo>
                  <a:pt x="2220788" y="782917"/>
                </a:lnTo>
                <a:lnTo>
                  <a:pt x="2222318" y="780660"/>
                </a:lnTo>
                <a:lnTo>
                  <a:pt x="2226345" y="781547"/>
                </a:lnTo>
                <a:lnTo>
                  <a:pt x="2228681" y="785094"/>
                </a:lnTo>
                <a:lnTo>
                  <a:pt x="2230050" y="789690"/>
                </a:lnTo>
                <a:lnTo>
                  <a:pt x="2230534" y="794769"/>
                </a:lnTo>
                <a:lnTo>
                  <a:pt x="2230292" y="804443"/>
                </a:lnTo>
                <a:lnTo>
                  <a:pt x="2228278" y="807910"/>
                </a:lnTo>
                <a:lnTo>
                  <a:pt x="2223929" y="807749"/>
                </a:lnTo>
                <a:lnTo>
                  <a:pt x="2216036" y="803798"/>
                </a:lnTo>
                <a:lnTo>
                  <a:pt x="2215633" y="806620"/>
                </a:lnTo>
                <a:lnTo>
                  <a:pt x="2216197" y="809442"/>
                </a:lnTo>
                <a:lnTo>
                  <a:pt x="2212169" y="810329"/>
                </a:lnTo>
                <a:lnTo>
                  <a:pt x="2207578" y="809926"/>
                </a:lnTo>
                <a:lnTo>
                  <a:pt x="2195980" y="810329"/>
                </a:lnTo>
                <a:lnTo>
                  <a:pt x="2174716" y="816295"/>
                </a:lnTo>
                <a:lnTo>
                  <a:pt x="2167225" y="819842"/>
                </a:lnTo>
                <a:lnTo>
                  <a:pt x="2162393" y="826292"/>
                </a:lnTo>
                <a:lnTo>
                  <a:pt x="2162070" y="830726"/>
                </a:lnTo>
                <a:lnTo>
                  <a:pt x="2163923" y="840159"/>
                </a:lnTo>
                <a:lnTo>
                  <a:pt x="2161104" y="843384"/>
                </a:lnTo>
                <a:lnTo>
                  <a:pt x="2151358" y="844674"/>
                </a:lnTo>
                <a:lnTo>
                  <a:pt x="2137746" y="842174"/>
                </a:lnTo>
                <a:lnTo>
                  <a:pt x="2129530" y="839675"/>
                </a:lnTo>
                <a:lnTo>
                  <a:pt x="2124939" y="837579"/>
                </a:lnTo>
                <a:lnTo>
                  <a:pt x="2118898" y="831210"/>
                </a:lnTo>
                <a:lnTo>
                  <a:pt x="2116723" y="823148"/>
                </a:lnTo>
                <a:lnTo>
                  <a:pt x="2121073" y="799122"/>
                </a:lnTo>
                <a:lnTo>
                  <a:pt x="2122362" y="796059"/>
                </a:lnTo>
                <a:lnTo>
                  <a:pt x="2124456" y="793318"/>
                </a:lnTo>
                <a:lnTo>
                  <a:pt x="2126792" y="788883"/>
                </a:lnTo>
                <a:lnTo>
                  <a:pt x="2127275" y="783804"/>
                </a:lnTo>
                <a:lnTo>
                  <a:pt x="2120751" y="777516"/>
                </a:lnTo>
                <a:lnTo>
                  <a:pt x="2111005" y="775016"/>
                </a:lnTo>
                <a:lnTo>
                  <a:pt x="2102709" y="769776"/>
                </a:lnTo>
                <a:lnTo>
                  <a:pt x="2070571" y="740510"/>
                </a:lnTo>
                <a:lnTo>
                  <a:pt x="2068799" y="737689"/>
                </a:lnTo>
                <a:lnTo>
                  <a:pt x="2068719" y="732771"/>
                </a:lnTo>
                <a:lnTo>
                  <a:pt x="2070007" y="728256"/>
                </a:lnTo>
                <a:lnTo>
                  <a:pt x="2080559" y="712212"/>
                </a:lnTo>
                <a:lnTo>
                  <a:pt x="2081847" y="709149"/>
                </a:lnTo>
                <a:lnTo>
                  <a:pt x="2083136" y="696491"/>
                </a:lnTo>
                <a:lnTo>
                  <a:pt x="2082895" y="686091"/>
                </a:lnTo>
                <a:lnTo>
                  <a:pt x="2081686" y="675690"/>
                </a:lnTo>
                <a:lnTo>
                  <a:pt x="2076693" y="669079"/>
                </a:lnTo>
                <a:lnTo>
                  <a:pt x="2067752" y="667145"/>
                </a:lnTo>
                <a:lnTo>
                  <a:pt x="2058570" y="666822"/>
                </a:lnTo>
                <a:lnTo>
                  <a:pt x="2049629" y="668918"/>
                </a:lnTo>
                <a:lnTo>
                  <a:pt x="2040770" y="674159"/>
                </a:lnTo>
                <a:lnTo>
                  <a:pt x="2024419" y="685204"/>
                </a:lnTo>
                <a:lnTo>
                  <a:pt x="2017975" y="691573"/>
                </a:lnTo>
                <a:lnTo>
                  <a:pt x="2017411" y="699958"/>
                </a:lnTo>
                <a:lnTo>
                  <a:pt x="2021117" y="708100"/>
                </a:lnTo>
                <a:lnTo>
                  <a:pt x="2025949" y="715598"/>
                </a:lnTo>
                <a:lnTo>
                  <a:pt x="2028527" y="723741"/>
                </a:lnTo>
                <a:lnTo>
                  <a:pt x="2032151" y="752684"/>
                </a:lnTo>
                <a:lnTo>
                  <a:pt x="2031990" y="755990"/>
                </a:lnTo>
                <a:lnTo>
                  <a:pt x="2027802" y="764374"/>
                </a:lnTo>
                <a:lnTo>
                  <a:pt x="2026110" y="783240"/>
                </a:lnTo>
                <a:lnTo>
                  <a:pt x="2027963" y="809764"/>
                </a:lnTo>
                <a:lnTo>
                  <a:pt x="2030782" y="826050"/>
                </a:lnTo>
                <a:lnTo>
                  <a:pt x="2029574" y="834918"/>
                </a:lnTo>
                <a:lnTo>
                  <a:pt x="2021922" y="853945"/>
                </a:lnTo>
                <a:lnTo>
                  <a:pt x="2019586" y="864426"/>
                </a:lnTo>
                <a:lnTo>
                  <a:pt x="2019425" y="868699"/>
                </a:lnTo>
                <a:lnTo>
                  <a:pt x="2028446" y="888613"/>
                </a:lnTo>
                <a:lnTo>
                  <a:pt x="2030540" y="896433"/>
                </a:lnTo>
                <a:lnTo>
                  <a:pt x="2031587" y="904576"/>
                </a:lnTo>
                <a:lnTo>
                  <a:pt x="2022083" y="900625"/>
                </a:lnTo>
                <a:lnTo>
                  <a:pt x="2017573" y="900786"/>
                </a:lnTo>
                <a:lnTo>
                  <a:pt x="2013143" y="901996"/>
                </a:lnTo>
                <a:lnTo>
                  <a:pt x="2003155" y="903286"/>
                </a:lnTo>
                <a:lnTo>
                  <a:pt x="1993087" y="903528"/>
                </a:lnTo>
                <a:lnTo>
                  <a:pt x="1989543" y="904979"/>
                </a:lnTo>
                <a:lnTo>
                  <a:pt x="1982294" y="910300"/>
                </a:lnTo>
                <a:lnTo>
                  <a:pt x="1977944" y="912396"/>
                </a:lnTo>
                <a:lnTo>
                  <a:pt x="1974159" y="912799"/>
                </a:lnTo>
                <a:lnTo>
                  <a:pt x="1961272" y="906188"/>
                </a:lnTo>
                <a:lnTo>
                  <a:pt x="1953700" y="899013"/>
                </a:lnTo>
                <a:lnTo>
                  <a:pt x="1946693" y="891192"/>
                </a:lnTo>
                <a:lnTo>
                  <a:pt x="1945404" y="882243"/>
                </a:lnTo>
                <a:lnTo>
                  <a:pt x="1947901" y="873133"/>
                </a:lnTo>
                <a:lnTo>
                  <a:pt x="1951365" y="863297"/>
                </a:lnTo>
                <a:lnTo>
                  <a:pt x="1958291" y="847012"/>
                </a:lnTo>
                <a:lnTo>
                  <a:pt x="1957969" y="836128"/>
                </a:lnTo>
                <a:lnTo>
                  <a:pt x="1960305" y="827179"/>
                </a:lnTo>
                <a:lnTo>
                  <a:pt x="1964252" y="818472"/>
                </a:lnTo>
                <a:lnTo>
                  <a:pt x="1965702" y="810490"/>
                </a:lnTo>
                <a:lnTo>
                  <a:pt x="1966668" y="779048"/>
                </a:lnTo>
                <a:lnTo>
                  <a:pt x="1965621" y="776306"/>
                </a:lnTo>
                <a:lnTo>
                  <a:pt x="1956197" y="757683"/>
                </a:lnTo>
                <a:lnTo>
                  <a:pt x="1955070" y="754539"/>
                </a:lnTo>
                <a:lnTo>
                  <a:pt x="1954989" y="749459"/>
                </a:lnTo>
                <a:lnTo>
                  <a:pt x="1956036" y="744703"/>
                </a:lnTo>
                <a:lnTo>
                  <a:pt x="1956278" y="740349"/>
                </a:lnTo>
                <a:lnTo>
                  <a:pt x="1954023" y="737044"/>
                </a:lnTo>
                <a:lnTo>
                  <a:pt x="1950237" y="733980"/>
                </a:lnTo>
                <a:lnTo>
                  <a:pt x="1945565" y="732690"/>
                </a:lnTo>
                <a:lnTo>
                  <a:pt x="1935739" y="733980"/>
                </a:lnTo>
                <a:lnTo>
                  <a:pt x="1916005" y="739059"/>
                </a:lnTo>
                <a:lnTo>
                  <a:pt x="1910126" y="734625"/>
                </a:lnTo>
                <a:lnTo>
                  <a:pt x="1905776" y="727772"/>
                </a:lnTo>
                <a:lnTo>
                  <a:pt x="1902957" y="718259"/>
                </a:lnTo>
                <a:lnTo>
                  <a:pt x="1901266" y="708342"/>
                </a:lnTo>
                <a:lnTo>
                  <a:pt x="1902071" y="698990"/>
                </a:lnTo>
                <a:lnTo>
                  <a:pt x="1904971" y="689961"/>
                </a:lnTo>
                <a:lnTo>
                  <a:pt x="1902635" y="683591"/>
                </a:lnTo>
                <a:lnTo>
                  <a:pt x="1899010" y="676739"/>
                </a:lnTo>
                <a:lnTo>
                  <a:pt x="1898930" y="673191"/>
                </a:lnTo>
                <a:lnTo>
                  <a:pt x="1901024" y="670047"/>
                </a:lnTo>
                <a:lnTo>
                  <a:pt x="1904568" y="667467"/>
                </a:lnTo>
                <a:lnTo>
                  <a:pt x="1908998" y="665935"/>
                </a:lnTo>
                <a:lnTo>
                  <a:pt x="1913025" y="663194"/>
                </a:lnTo>
                <a:lnTo>
                  <a:pt x="1923818" y="654003"/>
                </a:lnTo>
                <a:lnTo>
                  <a:pt x="1927282" y="645860"/>
                </a:lnTo>
                <a:lnTo>
                  <a:pt x="1927523" y="635863"/>
                </a:lnTo>
                <a:lnTo>
                  <a:pt x="1930262" y="626350"/>
                </a:lnTo>
                <a:lnTo>
                  <a:pt x="1935819" y="617562"/>
                </a:lnTo>
                <a:lnTo>
                  <a:pt x="1942344" y="609419"/>
                </a:lnTo>
                <a:lnTo>
                  <a:pt x="1944438" y="600954"/>
                </a:lnTo>
                <a:lnTo>
                  <a:pt x="1941216" y="587652"/>
                </a:lnTo>
                <a:lnTo>
                  <a:pt x="1942505" y="581524"/>
                </a:lnTo>
                <a:lnTo>
                  <a:pt x="1941377" y="574430"/>
                </a:lnTo>
                <a:lnTo>
                  <a:pt x="1941296" y="567335"/>
                </a:lnTo>
                <a:lnTo>
                  <a:pt x="1945324" y="554032"/>
                </a:lnTo>
                <a:lnTo>
                  <a:pt x="1957325" y="526943"/>
                </a:lnTo>
                <a:lnTo>
                  <a:pt x="1969084" y="512512"/>
                </a:lnTo>
                <a:lnTo>
                  <a:pt x="1973676" y="508723"/>
                </a:lnTo>
                <a:lnTo>
                  <a:pt x="1979797" y="515414"/>
                </a:lnTo>
                <a:lnTo>
                  <a:pt x="1984388" y="523315"/>
                </a:lnTo>
                <a:lnTo>
                  <a:pt x="1984469" y="516140"/>
                </a:lnTo>
                <a:lnTo>
                  <a:pt x="1983260" y="509126"/>
                </a:lnTo>
                <a:lnTo>
                  <a:pt x="1978589" y="492840"/>
                </a:lnTo>
                <a:lnTo>
                  <a:pt x="1974562" y="460914"/>
                </a:lnTo>
                <a:lnTo>
                  <a:pt x="1975689" y="457931"/>
                </a:lnTo>
                <a:lnTo>
                  <a:pt x="1979797" y="458415"/>
                </a:lnTo>
                <a:lnTo>
                  <a:pt x="1983905" y="455593"/>
                </a:lnTo>
                <a:lnTo>
                  <a:pt x="1986160" y="450595"/>
                </a:lnTo>
                <a:lnTo>
                  <a:pt x="1981811" y="438743"/>
                </a:lnTo>
                <a:lnTo>
                  <a:pt x="1981569" y="434551"/>
                </a:lnTo>
                <a:lnTo>
                  <a:pt x="1989946" y="417943"/>
                </a:lnTo>
                <a:lnTo>
                  <a:pt x="1996792" y="411896"/>
                </a:lnTo>
                <a:lnTo>
                  <a:pt x="1999772" y="408107"/>
                </a:lnTo>
                <a:lnTo>
                  <a:pt x="2001464" y="397949"/>
                </a:lnTo>
                <a:lnTo>
                  <a:pt x="2005088" y="394159"/>
                </a:lnTo>
                <a:lnTo>
                  <a:pt x="2009599" y="391418"/>
                </a:lnTo>
                <a:lnTo>
                  <a:pt x="2015478" y="384404"/>
                </a:lnTo>
                <a:lnTo>
                  <a:pt x="2018700" y="375536"/>
                </a:lnTo>
                <a:lnTo>
                  <a:pt x="2020633" y="374891"/>
                </a:lnTo>
                <a:lnTo>
                  <a:pt x="2022889" y="374568"/>
                </a:lnTo>
                <a:lnTo>
                  <a:pt x="2026513" y="382227"/>
                </a:lnTo>
                <a:lnTo>
                  <a:pt x="2030460" y="385372"/>
                </a:lnTo>
                <a:lnTo>
                  <a:pt x="2038595" y="387871"/>
                </a:lnTo>
                <a:lnTo>
                  <a:pt x="2045522" y="384968"/>
                </a:lnTo>
                <a:lnTo>
                  <a:pt x="2047374" y="381099"/>
                </a:lnTo>
                <a:lnTo>
                  <a:pt x="2050032" y="377712"/>
                </a:lnTo>
                <a:lnTo>
                  <a:pt x="2054221" y="374246"/>
                </a:lnTo>
                <a:lnTo>
                  <a:pt x="2057765" y="370295"/>
                </a:lnTo>
                <a:lnTo>
                  <a:pt x="2061711" y="361185"/>
                </a:lnTo>
                <a:lnTo>
                  <a:pt x="2066866" y="352800"/>
                </a:lnTo>
                <a:lnTo>
                  <a:pt x="2070410" y="349898"/>
                </a:lnTo>
                <a:lnTo>
                  <a:pt x="2074679" y="348044"/>
                </a:lnTo>
                <a:lnTo>
                  <a:pt x="2079512" y="346915"/>
                </a:lnTo>
                <a:lnTo>
                  <a:pt x="2084103" y="346754"/>
                </a:lnTo>
                <a:lnTo>
                  <a:pt x="2094251" y="352075"/>
                </a:lnTo>
                <a:lnTo>
                  <a:pt x="2100212" y="353042"/>
                </a:lnTo>
                <a:lnTo>
                  <a:pt x="2106253" y="352639"/>
                </a:lnTo>
                <a:lnTo>
                  <a:pt x="2110038" y="353526"/>
                </a:lnTo>
                <a:lnTo>
                  <a:pt x="2112938" y="355945"/>
                </a:lnTo>
                <a:lnTo>
                  <a:pt x="2115596" y="360621"/>
                </a:lnTo>
                <a:lnTo>
                  <a:pt x="2118818" y="364732"/>
                </a:lnTo>
                <a:lnTo>
                  <a:pt x="2121878" y="366748"/>
                </a:lnTo>
                <a:lnTo>
                  <a:pt x="2125181" y="367715"/>
                </a:lnTo>
                <a:lnTo>
                  <a:pt x="2147331" y="366022"/>
                </a:lnTo>
                <a:lnTo>
                  <a:pt x="2166742" y="370698"/>
                </a:lnTo>
                <a:lnTo>
                  <a:pt x="2193241" y="371746"/>
                </a:lnTo>
                <a:lnTo>
                  <a:pt x="2202262" y="374488"/>
                </a:lnTo>
                <a:lnTo>
                  <a:pt x="2210961" y="377954"/>
                </a:lnTo>
                <a:lnTo>
                  <a:pt x="2221674" y="384243"/>
                </a:lnTo>
                <a:lnTo>
                  <a:pt x="2225540" y="385613"/>
                </a:lnTo>
                <a:lnTo>
                  <a:pt x="2229889" y="385291"/>
                </a:lnTo>
                <a:lnTo>
                  <a:pt x="2235366" y="379406"/>
                </a:lnTo>
                <a:lnTo>
                  <a:pt x="2239635" y="378116"/>
                </a:lnTo>
                <a:lnTo>
                  <a:pt x="2243985" y="377874"/>
                </a:lnTo>
                <a:lnTo>
                  <a:pt x="2260980" y="379002"/>
                </a:lnTo>
                <a:lnTo>
                  <a:pt x="2306810" y="386258"/>
                </a:lnTo>
                <a:lnTo>
                  <a:pt x="2313576" y="385291"/>
                </a:lnTo>
                <a:lnTo>
                  <a:pt x="2341202" y="371424"/>
                </a:lnTo>
                <a:lnTo>
                  <a:pt x="2352237" y="358283"/>
                </a:lnTo>
                <a:lnTo>
                  <a:pt x="2362144" y="354655"/>
                </a:lnTo>
                <a:lnTo>
                  <a:pt x="2365447" y="348689"/>
                </a:lnTo>
                <a:lnTo>
                  <a:pt x="2367460" y="341594"/>
                </a:lnTo>
                <a:lnTo>
                  <a:pt x="2371004" y="339659"/>
                </a:lnTo>
                <a:lnTo>
                  <a:pt x="2379300" y="337643"/>
                </a:lnTo>
                <a:lnTo>
                  <a:pt x="2382603" y="335467"/>
                </a:lnTo>
                <a:lnTo>
                  <a:pt x="2388482" y="326760"/>
                </a:lnTo>
                <a:lnTo>
                  <a:pt x="2395409" y="319020"/>
                </a:lnTo>
                <a:lnTo>
                  <a:pt x="2398792" y="316682"/>
                </a:lnTo>
                <a:lnTo>
                  <a:pt x="2408619" y="317891"/>
                </a:lnTo>
                <a:lnTo>
                  <a:pt x="2412968" y="321277"/>
                </a:lnTo>
                <a:lnTo>
                  <a:pt x="2418526" y="332726"/>
                </a:lnTo>
                <a:lnTo>
                  <a:pt x="2417559" y="334580"/>
                </a:lnTo>
                <a:lnTo>
                  <a:pt x="2411035" y="340304"/>
                </a:lnTo>
                <a:lnTo>
                  <a:pt x="2409102" y="342642"/>
                </a:lnTo>
                <a:lnTo>
                  <a:pt x="2401933" y="358686"/>
                </a:lnTo>
                <a:lnTo>
                  <a:pt x="2397020" y="366506"/>
                </a:lnTo>
                <a:lnTo>
                  <a:pt x="2390738" y="373601"/>
                </a:lnTo>
                <a:close/>
                <a:moveTo>
                  <a:pt x="979992" y="938195"/>
                </a:moveTo>
                <a:lnTo>
                  <a:pt x="988127" y="947386"/>
                </a:lnTo>
                <a:lnTo>
                  <a:pt x="995215" y="952304"/>
                </a:lnTo>
                <a:lnTo>
                  <a:pt x="1003591" y="954964"/>
                </a:lnTo>
                <a:lnTo>
                  <a:pt x="1012371" y="955206"/>
                </a:lnTo>
                <a:lnTo>
                  <a:pt x="1021070" y="956335"/>
                </a:lnTo>
                <a:lnTo>
                  <a:pt x="1031138" y="959882"/>
                </a:lnTo>
                <a:lnTo>
                  <a:pt x="1041528" y="961495"/>
                </a:lnTo>
                <a:lnTo>
                  <a:pt x="1046280" y="960850"/>
                </a:lnTo>
                <a:lnTo>
                  <a:pt x="1050871" y="959076"/>
                </a:lnTo>
                <a:lnTo>
                  <a:pt x="1054174" y="958915"/>
                </a:lnTo>
                <a:lnTo>
                  <a:pt x="1056993" y="960608"/>
                </a:lnTo>
                <a:lnTo>
                  <a:pt x="1064161" y="968428"/>
                </a:lnTo>
                <a:lnTo>
                  <a:pt x="1071974" y="975523"/>
                </a:lnTo>
                <a:lnTo>
                  <a:pt x="1073746" y="979151"/>
                </a:lnTo>
                <a:lnTo>
                  <a:pt x="1079062" y="996323"/>
                </a:lnTo>
                <a:lnTo>
                  <a:pt x="1085022" y="1001322"/>
                </a:lnTo>
                <a:lnTo>
                  <a:pt x="1093238" y="1002692"/>
                </a:lnTo>
                <a:lnTo>
                  <a:pt x="1102823" y="1002692"/>
                </a:lnTo>
                <a:lnTo>
                  <a:pt x="1112408" y="1003418"/>
                </a:lnTo>
                <a:lnTo>
                  <a:pt x="1134638" y="1007449"/>
                </a:lnTo>
                <a:lnTo>
                  <a:pt x="1143498" y="1006885"/>
                </a:lnTo>
                <a:lnTo>
                  <a:pt x="1151311" y="1002854"/>
                </a:lnTo>
                <a:lnTo>
                  <a:pt x="1158238" y="1005514"/>
                </a:lnTo>
                <a:lnTo>
                  <a:pt x="1177085" y="1010271"/>
                </a:lnTo>
                <a:lnTo>
                  <a:pt x="1186348" y="1011399"/>
                </a:lnTo>
                <a:lnTo>
                  <a:pt x="1196899" y="1010029"/>
                </a:lnTo>
                <a:lnTo>
                  <a:pt x="1207451" y="1009706"/>
                </a:lnTo>
                <a:lnTo>
                  <a:pt x="1212525" y="1011077"/>
                </a:lnTo>
                <a:lnTo>
                  <a:pt x="1217358" y="1013173"/>
                </a:lnTo>
                <a:lnTo>
                  <a:pt x="1221546" y="1013979"/>
                </a:lnTo>
                <a:lnTo>
                  <a:pt x="1225815" y="1013899"/>
                </a:lnTo>
                <a:lnTo>
                  <a:pt x="1233467" y="1009868"/>
                </a:lnTo>
                <a:lnTo>
                  <a:pt x="1238541" y="1002531"/>
                </a:lnTo>
                <a:lnTo>
                  <a:pt x="1242568" y="993179"/>
                </a:lnTo>
                <a:lnTo>
                  <a:pt x="1245790" y="983504"/>
                </a:lnTo>
                <a:lnTo>
                  <a:pt x="1247965" y="979312"/>
                </a:lnTo>
                <a:lnTo>
                  <a:pt x="1250865" y="975603"/>
                </a:lnTo>
                <a:lnTo>
                  <a:pt x="1254650" y="973265"/>
                </a:lnTo>
                <a:lnTo>
                  <a:pt x="1258758" y="971734"/>
                </a:lnTo>
                <a:lnTo>
                  <a:pt x="1269793" y="972701"/>
                </a:lnTo>
                <a:lnTo>
                  <a:pt x="1272128" y="975039"/>
                </a:lnTo>
                <a:lnTo>
                  <a:pt x="1284452" y="991486"/>
                </a:lnTo>
                <a:lnTo>
                  <a:pt x="1286707" y="992937"/>
                </a:lnTo>
                <a:lnTo>
                  <a:pt x="1299594" y="993985"/>
                </a:lnTo>
                <a:lnTo>
                  <a:pt x="1303219" y="993421"/>
                </a:lnTo>
                <a:lnTo>
                  <a:pt x="1311032" y="990115"/>
                </a:lnTo>
                <a:lnTo>
                  <a:pt x="1315542" y="989793"/>
                </a:lnTo>
                <a:lnTo>
                  <a:pt x="1323919" y="993905"/>
                </a:lnTo>
                <a:lnTo>
                  <a:pt x="1327463" y="997371"/>
                </a:lnTo>
                <a:lnTo>
                  <a:pt x="1331490" y="999871"/>
                </a:lnTo>
                <a:lnTo>
                  <a:pt x="1351787" y="1002531"/>
                </a:lnTo>
                <a:lnTo>
                  <a:pt x="1359600" y="1009545"/>
                </a:lnTo>
                <a:lnTo>
                  <a:pt x="1363628" y="1010513"/>
                </a:lnTo>
                <a:lnTo>
                  <a:pt x="1377723" y="1009626"/>
                </a:lnTo>
                <a:lnTo>
                  <a:pt x="1387549" y="1010351"/>
                </a:lnTo>
                <a:lnTo>
                  <a:pt x="1396007" y="1012206"/>
                </a:lnTo>
                <a:lnTo>
                  <a:pt x="1399873" y="1022283"/>
                </a:lnTo>
                <a:lnTo>
                  <a:pt x="1403014" y="1032522"/>
                </a:lnTo>
                <a:lnTo>
                  <a:pt x="1404867" y="1035989"/>
                </a:lnTo>
                <a:lnTo>
                  <a:pt x="1413163" y="1039536"/>
                </a:lnTo>
                <a:lnTo>
                  <a:pt x="1416546" y="1042681"/>
                </a:lnTo>
                <a:lnTo>
                  <a:pt x="1415660" y="1053000"/>
                </a:lnTo>
                <a:lnTo>
                  <a:pt x="1416626" y="1062675"/>
                </a:lnTo>
                <a:lnTo>
                  <a:pt x="1434266" y="1071221"/>
                </a:lnTo>
                <a:lnTo>
                  <a:pt x="1453113" y="1076058"/>
                </a:lnTo>
                <a:lnTo>
                  <a:pt x="1473249" y="1076542"/>
                </a:lnTo>
                <a:lnTo>
                  <a:pt x="1493305" y="1074849"/>
                </a:lnTo>
                <a:lnTo>
                  <a:pt x="1503695" y="1072753"/>
                </a:lnTo>
                <a:lnTo>
                  <a:pt x="1516663" y="1069125"/>
                </a:lnTo>
                <a:lnTo>
                  <a:pt x="1519402" y="1069205"/>
                </a:lnTo>
                <a:lnTo>
                  <a:pt x="1544532" y="1080331"/>
                </a:lnTo>
                <a:lnTo>
                  <a:pt x="1546626" y="1082024"/>
                </a:lnTo>
                <a:lnTo>
                  <a:pt x="1549445" y="1090409"/>
                </a:lnTo>
                <a:lnTo>
                  <a:pt x="1549364" y="1099197"/>
                </a:lnTo>
                <a:lnTo>
                  <a:pt x="1544693" y="1119997"/>
                </a:lnTo>
                <a:lnTo>
                  <a:pt x="1544371" y="1125721"/>
                </a:lnTo>
                <a:lnTo>
                  <a:pt x="1544854" y="1131445"/>
                </a:lnTo>
                <a:lnTo>
                  <a:pt x="1549848" y="1143861"/>
                </a:lnTo>
                <a:lnTo>
                  <a:pt x="1552506" y="1147489"/>
                </a:lnTo>
                <a:lnTo>
                  <a:pt x="1561607" y="1154019"/>
                </a:lnTo>
                <a:lnTo>
                  <a:pt x="1561929" y="1157405"/>
                </a:lnTo>
                <a:lnTo>
                  <a:pt x="1560721" y="1160872"/>
                </a:lnTo>
                <a:lnTo>
                  <a:pt x="1550653" y="1158534"/>
                </a:lnTo>
                <a:lnTo>
                  <a:pt x="1544532" y="1155632"/>
                </a:lnTo>
                <a:lnTo>
                  <a:pt x="1540988" y="1150956"/>
                </a:lnTo>
                <a:lnTo>
                  <a:pt x="1535994" y="1148376"/>
                </a:lnTo>
                <a:lnTo>
                  <a:pt x="1526570" y="1149263"/>
                </a:lnTo>
                <a:lnTo>
                  <a:pt x="1508850" y="1144587"/>
                </a:lnTo>
                <a:lnTo>
                  <a:pt x="1488956" y="1137331"/>
                </a:lnTo>
                <a:lnTo>
                  <a:pt x="1453516" y="1121932"/>
                </a:lnTo>
                <a:lnTo>
                  <a:pt x="1443931" y="1122013"/>
                </a:lnTo>
                <a:lnTo>
                  <a:pt x="1434668" y="1124028"/>
                </a:lnTo>
                <a:lnTo>
                  <a:pt x="1424922" y="1127898"/>
                </a:lnTo>
                <a:lnTo>
                  <a:pt x="1414774" y="1130720"/>
                </a:lnTo>
                <a:lnTo>
                  <a:pt x="1407283" y="1131768"/>
                </a:lnTo>
                <a:lnTo>
                  <a:pt x="1399792" y="1131042"/>
                </a:lnTo>
                <a:lnTo>
                  <a:pt x="1380945" y="1127334"/>
                </a:lnTo>
                <a:lnTo>
                  <a:pt x="1361856" y="1124915"/>
                </a:lnTo>
                <a:lnTo>
                  <a:pt x="1313126" y="1123383"/>
                </a:lnTo>
                <a:lnTo>
                  <a:pt x="1299353" y="1119916"/>
                </a:lnTo>
                <a:lnTo>
                  <a:pt x="1276478" y="1118143"/>
                </a:lnTo>
                <a:lnTo>
                  <a:pt x="1258355" y="1115079"/>
                </a:lnTo>
                <a:lnTo>
                  <a:pt x="1240394" y="1110806"/>
                </a:lnTo>
                <a:lnTo>
                  <a:pt x="1194644" y="1090006"/>
                </a:lnTo>
                <a:lnTo>
                  <a:pt x="1179663" y="1084927"/>
                </a:lnTo>
                <a:lnTo>
                  <a:pt x="1133672" y="1075010"/>
                </a:lnTo>
                <a:lnTo>
                  <a:pt x="1126584" y="1074204"/>
                </a:lnTo>
                <a:lnTo>
                  <a:pt x="1109911" y="1074929"/>
                </a:lnTo>
                <a:lnTo>
                  <a:pt x="1099359" y="1072027"/>
                </a:lnTo>
                <a:lnTo>
                  <a:pt x="1090097" y="1071946"/>
                </a:lnTo>
                <a:lnTo>
                  <a:pt x="1076404" y="1075171"/>
                </a:lnTo>
                <a:lnTo>
                  <a:pt x="1072135" y="1077509"/>
                </a:lnTo>
                <a:lnTo>
                  <a:pt x="1066819" y="1082427"/>
                </a:lnTo>
                <a:lnTo>
                  <a:pt x="1057476" y="1082185"/>
                </a:lnTo>
                <a:lnTo>
                  <a:pt x="1048213" y="1081218"/>
                </a:lnTo>
                <a:lnTo>
                  <a:pt x="1023728" y="1076542"/>
                </a:lnTo>
                <a:lnTo>
                  <a:pt x="1014626" y="1073639"/>
                </a:lnTo>
                <a:lnTo>
                  <a:pt x="1005927" y="1069447"/>
                </a:lnTo>
                <a:lnTo>
                  <a:pt x="998034" y="1063884"/>
                </a:lnTo>
                <a:lnTo>
                  <a:pt x="993926" y="1061869"/>
                </a:lnTo>
                <a:lnTo>
                  <a:pt x="972823" y="1056225"/>
                </a:lnTo>
                <a:lnTo>
                  <a:pt x="955586" y="1054210"/>
                </a:lnTo>
                <a:lnTo>
                  <a:pt x="920147" y="1051710"/>
                </a:lnTo>
                <a:lnTo>
                  <a:pt x="912414" y="1049937"/>
                </a:lnTo>
                <a:lnTo>
                  <a:pt x="905971" y="1047921"/>
                </a:lnTo>
                <a:lnTo>
                  <a:pt x="902427" y="1043326"/>
                </a:lnTo>
                <a:lnTo>
                  <a:pt x="902910" y="1037440"/>
                </a:lnTo>
                <a:lnTo>
                  <a:pt x="905407" y="1032442"/>
                </a:lnTo>
                <a:lnTo>
                  <a:pt x="908951" y="1027363"/>
                </a:lnTo>
                <a:lnTo>
                  <a:pt x="911206" y="1022525"/>
                </a:lnTo>
                <a:lnTo>
                  <a:pt x="885271" y="1012367"/>
                </a:lnTo>
                <a:lnTo>
                  <a:pt x="864812" y="1006804"/>
                </a:lnTo>
                <a:lnTo>
                  <a:pt x="856033" y="1005756"/>
                </a:lnTo>
                <a:lnTo>
                  <a:pt x="847173" y="1005756"/>
                </a:lnTo>
                <a:lnTo>
                  <a:pt x="837185" y="1006885"/>
                </a:lnTo>
                <a:lnTo>
                  <a:pt x="827278" y="1006401"/>
                </a:lnTo>
                <a:lnTo>
                  <a:pt x="822687" y="1004708"/>
                </a:lnTo>
                <a:lnTo>
                  <a:pt x="817935" y="1004144"/>
                </a:lnTo>
                <a:lnTo>
                  <a:pt x="813183" y="1005353"/>
                </a:lnTo>
                <a:lnTo>
                  <a:pt x="809317" y="1004869"/>
                </a:lnTo>
                <a:lnTo>
                  <a:pt x="808350" y="1000274"/>
                </a:lnTo>
                <a:lnTo>
                  <a:pt x="810767" y="996323"/>
                </a:lnTo>
                <a:lnTo>
                  <a:pt x="815841" y="991889"/>
                </a:lnTo>
                <a:lnTo>
                  <a:pt x="818660" y="991083"/>
                </a:lnTo>
                <a:lnTo>
                  <a:pt x="819949" y="998097"/>
                </a:lnTo>
                <a:lnTo>
                  <a:pt x="821398" y="999467"/>
                </a:lnTo>
                <a:lnTo>
                  <a:pt x="825828" y="1000999"/>
                </a:lnTo>
                <a:lnTo>
                  <a:pt x="827762" y="1000596"/>
                </a:lnTo>
                <a:lnTo>
                  <a:pt x="835574" y="991647"/>
                </a:lnTo>
                <a:lnTo>
                  <a:pt x="837749" y="987294"/>
                </a:lnTo>
                <a:lnTo>
                  <a:pt x="841535" y="975442"/>
                </a:lnTo>
                <a:lnTo>
                  <a:pt x="845643" y="977700"/>
                </a:lnTo>
                <a:lnTo>
                  <a:pt x="849750" y="976248"/>
                </a:lnTo>
                <a:lnTo>
                  <a:pt x="852167" y="974394"/>
                </a:lnTo>
                <a:lnTo>
                  <a:pt x="858691" y="946902"/>
                </a:lnTo>
                <a:lnTo>
                  <a:pt x="864168" y="938921"/>
                </a:lnTo>
                <a:lnTo>
                  <a:pt x="871659" y="932229"/>
                </a:lnTo>
                <a:lnTo>
                  <a:pt x="875364" y="930616"/>
                </a:lnTo>
                <a:lnTo>
                  <a:pt x="882693" y="934728"/>
                </a:lnTo>
                <a:lnTo>
                  <a:pt x="897514" y="936260"/>
                </a:lnTo>
                <a:lnTo>
                  <a:pt x="906293" y="939001"/>
                </a:lnTo>
                <a:lnTo>
                  <a:pt x="915153" y="939324"/>
                </a:lnTo>
                <a:lnTo>
                  <a:pt x="923771" y="940614"/>
                </a:lnTo>
                <a:lnTo>
                  <a:pt x="935772" y="945451"/>
                </a:lnTo>
                <a:lnTo>
                  <a:pt x="940041" y="944967"/>
                </a:lnTo>
                <a:lnTo>
                  <a:pt x="944391" y="943435"/>
                </a:lnTo>
                <a:lnTo>
                  <a:pt x="950834" y="938195"/>
                </a:lnTo>
                <a:lnTo>
                  <a:pt x="953573" y="929810"/>
                </a:lnTo>
                <a:lnTo>
                  <a:pt x="962916" y="934083"/>
                </a:lnTo>
                <a:lnTo>
                  <a:pt x="976609" y="935776"/>
                </a:lnTo>
                <a:lnTo>
                  <a:pt x="979992" y="938195"/>
                </a:lnTo>
                <a:close/>
                <a:moveTo>
                  <a:pt x="1161621" y="290318"/>
                </a:moveTo>
                <a:lnTo>
                  <a:pt x="1154372" y="300961"/>
                </a:lnTo>
                <a:lnTo>
                  <a:pt x="1155177" y="304830"/>
                </a:lnTo>
                <a:lnTo>
                  <a:pt x="1156949" y="308217"/>
                </a:lnTo>
                <a:lnTo>
                  <a:pt x="1162184" y="310555"/>
                </a:lnTo>
                <a:lnTo>
                  <a:pt x="1163634" y="323615"/>
                </a:lnTo>
                <a:lnTo>
                  <a:pt x="1170239" y="331032"/>
                </a:lnTo>
                <a:lnTo>
                  <a:pt x="1176844" y="337805"/>
                </a:lnTo>
                <a:lnTo>
                  <a:pt x="1181757" y="341110"/>
                </a:lnTo>
                <a:lnTo>
                  <a:pt x="1187073" y="345948"/>
                </a:lnTo>
                <a:lnTo>
                  <a:pt x="1190858" y="350382"/>
                </a:lnTo>
                <a:lnTo>
                  <a:pt x="1194805" y="354171"/>
                </a:lnTo>
                <a:lnTo>
                  <a:pt x="1200766" y="357880"/>
                </a:lnTo>
                <a:lnTo>
                  <a:pt x="1216875" y="373520"/>
                </a:lnTo>
                <a:lnTo>
                  <a:pt x="1223640" y="378116"/>
                </a:lnTo>
                <a:lnTo>
                  <a:pt x="1228634" y="382711"/>
                </a:lnTo>
                <a:lnTo>
                  <a:pt x="1232259" y="384323"/>
                </a:lnTo>
                <a:lnTo>
                  <a:pt x="1241038" y="383034"/>
                </a:lnTo>
                <a:lnTo>
                  <a:pt x="1267054" y="371827"/>
                </a:lnTo>
                <a:lnTo>
                  <a:pt x="1271726" y="371101"/>
                </a:lnTo>
                <a:lnTo>
                  <a:pt x="1280183" y="369086"/>
                </a:lnTo>
                <a:lnTo>
                  <a:pt x="1295164" y="369731"/>
                </a:lnTo>
                <a:lnTo>
                  <a:pt x="1310951" y="373520"/>
                </a:lnTo>
                <a:lnTo>
                  <a:pt x="1316106" y="373681"/>
                </a:lnTo>
                <a:lnTo>
                  <a:pt x="1320939" y="371343"/>
                </a:lnTo>
                <a:lnTo>
                  <a:pt x="1327704" y="372069"/>
                </a:lnTo>
                <a:lnTo>
                  <a:pt x="1334068" y="373278"/>
                </a:lnTo>
                <a:lnTo>
                  <a:pt x="1337209" y="372230"/>
                </a:lnTo>
                <a:lnTo>
                  <a:pt x="1346391" y="364087"/>
                </a:lnTo>
                <a:lnTo>
                  <a:pt x="1358956" y="361669"/>
                </a:lnTo>
                <a:lnTo>
                  <a:pt x="1362983" y="353526"/>
                </a:lnTo>
                <a:lnTo>
                  <a:pt x="1366044" y="345948"/>
                </a:lnTo>
                <a:lnTo>
                  <a:pt x="1367574" y="337805"/>
                </a:lnTo>
                <a:lnTo>
                  <a:pt x="1372810" y="334499"/>
                </a:lnTo>
                <a:lnTo>
                  <a:pt x="1380139" y="331677"/>
                </a:lnTo>
                <a:lnTo>
                  <a:pt x="1390932" y="328130"/>
                </a:lnTo>
                <a:lnTo>
                  <a:pt x="1428547" y="327485"/>
                </a:lnTo>
                <a:lnTo>
                  <a:pt x="1432171" y="329017"/>
                </a:lnTo>
                <a:lnTo>
                  <a:pt x="1432977" y="333209"/>
                </a:lnTo>
                <a:lnTo>
                  <a:pt x="1432171" y="336354"/>
                </a:lnTo>
                <a:lnTo>
                  <a:pt x="1433702" y="338208"/>
                </a:lnTo>
                <a:lnTo>
                  <a:pt x="1438696" y="338369"/>
                </a:lnTo>
                <a:lnTo>
                  <a:pt x="1443287" y="340304"/>
                </a:lnTo>
                <a:lnTo>
                  <a:pt x="1462054" y="346834"/>
                </a:lnTo>
                <a:lnTo>
                  <a:pt x="1470028" y="348850"/>
                </a:lnTo>
                <a:lnTo>
                  <a:pt x="1474457" y="348366"/>
                </a:lnTo>
                <a:lnTo>
                  <a:pt x="1483237" y="354171"/>
                </a:lnTo>
                <a:lnTo>
                  <a:pt x="1488070" y="352155"/>
                </a:lnTo>
                <a:lnTo>
                  <a:pt x="1494352" y="348124"/>
                </a:lnTo>
                <a:lnTo>
                  <a:pt x="1500393" y="342561"/>
                </a:lnTo>
                <a:lnTo>
                  <a:pt x="1505790" y="338208"/>
                </a:lnTo>
                <a:lnTo>
                  <a:pt x="1513683" y="336515"/>
                </a:lnTo>
                <a:lnTo>
                  <a:pt x="1523832" y="336757"/>
                </a:lnTo>
                <a:lnTo>
                  <a:pt x="1535833" y="335225"/>
                </a:lnTo>
                <a:lnTo>
                  <a:pt x="1544854" y="332887"/>
                </a:lnTo>
                <a:lnTo>
                  <a:pt x="1555003" y="336757"/>
                </a:lnTo>
                <a:lnTo>
                  <a:pt x="1557660" y="335547"/>
                </a:lnTo>
                <a:lnTo>
                  <a:pt x="1559352" y="331758"/>
                </a:lnTo>
                <a:lnTo>
                  <a:pt x="1564587" y="323454"/>
                </a:lnTo>
                <a:lnTo>
                  <a:pt x="1566923" y="317891"/>
                </a:lnTo>
                <a:lnTo>
                  <a:pt x="1568937" y="307168"/>
                </a:lnTo>
                <a:lnTo>
                  <a:pt x="1570387" y="304589"/>
                </a:lnTo>
                <a:lnTo>
                  <a:pt x="1574172" y="303137"/>
                </a:lnTo>
                <a:lnTo>
                  <a:pt x="1578119" y="301122"/>
                </a:lnTo>
                <a:lnTo>
                  <a:pt x="1579166" y="297897"/>
                </a:lnTo>
                <a:lnTo>
                  <a:pt x="1580616" y="294188"/>
                </a:lnTo>
                <a:lnTo>
                  <a:pt x="1579408" y="291044"/>
                </a:lnTo>
                <a:lnTo>
                  <a:pt x="1577152" y="288384"/>
                </a:lnTo>
                <a:lnTo>
                  <a:pt x="1574817" y="279515"/>
                </a:lnTo>
                <a:lnTo>
                  <a:pt x="1575541" y="275403"/>
                </a:lnTo>
                <a:lnTo>
                  <a:pt x="1576991" y="272420"/>
                </a:lnTo>
                <a:lnTo>
                  <a:pt x="1581019" y="270889"/>
                </a:lnTo>
                <a:lnTo>
                  <a:pt x="1591731" y="264278"/>
                </a:lnTo>
                <a:lnTo>
                  <a:pt x="1601235" y="256619"/>
                </a:lnTo>
                <a:lnTo>
                  <a:pt x="1606390" y="252829"/>
                </a:lnTo>
                <a:lnTo>
                  <a:pt x="1608645" y="250411"/>
                </a:lnTo>
                <a:lnTo>
                  <a:pt x="1608807" y="246863"/>
                </a:lnTo>
                <a:lnTo>
                  <a:pt x="1604699" y="243235"/>
                </a:lnTo>
                <a:lnTo>
                  <a:pt x="1600752" y="241462"/>
                </a:lnTo>
                <a:lnTo>
                  <a:pt x="1600430" y="237189"/>
                </a:lnTo>
                <a:lnTo>
                  <a:pt x="1600591" y="234286"/>
                </a:lnTo>
                <a:lnTo>
                  <a:pt x="1601799" y="231465"/>
                </a:lnTo>
                <a:lnTo>
                  <a:pt x="1601235" y="228804"/>
                </a:lnTo>
                <a:lnTo>
                  <a:pt x="1601155" y="224773"/>
                </a:lnTo>
                <a:lnTo>
                  <a:pt x="1603732" y="220419"/>
                </a:lnTo>
                <a:lnTo>
                  <a:pt x="1609531" y="214050"/>
                </a:lnTo>
                <a:lnTo>
                  <a:pt x="1614123" y="209858"/>
                </a:lnTo>
                <a:lnTo>
                  <a:pt x="1619197" y="212438"/>
                </a:lnTo>
                <a:lnTo>
                  <a:pt x="1625157" y="211229"/>
                </a:lnTo>
                <a:lnTo>
                  <a:pt x="1630795" y="209213"/>
                </a:lnTo>
                <a:lnTo>
                  <a:pt x="1633937" y="201635"/>
                </a:lnTo>
                <a:lnTo>
                  <a:pt x="1634420" y="198007"/>
                </a:lnTo>
                <a:lnTo>
                  <a:pt x="1633695" y="195104"/>
                </a:lnTo>
                <a:lnTo>
                  <a:pt x="1635628" y="184382"/>
                </a:lnTo>
                <a:lnTo>
                  <a:pt x="1636111" y="182769"/>
                </a:lnTo>
                <a:lnTo>
                  <a:pt x="1639816" y="175997"/>
                </a:lnTo>
                <a:lnTo>
                  <a:pt x="1640219" y="171482"/>
                </a:lnTo>
                <a:lnTo>
                  <a:pt x="1638125" y="160840"/>
                </a:lnTo>
                <a:lnTo>
                  <a:pt x="1639414" y="152858"/>
                </a:lnTo>
                <a:lnTo>
                  <a:pt x="1639978" y="136250"/>
                </a:lnTo>
                <a:lnTo>
                  <a:pt x="1642233" y="133267"/>
                </a:lnTo>
                <a:lnTo>
                  <a:pt x="1644810" y="124721"/>
                </a:lnTo>
                <a:lnTo>
                  <a:pt x="1648918" y="115772"/>
                </a:lnTo>
                <a:lnTo>
                  <a:pt x="1657214" y="110854"/>
                </a:lnTo>
                <a:lnTo>
                  <a:pt x="1661644" y="104485"/>
                </a:lnTo>
                <a:lnTo>
                  <a:pt x="1663577" y="103276"/>
                </a:lnTo>
                <a:lnTo>
                  <a:pt x="1666396" y="103195"/>
                </a:lnTo>
                <a:lnTo>
                  <a:pt x="1676545" y="107871"/>
                </a:lnTo>
                <a:lnTo>
                  <a:pt x="1685566" y="102712"/>
                </a:lnTo>
                <a:lnTo>
                  <a:pt x="1693782" y="102067"/>
                </a:lnTo>
                <a:lnTo>
                  <a:pt x="1700547" y="102792"/>
                </a:lnTo>
                <a:lnTo>
                  <a:pt x="1704414" y="104969"/>
                </a:lnTo>
                <a:lnTo>
                  <a:pt x="1708199" y="106501"/>
                </a:lnTo>
                <a:lnTo>
                  <a:pt x="1716254" y="101422"/>
                </a:lnTo>
                <a:lnTo>
                  <a:pt x="1719314" y="102309"/>
                </a:lnTo>
                <a:lnTo>
                  <a:pt x="1722214" y="104082"/>
                </a:lnTo>
                <a:lnTo>
                  <a:pt x="1726241" y="104002"/>
                </a:lnTo>
                <a:lnTo>
                  <a:pt x="1730993" y="102712"/>
                </a:lnTo>
                <a:lnTo>
                  <a:pt x="1742753" y="103921"/>
                </a:lnTo>
                <a:lnTo>
                  <a:pt x="1763453" y="104163"/>
                </a:lnTo>
                <a:lnTo>
                  <a:pt x="1777709" y="107226"/>
                </a:lnTo>
                <a:lnTo>
                  <a:pt x="1791644" y="115772"/>
                </a:lnTo>
                <a:lnTo>
                  <a:pt x="1798571" y="117546"/>
                </a:lnTo>
                <a:lnTo>
                  <a:pt x="1801551" y="117546"/>
                </a:lnTo>
                <a:lnTo>
                  <a:pt x="1800906" y="118272"/>
                </a:lnTo>
                <a:lnTo>
                  <a:pt x="1795349" y="120610"/>
                </a:lnTo>
                <a:lnTo>
                  <a:pt x="1792771" y="125205"/>
                </a:lnTo>
                <a:lnTo>
                  <a:pt x="1800343" y="132300"/>
                </a:lnTo>
                <a:lnTo>
                  <a:pt x="1800906" y="136976"/>
                </a:lnTo>
                <a:lnTo>
                  <a:pt x="1806786" y="141168"/>
                </a:lnTo>
                <a:lnTo>
                  <a:pt x="1813955" y="147699"/>
                </a:lnTo>
                <a:lnTo>
                  <a:pt x="1814277" y="149875"/>
                </a:lnTo>
                <a:lnTo>
                  <a:pt x="1816693" y="152778"/>
                </a:lnTo>
                <a:lnTo>
                  <a:pt x="1817901" y="156406"/>
                </a:lnTo>
                <a:lnTo>
                  <a:pt x="1812827" y="159953"/>
                </a:lnTo>
                <a:lnTo>
                  <a:pt x="1806061" y="160679"/>
                </a:lnTo>
                <a:lnTo>
                  <a:pt x="1800987" y="157293"/>
                </a:lnTo>
                <a:lnTo>
                  <a:pt x="1796396" y="153100"/>
                </a:lnTo>
                <a:lnTo>
                  <a:pt x="1795188" y="158260"/>
                </a:lnTo>
                <a:lnTo>
                  <a:pt x="1791563" y="161243"/>
                </a:lnTo>
                <a:lnTo>
                  <a:pt x="1778515" y="160437"/>
                </a:lnTo>
                <a:lnTo>
                  <a:pt x="1769172" y="160437"/>
                </a:lnTo>
                <a:lnTo>
                  <a:pt x="1759828" y="161727"/>
                </a:lnTo>
                <a:lnTo>
                  <a:pt x="1764500" y="162533"/>
                </a:lnTo>
                <a:lnTo>
                  <a:pt x="1768688" y="164226"/>
                </a:lnTo>
                <a:lnTo>
                  <a:pt x="1783187" y="177529"/>
                </a:lnTo>
                <a:lnTo>
                  <a:pt x="1786328" y="182527"/>
                </a:lnTo>
                <a:lnTo>
                  <a:pt x="1781253" y="192282"/>
                </a:lnTo>
                <a:lnTo>
                  <a:pt x="1783670" y="196314"/>
                </a:lnTo>
                <a:lnTo>
                  <a:pt x="1789308" y="198652"/>
                </a:lnTo>
                <a:lnTo>
                  <a:pt x="1796154" y="203489"/>
                </a:lnTo>
                <a:lnTo>
                  <a:pt x="1800987" y="204053"/>
                </a:lnTo>
                <a:lnTo>
                  <a:pt x="1804531" y="206794"/>
                </a:lnTo>
                <a:lnTo>
                  <a:pt x="1804612" y="211551"/>
                </a:lnTo>
                <a:lnTo>
                  <a:pt x="1806706" y="215905"/>
                </a:lnTo>
                <a:lnTo>
                  <a:pt x="1801148" y="217678"/>
                </a:lnTo>
                <a:lnTo>
                  <a:pt x="1806625" y="218807"/>
                </a:lnTo>
                <a:lnTo>
                  <a:pt x="1811538" y="221064"/>
                </a:lnTo>
                <a:lnTo>
                  <a:pt x="1808880" y="223322"/>
                </a:lnTo>
                <a:lnTo>
                  <a:pt x="1806786" y="226063"/>
                </a:lnTo>
                <a:lnTo>
                  <a:pt x="1809042" y="227514"/>
                </a:lnTo>
                <a:lnTo>
                  <a:pt x="1815727" y="230013"/>
                </a:lnTo>
                <a:lnTo>
                  <a:pt x="1818626" y="232351"/>
                </a:lnTo>
                <a:lnTo>
                  <a:pt x="1820157" y="238640"/>
                </a:lnTo>
                <a:lnTo>
                  <a:pt x="1826681" y="248879"/>
                </a:lnTo>
                <a:lnTo>
                  <a:pt x="1838602" y="262101"/>
                </a:lnTo>
                <a:lnTo>
                  <a:pt x="1841260" y="266938"/>
                </a:lnTo>
                <a:lnTo>
                  <a:pt x="1841179" y="271372"/>
                </a:lnTo>
                <a:lnTo>
                  <a:pt x="1839246" y="275242"/>
                </a:lnTo>
                <a:lnTo>
                  <a:pt x="1832400" y="279676"/>
                </a:lnTo>
                <a:lnTo>
                  <a:pt x="1826923" y="285562"/>
                </a:lnTo>
                <a:lnTo>
                  <a:pt x="1826278" y="287658"/>
                </a:lnTo>
                <a:lnTo>
                  <a:pt x="1818868" y="290399"/>
                </a:lnTo>
                <a:lnTo>
                  <a:pt x="1822251" y="292415"/>
                </a:lnTo>
                <a:lnTo>
                  <a:pt x="1824989" y="295156"/>
                </a:lnTo>
                <a:lnTo>
                  <a:pt x="1830064" y="303299"/>
                </a:lnTo>
                <a:lnTo>
                  <a:pt x="1842307" y="316601"/>
                </a:lnTo>
                <a:lnTo>
                  <a:pt x="1848509" y="321600"/>
                </a:lnTo>
                <a:lnTo>
                  <a:pt x="1873880" y="339659"/>
                </a:lnTo>
                <a:lnTo>
                  <a:pt x="1887331" y="347479"/>
                </a:lnTo>
                <a:lnTo>
                  <a:pt x="1904568" y="365458"/>
                </a:lnTo>
                <a:lnTo>
                  <a:pt x="1913428" y="369650"/>
                </a:lnTo>
                <a:lnTo>
                  <a:pt x="1915200" y="374649"/>
                </a:lnTo>
                <a:lnTo>
                  <a:pt x="1907709" y="382308"/>
                </a:lnTo>
                <a:lnTo>
                  <a:pt x="1896836" y="386178"/>
                </a:lnTo>
                <a:lnTo>
                  <a:pt x="1878955" y="388193"/>
                </a:lnTo>
                <a:lnTo>
                  <a:pt x="1860993" y="385533"/>
                </a:lnTo>
                <a:lnTo>
                  <a:pt x="1851650" y="383356"/>
                </a:lnTo>
                <a:lnTo>
                  <a:pt x="1843595" y="378922"/>
                </a:lnTo>
                <a:lnTo>
                  <a:pt x="1837152" y="370053"/>
                </a:lnTo>
                <a:lnTo>
                  <a:pt x="1828775" y="365216"/>
                </a:lnTo>
                <a:lnTo>
                  <a:pt x="1831997" y="370618"/>
                </a:lnTo>
                <a:lnTo>
                  <a:pt x="1834010" y="376100"/>
                </a:lnTo>
                <a:lnTo>
                  <a:pt x="1832963" y="382066"/>
                </a:lnTo>
                <a:lnTo>
                  <a:pt x="1829661" y="386823"/>
                </a:lnTo>
                <a:lnTo>
                  <a:pt x="1824023" y="390209"/>
                </a:lnTo>
                <a:lnTo>
                  <a:pt x="1817901" y="393031"/>
                </a:lnTo>
                <a:lnTo>
                  <a:pt x="1815324" y="394966"/>
                </a:lnTo>
                <a:lnTo>
                  <a:pt x="1799859" y="426327"/>
                </a:lnTo>
                <a:lnTo>
                  <a:pt x="1797362" y="434793"/>
                </a:lnTo>
                <a:lnTo>
                  <a:pt x="1792691" y="469944"/>
                </a:lnTo>
                <a:lnTo>
                  <a:pt x="1792610" y="479941"/>
                </a:lnTo>
                <a:lnTo>
                  <a:pt x="1799537" y="498484"/>
                </a:lnTo>
                <a:lnTo>
                  <a:pt x="1800182" y="508239"/>
                </a:lnTo>
                <a:lnTo>
                  <a:pt x="1801551" y="512512"/>
                </a:lnTo>
                <a:lnTo>
                  <a:pt x="1800584" y="515979"/>
                </a:lnTo>
                <a:lnTo>
                  <a:pt x="1797362" y="518075"/>
                </a:lnTo>
                <a:lnTo>
                  <a:pt x="1784073" y="523718"/>
                </a:lnTo>
                <a:lnTo>
                  <a:pt x="1774729" y="528475"/>
                </a:lnTo>
                <a:lnTo>
                  <a:pt x="1767078" y="535167"/>
                </a:lnTo>
                <a:lnTo>
                  <a:pt x="1760956" y="543551"/>
                </a:lnTo>
                <a:lnTo>
                  <a:pt x="1755560" y="549598"/>
                </a:lnTo>
                <a:lnTo>
                  <a:pt x="1748391" y="552500"/>
                </a:lnTo>
                <a:lnTo>
                  <a:pt x="1743156" y="552017"/>
                </a:lnTo>
                <a:lnTo>
                  <a:pt x="1738967" y="549276"/>
                </a:lnTo>
                <a:lnTo>
                  <a:pt x="1736068" y="543874"/>
                </a:lnTo>
                <a:lnTo>
                  <a:pt x="1734376" y="537989"/>
                </a:lnTo>
                <a:lnTo>
                  <a:pt x="1733249" y="542342"/>
                </a:lnTo>
                <a:lnTo>
                  <a:pt x="1733490" y="546615"/>
                </a:lnTo>
                <a:lnTo>
                  <a:pt x="1735907" y="551130"/>
                </a:lnTo>
                <a:lnTo>
                  <a:pt x="1736873" y="555967"/>
                </a:lnTo>
                <a:lnTo>
                  <a:pt x="1735423" y="560804"/>
                </a:lnTo>
                <a:lnTo>
                  <a:pt x="1732363" y="564755"/>
                </a:lnTo>
                <a:lnTo>
                  <a:pt x="1724067" y="569028"/>
                </a:lnTo>
                <a:lnTo>
                  <a:pt x="1719395" y="572656"/>
                </a:lnTo>
                <a:lnTo>
                  <a:pt x="1718670" y="579025"/>
                </a:lnTo>
                <a:lnTo>
                  <a:pt x="1716495" y="582653"/>
                </a:lnTo>
                <a:lnTo>
                  <a:pt x="1713273" y="585475"/>
                </a:lnTo>
                <a:lnTo>
                  <a:pt x="1701514" y="591844"/>
                </a:lnTo>
                <a:lnTo>
                  <a:pt x="1698936" y="594424"/>
                </a:lnTo>
                <a:lnTo>
                  <a:pt x="1696923" y="597729"/>
                </a:lnTo>
                <a:lnTo>
                  <a:pt x="1703205" y="597246"/>
                </a:lnTo>
                <a:lnTo>
                  <a:pt x="1708924" y="597729"/>
                </a:lnTo>
                <a:lnTo>
                  <a:pt x="1709407" y="604098"/>
                </a:lnTo>
                <a:lnTo>
                  <a:pt x="1711179" y="608855"/>
                </a:lnTo>
                <a:lnTo>
                  <a:pt x="1708924" y="619336"/>
                </a:lnTo>
                <a:lnTo>
                  <a:pt x="1700064" y="626350"/>
                </a:lnTo>
                <a:lnTo>
                  <a:pt x="1704494" y="627801"/>
                </a:lnTo>
                <a:lnTo>
                  <a:pt x="1708441" y="630139"/>
                </a:lnTo>
                <a:lnTo>
                  <a:pt x="1717301" y="631832"/>
                </a:lnTo>
                <a:lnTo>
                  <a:pt x="1720281" y="639249"/>
                </a:lnTo>
                <a:lnTo>
                  <a:pt x="1718992" y="648198"/>
                </a:lnTo>
                <a:lnTo>
                  <a:pt x="1717381" y="656261"/>
                </a:lnTo>
                <a:lnTo>
                  <a:pt x="1711018" y="658437"/>
                </a:lnTo>
                <a:lnTo>
                  <a:pt x="1707072" y="656986"/>
                </a:lnTo>
                <a:lnTo>
                  <a:pt x="1703205" y="657147"/>
                </a:lnTo>
                <a:lnTo>
                  <a:pt x="1700306" y="659566"/>
                </a:lnTo>
                <a:lnTo>
                  <a:pt x="1699500" y="663678"/>
                </a:lnTo>
                <a:lnTo>
                  <a:pt x="1704977" y="661662"/>
                </a:lnTo>
                <a:lnTo>
                  <a:pt x="1704736" y="672063"/>
                </a:lnTo>
                <a:lnTo>
                  <a:pt x="1703205" y="682221"/>
                </a:lnTo>
                <a:lnTo>
                  <a:pt x="1701433" y="687784"/>
                </a:lnTo>
                <a:lnTo>
                  <a:pt x="1698050" y="692379"/>
                </a:lnTo>
                <a:lnTo>
                  <a:pt x="1692976" y="693830"/>
                </a:lnTo>
                <a:lnTo>
                  <a:pt x="1688143" y="690444"/>
                </a:lnTo>
                <a:lnTo>
                  <a:pt x="1687177" y="694395"/>
                </a:lnTo>
                <a:lnTo>
                  <a:pt x="1688627" y="697700"/>
                </a:lnTo>
                <a:lnTo>
                  <a:pt x="1695473" y="705843"/>
                </a:lnTo>
                <a:lnTo>
                  <a:pt x="1691285" y="707697"/>
                </a:lnTo>
                <a:lnTo>
                  <a:pt x="1688224" y="710438"/>
                </a:lnTo>
                <a:lnTo>
                  <a:pt x="1686855" y="714470"/>
                </a:lnTo>
                <a:lnTo>
                  <a:pt x="1679445" y="723741"/>
                </a:lnTo>
                <a:lnTo>
                  <a:pt x="1676142" y="730594"/>
                </a:lnTo>
                <a:lnTo>
                  <a:pt x="1674692" y="737850"/>
                </a:lnTo>
                <a:lnTo>
                  <a:pt x="1671229" y="743655"/>
                </a:lnTo>
                <a:lnTo>
                  <a:pt x="1615009" y="768809"/>
                </a:lnTo>
                <a:lnTo>
                  <a:pt x="1569581" y="790012"/>
                </a:lnTo>
                <a:lnTo>
                  <a:pt x="1566279" y="788561"/>
                </a:lnTo>
                <a:lnTo>
                  <a:pt x="1564024" y="785336"/>
                </a:lnTo>
                <a:lnTo>
                  <a:pt x="1562493" y="752362"/>
                </a:lnTo>
                <a:lnTo>
                  <a:pt x="1556855" y="735512"/>
                </a:lnTo>
                <a:lnTo>
                  <a:pt x="1556050" y="726079"/>
                </a:lnTo>
                <a:lnTo>
                  <a:pt x="1549606" y="734544"/>
                </a:lnTo>
                <a:lnTo>
                  <a:pt x="1545659" y="733658"/>
                </a:lnTo>
                <a:lnTo>
                  <a:pt x="1541390" y="731481"/>
                </a:lnTo>
                <a:lnTo>
                  <a:pt x="1538249" y="728740"/>
                </a:lnTo>
                <a:lnTo>
                  <a:pt x="1538008" y="725112"/>
                </a:lnTo>
                <a:lnTo>
                  <a:pt x="1541390" y="714631"/>
                </a:lnTo>
                <a:lnTo>
                  <a:pt x="1537283" y="720355"/>
                </a:lnTo>
                <a:lnTo>
                  <a:pt x="1532692" y="724789"/>
                </a:lnTo>
                <a:lnTo>
                  <a:pt x="1528020" y="724225"/>
                </a:lnTo>
                <a:lnTo>
                  <a:pt x="1523993" y="722048"/>
                </a:lnTo>
                <a:lnTo>
                  <a:pt x="1522462" y="718662"/>
                </a:lnTo>
                <a:lnTo>
                  <a:pt x="1520288" y="718178"/>
                </a:lnTo>
                <a:lnTo>
                  <a:pt x="1510381" y="727450"/>
                </a:lnTo>
                <a:lnTo>
                  <a:pt x="1497252" y="732448"/>
                </a:lnTo>
                <a:lnTo>
                  <a:pt x="1489922" y="732368"/>
                </a:lnTo>
                <a:lnTo>
                  <a:pt x="1484203" y="729546"/>
                </a:lnTo>
                <a:lnTo>
                  <a:pt x="1484445" y="722451"/>
                </a:lnTo>
                <a:lnTo>
                  <a:pt x="1483881" y="715518"/>
                </a:lnTo>
                <a:lnTo>
                  <a:pt x="1482270" y="711487"/>
                </a:lnTo>
                <a:lnTo>
                  <a:pt x="1478726" y="710035"/>
                </a:lnTo>
                <a:lnTo>
                  <a:pt x="1475505" y="710519"/>
                </a:lnTo>
                <a:lnTo>
                  <a:pt x="1466081" y="714147"/>
                </a:lnTo>
                <a:lnTo>
                  <a:pt x="1462698" y="713744"/>
                </a:lnTo>
                <a:lnTo>
                  <a:pt x="1460765" y="715518"/>
                </a:lnTo>
                <a:lnTo>
                  <a:pt x="1435876" y="690283"/>
                </a:lnTo>
                <a:lnTo>
                  <a:pt x="1430802" y="710761"/>
                </a:lnTo>
                <a:lnTo>
                  <a:pt x="1413646" y="721645"/>
                </a:lnTo>
                <a:lnTo>
                  <a:pt x="1400920" y="727933"/>
                </a:lnTo>
                <a:lnTo>
                  <a:pt x="1388355" y="725595"/>
                </a:lnTo>
                <a:lnTo>
                  <a:pt x="1375548" y="721564"/>
                </a:lnTo>
                <a:lnTo>
                  <a:pt x="1362822" y="726402"/>
                </a:lnTo>
                <a:lnTo>
                  <a:pt x="1348968" y="738414"/>
                </a:lnTo>
                <a:lnTo>
                  <a:pt x="1345102" y="740269"/>
                </a:lnTo>
                <a:lnTo>
                  <a:pt x="1341155" y="740188"/>
                </a:lnTo>
                <a:lnTo>
                  <a:pt x="1338256" y="738656"/>
                </a:lnTo>
                <a:lnTo>
                  <a:pt x="1339222" y="729546"/>
                </a:lnTo>
                <a:lnTo>
                  <a:pt x="1339383" y="720516"/>
                </a:lnTo>
                <a:lnTo>
                  <a:pt x="1338336" y="700280"/>
                </a:lnTo>
                <a:lnTo>
                  <a:pt x="1337209" y="696330"/>
                </a:lnTo>
                <a:lnTo>
                  <a:pt x="1333262" y="690767"/>
                </a:lnTo>
                <a:lnTo>
                  <a:pt x="1328027" y="686736"/>
                </a:lnTo>
                <a:lnTo>
                  <a:pt x="1325046" y="689719"/>
                </a:lnTo>
                <a:lnTo>
                  <a:pt x="1322388" y="693669"/>
                </a:lnTo>
                <a:lnTo>
                  <a:pt x="1311918" y="693508"/>
                </a:lnTo>
                <a:lnTo>
                  <a:pt x="1301688" y="690364"/>
                </a:lnTo>
                <a:lnTo>
                  <a:pt x="1292909" y="692137"/>
                </a:lnTo>
                <a:lnTo>
                  <a:pt x="1275592" y="700199"/>
                </a:lnTo>
                <a:lnTo>
                  <a:pt x="1266410" y="701409"/>
                </a:lnTo>
                <a:lnTo>
                  <a:pt x="1261496" y="699635"/>
                </a:lnTo>
                <a:lnTo>
                  <a:pt x="1258355" y="695282"/>
                </a:lnTo>
                <a:lnTo>
                  <a:pt x="1260127" y="691331"/>
                </a:lnTo>
                <a:lnTo>
                  <a:pt x="1263913" y="688348"/>
                </a:lnTo>
                <a:lnTo>
                  <a:pt x="1256825" y="690686"/>
                </a:lnTo>
                <a:lnTo>
                  <a:pt x="1250784" y="694798"/>
                </a:lnTo>
                <a:lnTo>
                  <a:pt x="1248126" y="697378"/>
                </a:lnTo>
                <a:lnTo>
                  <a:pt x="1245307" y="696088"/>
                </a:lnTo>
                <a:lnTo>
                  <a:pt x="1237736" y="686897"/>
                </a:lnTo>
                <a:lnTo>
                  <a:pt x="1221949" y="690364"/>
                </a:lnTo>
                <a:lnTo>
                  <a:pt x="1219774" y="691412"/>
                </a:lnTo>
                <a:lnTo>
                  <a:pt x="1215908" y="694475"/>
                </a:lnTo>
                <a:lnTo>
                  <a:pt x="1212122" y="692944"/>
                </a:lnTo>
                <a:lnTo>
                  <a:pt x="1210270" y="689638"/>
                </a:lnTo>
                <a:lnTo>
                  <a:pt x="1209545" y="670611"/>
                </a:lnTo>
                <a:lnTo>
                  <a:pt x="1201490" y="633928"/>
                </a:lnTo>
                <a:lnTo>
                  <a:pt x="1199316" y="615144"/>
                </a:lnTo>
                <a:lnTo>
                  <a:pt x="1197544" y="610709"/>
                </a:lnTo>
                <a:lnTo>
                  <a:pt x="1188281" y="604018"/>
                </a:lnTo>
                <a:lnTo>
                  <a:pt x="1188603" y="594343"/>
                </a:lnTo>
                <a:lnTo>
                  <a:pt x="1193355" y="586281"/>
                </a:lnTo>
                <a:lnTo>
                  <a:pt x="1194402" y="576848"/>
                </a:lnTo>
                <a:lnTo>
                  <a:pt x="1193033" y="566609"/>
                </a:lnTo>
                <a:lnTo>
                  <a:pt x="1190134" y="556612"/>
                </a:lnTo>
                <a:lnTo>
                  <a:pt x="1186509" y="549034"/>
                </a:lnTo>
                <a:lnTo>
                  <a:pt x="1181274" y="542584"/>
                </a:lnTo>
                <a:lnTo>
                  <a:pt x="1174347" y="535328"/>
                </a:lnTo>
                <a:lnTo>
                  <a:pt x="1165890" y="529926"/>
                </a:lnTo>
                <a:lnTo>
                  <a:pt x="1147525" y="523880"/>
                </a:lnTo>
                <a:lnTo>
                  <a:pt x="1137779" y="524363"/>
                </a:lnTo>
                <a:lnTo>
                  <a:pt x="1134235" y="522025"/>
                </a:lnTo>
                <a:lnTo>
                  <a:pt x="1131819" y="518881"/>
                </a:lnTo>
                <a:lnTo>
                  <a:pt x="1132786" y="512835"/>
                </a:lnTo>
                <a:lnTo>
                  <a:pt x="1136088" y="508642"/>
                </a:lnTo>
                <a:lnTo>
                  <a:pt x="1140437" y="507594"/>
                </a:lnTo>
                <a:lnTo>
                  <a:pt x="1141001" y="505256"/>
                </a:lnTo>
                <a:lnTo>
                  <a:pt x="1131658" y="500338"/>
                </a:lnTo>
                <a:lnTo>
                  <a:pt x="1123926" y="493727"/>
                </a:lnTo>
                <a:lnTo>
                  <a:pt x="1121429" y="489696"/>
                </a:lnTo>
                <a:lnTo>
                  <a:pt x="1120704" y="485343"/>
                </a:lnTo>
                <a:lnTo>
                  <a:pt x="1120784" y="475184"/>
                </a:lnTo>
                <a:lnTo>
                  <a:pt x="1123040" y="468815"/>
                </a:lnTo>
                <a:lnTo>
                  <a:pt x="1124248" y="465268"/>
                </a:lnTo>
                <a:lnTo>
                  <a:pt x="1126664" y="454545"/>
                </a:lnTo>
                <a:lnTo>
                  <a:pt x="1131738" y="451320"/>
                </a:lnTo>
                <a:lnTo>
                  <a:pt x="1130852" y="449305"/>
                </a:lnTo>
                <a:lnTo>
                  <a:pt x="1128678" y="447853"/>
                </a:lnTo>
                <a:lnTo>
                  <a:pt x="1125536" y="444387"/>
                </a:lnTo>
                <a:lnTo>
                  <a:pt x="1122959" y="440275"/>
                </a:lnTo>
                <a:lnTo>
                  <a:pt x="1116999" y="433422"/>
                </a:lnTo>
                <a:lnTo>
                  <a:pt x="1106528" y="425118"/>
                </a:lnTo>
                <a:lnTo>
                  <a:pt x="1104756" y="410848"/>
                </a:lnTo>
                <a:lnTo>
                  <a:pt x="1103387" y="389806"/>
                </a:lnTo>
                <a:lnTo>
                  <a:pt x="1104273" y="380212"/>
                </a:lnTo>
                <a:lnTo>
                  <a:pt x="1107655" y="362314"/>
                </a:lnTo>
                <a:lnTo>
                  <a:pt x="1113455" y="356751"/>
                </a:lnTo>
                <a:lnTo>
                  <a:pt x="1118046" y="355138"/>
                </a:lnTo>
                <a:lnTo>
                  <a:pt x="1121590" y="352720"/>
                </a:lnTo>
                <a:lnTo>
                  <a:pt x="1118690" y="352397"/>
                </a:lnTo>
                <a:lnTo>
                  <a:pt x="1116193" y="353284"/>
                </a:lnTo>
                <a:lnTo>
                  <a:pt x="1111763" y="353848"/>
                </a:lnTo>
                <a:lnTo>
                  <a:pt x="1115388" y="337885"/>
                </a:lnTo>
                <a:lnTo>
                  <a:pt x="1117079" y="333209"/>
                </a:lnTo>
                <a:lnTo>
                  <a:pt x="1124409" y="324260"/>
                </a:lnTo>
                <a:lnTo>
                  <a:pt x="1132947" y="316359"/>
                </a:lnTo>
                <a:lnTo>
                  <a:pt x="1136571" y="307007"/>
                </a:lnTo>
                <a:lnTo>
                  <a:pt x="1141484" y="298784"/>
                </a:lnTo>
                <a:lnTo>
                  <a:pt x="1161621" y="290318"/>
                </a:lnTo>
                <a:close/>
                <a:moveTo>
                  <a:pt x="2619808" y="385452"/>
                </a:moveTo>
                <a:lnTo>
                  <a:pt x="2625607" y="387226"/>
                </a:lnTo>
                <a:lnTo>
                  <a:pt x="2631728" y="386742"/>
                </a:lnTo>
                <a:lnTo>
                  <a:pt x="2634789" y="383114"/>
                </a:lnTo>
                <a:lnTo>
                  <a:pt x="2635595" y="378438"/>
                </a:lnTo>
                <a:lnTo>
                  <a:pt x="2638655" y="369731"/>
                </a:lnTo>
                <a:lnTo>
                  <a:pt x="2645743" y="363846"/>
                </a:lnTo>
                <a:lnTo>
                  <a:pt x="2650737" y="362959"/>
                </a:lnTo>
                <a:lnTo>
                  <a:pt x="2654281" y="360459"/>
                </a:lnTo>
                <a:lnTo>
                  <a:pt x="2653637" y="354010"/>
                </a:lnTo>
                <a:lnTo>
                  <a:pt x="2653959" y="347641"/>
                </a:lnTo>
                <a:lnTo>
                  <a:pt x="2659194" y="340868"/>
                </a:lnTo>
                <a:lnTo>
                  <a:pt x="2675464" y="331436"/>
                </a:lnTo>
                <a:lnTo>
                  <a:pt x="2684727" y="328130"/>
                </a:lnTo>
                <a:lnTo>
                  <a:pt x="2696728" y="327001"/>
                </a:lnTo>
                <a:lnTo>
                  <a:pt x="2698097" y="330629"/>
                </a:lnTo>
                <a:lnTo>
                  <a:pt x="2696728" y="335789"/>
                </a:lnTo>
                <a:lnTo>
                  <a:pt x="2699064" y="343609"/>
                </a:lnTo>
                <a:lnTo>
                  <a:pt x="2697936" y="364652"/>
                </a:lnTo>
                <a:lnTo>
                  <a:pt x="2695198" y="367635"/>
                </a:lnTo>
                <a:lnTo>
                  <a:pt x="2682794" y="374891"/>
                </a:lnTo>
                <a:lnTo>
                  <a:pt x="2669182" y="380695"/>
                </a:lnTo>
                <a:lnTo>
                  <a:pt x="2665396" y="383114"/>
                </a:lnTo>
                <a:lnTo>
                  <a:pt x="2662013" y="388919"/>
                </a:lnTo>
                <a:lnTo>
                  <a:pt x="2662335" y="394643"/>
                </a:lnTo>
                <a:lnTo>
                  <a:pt x="2673370" y="402302"/>
                </a:lnTo>
                <a:lnTo>
                  <a:pt x="2690526" y="409477"/>
                </a:lnTo>
                <a:lnTo>
                  <a:pt x="2694070" y="412864"/>
                </a:lnTo>
                <a:lnTo>
                  <a:pt x="2696406" y="418507"/>
                </a:lnTo>
                <a:lnTo>
                  <a:pt x="2697050" y="424796"/>
                </a:lnTo>
                <a:lnTo>
                  <a:pt x="2701158" y="427779"/>
                </a:lnTo>
                <a:lnTo>
                  <a:pt x="2706957" y="429230"/>
                </a:lnTo>
                <a:lnTo>
                  <a:pt x="2710824" y="432213"/>
                </a:lnTo>
                <a:lnTo>
                  <a:pt x="2713804" y="436405"/>
                </a:lnTo>
                <a:lnTo>
                  <a:pt x="2684808" y="426569"/>
                </a:lnTo>
                <a:lnTo>
                  <a:pt x="2677236" y="422216"/>
                </a:lnTo>
                <a:lnTo>
                  <a:pt x="2668135" y="421732"/>
                </a:lnTo>
                <a:lnTo>
                  <a:pt x="2659114" y="420442"/>
                </a:lnTo>
                <a:lnTo>
                  <a:pt x="2649851" y="416653"/>
                </a:lnTo>
                <a:lnTo>
                  <a:pt x="2639944" y="415766"/>
                </a:lnTo>
                <a:lnTo>
                  <a:pt x="2635192" y="418507"/>
                </a:lnTo>
                <a:lnTo>
                  <a:pt x="2633339" y="423828"/>
                </a:lnTo>
                <a:lnTo>
                  <a:pt x="2632212" y="429794"/>
                </a:lnTo>
                <a:lnTo>
                  <a:pt x="2634467" y="437211"/>
                </a:lnTo>
                <a:lnTo>
                  <a:pt x="2634225" y="441646"/>
                </a:lnTo>
                <a:lnTo>
                  <a:pt x="2632373" y="449788"/>
                </a:lnTo>
                <a:lnTo>
                  <a:pt x="2639541" y="473814"/>
                </a:lnTo>
                <a:lnTo>
                  <a:pt x="2648482" y="492921"/>
                </a:lnTo>
                <a:lnTo>
                  <a:pt x="2661772" y="512835"/>
                </a:lnTo>
                <a:lnTo>
                  <a:pt x="2668296" y="519607"/>
                </a:lnTo>
                <a:lnTo>
                  <a:pt x="2675545" y="525815"/>
                </a:lnTo>
                <a:lnTo>
                  <a:pt x="2663705" y="523960"/>
                </a:lnTo>
                <a:lnTo>
                  <a:pt x="2660080" y="517349"/>
                </a:lnTo>
                <a:lnTo>
                  <a:pt x="2645018" y="510738"/>
                </a:lnTo>
                <a:lnTo>
                  <a:pt x="2642199" y="506788"/>
                </a:lnTo>
                <a:lnTo>
                  <a:pt x="2632373" y="488003"/>
                </a:lnTo>
                <a:lnTo>
                  <a:pt x="2629473" y="484456"/>
                </a:lnTo>
                <a:lnTo>
                  <a:pt x="2620452" y="478006"/>
                </a:lnTo>
                <a:lnTo>
                  <a:pt x="2616505" y="473330"/>
                </a:lnTo>
                <a:lnTo>
                  <a:pt x="2615136" y="466961"/>
                </a:lnTo>
                <a:lnTo>
                  <a:pt x="2616103" y="460269"/>
                </a:lnTo>
                <a:lnTo>
                  <a:pt x="2615619" y="450998"/>
                </a:lnTo>
                <a:lnTo>
                  <a:pt x="2615942" y="441807"/>
                </a:lnTo>
                <a:lnTo>
                  <a:pt x="2617875" y="430600"/>
                </a:lnTo>
                <a:lnTo>
                  <a:pt x="2614653" y="426650"/>
                </a:lnTo>
                <a:lnTo>
                  <a:pt x="2610384" y="422941"/>
                </a:lnTo>
                <a:lnTo>
                  <a:pt x="2605471" y="414315"/>
                </a:lnTo>
                <a:lnTo>
                  <a:pt x="2604021" y="404560"/>
                </a:lnTo>
                <a:lnTo>
                  <a:pt x="2604424" y="398916"/>
                </a:lnTo>
                <a:lnTo>
                  <a:pt x="2606437" y="393917"/>
                </a:lnTo>
                <a:lnTo>
                  <a:pt x="2609176" y="389644"/>
                </a:lnTo>
                <a:lnTo>
                  <a:pt x="2609740" y="385452"/>
                </a:lnTo>
                <a:lnTo>
                  <a:pt x="2602652" y="379325"/>
                </a:lnTo>
                <a:lnTo>
                  <a:pt x="2595322" y="361911"/>
                </a:lnTo>
                <a:lnTo>
                  <a:pt x="2594597" y="352881"/>
                </a:lnTo>
                <a:lnTo>
                  <a:pt x="2604021" y="335547"/>
                </a:lnTo>
                <a:lnTo>
                  <a:pt x="2603860" y="327082"/>
                </a:lnTo>
                <a:lnTo>
                  <a:pt x="2605712" y="322083"/>
                </a:lnTo>
                <a:lnTo>
                  <a:pt x="2606759" y="316762"/>
                </a:lnTo>
                <a:lnTo>
                  <a:pt x="2611673" y="305153"/>
                </a:lnTo>
                <a:lnTo>
                  <a:pt x="2619647" y="295317"/>
                </a:lnTo>
                <a:lnTo>
                  <a:pt x="2633259" y="281531"/>
                </a:lnTo>
                <a:lnTo>
                  <a:pt x="2638414" y="278467"/>
                </a:lnTo>
                <a:lnTo>
                  <a:pt x="2644213" y="276532"/>
                </a:lnTo>
                <a:lnTo>
                  <a:pt x="2644777" y="279918"/>
                </a:lnTo>
                <a:lnTo>
                  <a:pt x="2643810" y="282901"/>
                </a:lnTo>
                <a:lnTo>
                  <a:pt x="2633823" y="296929"/>
                </a:lnTo>
                <a:lnTo>
                  <a:pt x="2632453" y="300154"/>
                </a:lnTo>
                <a:lnTo>
                  <a:pt x="2632212" y="306040"/>
                </a:lnTo>
                <a:lnTo>
                  <a:pt x="2636964" y="309506"/>
                </a:lnTo>
                <a:lnTo>
                  <a:pt x="2642199" y="316682"/>
                </a:lnTo>
                <a:lnTo>
                  <a:pt x="2643246" y="326195"/>
                </a:lnTo>
                <a:lnTo>
                  <a:pt x="2643407" y="336273"/>
                </a:lnTo>
                <a:lnTo>
                  <a:pt x="2642280" y="346431"/>
                </a:lnTo>
                <a:lnTo>
                  <a:pt x="2640347" y="349817"/>
                </a:lnTo>
                <a:lnTo>
                  <a:pt x="2632051" y="360056"/>
                </a:lnTo>
                <a:lnTo>
                  <a:pt x="2613364" y="372069"/>
                </a:lnTo>
                <a:lnTo>
                  <a:pt x="2611753" y="375052"/>
                </a:lnTo>
                <a:lnTo>
                  <a:pt x="2611834" y="378357"/>
                </a:lnTo>
                <a:lnTo>
                  <a:pt x="2615297" y="382308"/>
                </a:lnTo>
                <a:lnTo>
                  <a:pt x="2619808" y="385452"/>
                </a:lnTo>
                <a:close/>
                <a:moveTo>
                  <a:pt x="2782670" y="684881"/>
                </a:moveTo>
                <a:lnTo>
                  <a:pt x="2801115" y="693830"/>
                </a:lnTo>
                <a:lnTo>
                  <a:pt x="2810699" y="695120"/>
                </a:lnTo>
                <a:lnTo>
                  <a:pt x="2826889" y="693992"/>
                </a:lnTo>
                <a:lnTo>
                  <a:pt x="2832930" y="694798"/>
                </a:lnTo>
                <a:lnTo>
                  <a:pt x="2848314" y="706246"/>
                </a:lnTo>
                <a:lnTo>
                  <a:pt x="2852824" y="714066"/>
                </a:lnTo>
                <a:lnTo>
                  <a:pt x="2854113" y="720839"/>
                </a:lnTo>
                <a:lnTo>
                  <a:pt x="2856449" y="727288"/>
                </a:lnTo>
                <a:lnTo>
                  <a:pt x="2860235" y="728820"/>
                </a:lnTo>
                <a:lnTo>
                  <a:pt x="2864665" y="729465"/>
                </a:lnTo>
                <a:lnTo>
                  <a:pt x="2870544" y="738656"/>
                </a:lnTo>
                <a:lnTo>
                  <a:pt x="2871672" y="741639"/>
                </a:lnTo>
                <a:lnTo>
                  <a:pt x="2867242" y="764858"/>
                </a:lnTo>
                <a:lnTo>
                  <a:pt x="2849119" y="756070"/>
                </a:lnTo>
                <a:lnTo>
                  <a:pt x="2831641" y="746073"/>
                </a:lnTo>
                <a:lnTo>
                  <a:pt x="2824150" y="742365"/>
                </a:lnTo>
                <a:lnTo>
                  <a:pt x="2804014" y="733980"/>
                </a:lnTo>
                <a:lnTo>
                  <a:pt x="2800873" y="731078"/>
                </a:lnTo>
                <a:lnTo>
                  <a:pt x="2798618" y="727288"/>
                </a:lnTo>
                <a:lnTo>
                  <a:pt x="2789838" y="722048"/>
                </a:lnTo>
                <a:lnTo>
                  <a:pt x="2772360" y="721242"/>
                </a:lnTo>
                <a:lnTo>
                  <a:pt x="2765755" y="721403"/>
                </a:lnTo>
                <a:lnTo>
                  <a:pt x="2763097" y="722209"/>
                </a:lnTo>
                <a:lnTo>
                  <a:pt x="2763742" y="724950"/>
                </a:lnTo>
                <a:lnTo>
                  <a:pt x="2763903" y="730675"/>
                </a:lnTo>
                <a:lnTo>
                  <a:pt x="2759553" y="732206"/>
                </a:lnTo>
                <a:lnTo>
                  <a:pt x="2748680" y="728659"/>
                </a:lnTo>
                <a:lnTo>
                  <a:pt x="2738934" y="727369"/>
                </a:lnTo>
                <a:lnTo>
                  <a:pt x="2730557" y="723822"/>
                </a:lnTo>
                <a:lnTo>
                  <a:pt x="2719200" y="721967"/>
                </a:lnTo>
                <a:lnTo>
                  <a:pt x="2717992" y="720194"/>
                </a:lnTo>
                <a:lnTo>
                  <a:pt x="2718959" y="717614"/>
                </a:lnTo>
                <a:lnTo>
                  <a:pt x="2718475" y="715115"/>
                </a:lnTo>
                <a:lnTo>
                  <a:pt x="2715817" y="714147"/>
                </a:lnTo>
                <a:lnTo>
                  <a:pt x="2710824" y="714631"/>
                </a:lnTo>
                <a:lnTo>
                  <a:pt x="2705910" y="717130"/>
                </a:lnTo>
                <a:lnTo>
                  <a:pt x="2701803" y="719871"/>
                </a:lnTo>
                <a:lnTo>
                  <a:pt x="2695842" y="727692"/>
                </a:lnTo>
                <a:lnTo>
                  <a:pt x="2692781" y="730594"/>
                </a:lnTo>
                <a:lnTo>
                  <a:pt x="2682955" y="731884"/>
                </a:lnTo>
                <a:lnTo>
                  <a:pt x="2678847" y="731158"/>
                </a:lnTo>
                <a:lnTo>
                  <a:pt x="2675062" y="729223"/>
                </a:lnTo>
                <a:lnTo>
                  <a:pt x="2663866" y="715115"/>
                </a:lnTo>
                <a:lnTo>
                  <a:pt x="2660080" y="712051"/>
                </a:lnTo>
                <a:lnTo>
                  <a:pt x="2655892" y="709552"/>
                </a:lnTo>
                <a:lnTo>
                  <a:pt x="2651945" y="708342"/>
                </a:lnTo>
                <a:lnTo>
                  <a:pt x="2647918" y="710519"/>
                </a:lnTo>
                <a:lnTo>
                  <a:pt x="2645824" y="714953"/>
                </a:lnTo>
                <a:lnTo>
                  <a:pt x="2644857" y="720113"/>
                </a:lnTo>
                <a:lnTo>
                  <a:pt x="2643730" y="723177"/>
                </a:lnTo>
                <a:lnTo>
                  <a:pt x="2638897" y="731481"/>
                </a:lnTo>
                <a:lnTo>
                  <a:pt x="2634870" y="736479"/>
                </a:lnTo>
                <a:lnTo>
                  <a:pt x="2633420" y="735673"/>
                </a:lnTo>
                <a:lnTo>
                  <a:pt x="2635514" y="727692"/>
                </a:lnTo>
                <a:lnTo>
                  <a:pt x="2635514" y="723177"/>
                </a:lnTo>
                <a:lnTo>
                  <a:pt x="2633017" y="718420"/>
                </a:lnTo>
                <a:lnTo>
                  <a:pt x="2631487" y="713583"/>
                </a:lnTo>
                <a:lnTo>
                  <a:pt x="2650415" y="690444"/>
                </a:lnTo>
                <a:lnTo>
                  <a:pt x="2657342" y="684881"/>
                </a:lnTo>
                <a:lnTo>
                  <a:pt x="2687224" y="682946"/>
                </a:lnTo>
                <a:lnTo>
                  <a:pt x="2705024" y="684156"/>
                </a:lnTo>
                <a:lnTo>
                  <a:pt x="2714690" y="683591"/>
                </a:lnTo>
                <a:lnTo>
                  <a:pt x="2721133" y="681898"/>
                </a:lnTo>
                <a:lnTo>
                  <a:pt x="2726530" y="682624"/>
                </a:lnTo>
                <a:lnTo>
                  <a:pt x="2727819" y="687219"/>
                </a:lnTo>
                <a:lnTo>
                  <a:pt x="2731201" y="690606"/>
                </a:lnTo>
                <a:lnTo>
                  <a:pt x="2735873" y="690283"/>
                </a:lnTo>
                <a:lnTo>
                  <a:pt x="2744411" y="686736"/>
                </a:lnTo>
                <a:lnTo>
                  <a:pt x="2751740" y="681253"/>
                </a:lnTo>
                <a:lnTo>
                  <a:pt x="2756251" y="678835"/>
                </a:lnTo>
                <a:lnTo>
                  <a:pt x="2760842" y="678432"/>
                </a:lnTo>
                <a:lnTo>
                  <a:pt x="2765594" y="678754"/>
                </a:lnTo>
                <a:lnTo>
                  <a:pt x="2770185" y="680044"/>
                </a:lnTo>
                <a:lnTo>
                  <a:pt x="2782670" y="684881"/>
                </a:lnTo>
                <a:close/>
                <a:moveTo>
                  <a:pt x="2549572" y="702779"/>
                </a:moveTo>
                <a:lnTo>
                  <a:pt x="2562782" y="709068"/>
                </a:lnTo>
                <a:lnTo>
                  <a:pt x="2565843" y="713180"/>
                </a:lnTo>
                <a:lnTo>
                  <a:pt x="2568178" y="718098"/>
                </a:lnTo>
                <a:lnTo>
                  <a:pt x="2570836" y="720758"/>
                </a:lnTo>
                <a:lnTo>
                  <a:pt x="2573897" y="722935"/>
                </a:lnTo>
                <a:lnTo>
                  <a:pt x="2579052" y="727208"/>
                </a:lnTo>
                <a:lnTo>
                  <a:pt x="2580421" y="733658"/>
                </a:lnTo>
                <a:lnTo>
                  <a:pt x="2579294" y="746718"/>
                </a:lnTo>
                <a:lnTo>
                  <a:pt x="2573253" y="747847"/>
                </a:lnTo>
                <a:lnTo>
                  <a:pt x="2567615" y="749782"/>
                </a:lnTo>
                <a:lnTo>
                  <a:pt x="2556016" y="757360"/>
                </a:lnTo>
                <a:lnTo>
                  <a:pt x="2550297" y="758812"/>
                </a:lnTo>
                <a:lnTo>
                  <a:pt x="2544176" y="759295"/>
                </a:lnTo>
                <a:lnTo>
                  <a:pt x="2539826" y="761311"/>
                </a:lnTo>
                <a:lnTo>
                  <a:pt x="2535477" y="762117"/>
                </a:lnTo>
                <a:lnTo>
                  <a:pt x="2524281" y="757925"/>
                </a:lnTo>
                <a:lnTo>
                  <a:pt x="2513327" y="753007"/>
                </a:lnTo>
                <a:lnTo>
                  <a:pt x="2497540" y="744461"/>
                </a:lnTo>
                <a:lnTo>
                  <a:pt x="2494560" y="742365"/>
                </a:lnTo>
                <a:lnTo>
                  <a:pt x="2492063" y="737850"/>
                </a:lnTo>
                <a:lnTo>
                  <a:pt x="2484814" y="729626"/>
                </a:lnTo>
                <a:lnTo>
                  <a:pt x="2482962" y="724386"/>
                </a:lnTo>
                <a:lnTo>
                  <a:pt x="2482317" y="709471"/>
                </a:lnTo>
                <a:lnTo>
                  <a:pt x="2484250" y="706004"/>
                </a:lnTo>
                <a:lnTo>
                  <a:pt x="2487311" y="704150"/>
                </a:lnTo>
                <a:lnTo>
                  <a:pt x="2497943" y="707617"/>
                </a:lnTo>
                <a:lnTo>
                  <a:pt x="2504870" y="703989"/>
                </a:lnTo>
                <a:lnTo>
                  <a:pt x="2524926" y="700925"/>
                </a:lnTo>
                <a:lnTo>
                  <a:pt x="2545304" y="701248"/>
                </a:lnTo>
                <a:lnTo>
                  <a:pt x="2549572" y="702779"/>
                </a:lnTo>
                <a:close/>
                <a:moveTo>
                  <a:pt x="2393396" y="1174739"/>
                </a:moveTo>
                <a:lnTo>
                  <a:pt x="2392832" y="1181995"/>
                </a:lnTo>
                <a:lnTo>
                  <a:pt x="2394604" y="1183688"/>
                </a:lnTo>
                <a:lnTo>
                  <a:pt x="2397503" y="1184575"/>
                </a:lnTo>
                <a:lnTo>
                  <a:pt x="2407733" y="1179738"/>
                </a:lnTo>
                <a:lnTo>
                  <a:pt x="2409666" y="1180625"/>
                </a:lnTo>
                <a:lnTo>
                  <a:pt x="2411679" y="1182882"/>
                </a:lnTo>
                <a:lnTo>
                  <a:pt x="2411679" y="1189332"/>
                </a:lnTo>
                <a:lnTo>
                  <a:pt x="2407733" y="1194733"/>
                </a:lnTo>
                <a:lnTo>
                  <a:pt x="2397906" y="1195136"/>
                </a:lnTo>
                <a:lnTo>
                  <a:pt x="2396456" y="1196668"/>
                </a:lnTo>
                <a:lnTo>
                  <a:pt x="2396376" y="1199974"/>
                </a:lnTo>
                <a:lnTo>
                  <a:pt x="2397101" y="1203118"/>
                </a:lnTo>
                <a:lnTo>
                  <a:pt x="2399437" y="1205698"/>
                </a:lnTo>
                <a:lnTo>
                  <a:pt x="2402417" y="1210213"/>
                </a:lnTo>
                <a:lnTo>
                  <a:pt x="2405155" y="1220694"/>
                </a:lnTo>
                <a:lnTo>
                  <a:pt x="2399517" y="1224966"/>
                </a:lnTo>
                <a:lnTo>
                  <a:pt x="2396698" y="1233109"/>
                </a:lnTo>
                <a:lnTo>
                  <a:pt x="2386952" y="1240688"/>
                </a:lnTo>
                <a:lnTo>
                  <a:pt x="2376159" y="1253103"/>
                </a:lnTo>
                <a:lnTo>
                  <a:pt x="2367621" y="1259473"/>
                </a:lnTo>
                <a:lnTo>
                  <a:pt x="2360050" y="1266970"/>
                </a:lnTo>
                <a:lnTo>
                  <a:pt x="2353606" y="1272050"/>
                </a:lnTo>
                <a:lnTo>
                  <a:pt x="2345471" y="1273743"/>
                </a:lnTo>
                <a:lnTo>
                  <a:pt x="2333309" y="1274791"/>
                </a:lnTo>
                <a:lnTo>
                  <a:pt x="2316797" y="1283820"/>
                </a:lnTo>
                <a:lnTo>
                  <a:pt x="2307696" y="1287771"/>
                </a:lnTo>
                <a:lnTo>
                  <a:pt x="2298755" y="1288013"/>
                </a:lnTo>
                <a:lnTo>
                  <a:pt x="2290459" y="1285110"/>
                </a:lnTo>
                <a:lnTo>
                  <a:pt x="2287318" y="1281805"/>
                </a:lnTo>
                <a:lnTo>
                  <a:pt x="2288043" y="1277371"/>
                </a:lnTo>
                <a:lnTo>
                  <a:pt x="2290781" y="1273581"/>
                </a:lnTo>
                <a:lnTo>
                  <a:pt x="2294164" y="1270437"/>
                </a:lnTo>
                <a:lnTo>
                  <a:pt x="2296258" y="1266406"/>
                </a:lnTo>
                <a:lnTo>
                  <a:pt x="2286835" y="1261246"/>
                </a:lnTo>
                <a:lnTo>
                  <a:pt x="2286029" y="1257376"/>
                </a:lnTo>
                <a:lnTo>
                  <a:pt x="2289815" y="1246976"/>
                </a:lnTo>
                <a:lnTo>
                  <a:pt x="2292231" y="1236254"/>
                </a:lnTo>
                <a:lnTo>
                  <a:pt x="2295695" y="1228998"/>
                </a:lnTo>
                <a:lnTo>
                  <a:pt x="2309226" y="1215937"/>
                </a:lnTo>
                <a:lnTo>
                  <a:pt x="2317281" y="1209487"/>
                </a:lnTo>
                <a:lnTo>
                  <a:pt x="2322033" y="1206988"/>
                </a:lnTo>
                <a:lnTo>
                  <a:pt x="2323321" y="1209648"/>
                </a:lnTo>
                <a:lnTo>
                  <a:pt x="2326382" y="1212954"/>
                </a:lnTo>
                <a:lnTo>
                  <a:pt x="2328476" y="1213518"/>
                </a:lnTo>
                <a:lnTo>
                  <a:pt x="2330007" y="1212793"/>
                </a:lnTo>
                <a:lnTo>
                  <a:pt x="2341847" y="1213921"/>
                </a:lnTo>
                <a:lnTo>
                  <a:pt x="2344827" y="1212793"/>
                </a:lnTo>
                <a:lnTo>
                  <a:pt x="2349418" y="1207633"/>
                </a:lnTo>
                <a:lnTo>
                  <a:pt x="2352398" y="1204730"/>
                </a:lnTo>
                <a:lnTo>
                  <a:pt x="2354412" y="1198684"/>
                </a:lnTo>
                <a:lnTo>
                  <a:pt x="2354895" y="1194733"/>
                </a:lnTo>
                <a:lnTo>
                  <a:pt x="2365447" y="1191912"/>
                </a:lnTo>
                <a:lnTo>
                  <a:pt x="2371165" y="1188848"/>
                </a:lnTo>
                <a:lnTo>
                  <a:pt x="2376159" y="1184414"/>
                </a:lnTo>
                <a:lnTo>
                  <a:pt x="2390818" y="1176835"/>
                </a:lnTo>
                <a:lnTo>
                  <a:pt x="2393396" y="1174739"/>
                </a:lnTo>
                <a:close/>
                <a:moveTo>
                  <a:pt x="3184750" y="913928"/>
                </a:moveTo>
                <a:lnTo>
                  <a:pt x="3184106" y="917072"/>
                </a:lnTo>
                <a:lnTo>
                  <a:pt x="3184026" y="922796"/>
                </a:lnTo>
                <a:lnTo>
                  <a:pt x="3185395" y="928117"/>
                </a:lnTo>
                <a:lnTo>
                  <a:pt x="3181931" y="933519"/>
                </a:lnTo>
                <a:lnTo>
                  <a:pt x="3185153" y="941581"/>
                </a:lnTo>
                <a:lnTo>
                  <a:pt x="3185636" y="945612"/>
                </a:lnTo>
                <a:lnTo>
                  <a:pt x="3185475" y="951336"/>
                </a:lnTo>
                <a:lnTo>
                  <a:pt x="3184509" y="953836"/>
                </a:lnTo>
                <a:lnTo>
                  <a:pt x="3182092" y="961333"/>
                </a:lnTo>
                <a:lnTo>
                  <a:pt x="3179676" y="963994"/>
                </a:lnTo>
                <a:lnTo>
                  <a:pt x="3177824" y="964719"/>
                </a:lnTo>
                <a:lnTo>
                  <a:pt x="3175971" y="966977"/>
                </a:lnTo>
                <a:lnTo>
                  <a:pt x="3160104" y="964558"/>
                </a:lnTo>
                <a:lnTo>
                  <a:pt x="3153257" y="959398"/>
                </a:lnTo>
                <a:lnTo>
                  <a:pt x="3147136" y="953755"/>
                </a:lnTo>
                <a:lnTo>
                  <a:pt x="3145847" y="951417"/>
                </a:lnTo>
                <a:lnTo>
                  <a:pt x="3138679" y="944806"/>
                </a:lnTo>
                <a:lnTo>
                  <a:pt x="3137068" y="942629"/>
                </a:lnTo>
                <a:lnTo>
                  <a:pt x="3136907" y="939162"/>
                </a:lnTo>
                <a:lnTo>
                  <a:pt x="3142706" y="938195"/>
                </a:lnTo>
                <a:lnTo>
                  <a:pt x="3148908" y="938356"/>
                </a:lnTo>
                <a:lnTo>
                  <a:pt x="3148666" y="935212"/>
                </a:lnTo>
                <a:lnTo>
                  <a:pt x="3152210" y="924086"/>
                </a:lnTo>
                <a:lnTo>
                  <a:pt x="3142787" y="916911"/>
                </a:lnTo>
                <a:lnTo>
                  <a:pt x="3141095" y="913928"/>
                </a:lnTo>
                <a:lnTo>
                  <a:pt x="3144478" y="911912"/>
                </a:lnTo>
                <a:lnTo>
                  <a:pt x="3152049" y="914411"/>
                </a:lnTo>
                <a:lnTo>
                  <a:pt x="3161312" y="901915"/>
                </a:lnTo>
                <a:lnTo>
                  <a:pt x="3164050" y="899255"/>
                </a:lnTo>
                <a:lnTo>
                  <a:pt x="3165339" y="892241"/>
                </a:lnTo>
                <a:lnTo>
                  <a:pt x="3170575" y="891354"/>
                </a:lnTo>
                <a:lnTo>
                  <a:pt x="3174280" y="892321"/>
                </a:lnTo>
                <a:lnTo>
                  <a:pt x="3176615" y="896594"/>
                </a:lnTo>
                <a:lnTo>
                  <a:pt x="3177582" y="900383"/>
                </a:lnTo>
                <a:lnTo>
                  <a:pt x="3176615" y="903769"/>
                </a:lnTo>
                <a:lnTo>
                  <a:pt x="3181045" y="905543"/>
                </a:lnTo>
                <a:lnTo>
                  <a:pt x="3184750" y="913928"/>
                </a:lnTo>
                <a:close/>
                <a:moveTo>
                  <a:pt x="3167836" y="973185"/>
                </a:moveTo>
                <a:lnTo>
                  <a:pt x="3166467" y="978909"/>
                </a:lnTo>
                <a:lnTo>
                  <a:pt x="3165178" y="985197"/>
                </a:lnTo>
                <a:lnTo>
                  <a:pt x="3157768" y="992373"/>
                </a:lnTo>
                <a:lnTo>
                  <a:pt x="3153257" y="1003257"/>
                </a:lnTo>
                <a:lnTo>
                  <a:pt x="3150599" y="1005998"/>
                </a:lnTo>
                <a:lnTo>
                  <a:pt x="3140692" y="1010835"/>
                </a:lnTo>
                <a:lnTo>
                  <a:pt x="3131913" y="1004788"/>
                </a:lnTo>
                <a:lnTo>
                  <a:pt x="3129335" y="999548"/>
                </a:lnTo>
                <a:lnTo>
                  <a:pt x="3133202" y="975603"/>
                </a:lnTo>
                <a:lnTo>
                  <a:pt x="3136987" y="976329"/>
                </a:lnTo>
                <a:lnTo>
                  <a:pt x="3139484" y="976168"/>
                </a:lnTo>
                <a:lnTo>
                  <a:pt x="3140290" y="974636"/>
                </a:lnTo>
                <a:lnTo>
                  <a:pt x="3134651" y="971895"/>
                </a:lnTo>
                <a:lnTo>
                  <a:pt x="3133524" y="958108"/>
                </a:lnTo>
                <a:lnTo>
                  <a:pt x="3133846" y="952949"/>
                </a:lnTo>
                <a:lnTo>
                  <a:pt x="3138115" y="951739"/>
                </a:lnTo>
                <a:lnTo>
                  <a:pt x="3143431" y="955770"/>
                </a:lnTo>
                <a:lnTo>
                  <a:pt x="3150197" y="963026"/>
                </a:lnTo>
                <a:lnTo>
                  <a:pt x="3158010" y="968751"/>
                </a:lnTo>
                <a:lnTo>
                  <a:pt x="3167836" y="973185"/>
                </a:lnTo>
                <a:close/>
                <a:moveTo>
                  <a:pt x="3489855" y="1120884"/>
                </a:moveTo>
                <a:lnTo>
                  <a:pt x="3470605" y="1131445"/>
                </a:lnTo>
                <a:lnTo>
                  <a:pt x="3445394" y="1129591"/>
                </a:lnTo>
                <a:lnTo>
                  <a:pt x="3436454" y="1129430"/>
                </a:lnTo>
                <a:lnTo>
                  <a:pt x="3421633" y="1132010"/>
                </a:lnTo>
                <a:lnTo>
                  <a:pt x="3418573" y="1129913"/>
                </a:lnTo>
                <a:lnTo>
                  <a:pt x="3421392" y="1119916"/>
                </a:lnTo>
                <a:lnTo>
                  <a:pt x="3433312" y="1093311"/>
                </a:lnTo>
                <a:lnTo>
                  <a:pt x="3447408" y="1069931"/>
                </a:lnTo>
                <a:lnTo>
                  <a:pt x="3453368" y="1063804"/>
                </a:lnTo>
                <a:lnTo>
                  <a:pt x="3461664" y="1058079"/>
                </a:lnTo>
                <a:lnTo>
                  <a:pt x="3470605" y="1053484"/>
                </a:lnTo>
                <a:lnTo>
                  <a:pt x="3490580" y="1048808"/>
                </a:lnTo>
                <a:lnTo>
                  <a:pt x="3508783" y="1049614"/>
                </a:lnTo>
                <a:lnTo>
                  <a:pt x="3511361" y="1051630"/>
                </a:lnTo>
                <a:lnTo>
                  <a:pt x="3519173" y="1059450"/>
                </a:lnTo>
                <a:lnTo>
                  <a:pt x="3524328" y="1065577"/>
                </a:lnTo>
                <a:lnTo>
                  <a:pt x="3526422" y="1074284"/>
                </a:lnTo>
                <a:lnTo>
                  <a:pt x="3518690" y="1089280"/>
                </a:lnTo>
                <a:lnTo>
                  <a:pt x="3510072" y="1103550"/>
                </a:lnTo>
                <a:lnTo>
                  <a:pt x="3496057" y="1114757"/>
                </a:lnTo>
                <a:lnTo>
                  <a:pt x="3489855" y="1120884"/>
                </a:lnTo>
                <a:close/>
                <a:moveTo>
                  <a:pt x="3686224" y="664242"/>
                </a:moveTo>
                <a:lnTo>
                  <a:pt x="3686224" y="664565"/>
                </a:lnTo>
                <a:lnTo>
                  <a:pt x="3686224" y="669966"/>
                </a:lnTo>
                <a:lnTo>
                  <a:pt x="3686304" y="679802"/>
                </a:lnTo>
                <a:lnTo>
                  <a:pt x="3686304" y="696249"/>
                </a:lnTo>
                <a:lnTo>
                  <a:pt x="3686304" y="712615"/>
                </a:lnTo>
                <a:lnTo>
                  <a:pt x="3686304" y="728981"/>
                </a:lnTo>
                <a:lnTo>
                  <a:pt x="3686304" y="745428"/>
                </a:lnTo>
                <a:lnTo>
                  <a:pt x="3686304" y="761795"/>
                </a:lnTo>
                <a:lnTo>
                  <a:pt x="3686304" y="778161"/>
                </a:lnTo>
                <a:lnTo>
                  <a:pt x="3686304" y="794527"/>
                </a:lnTo>
                <a:lnTo>
                  <a:pt x="3686304" y="810974"/>
                </a:lnTo>
                <a:lnTo>
                  <a:pt x="3686304" y="827340"/>
                </a:lnTo>
                <a:lnTo>
                  <a:pt x="3686304" y="843706"/>
                </a:lnTo>
                <a:lnTo>
                  <a:pt x="3686385" y="860153"/>
                </a:lnTo>
                <a:lnTo>
                  <a:pt x="3686385" y="876519"/>
                </a:lnTo>
                <a:lnTo>
                  <a:pt x="3686385" y="892885"/>
                </a:lnTo>
                <a:lnTo>
                  <a:pt x="3686385" y="909332"/>
                </a:lnTo>
                <a:lnTo>
                  <a:pt x="3686385" y="925699"/>
                </a:lnTo>
                <a:lnTo>
                  <a:pt x="3686385" y="942065"/>
                </a:lnTo>
                <a:lnTo>
                  <a:pt x="3686385" y="958431"/>
                </a:lnTo>
                <a:lnTo>
                  <a:pt x="3686385" y="965445"/>
                </a:lnTo>
                <a:lnTo>
                  <a:pt x="3683888" y="973991"/>
                </a:lnTo>
                <a:lnTo>
                  <a:pt x="3678330" y="986890"/>
                </a:lnTo>
                <a:lnTo>
                  <a:pt x="3677283" y="997210"/>
                </a:lnTo>
                <a:lnTo>
                  <a:pt x="3681955" y="1005272"/>
                </a:lnTo>
                <a:lnTo>
                  <a:pt x="3686385" y="1010513"/>
                </a:lnTo>
                <a:lnTo>
                  <a:pt x="3686385" y="1024057"/>
                </a:lnTo>
                <a:lnTo>
                  <a:pt x="3686385" y="1040423"/>
                </a:lnTo>
                <a:lnTo>
                  <a:pt x="3686385" y="1056790"/>
                </a:lnTo>
                <a:lnTo>
                  <a:pt x="3686385" y="1073236"/>
                </a:lnTo>
                <a:lnTo>
                  <a:pt x="3686465" y="1089603"/>
                </a:lnTo>
                <a:lnTo>
                  <a:pt x="3686465" y="1105969"/>
                </a:lnTo>
                <a:lnTo>
                  <a:pt x="3686465" y="1122335"/>
                </a:lnTo>
                <a:lnTo>
                  <a:pt x="3686465" y="1138782"/>
                </a:lnTo>
                <a:lnTo>
                  <a:pt x="3686465" y="1155148"/>
                </a:lnTo>
                <a:lnTo>
                  <a:pt x="3686465" y="1171514"/>
                </a:lnTo>
                <a:lnTo>
                  <a:pt x="3686465" y="1187961"/>
                </a:lnTo>
                <a:lnTo>
                  <a:pt x="3686465" y="1189009"/>
                </a:lnTo>
                <a:lnTo>
                  <a:pt x="3682358" y="1186268"/>
                </a:lnTo>
                <a:lnTo>
                  <a:pt x="3671242" y="1177319"/>
                </a:lnTo>
                <a:lnTo>
                  <a:pt x="3661174" y="1167080"/>
                </a:lnTo>
                <a:lnTo>
                  <a:pt x="3654650" y="1157486"/>
                </a:lnTo>
                <a:lnTo>
                  <a:pt x="3647321" y="1148779"/>
                </a:lnTo>
                <a:lnTo>
                  <a:pt x="3616069" y="1123061"/>
                </a:lnTo>
                <a:lnTo>
                  <a:pt x="3608095" y="1114595"/>
                </a:lnTo>
                <a:lnTo>
                  <a:pt x="3606484" y="1112257"/>
                </a:lnTo>
                <a:lnTo>
                  <a:pt x="3607290" y="1110000"/>
                </a:lnTo>
                <a:lnTo>
                  <a:pt x="3610834" y="1105566"/>
                </a:lnTo>
                <a:lnTo>
                  <a:pt x="3617277" y="1092666"/>
                </a:lnTo>
                <a:lnTo>
                  <a:pt x="3610592" y="1100648"/>
                </a:lnTo>
                <a:lnTo>
                  <a:pt x="3602618" y="1106936"/>
                </a:lnTo>
                <a:lnTo>
                  <a:pt x="3591020" y="1107339"/>
                </a:lnTo>
                <a:lnTo>
                  <a:pt x="3579582" y="1108871"/>
                </a:lnTo>
                <a:lnTo>
                  <a:pt x="3569111" y="1112741"/>
                </a:lnTo>
                <a:lnTo>
                  <a:pt x="3558399" y="1114031"/>
                </a:lnTo>
                <a:lnTo>
                  <a:pt x="3553002" y="1112177"/>
                </a:lnTo>
                <a:lnTo>
                  <a:pt x="3549781" y="1107420"/>
                </a:lnTo>
                <a:lnTo>
                  <a:pt x="3548089" y="1102583"/>
                </a:lnTo>
                <a:lnTo>
                  <a:pt x="3547364" y="1097342"/>
                </a:lnTo>
                <a:lnTo>
                  <a:pt x="3542854" y="1105727"/>
                </a:lnTo>
                <a:lnTo>
                  <a:pt x="3533994" y="1110322"/>
                </a:lnTo>
                <a:lnTo>
                  <a:pt x="3521912" y="1119916"/>
                </a:lnTo>
                <a:lnTo>
                  <a:pt x="3518529" y="1117981"/>
                </a:lnTo>
                <a:lnTo>
                  <a:pt x="3516435" y="1114273"/>
                </a:lnTo>
                <a:lnTo>
                  <a:pt x="3515710" y="1110484"/>
                </a:lnTo>
                <a:lnTo>
                  <a:pt x="3518046" y="1106453"/>
                </a:lnTo>
                <a:lnTo>
                  <a:pt x="3519657" y="1102099"/>
                </a:lnTo>
                <a:lnTo>
                  <a:pt x="3522154" y="1091779"/>
                </a:lnTo>
                <a:lnTo>
                  <a:pt x="3527550" y="1085733"/>
                </a:lnTo>
                <a:lnTo>
                  <a:pt x="3531014" y="1073881"/>
                </a:lnTo>
                <a:lnTo>
                  <a:pt x="3533269" y="1069689"/>
                </a:lnTo>
                <a:lnTo>
                  <a:pt x="3534396" y="1065497"/>
                </a:lnTo>
                <a:lnTo>
                  <a:pt x="3531255" y="1060740"/>
                </a:lnTo>
                <a:lnTo>
                  <a:pt x="3525939" y="1059128"/>
                </a:lnTo>
                <a:lnTo>
                  <a:pt x="3522315" y="1056225"/>
                </a:lnTo>
                <a:lnTo>
                  <a:pt x="3518126" y="1048244"/>
                </a:lnTo>
                <a:lnTo>
                  <a:pt x="3515468" y="1045583"/>
                </a:lnTo>
                <a:lnTo>
                  <a:pt x="3510716" y="1042278"/>
                </a:lnTo>
                <a:lnTo>
                  <a:pt x="3507011" y="1038408"/>
                </a:lnTo>
                <a:lnTo>
                  <a:pt x="3511038" y="1035586"/>
                </a:lnTo>
                <a:lnTo>
                  <a:pt x="3516435" y="1034377"/>
                </a:lnTo>
                <a:lnTo>
                  <a:pt x="3520784" y="1034619"/>
                </a:lnTo>
                <a:lnTo>
                  <a:pt x="3528758" y="1036392"/>
                </a:lnTo>
                <a:lnTo>
                  <a:pt x="3532302" y="1036473"/>
                </a:lnTo>
                <a:lnTo>
                  <a:pt x="3541565" y="1033490"/>
                </a:lnTo>
                <a:lnTo>
                  <a:pt x="3536410" y="1034457"/>
                </a:lnTo>
                <a:lnTo>
                  <a:pt x="3531255" y="1034377"/>
                </a:lnTo>
                <a:lnTo>
                  <a:pt x="3514905" y="1029136"/>
                </a:lnTo>
                <a:lnTo>
                  <a:pt x="3504756" y="1023815"/>
                </a:lnTo>
                <a:lnTo>
                  <a:pt x="3495171" y="1013093"/>
                </a:lnTo>
                <a:lnTo>
                  <a:pt x="3495090" y="1010996"/>
                </a:lnTo>
                <a:lnTo>
                  <a:pt x="3501856" y="1009061"/>
                </a:lnTo>
                <a:lnTo>
                  <a:pt x="3516435" y="1006723"/>
                </a:lnTo>
                <a:lnTo>
                  <a:pt x="3511844" y="1001241"/>
                </a:lnTo>
                <a:lnTo>
                  <a:pt x="3505320" y="996484"/>
                </a:lnTo>
                <a:lnTo>
                  <a:pt x="3502984" y="988019"/>
                </a:lnTo>
                <a:lnTo>
                  <a:pt x="3498473" y="982698"/>
                </a:lnTo>
                <a:lnTo>
                  <a:pt x="3488808" y="974152"/>
                </a:lnTo>
                <a:lnTo>
                  <a:pt x="3482123" y="965203"/>
                </a:lnTo>
                <a:lnTo>
                  <a:pt x="3476404" y="947144"/>
                </a:lnTo>
                <a:lnTo>
                  <a:pt x="3470605" y="933438"/>
                </a:lnTo>
                <a:lnTo>
                  <a:pt x="3472055" y="928520"/>
                </a:lnTo>
                <a:lnTo>
                  <a:pt x="3476968" y="924973"/>
                </a:lnTo>
                <a:lnTo>
                  <a:pt x="3469558" y="924570"/>
                </a:lnTo>
                <a:lnTo>
                  <a:pt x="3462872" y="921990"/>
                </a:lnTo>
                <a:lnTo>
                  <a:pt x="3466416" y="915298"/>
                </a:lnTo>
                <a:lnTo>
                  <a:pt x="3474149" y="911428"/>
                </a:lnTo>
                <a:lnTo>
                  <a:pt x="3467061" y="912396"/>
                </a:lnTo>
                <a:lnTo>
                  <a:pt x="3460214" y="914331"/>
                </a:lnTo>
                <a:lnTo>
                  <a:pt x="3456993" y="914734"/>
                </a:lnTo>
                <a:lnTo>
                  <a:pt x="3453771" y="914089"/>
                </a:lnTo>
                <a:lnTo>
                  <a:pt x="3452079" y="911428"/>
                </a:lnTo>
                <a:lnTo>
                  <a:pt x="3451838" y="907639"/>
                </a:lnTo>
                <a:lnTo>
                  <a:pt x="3452885" y="900948"/>
                </a:lnTo>
                <a:lnTo>
                  <a:pt x="3451677" y="894417"/>
                </a:lnTo>
                <a:lnTo>
                  <a:pt x="3445555" y="891434"/>
                </a:lnTo>
                <a:lnTo>
                  <a:pt x="3440481" y="886758"/>
                </a:lnTo>
                <a:lnTo>
                  <a:pt x="3437662" y="885065"/>
                </a:lnTo>
                <a:lnTo>
                  <a:pt x="3433876" y="885146"/>
                </a:lnTo>
                <a:lnTo>
                  <a:pt x="3430252" y="882082"/>
                </a:lnTo>
                <a:lnTo>
                  <a:pt x="3427352" y="877567"/>
                </a:lnTo>
                <a:lnTo>
                  <a:pt x="3390946" y="858057"/>
                </a:lnTo>
                <a:lnTo>
                  <a:pt x="3388771" y="852494"/>
                </a:lnTo>
                <a:lnTo>
                  <a:pt x="3385388" y="854993"/>
                </a:lnTo>
                <a:lnTo>
                  <a:pt x="3382005" y="856122"/>
                </a:lnTo>
                <a:lnTo>
                  <a:pt x="3377817" y="852978"/>
                </a:lnTo>
                <a:lnTo>
                  <a:pt x="3373387" y="850801"/>
                </a:lnTo>
                <a:lnTo>
                  <a:pt x="3368635" y="851204"/>
                </a:lnTo>
                <a:lnTo>
                  <a:pt x="3364205" y="849430"/>
                </a:lnTo>
                <a:lnTo>
                  <a:pt x="3359533" y="848463"/>
                </a:lnTo>
                <a:lnTo>
                  <a:pt x="3354700" y="848302"/>
                </a:lnTo>
                <a:lnTo>
                  <a:pt x="3335531" y="842336"/>
                </a:lnTo>
                <a:lnTo>
                  <a:pt x="3317408" y="832822"/>
                </a:lnTo>
                <a:lnTo>
                  <a:pt x="3302668" y="828791"/>
                </a:lnTo>
                <a:lnTo>
                  <a:pt x="3293486" y="823470"/>
                </a:lnTo>
                <a:lnTo>
                  <a:pt x="3284062" y="819117"/>
                </a:lnTo>
                <a:lnTo>
                  <a:pt x="3262879" y="814844"/>
                </a:lnTo>
                <a:lnTo>
                  <a:pt x="3241374" y="812022"/>
                </a:lnTo>
                <a:lnTo>
                  <a:pt x="3233641" y="811941"/>
                </a:lnTo>
                <a:lnTo>
                  <a:pt x="3227117" y="812828"/>
                </a:lnTo>
                <a:lnTo>
                  <a:pt x="3220915" y="812667"/>
                </a:lnTo>
                <a:lnTo>
                  <a:pt x="3185314" y="792028"/>
                </a:lnTo>
                <a:lnTo>
                  <a:pt x="3179354" y="782676"/>
                </a:lnTo>
                <a:lnTo>
                  <a:pt x="3179918" y="777193"/>
                </a:lnTo>
                <a:lnTo>
                  <a:pt x="3181529" y="772678"/>
                </a:lnTo>
                <a:lnTo>
                  <a:pt x="3196027" y="771308"/>
                </a:lnTo>
                <a:lnTo>
                  <a:pt x="3185798" y="770018"/>
                </a:lnTo>
                <a:lnTo>
                  <a:pt x="3181609" y="770663"/>
                </a:lnTo>
                <a:lnTo>
                  <a:pt x="3173152" y="774372"/>
                </a:lnTo>
                <a:lnTo>
                  <a:pt x="3168641" y="774613"/>
                </a:lnTo>
                <a:lnTo>
                  <a:pt x="3162198" y="772195"/>
                </a:lnTo>
                <a:lnTo>
                  <a:pt x="3156076" y="769050"/>
                </a:lnTo>
                <a:lnTo>
                  <a:pt x="3146008" y="771953"/>
                </a:lnTo>
                <a:lnTo>
                  <a:pt x="3140853" y="767196"/>
                </a:lnTo>
                <a:lnTo>
                  <a:pt x="3139081" y="762198"/>
                </a:lnTo>
                <a:lnTo>
                  <a:pt x="3136423" y="759940"/>
                </a:lnTo>
                <a:lnTo>
                  <a:pt x="3132638" y="760182"/>
                </a:lnTo>
                <a:lnTo>
                  <a:pt x="3127564" y="761956"/>
                </a:lnTo>
                <a:lnTo>
                  <a:pt x="3122489" y="761633"/>
                </a:lnTo>
                <a:lnTo>
                  <a:pt x="3119187" y="758247"/>
                </a:lnTo>
                <a:lnTo>
                  <a:pt x="3116851" y="753732"/>
                </a:lnTo>
                <a:lnTo>
                  <a:pt x="3113388" y="750507"/>
                </a:lnTo>
                <a:lnTo>
                  <a:pt x="3109119" y="748089"/>
                </a:lnTo>
                <a:lnTo>
                  <a:pt x="3102272" y="742284"/>
                </a:lnTo>
                <a:lnTo>
                  <a:pt x="3098648" y="734302"/>
                </a:lnTo>
                <a:lnTo>
                  <a:pt x="3099051" y="720597"/>
                </a:lnTo>
                <a:lnTo>
                  <a:pt x="3100178" y="715679"/>
                </a:lnTo>
                <a:lnTo>
                  <a:pt x="3107025" y="707697"/>
                </a:lnTo>
                <a:lnTo>
                  <a:pt x="3111857" y="700119"/>
                </a:lnTo>
                <a:lnTo>
                  <a:pt x="3105816" y="699232"/>
                </a:lnTo>
                <a:lnTo>
                  <a:pt x="3100420" y="702699"/>
                </a:lnTo>
                <a:lnTo>
                  <a:pt x="3098165" y="706327"/>
                </a:lnTo>
                <a:lnTo>
                  <a:pt x="3097279" y="710680"/>
                </a:lnTo>
                <a:lnTo>
                  <a:pt x="3096634" y="725031"/>
                </a:lnTo>
                <a:lnTo>
                  <a:pt x="3092285" y="729223"/>
                </a:lnTo>
                <a:lnTo>
                  <a:pt x="3085761" y="728901"/>
                </a:lnTo>
                <a:lnTo>
                  <a:pt x="3087694" y="737286"/>
                </a:lnTo>
                <a:lnTo>
                  <a:pt x="3085036" y="745348"/>
                </a:lnTo>
                <a:lnTo>
                  <a:pt x="3077465" y="754700"/>
                </a:lnTo>
                <a:lnTo>
                  <a:pt x="3076820" y="758973"/>
                </a:lnTo>
                <a:lnTo>
                  <a:pt x="3078028" y="763649"/>
                </a:lnTo>
                <a:lnTo>
                  <a:pt x="3076337" y="768164"/>
                </a:lnTo>
                <a:lnTo>
                  <a:pt x="3064094" y="781305"/>
                </a:lnTo>
                <a:lnTo>
                  <a:pt x="3059986" y="781950"/>
                </a:lnTo>
                <a:lnTo>
                  <a:pt x="3050885" y="781869"/>
                </a:lnTo>
                <a:lnTo>
                  <a:pt x="3041541" y="783965"/>
                </a:lnTo>
                <a:lnTo>
                  <a:pt x="3037111" y="780902"/>
                </a:lnTo>
                <a:lnTo>
                  <a:pt x="3033567" y="776871"/>
                </a:lnTo>
                <a:lnTo>
                  <a:pt x="3030909" y="772195"/>
                </a:lnTo>
                <a:lnTo>
                  <a:pt x="3027204" y="762439"/>
                </a:lnTo>
                <a:lnTo>
                  <a:pt x="3024224" y="752442"/>
                </a:lnTo>
                <a:lnTo>
                  <a:pt x="3033567" y="740107"/>
                </a:lnTo>
                <a:lnTo>
                  <a:pt x="3030346" y="728981"/>
                </a:lnTo>
                <a:lnTo>
                  <a:pt x="3023983" y="719468"/>
                </a:lnTo>
                <a:lnTo>
                  <a:pt x="3008115" y="706246"/>
                </a:lnTo>
                <a:lnTo>
                  <a:pt x="2991523" y="693669"/>
                </a:lnTo>
                <a:lnTo>
                  <a:pt x="2984032" y="691089"/>
                </a:lnTo>
                <a:lnTo>
                  <a:pt x="2971709" y="690041"/>
                </a:lnTo>
                <a:lnTo>
                  <a:pt x="2967843" y="688832"/>
                </a:lnTo>
                <a:lnTo>
                  <a:pt x="2963977" y="684075"/>
                </a:lnTo>
                <a:lnTo>
                  <a:pt x="2961157" y="678673"/>
                </a:lnTo>
                <a:lnTo>
                  <a:pt x="2968890" y="676335"/>
                </a:lnTo>
                <a:lnTo>
                  <a:pt x="2982099" y="669886"/>
                </a:lnTo>
                <a:lnTo>
                  <a:pt x="2989509" y="670208"/>
                </a:lnTo>
                <a:lnTo>
                  <a:pt x="3009807" y="673675"/>
                </a:lnTo>
                <a:lnTo>
                  <a:pt x="3016089" y="676819"/>
                </a:lnTo>
                <a:lnTo>
                  <a:pt x="3021888" y="678673"/>
                </a:lnTo>
                <a:lnTo>
                  <a:pt x="3035742" y="668112"/>
                </a:lnTo>
                <a:lnTo>
                  <a:pt x="3046777" y="654326"/>
                </a:lnTo>
                <a:lnTo>
                  <a:pt x="3053623" y="651343"/>
                </a:lnTo>
                <a:lnTo>
                  <a:pt x="3059422" y="650375"/>
                </a:lnTo>
                <a:lnTo>
                  <a:pt x="3065383" y="651665"/>
                </a:lnTo>
                <a:lnTo>
                  <a:pt x="3077142" y="656503"/>
                </a:lnTo>
                <a:lnTo>
                  <a:pt x="3086486" y="658760"/>
                </a:lnTo>
                <a:lnTo>
                  <a:pt x="3093090" y="659163"/>
                </a:lnTo>
                <a:lnTo>
                  <a:pt x="3096554" y="663517"/>
                </a:lnTo>
                <a:lnTo>
                  <a:pt x="3100420" y="665452"/>
                </a:lnTo>
                <a:lnTo>
                  <a:pt x="3101306" y="658921"/>
                </a:lnTo>
                <a:lnTo>
                  <a:pt x="3104689" y="651423"/>
                </a:lnTo>
                <a:lnTo>
                  <a:pt x="3111293" y="649085"/>
                </a:lnTo>
                <a:lnTo>
                  <a:pt x="3114757" y="648521"/>
                </a:lnTo>
                <a:lnTo>
                  <a:pt x="3116932" y="646586"/>
                </a:lnTo>
                <a:lnTo>
                  <a:pt x="3116448" y="639572"/>
                </a:lnTo>
                <a:lnTo>
                  <a:pt x="3107749" y="638766"/>
                </a:lnTo>
                <a:lnTo>
                  <a:pt x="3112502" y="632800"/>
                </a:lnTo>
                <a:lnTo>
                  <a:pt x="3116690" y="629897"/>
                </a:lnTo>
                <a:lnTo>
                  <a:pt x="3118220" y="626914"/>
                </a:lnTo>
                <a:lnTo>
                  <a:pt x="3118301" y="623286"/>
                </a:lnTo>
                <a:lnTo>
                  <a:pt x="3101225" y="630300"/>
                </a:lnTo>
                <a:lnTo>
                  <a:pt x="3083344" y="633283"/>
                </a:lnTo>
                <a:lnTo>
                  <a:pt x="3072712" y="632477"/>
                </a:lnTo>
                <a:lnTo>
                  <a:pt x="3062161" y="632316"/>
                </a:lnTo>
                <a:lnTo>
                  <a:pt x="3041058" y="637073"/>
                </a:lnTo>
                <a:lnTo>
                  <a:pt x="3033004" y="636831"/>
                </a:lnTo>
                <a:lnTo>
                  <a:pt x="3014317" y="634976"/>
                </a:lnTo>
                <a:lnTo>
                  <a:pt x="3004007" y="632638"/>
                </a:lnTo>
                <a:lnTo>
                  <a:pt x="2995953" y="634412"/>
                </a:lnTo>
                <a:lnTo>
                  <a:pt x="2988301" y="634573"/>
                </a:lnTo>
                <a:lnTo>
                  <a:pt x="2980166" y="629252"/>
                </a:lnTo>
                <a:lnTo>
                  <a:pt x="2973320" y="622480"/>
                </a:lnTo>
                <a:lnTo>
                  <a:pt x="2969937" y="617723"/>
                </a:lnTo>
                <a:lnTo>
                  <a:pt x="2965346" y="614257"/>
                </a:lnTo>
                <a:lnTo>
                  <a:pt x="2963332" y="609661"/>
                </a:lnTo>
                <a:lnTo>
                  <a:pt x="2958338" y="592086"/>
                </a:lnTo>
                <a:lnTo>
                  <a:pt x="2957855" y="579589"/>
                </a:lnTo>
                <a:lnTo>
                  <a:pt x="2949801" y="579347"/>
                </a:lnTo>
                <a:lnTo>
                  <a:pt x="2941827" y="578058"/>
                </a:lnTo>
                <a:lnTo>
                  <a:pt x="2906629" y="566126"/>
                </a:lnTo>
                <a:lnTo>
                  <a:pt x="2902360" y="569109"/>
                </a:lnTo>
                <a:lnTo>
                  <a:pt x="2897366" y="570560"/>
                </a:lnTo>
                <a:lnTo>
                  <a:pt x="2892453" y="571124"/>
                </a:lnTo>
                <a:lnTo>
                  <a:pt x="2887539" y="570560"/>
                </a:lnTo>
                <a:lnTo>
                  <a:pt x="2882626" y="568705"/>
                </a:lnTo>
                <a:lnTo>
                  <a:pt x="2883029" y="565400"/>
                </a:lnTo>
                <a:lnTo>
                  <a:pt x="2886653" y="557338"/>
                </a:lnTo>
                <a:lnTo>
                  <a:pt x="2890278" y="554355"/>
                </a:lnTo>
                <a:lnTo>
                  <a:pt x="2895191" y="552097"/>
                </a:lnTo>
                <a:lnTo>
                  <a:pt x="2898332" y="547824"/>
                </a:lnTo>
                <a:lnTo>
                  <a:pt x="2903407" y="535006"/>
                </a:lnTo>
                <a:lnTo>
                  <a:pt x="2903809" y="530652"/>
                </a:lnTo>
                <a:lnTo>
                  <a:pt x="2903246" y="526137"/>
                </a:lnTo>
                <a:lnTo>
                  <a:pt x="2903648" y="522751"/>
                </a:lnTo>
                <a:lnTo>
                  <a:pt x="2906790" y="521058"/>
                </a:lnTo>
                <a:lnTo>
                  <a:pt x="2920160" y="516866"/>
                </a:lnTo>
                <a:lnTo>
                  <a:pt x="2947706" y="510577"/>
                </a:lnTo>
                <a:lnTo>
                  <a:pt x="2954714" y="506788"/>
                </a:lnTo>
                <a:lnTo>
                  <a:pt x="2960433" y="500741"/>
                </a:lnTo>
                <a:lnTo>
                  <a:pt x="2967198" y="497113"/>
                </a:lnTo>
                <a:lnTo>
                  <a:pt x="2970259" y="493405"/>
                </a:lnTo>
                <a:lnTo>
                  <a:pt x="2973803" y="490422"/>
                </a:lnTo>
                <a:lnTo>
                  <a:pt x="2995228" y="482440"/>
                </a:lnTo>
                <a:lnTo>
                  <a:pt x="3004410" y="481795"/>
                </a:lnTo>
                <a:lnTo>
                  <a:pt x="3013834" y="482763"/>
                </a:lnTo>
                <a:lnTo>
                  <a:pt x="3032440" y="487439"/>
                </a:lnTo>
                <a:lnTo>
                  <a:pt x="3050240" y="495098"/>
                </a:lnTo>
                <a:lnTo>
                  <a:pt x="3065624" y="505095"/>
                </a:lnTo>
                <a:lnTo>
                  <a:pt x="3082136" y="512351"/>
                </a:lnTo>
                <a:lnTo>
                  <a:pt x="3102353" y="513560"/>
                </a:lnTo>
                <a:lnTo>
                  <a:pt x="3112502" y="512754"/>
                </a:lnTo>
                <a:lnTo>
                  <a:pt x="3122570" y="513802"/>
                </a:lnTo>
                <a:lnTo>
                  <a:pt x="3126597" y="515898"/>
                </a:lnTo>
                <a:lnTo>
                  <a:pt x="3133604" y="522106"/>
                </a:lnTo>
                <a:lnTo>
                  <a:pt x="3131591" y="526137"/>
                </a:lnTo>
                <a:lnTo>
                  <a:pt x="3130383" y="534602"/>
                </a:lnTo>
                <a:lnTo>
                  <a:pt x="3133927" y="542665"/>
                </a:lnTo>
                <a:lnTo>
                  <a:pt x="3139726" y="550807"/>
                </a:lnTo>
                <a:lnTo>
                  <a:pt x="3144478" y="559515"/>
                </a:lnTo>
                <a:lnTo>
                  <a:pt x="3145525" y="563707"/>
                </a:lnTo>
                <a:lnTo>
                  <a:pt x="3143673" y="572656"/>
                </a:lnTo>
                <a:lnTo>
                  <a:pt x="3142062" y="577090"/>
                </a:lnTo>
                <a:lnTo>
                  <a:pt x="3136262" y="584507"/>
                </a:lnTo>
                <a:lnTo>
                  <a:pt x="3133121" y="592569"/>
                </a:lnTo>
                <a:lnTo>
                  <a:pt x="3135135" y="602567"/>
                </a:lnTo>
                <a:lnTo>
                  <a:pt x="3136262" y="612564"/>
                </a:lnTo>
                <a:lnTo>
                  <a:pt x="3136101" y="621755"/>
                </a:lnTo>
                <a:lnTo>
                  <a:pt x="3137148" y="630784"/>
                </a:lnTo>
                <a:lnTo>
                  <a:pt x="3140290" y="639975"/>
                </a:lnTo>
                <a:lnTo>
                  <a:pt x="3153741" y="665129"/>
                </a:lnTo>
                <a:lnTo>
                  <a:pt x="3161634" y="682140"/>
                </a:lnTo>
                <a:lnTo>
                  <a:pt x="3164131" y="672627"/>
                </a:lnTo>
                <a:lnTo>
                  <a:pt x="3163487" y="662065"/>
                </a:lnTo>
                <a:lnTo>
                  <a:pt x="3166306" y="658276"/>
                </a:lnTo>
                <a:lnTo>
                  <a:pt x="3170252" y="656180"/>
                </a:lnTo>
                <a:lnTo>
                  <a:pt x="3175085" y="658357"/>
                </a:lnTo>
                <a:lnTo>
                  <a:pt x="3176535" y="662630"/>
                </a:lnTo>
                <a:lnTo>
                  <a:pt x="3176857" y="671982"/>
                </a:lnTo>
                <a:lnTo>
                  <a:pt x="3181126" y="690364"/>
                </a:lnTo>
                <a:lnTo>
                  <a:pt x="3186603" y="691170"/>
                </a:lnTo>
                <a:lnTo>
                  <a:pt x="3192483" y="688348"/>
                </a:lnTo>
                <a:lnTo>
                  <a:pt x="3193449" y="693992"/>
                </a:lnTo>
                <a:lnTo>
                  <a:pt x="3193288" y="704392"/>
                </a:lnTo>
                <a:lnTo>
                  <a:pt x="3196027" y="712615"/>
                </a:lnTo>
                <a:lnTo>
                  <a:pt x="3198443" y="715840"/>
                </a:lnTo>
                <a:lnTo>
                  <a:pt x="3208109" y="722532"/>
                </a:lnTo>
                <a:lnTo>
                  <a:pt x="3212539" y="723822"/>
                </a:lnTo>
                <a:lnTo>
                  <a:pt x="3225426" y="725434"/>
                </a:lnTo>
                <a:lnTo>
                  <a:pt x="3235091" y="725918"/>
                </a:lnTo>
                <a:lnTo>
                  <a:pt x="3244354" y="723499"/>
                </a:lnTo>
                <a:lnTo>
                  <a:pt x="3250314" y="717372"/>
                </a:lnTo>
                <a:lnTo>
                  <a:pt x="3255711" y="710680"/>
                </a:lnTo>
                <a:lnTo>
                  <a:pt x="3274317" y="695282"/>
                </a:lnTo>
                <a:lnTo>
                  <a:pt x="3279713" y="687945"/>
                </a:lnTo>
                <a:lnTo>
                  <a:pt x="3284948" y="676658"/>
                </a:lnTo>
                <a:lnTo>
                  <a:pt x="3286720" y="674239"/>
                </a:lnTo>
                <a:lnTo>
                  <a:pt x="3305246" y="662065"/>
                </a:lnTo>
                <a:lnTo>
                  <a:pt x="3307421" y="657712"/>
                </a:lnTo>
                <a:lnTo>
                  <a:pt x="3310079" y="649408"/>
                </a:lnTo>
                <a:lnTo>
                  <a:pt x="3314025" y="641265"/>
                </a:lnTo>
                <a:lnTo>
                  <a:pt x="3317086" y="637073"/>
                </a:lnTo>
                <a:lnTo>
                  <a:pt x="3334967" y="633122"/>
                </a:lnTo>
                <a:lnTo>
                  <a:pt x="3353573" y="631026"/>
                </a:lnTo>
                <a:lnTo>
                  <a:pt x="3372018" y="623528"/>
                </a:lnTo>
                <a:lnTo>
                  <a:pt x="3379992" y="617078"/>
                </a:lnTo>
                <a:lnTo>
                  <a:pt x="3380394" y="612886"/>
                </a:lnTo>
                <a:lnTo>
                  <a:pt x="3376287" y="605469"/>
                </a:lnTo>
                <a:lnTo>
                  <a:pt x="3376125" y="602244"/>
                </a:lnTo>
                <a:lnTo>
                  <a:pt x="3380394" y="599100"/>
                </a:lnTo>
                <a:lnTo>
                  <a:pt x="3396906" y="589748"/>
                </a:lnTo>
                <a:lnTo>
                  <a:pt x="3415915" y="580073"/>
                </a:lnTo>
                <a:lnTo>
                  <a:pt x="3431138" y="573381"/>
                </a:lnTo>
                <a:lnTo>
                  <a:pt x="3439595" y="573462"/>
                </a:lnTo>
                <a:lnTo>
                  <a:pt x="3447408" y="579347"/>
                </a:lnTo>
                <a:lnTo>
                  <a:pt x="3455704" y="584104"/>
                </a:lnTo>
                <a:lnTo>
                  <a:pt x="3499118" y="598213"/>
                </a:lnTo>
                <a:lnTo>
                  <a:pt x="3506045" y="602647"/>
                </a:lnTo>
                <a:lnTo>
                  <a:pt x="3512085" y="608452"/>
                </a:lnTo>
                <a:lnTo>
                  <a:pt x="3520784" y="612483"/>
                </a:lnTo>
                <a:lnTo>
                  <a:pt x="3530450" y="614418"/>
                </a:lnTo>
                <a:lnTo>
                  <a:pt x="3539310" y="618207"/>
                </a:lnTo>
                <a:lnTo>
                  <a:pt x="3547686" y="623044"/>
                </a:lnTo>
                <a:lnTo>
                  <a:pt x="3566131" y="632155"/>
                </a:lnTo>
                <a:lnTo>
                  <a:pt x="3590939" y="643119"/>
                </a:lnTo>
                <a:lnTo>
                  <a:pt x="3597222" y="643764"/>
                </a:lnTo>
                <a:lnTo>
                  <a:pt x="3620338" y="643281"/>
                </a:lnTo>
                <a:lnTo>
                  <a:pt x="3624285" y="645377"/>
                </a:lnTo>
                <a:lnTo>
                  <a:pt x="3628070" y="648279"/>
                </a:lnTo>
                <a:lnTo>
                  <a:pt x="3631614" y="648924"/>
                </a:lnTo>
                <a:lnTo>
                  <a:pt x="3658033" y="651020"/>
                </a:lnTo>
                <a:lnTo>
                  <a:pt x="3662060" y="653116"/>
                </a:lnTo>
                <a:lnTo>
                  <a:pt x="3665926" y="656019"/>
                </a:lnTo>
                <a:lnTo>
                  <a:pt x="3668021" y="664000"/>
                </a:lnTo>
                <a:lnTo>
                  <a:pt x="3686224" y="664242"/>
                </a:lnTo>
                <a:close/>
                <a:moveTo>
                  <a:pt x="3518851" y="1130155"/>
                </a:moveTo>
                <a:lnTo>
                  <a:pt x="3514905" y="1131203"/>
                </a:lnTo>
                <a:lnTo>
                  <a:pt x="3494607" y="1128704"/>
                </a:lnTo>
                <a:lnTo>
                  <a:pt x="3492432" y="1125399"/>
                </a:lnTo>
                <a:lnTo>
                  <a:pt x="3492110" y="1123706"/>
                </a:lnTo>
                <a:lnTo>
                  <a:pt x="3496782" y="1120400"/>
                </a:lnTo>
                <a:lnTo>
                  <a:pt x="3501292" y="1114837"/>
                </a:lnTo>
                <a:lnTo>
                  <a:pt x="3508219" y="1112741"/>
                </a:lnTo>
                <a:lnTo>
                  <a:pt x="3510877" y="1112822"/>
                </a:lnTo>
                <a:lnTo>
                  <a:pt x="3519093" y="1126044"/>
                </a:lnTo>
                <a:lnTo>
                  <a:pt x="3518851" y="1130155"/>
                </a:lnTo>
                <a:close/>
                <a:moveTo>
                  <a:pt x="523624" y="286287"/>
                </a:moveTo>
                <a:lnTo>
                  <a:pt x="527973" y="292818"/>
                </a:lnTo>
                <a:lnTo>
                  <a:pt x="528939" y="297171"/>
                </a:lnTo>
                <a:lnTo>
                  <a:pt x="525718" y="302009"/>
                </a:lnTo>
                <a:lnTo>
                  <a:pt x="524510" y="309587"/>
                </a:lnTo>
                <a:lnTo>
                  <a:pt x="515166" y="315472"/>
                </a:lnTo>
                <a:lnTo>
                  <a:pt x="506951" y="314102"/>
                </a:lnTo>
                <a:lnTo>
                  <a:pt x="504293" y="312006"/>
                </a:lnTo>
                <a:lnTo>
                  <a:pt x="499057" y="300557"/>
                </a:lnTo>
                <a:lnTo>
                  <a:pt x="499621" y="290802"/>
                </a:lnTo>
                <a:lnTo>
                  <a:pt x="502843" y="287094"/>
                </a:lnTo>
                <a:lnTo>
                  <a:pt x="510495" y="287658"/>
                </a:lnTo>
                <a:lnTo>
                  <a:pt x="518227" y="282337"/>
                </a:lnTo>
                <a:lnTo>
                  <a:pt x="523624" y="286287"/>
                </a:lnTo>
                <a:close/>
                <a:moveTo>
                  <a:pt x="581535" y="374004"/>
                </a:moveTo>
                <a:lnTo>
                  <a:pt x="577830" y="376423"/>
                </a:lnTo>
                <a:lnTo>
                  <a:pt x="573320" y="372633"/>
                </a:lnTo>
                <a:lnTo>
                  <a:pt x="569695" y="367070"/>
                </a:lnTo>
                <a:lnTo>
                  <a:pt x="567682" y="361346"/>
                </a:lnTo>
                <a:lnTo>
                  <a:pt x="565990" y="351914"/>
                </a:lnTo>
                <a:lnTo>
                  <a:pt x="565587" y="345141"/>
                </a:lnTo>
                <a:lnTo>
                  <a:pt x="567762" y="341191"/>
                </a:lnTo>
                <a:lnTo>
                  <a:pt x="569373" y="341352"/>
                </a:lnTo>
                <a:lnTo>
                  <a:pt x="576058" y="345303"/>
                </a:lnTo>
                <a:lnTo>
                  <a:pt x="580408" y="352155"/>
                </a:lnTo>
                <a:lnTo>
                  <a:pt x="582824" y="354332"/>
                </a:lnTo>
                <a:lnTo>
                  <a:pt x="583307" y="360621"/>
                </a:lnTo>
                <a:lnTo>
                  <a:pt x="581696" y="367796"/>
                </a:lnTo>
                <a:lnTo>
                  <a:pt x="581535" y="374004"/>
                </a:lnTo>
                <a:close/>
                <a:moveTo>
                  <a:pt x="586771" y="336192"/>
                </a:moveTo>
                <a:lnTo>
                  <a:pt x="587335" y="346512"/>
                </a:lnTo>
                <a:lnTo>
                  <a:pt x="581374" y="343851"/>
                </a:lnTo>
                <a:lnTo>
                  <a:pt x="576703" y="339740"/>
                </a:lnTo>
                <a:lnTo>
                  <a:pt x="569212" y="336676"/>
                </a:lnTo>
                <a:lnTo>
                  <a:pt x="560110" y="335709"/>
                </a:lnTo>
                <a:lnTo>
                  <a:pt x="553506" y="332967"/>
                </a:lnTo>
                <a:lnTo>
                  <a:pt x="548834" y="328211"/>
                </a:lnTo>
                <a:lnTo>
                  <a:pt x="548592" y="325953"/>
                </a:lnTo>
                <a:lnTo>
                  <a:pt x="549076" y="324180"/>
                </a:lnTo>
                <a:lnTo>
                  <a:pt x="550526" y="322809"/>
                </a:lnTo>
                <a:lnTo>
                  <a:pt x="584999" y="332081"/>
                </a:lnTo>
                <a:lnTo>
                  <a:pt x="586771" y="336192"/>
                </a:lnTo>
                <a:close/>
                <a:moveTo>
                  <a:pt x="629943" y="393595"/>
                </a:moveTo>
                <a:lnTo>
                  <a:pt x="628413" y="396739"/>
                </a:lnTo>
                <a:lnTo>
                  <a:pt x="625352" y="394401"/>
                </a:lnTo>
                <a:lnTo>
                  <a:pt x="609646" y="390934"/>
                </a:lnTo>
                <a:lnTo>
                  <a:pt x="604410" y="390612"/>
                </a:lnTo>
                <a:lnTo>
                  <a:pt x="590798" y="386742"/>
                </a:lnTo>
                <a:lnTo>
                  <a:pt x="586610" y="384727"/>
                </a:lnTo>
                <a:lnTo>
                  <a:pt x="583710" y="382066"/>
                </a:lnTo>
                <a:lnTo>
                  <a:pt x="584677" y="377229"/>
                </a:lnTo>
                <a:lnTo>
                  <a:pt x="586690" y="374246"/>
                </a:lnTo>
                <a:lnTo>
                  <a:pt x="587979" y="366022"/>
                </a:lnTo>
                <a:lnTo>
                  <a:pt x="591362" y="362717"/>
                </a:lnTo>
                <a:lnTo>
                  <a:pt x="598128" y="368844"/>
                </a:lnTo>
                <a:lnTo>
                  <a:pt x="605618" y="374084"/>
                </a:lnTo>
                <a:lnTo>
                  <a:pt x="609968" y="376503"/>
                </a:lnTo>
                <a:lnTo>
                  <a:pt x="623177" y="381824"/>
                </a:lnTo>
                <a:lnTo>
                  <a:pt x="627849" y="384565"/>
                </a:lnTo>
                <a:lnTo>
                  <a:pt x="629943" y="393595"/>
                </a:lnTo>
                <a:close/>
                <a:moveTo>
                  <a:pt x="641058" y="383678"/>
                </a:moveTo>
                <a:lnTo>
                  <a:pt x="638722" y="385936"/>
                </a:lnTo>
                <a:lnTo>
                  <a:pt x="634695" y="385452"/>
                </a:lnTo>
                <a:lnTo>
                  <a:pt x="630346" y="382711"/>
                </a:lnTo>
                <a:lnTo>
                  <a:pt x="624788" y="377793"/>
                </a:lnTo>
                <a:lnTo>
                  <a:pt x="618506" y="373440"/>
                </a:lnTo>
                <a:lnTo>
                  <a:pt x="610612" y="370698"/>
                </a:lnTo>
                <a:lnTo>
                  <a:pt x="605618" y="369892"/>
                </a:lnTo>
                <a:lnTo>
                  <a:pt x="603685" y="368844"/>
                </a:lnTo>
                <a:lnTo>
                  <a:pt x="605618" y="360379"/>
                </a:lnTo>
                <a:lnTo>
                  <a:pt x="610773" y="359895"/>
                </a:lnTo>
                <a:lnTo>
                  <a:pt x="627607" y="367715"/>
                </a:lnTo>
                <a:lnTo>
                  <a:pt x="633165" y="371988"/>
                </a:lnTo>
                <a:lnTo>
                  <a:pt x="641058" y="383678"/>
                </a:lnTo>
                <a:close/>
                <a:moveTo>
                  <a:pt x="650562" y="410122"/>
                </a:moveTo>
                <a:lnTo>
                  <a:pt x="641541" y="410606"/>
                </a:lnTo>
                <a:lnTo>
                  <a:pt x="638964" y="409558"/>
                </a:lnTo>
                <a:lnTo>
                  <a:pt x="640011" y="401980"/>
                </a:lnTo>
                <a:lnTo>
                  <a:pt x="642750" y="397384"/>
                </a:lnTo>
                <a:lnTo>
                  <a:pt x="646857" y="397465"/>
                </a:lnTo>
                <a:lnTo>
                  <a:pt x="651448" y="404318"/>
                </a:lnTo>
                <a:lnTo>
                  <a:pt x="650562" y="410122"/>
                </a:lnTo>
                <a:close/>
                <a:moveTo>
                  <a:pt x="663933" y="400287"/>
                </a:moveTo>
                <a:lnTo>
                  <a:pt x="662322" y="401335"/>
                </a:lnTo>
                <a:lnTo>
                  <a:pt x="655395" y="391096"/>
                </a:lnTo>
                <a:lnTo>
                  <a:pt x="657167" y="385210"/>
                </a:lnTo>
                <a:lnTo>
                  <a:pt x="658778" y="383678"/>
                </a:lnTo>
                <a:lnTo>
                  <a:pt x="662564" y="387306"/>
                </a:lnTo>
                <a:lnTo>
                  <a:pt x="665544" y="391096"/>
                </a:lnTo>
                <a:lnTo>
                  <a:pt x="667719" y="395530"/>
                </a:lnTo>
                <a:lnTo>
                  <a:pt x="663933" y="400287"/>
                </a:lnTo>
                <a:close/>
                <a:moveTo>
                  <a:pt x="710246" y="358605"/>
                </a:moveTo>
                <a:lnTo>
                  <a:pt x="715321" y="362152"/>
                </a:lnTo>
                <a:lnTo>
                  <a:pt x="719509" y="359814"/>
                </a:lnTo>
                <a:lnTo>
                  <a:pt x="719348" y="362878"/>
                </a:lnTo>
                <a:lnTo>
                  <a:pt x="718462" y="365780"/>
                </a:lnTo>
                <a:lnTo>
                  <a:pt x="713549" y="374004"/>
                </a:lnTo>
                <a:lnTo>
                  <a:pt x="705333" y="372150"/>
                </a:lnTo>
                <a:lnTo>
                  <a:pt x="703400" y="369489"/>
                </a:lnTo>
                <a:lnTo>
                  <a:pt x="702756" y="367474"/>
                </a:lnTo>
                <a:lnTo>
                  <a:pt x="703964" y="366184"/>
                </a:lnTo>
                <a:lnTo>
                  <a:pt x="704608" y="362152"/>
                </a:lnTo>
                <a:lnTo>
                  <a:pt x="708233" y="362152"/>
                </a:lnTo>
                <a:lnTo>
                  <a:pt x="710246" y="358605"/>
                </a:lnTo>
                <a:close/>
                <a:moveTo>
                  <a:pt x="755352" y="355783"/>
                </a:moveTo>
                <a:lnTo>
                  <a:pt x="755835" y="361830"/>
                </a:lnTo>
                <a:lnTo>
                  <a:pt x="760426" y="364732"/>
                </a:lnTo>
                <a:lnTo>
                  <a:pt x="761634" y="369167"/>
                </a:lnTo>
                <a:lnTo>
                  <a:pt x="760829" y="376342"/>
                </a:lnTo>
                <a:lnTo>
                  <a:pt x="756479" y="384565"/>
                </a:lnTo>
                <a:lnTo>
                  <a:pt x="754546" y="386742"/>
                </a:lnTo>
                <a:lnTo>
                  <a:pt x="748827" y="385049"/>
                </a:lnTo>
                <a:lnTo>
                  <a:pt x="746975" y="382308"/>
                </a:lnTo>
                <a:lnTo>
                  <a:pt x="746169" y="380212"/>
                </a:lnTo>
                <a:lnTo>
                  <a:pt x="746975" y="378599"/>
                </a:lnTo>
                <a:lnTo>
                  <a:pt x="742787" y="376745"/>
                </a:lnTo>
                <a:lnTo>
                  <a:pt x="745445" y="373520"/>
                </a:lnTo>
                <a:lnTo>
                  <a:pt x="743592" y="369167"/>
                </a:lnTo>
                <a:lnTo>
                  <a:pt x="731913" y="371908"/>
                </a:lnTo>
                <a:lnTo>
                  <a:pt x="728530" y="371988"/>
                </a:lnTo>
                <a:lnTo>
                  <a:pt x="727886" y="366990"/>
                </a:lnTo>
                <a:lnTo>
                  <a:pt x="728369" y="364894"/>
                </a:lnTo>
                <a:lnTo>
                  <a:pt x="737390" y="358605"/>
                </a:lnTo>
                <a:lnTo>
                  <a:pt x="742706" y="357396"/>
                </a:lnTo>
                <a:lnTo>
                  <a:pt x="748505" y="358686"/>
                </a:lnTo>
                <a:lnTo>
                  <a:pt x="755352" y="355783"/>
                </a:lnTo>
                <a:close/>
                <a:moveTo>
                  <a:pt x="770977" y="468009"/>
                </a:moveTo>
                <a:lnTo>
                  <a:pt x="773313" y="469299"/>
                </a:lnTo>
                <a:lnTo>
                  <a:pt x="776132" y="465187"/>
                </a:lnTo>
                <a:lnTo>
                  <a:pt x="781448" y="470911"/>
                </a:lnTo>
                <a:lnTo>
                  <a:pt x="784750" y="473733"/>
                </a:lnTo>
                <a:lnTo>
                  <a:pt x="789180" y="476635"/>
                </a:lnTo>
                <a:lnTo>
                  <a:pt x="784831" y="476716"/>
                </a:lnTo>
                <a:lnTo>
                  <a:pt x="783059" y="479377"/>
                </a:lnTo>
                <a:lnTo>
                  <a:pt x="781851" y="479860"/>
                </a:lnTo>
                <a:lnTo>
                  <a:pt x="764775" y="470669"/>
                </a:lnTo>
                <a:lnTo>
                  <a:pt x="753902" y="473652"/>
                </a:lnTo>
                <a:lnTo>
                  <a:pt x="746411" y="470911"/>
                </a:lnTo>
                <a:lnTo>
                  <a:pt x="744236" y="469057"/>
                </a:lnTo>
                <a:lnTo>
                  <a:pt x="748264" y="463978"/>
                </a:lnTo>
                <a:lnTo>
                  <a:pt x="751969" y="452368"/>
                </a:lnTo>
                <a:lnTo>
                  <a:pt x="759459" y="455271"/>
                </a:lnTo>
                <a:lnTo>
                  <a:pt x="761231" y="458899"/>
                </a:lnTo>
                <a:lnTo>
                  <a:pt x="760829" y="459947"/>
                </a:lnTo>
                <a:lnTo>
                  <a:pt x="765661" y="462123"/>
                </a:lnTo>
                <a:lnTo>
                  <a:pt x="770977" y="468009"/>
                </a:lnTo>
                <a:close/>
                <a:moveTo>
                  <a:pt x="746411" y="480828"/>
                </a:moveTo>
                <a:lnTo>
                  <a:pt x="753982" y="488648"/>
                </a:lnTo>
                <a:lnTo>
                  <a:pt x="755754" y="491470"/>
                </a:lnTo>
                <a:lnTo>
                  <a:pt x="752049" y="495823"/>
                </a:lnTo>
                <a:lnTo>
                  <a:pt x="749069" y="501951"/>
                </a:lnTo>
                <a:lnTo>
                  <a:pt x="747297" y="503241"/>
                </a:lnTo>
                <a:lnTo>
                  <a:pt x="741578" y="500903"/>
                </a:lnTo>
                <a:lnTo>
                  <a:pt x="737471" y="506949"/>
                </a:lnTo>
                <a:lnTo>
                  <a:pt x="734813" y="497275"/>
                </a:lnTo>
                <a:lnTo>
                  <a:pt x="728933" y="491147"/>
                </a:lnTo>
                <a:lnTo>
                  <a:pt x="732557" y="484939"/>
                </a:lnTo>
                <a:lnTo>
                  <a:pt x="733927" y="484456"/>
                </a:lnTo>
                <a:lnTo>
                  <a:pt x="735699" y="484698"/>
                </a:lnTo>
                <a:lnTo>
                  <a:pt x="737551" y="486310"/>
                </a:lnTo>
                <a:lnTo>
                  <a:pt x="746411" y="480828"/>
                </a:lnTo>
                <a:close/>
                <a:moveTo>
                  <a:pt x="687049" y="481876"/>
                </a:moveTo>
                <a:lnTo>
                  <a:pt x="676498" y="484698"/>
                </a:lnTo>
                <a:lnTo>
                  <a:pt x="664819" y="482682"/>
                </a:lnTo>
                <a:lnTo>
                  <a:pt x="666269" y="477764"/>
                </a:lnTo>
                <a:lnTo>
                  <a:pt x="671907" y="472201"/>
                </a:lnTo>
                <a:lnTo>
                  <a:pt x="676901" y="472443"/>
                </a:lnTo>
                <a:lnTo>
                  <a:pt x="686002" y="476152"/>
                </a:lnTo>
                <a:lnTo>
                  <a:pt x="689224" y="479457"/>
                </a:lnTo>
                <a:lnTo>
                  <a:pt x="687049" y="481876"/>
                </a:lnTo>
                <a:close/>
                <a:moveTo>
                  <a:pt x="1168145" y="549034"/>
                </a:moveTo>
                <a:lnTo>
                  <a:pt x="1152116" y="557257"/>
                </a:lnTo>
                <a:lnTo>
                  <a:pt x="1148331" y="556854"/>
                </a:lnTo>
                <a:lnTo>
                  <a:pt x="1145431" y="553871"/>
                </a:lnTo>
                <a:lnTo>
                  <a:pt x="1147203" y="537989"/>
                </a:lnTo>
                <a:lnTo>
                  <a:pt x="1149297" y="533232"/>
                </a:lnTo>
                <a:lnTo>
                  <a:pt x="1160493" y="532748"/>
                </a:lnTo>
                <a:lnTo>
                  <a:pt x="1167339" y="535006"/>
                </a:lnTo>
                <a:lnTo>
                  <a:pt x="1170803" y="537585"/>
                </a:lnTo>
                <a:lnTo>
                  <a:pt x="1172253" y="542906"/>
                </a:lnTo>
                <a:lnTo>
                  <a:pt x="1171447" y="546131"/>
                </a:lnTo>
                <a:lnTo>
                  <a:pt x="1168145" y="549034"/>
                </a:lnTo>
                <a:close/>
                <a:moveTo>
                  <a:pt x="1501198" y="1026637"/>
                </a:moveTo>
                <a:lnTo>
                  <a:pt x="1499668" y="1027846"/>
                </a:lnTo>
                <a:lnTo>
                  <a:pt x="1485975" y="1027201"/>
                </a:lnTo>
                <a:lnTo>
                  <a:pt x="1477115" y="1033732"/>
                </a:lnTo>
                <a:lnTo>
                  <a:pt x="1471075" y="1035747"/>
                </a:lnTo>
                <a:lnTo>
                  <a:pt x="1449086" y="1035747"/>
                </a:lnTo>
                <a:lnTo>
                  <a:pt x="1446508" y="1034860"/>
                </a:lnTo>
                <a:lnTo>
                  <a:pt x="1444575" y="1034941"/>
                </a:lnTo>
                <a:lnTo>
                  <a:pt x="1443367" y="1036231"/>
                </a:lnTo>
                <a:lnTo>
                  <a:pt x="1436360" y="1035264"/>
                </a:lnTo>
                <a:lnTo>
                  <a:pt x="1414129" y="1029459"/>
                </a:lnTo>
                <a:lnTo>
                  <a:pt x="1411069" y="1024057"/>
                </a:lnTo>
                <a:lnTo>
                  <a:pt x="1414532" y="1018252"/>
                </a:lnTo>
                <a:lnTo>
                  <a:pt x="1422506" y="1010110"/>
                </a:lnTo>
                <a:lnTo>
                  <a:pt x="1438534" y="1008497"/>
                </a:lnTo>
                <a:lnTo>
                  <a:pt x="1511669" y="1007933"/>
                </a:lnTo>
                <a:lnTo>
                  <a:pt x="1519643" y="1014947"/>
                </a:lnTo>
                <a:lnTo>
                  <a:pt x="1520368" y="1017285"/>
                </a:lnTo>
                <a:lnTo>
                  <a:pt x="1504420" y="1022122"/>
                </a:lnTo>
                <a:lnTo>
                  <a:pt x="1501198" y="1026637"/>
                </a:lnTo>
                <a:close/>
                <a:moveTo>
                  <a:pt x="3202309" y="543793"/>
                </a:moveTo>
                <a:lnTo>
                  <a:pt x="3198443" y="545244"/>
                </a:lnTo>
                <a:lnTo>
                  <a:pt x="3194013" y="543632"/>
                </a:lnTo>
                <a:lnTo>
                  <a:pt x="3189744" y="537505"/>
                </a:lnTo>
                <a:lnTo>
                  <a:pt x="3191275" y="532748"/>
                </a:lnTo>
                <a:lnTo>
                  <a:pt x="3196188" y="529443"/>
                </a:lnTo>
                <a:lnTo>
                  <a:pt x="3200376" y="532748"/>
                </a:lnTo>
                <a:lnTo>
                  <a:pt x="3201665" y="536940"/>
                </a:lnTo>
                <a:lnTo>
                  <a:pt x="3204806" y="537182"/>
                </a:lnTo>
                <a:lnTo>
                  <a:pt x="3202309" y="543793"/>
                </a:lnTo>
                <a:close/>
                <a:moveTo>
                  <a:pt x="2580904" y="493727"/>
                </a:moveTo>
                <a:lnTo>
                  <a:pt x="2575830" y="495823"/>
                </a:lnTo>
                <a:lnTo>
                  <a:pt x="2570353" y="495823"/>
                </a:lnTo>
                <a:lnTo>
                  <a:pt x="2569145" y="487197"/>
                </a:lnTo>
                <a:lnTo>
                  <a:pt x="2570917" y="476313"/>
                </a:lnTo>
                <a:lnTo>
                  <a:pt x="2576072" y="474459"/>
                </a:lnTo>
                <a:lnTo>
                  <a:pt x="2584126" y="476716"/>
                </a:lnTo>
                <a:lnTo>
                  <a:pt x="2581146" y="479538"/>
                </a:lnTo>
                <a:lnTo>
                  <a:pt x="2583401" y="485343"/>
                </a:lnTo>
                <a:lnTo>
                  <a:pt x="2580904" y="493727"/>
                </a:lnTo>
                <a:close/>
                <a:moveTo>
                  <a:pt x="2606437" y="479538"/>
                </a:moveTo>
                <a:lnTo>
                  <a:pt x="2615700" y="491550"/>
                </a:lnTo>
                <a:lnTo>
                  <a:pt x="2609498" y="502999"/>
                </a:lnTo>
                <a:lnTo>
                  <a:pt x="2613847" y="509368"/>
                </a:lnTo>
                <a:lnTo>
                  <a:pt x="2625526" y="509771"/>
                </a:lnTo>
                <a:lnTo>
                  <a:pt x="2628265" y="512190"/>
                </a:lnTo>
                <a:lnTo>
                  <a:pt x="2630279" y="515092"/>
                </a:lnTo>
                <a:lnTo>
                  <a:pt x="2631648" y="519042"/>
                </a:lnTo>
                <a:lnTo>
                  <a:pt x="2628587" y="522187"/>
                </a:lnTo>
                <a:lnTo>
                  <a:pt x="2622063" y="525089"/>
                </a:lnTo>
                <a:lnTo>
                  <a:pt x="2614572" y="520897"/>
                </a:lnTo>
                <a:lnTo>
                  <a:pt x="2612559" y="517027"/>
                </a:lnTo>
                <a:lnTo>
                  <a:pt x="2611028" y="515576"/>
                </a:lnTo>
                <a:lnTo>
                  <a:pt x="2600880" y="518478"/>
                </a:lnTo>
                <a:lnTo>
                  <a:pt x="2598061" y="518801"/>
                </a:lnTo>
                <a:lnTo>
                  <a:pt x="2596047" y="513399"/>
                </a:lnTo>
                <a:lnTo>
                  <a:pt x="2598544" y="505659"/>
                </a:lnTo>
                <a:lnTo>
                  <a:pt x="2591456" y="502192"/>
                </a:lnTo>
                <a:lnTo>
                  <a:pt x="2584932" y="494130"/>
                </a:lnTo>
                <a:lnTo>
                  <a:pt x="2584690" y="490905"/>
                </a:lnTo>
                <a:lnTo>
                  <a:pt x="2587268" y="485343"/>
                </a:lnTo>
                <a:lnTo>
                  <a:pt x="2586945" y="480908"/>
                </a:lnTo>
                <a:lnTo>
                  <a:pt x="2590650" y="480586"/>
                </a:lnTo>
                <a:lnTo>
                  <a:pt x="2597416" y="486552"/>
                </a:lnTo>
                <a:lnTo>
                  <a:pt x="2600396" y="480908"/>
                </a:lnTo>
                <a:lnTo>
                  <a:pt x="2603215" y="478570"/>
                </a:lnTo>
                <a:lnTo>
                  <a:pt x="2606437" y="479538"/>
                </a:lnTo>
                <a:close/>
                <a:moveTo>
                  <a:pt x="3038078" y="929649"/>
                </a:moveTo>
                <a:lnTo>
                  <a:pt x="3031554" y="936582"/>
                </a:lnTo>
                <a:lnTo>
                  <a:pt x="3037756" y="920216"/>
                </a:lnTo>
                <a:lnTo>
                  <a:pt x="3039045" y="911993"/>
                </a:lnTo>
                <a:lnTo>
                  <a:pt x="3044763" y="906994"/>
                </a:lnTo>
                <a:lnTo>
                  <a:pt x="3053301" y="882002"/>
                </a:lnTo>
                <a:lnTo>
                  <a:pt x="3055154" y="882566"/>
                </a:lnTo>
                <a:lnTo>
                  <a:pt x="3057973" y="884985"/>
                </a:lnTo>
                <a:lnTo>
                  <a:pt x="3053704" y="903366"/>
                </a:lnTo>
                <a:lnTo>
                  <a:pt x="3041703" y="916266"/>
                </a:lnTo>
                <a:lnTo>
                  <a:pt x="3038078" y="929649"/>
                </a:lnTo>
                <a:close/>
                <a:moveTo>
                  <a:pt x="3028493" y="925537"/>
                </a:moveTo>
                <a:lnTo>
                  <a:pt x="3023580" y="933277"/>
                </a:lnTo>
                <a:lnTo>
                  <a:pt x="3020278" y="930536"/>
                </a:lnTo>
                <a:lnTo>
                  <a:pt x="3018344" y="930536"/>
                </a:lnTo>
                <a:lnTo>
                  <a:pt x="3017217" y="925940"/>
                </a:lnTo>
                <a:lnTo>
                  <a:pt x="3018344" y="916508"/>
                </a:lnTo>
                <a:lnTo>
                  <a:pt x="3014237" y="905866"/>
                </a:lnTo>
                <a:lnTo>
                  <a:pt x="3019714" y="906027"/>
                </a:lnTo>
                <a:lnTo>
                  <a:pt x="3021244" y="909171"/>
                </a:lnTo>
                <a:lnTo>
                  <a:pt x="3022936" y="910300"/>
                </a:lnTo>
                <a:lnTo>
                  <a:pt x="3028251" y="920539"/>
                </a:lnTo>
                <a:lnTo>
                  <a:pt x="3028493" y="925537"/>
                </a:lnTo>
                <a:close/>
                <a:moveTo>
                  <a:pt x="2663544" y="750104"/>
                </a:moveTo>
                <a:lnTo>
                  <a:pt x="2661449" y="753007"/>
                </a:lnTo>
                <a:lnTo>
                  <a:pt x="2656778" y="754942"/>
                </a:lnTo>
                <a:lnTo>
                  <a:pt x="2652831" y="754780"/>
                </a:lnTo>
                <a:lnTo>
                  <a:pt x="2654120" y="751959"/>
                </a:lnTo>
                <a:lnTo>
                  <a:pt x="2653153" y="750266"/>
                </a:lnTo>
                <a:lnTo>
                  <a:pt x="2650254" y="750991"/>
                </a:lnTo>
                <a:lnTo>
                  <a:pt x="2645502" y="753329"/>
                </a:lnTo>
                <a:lnTo>
                  <a:pt x="2639541" y="757844"/>
                </a:lnTo>
                <a:lnTo>
                  <a:pt x="2635997" y="755587"/>
                </a:lnTo>
                <a:lnTo>
                  <a:pt x="2635272" y="752039"/>
                </a:lnTo>
                <a:lnTo>
                  <a:pt x="2635514" y="750427"/>
                </a:lnTo>
                <a:lnTo>
                  <a:pt x="2642602" y="744138"/>
                </a:lnTo>
                <a:lnTo>
                  <a:pt x="2650898" y="743010"/>
                </a:lnTo>
                <a:lnTo>
                  <a:pt x="2662577" y="736963"/>
                </a:lnTo>
                <a:lnTo>
                  <a:pt x="2667813" y="737286"/>
                </a:lnTo>
                <a:lnTo>
                  <a:pt x="2666604" y="741155"/>
                </a:lnTo>
                <a:lnTo>
                  <a:pt x="2664752" y="743896"/>
                </a:lnTo>
                <a:lnTo>
                  <a:pt x="2663624" y="746718"/>
                </a:lnTo>
                <a:lnTo>
                  <a:pt x="2663544" y="750104"/>
                </a:lnTo>
                <a:close/>
                <a:moveTo>
                  <a:pt x="2546028" y="128672"/>
                </a:moveTo>
                <a:lnTo>
                  <a:pt x="2542726" y="130284"/>
                </a:lnTo>
                <a:lnTo>
                  <a:pt x="2537491" y="129720"/>
                </a:lnTo>
                <a:lnTo>
                  <a:pt x="2536927" y="125608"/>
                </a:lnTo>
                <a:lnTo>
                  <a:pt x="2542243" y="118272"/>
                </a:lnTo>
                <a:lnTo>
                  <a:pt x="2545787" y="110532"/>
                </a:lnTo>
                <a:lnTo>
                  <a:pt x="2542001" y="108516"/>
                </a:lnTo>
                <a:lnTo>
                  <a:pt x="2538377" y="103599"/>
                </a:lnTo>
                <a:lnTo>
                  <a:pt x="2538296" y="97794"/>
                </a:lnTo>
                <a:lnTo>
                  <a:pt x="2541196" y="87152"/>
                </a:lnTo>
                <a:lnTo>
                  <a:pt x="2545626" y="88039"/>
                </a:lnTo>
                <a:lnTo>
                  <a:pt x="2549895" y="92634"/>
                </a:lnTo>
                <a:lnTo>
                  <a:pt x="2551667" y="101260"/>
                </a:lnTo>
                <a:lnTo>
                  <a:pt x="2554405" y="107871"/>
                </a:lnTo>
                <a:lnTo>
                  <a:pt x="2548525" y="116820"/>
                </a:lnTo>
                <a:lnTo>
                  <a:pt x="2546028" y="128672"/>
                </a:lnTo>
                <a:close/>
                <a:moveTo>
                  <a:pt x="2452677" y="176803"/>
                </a:moveTo>
                <a:lnTo>
                  <a:pt x="2450663" y="179302"/>
                </a:lnTo>
                <a:lnTo>
                  <a:pt x="2440917" y="174788"/>
                </a:lnTo>
                <a:lnTo>
                  <a:pt x="2441400" y="167612"/>
                </a:lnTo>
                <a:lnTo>
                  <a:pt x="2440031" y="164145"/>
                </a:lnTo>
                <a:lnTo>
                  <a:pt x="2437454" y="160437"/>
                </a:lnTo>
                <a:lnTo>
                  <a:pt x="2436326" y="156809"/>
                </a:lnTo>
                <a:lnTo>
                  <a:pt x="2437454" y="152858"/>
                </a:lnTo>
                <a:lnTo>
                  <a:pt x="2443414" y="157938"/>
                </a:lnTo>
                <a:lnTo>
                  <a:pt x="2446878" y="165919"/>
                </a:lnTo>
                <a:lnTo>
                  <a:pt x="2451549" y="173498"/>
                </a:lnTo>
                <a:lnTo>
                  <a:pt x="2452677" y="176803"/>
                </a:lnTo>
                <a:close/>
                <a:moveTo>
                  <a:pt x="2871833" y="1124512"/>
                </a:moveTo>
                <a:lnTo>
                  <a:pt x="2864826" y="1127011"/>
                </a:lnTo>
                <a:lnTo>
                  <a:pt x="2869497" y="1120642"/>
                </a:lnTo>
                <a:lnTo>
                  <a:pt x="2884559" y="1106130"/>
                </a:lnTo>
                <a:lnTo>
                  <a:pt x="2889956" y="1108871"/>
                </a:lnTo>
                <a:lnTo>
                  <a:pt x="2897124" y="1109355"/>
                </a:lnTo>
                <a:lnTo>
                  <a:pt x="2886492" y="1115885"/>
                </a:lnTo>
                <a:lnTo>
                  <a:pt x="2875538" y="1118626"/>
                </a:lnTo>
                <a:lnTo>
                  <a:pt x="2871833" y="1124512"/>
                </a:lnTo>
                <a:close/>
                <a:moveTo>
                  <a:pt x="2789436" y="1095165"/>
                </a:moveTo>
                <a:lnTo>
                  <a:pt x="2784683" y="1102502"/>
                </a:lnTo>
                <a:lnTo>
                  <a:pt x="2779287" y="1102099"/>
                </a:lnTo>
                <a:lnTo>
                  <a:pt x="2769541" y="1092102"/>
                </a:lnTo>
                <a:lnTo>
                  <a:pt x="2770105" y="1085168"/>
                </a:lnTo>
                <a:lnTo>
                  <a:pt x="2770910" y="1082911"/>
                </a:lnTo>
                <a:lnTo>
                  <a:pt x="2774615" y="1082266"/>
                </a:lnTo>
                <a:lnTo>
                  <a:pt x="2787341" y="1084282"/>
                </a:lnTo>
                <a:lnTo>
                  <a:pt x="2789838" y="1089844"/>
                </a:lnTo>
                <a:lnTo>
                  <a:pt x="2789436" y="1095165"/>
                </a:lnTo>
                <a:close/>
                <a:moveTo>
                  <a:pt x="2627057" y="1106775"/>
                </a:moveTo>
                <a:lnTo>
                  <a:pt x="2641152" y="1110000"/>
                </a:lnTo>
                <a:lnTo>
                  <a:pt x="2649287" y="1109677"/>
                </a:lnTo>
                <a:lnTo>
                  <a:pt x="2650898" y="1112580"/>
                </a:lnTo>
                <a:lnTo>
                  <a:pt x="2643246" y="1119352"/>
                </a:lnTo>
                <a:lnTo>
                  <a:pt x="2626896" y="1114112"/>
                </a:lnTo>
                <a:lnTo>
                  <a:pt x="2624077" y="1108468"/>
                </a:lnTo>
                <a:lnTo>
                  <a:pt x="2627057" y="1106775"/>
                </a:lnTo>
                <a:close/>
                <a:moveTo>
                  <a:pt x="2830836" y="590151"/>
                </a:moveTo>
                <a:lnTo>
                  <a:pt x="2831802" y="594907"/>
                </a:lnTo>
                <a:lnTo>
                  <a:pt x="2836635" y="599342"/>
                </a:lnTo>
                <a:lnTo>
                  <a:pt x="2834943" y="606195"/>
                </a:lnTo>
                <a:lnTo>
                  <a:pt x="2833091" y="607243"/>
                </a:lnTo>
                <a:lnTo>
                  <a:pt x="2834057" y="610387"/>
                </a:lnTo>
                <a:lnTo>
                  <a:pt x="2836152" y="612725"/>
                </a:lnTo>
                <a:lnTo>
                  <a:pt x="2832447" y="614418"/>
                </a:lnTo>
                <a:lnTo>
                  <a:pt x="2829708" y="613612"/>
                </a:lnTo>
                <a:lnTo>
                  <a:pt x="2825278" y="615789"/>
                </a:lnTo>
                <a:lnTo>
                  <a:pt x="2822378" y="618933"/>
                </a:lnTo>
                <a:lnTo>
                  <a:pt x="2813116" y="620223"/>
                </a:lnTo>
                <a:lnTo>
                  <a:pt x="2809894" y="617320"/>
                </a:lnTo>
                <a:lnTo>
                  <a:pt x="2793302" y="613934"/>
                </a:lnTo>
                <a:lnTo>
                  <a:pt x="2782589" y="606517"/>
                </a:lnTo>
                <a:lnTo>
                  <a:pt x="2781300" y="604340"/>
                </a:lnTo>
                <a:lnTo>
                  <a:pt x="2801920" y="595633"/>
                </a:lnTo>
                <a:lnTo>
                  <a:pt x="2810941" y="593295"/>
                </a:lnTo>
                <a:lnTo>
                  <a:pt x="2818512" y="593456"/>
                </a:lnTo>
                <a:lnTo>
                  <a:pt x="2828017" y="590231"/>
                </a:lnTo>
                <a:lnTo>
                  <a:pt x="2830836" y="590151"/>
                </a:lnTo>
                <a:close/>
                <a:moveTo>
                  <a:pt x="576703" y="895546"/>
                </a:moveTo>
                <a:lnTo>
                  <a:pt x="570179" y="895868"/>
                </a:lnTo>
                <a:lnTo>
                  <a:pt x="558097" y="886033"/>
                </a:lnTo>
                <a:lnTo>
                  <a:pt x="556083" y="882969"/>
                </a:lnTo>
                <a:lnTo>
                  <a:pt x="559547" y="879986"/>
                </a:lnTo>
                <a:lnTo>
                  <a:pt x="563091" y="880228"/>
                </a:lnTo>
                <a:lnTo>
                  <a:pt x="577105" y="886436"/>
                </a:lnTo>
                <a:lnTo>
                  <a:pt x="579763" y="889580"/>
                </a:lnTo>
                <a:lnTo>
                  <a:pt x="576703" y="895546"/>
                </a:lnTo>
                <a:close/>
                <a:moveTo>
                  <a:pt x="420284" y="710438"/>
                </a:moveTo>
                <a:lnTo>
                  <a:pt x="423506" y="722209"/>
                </a:lnTo>
                <a:lnTo>
                  <a:pt x="413921" y="714147"/>
                </a:lnTo>
                <a:lnTo>
                  <a:pt x="414082" y="708504"/>
                </a:lnTo>
                <a:lnTo>
                  <a:pt x="412794" y="704795"/>
                </a:lnTo>
                <a:lnTo>
                  <a:pt x="406994" y="700280"/>
                </a:lnTo>
                <a:lnTo>
                  <a:pt x="402484" y="694637"/>
                </a:lnTo>
                <a:lnTo>
                  <a:pt x="400470" y="681173"/>
                </a:lnTo>
                <a:lnTo>
                  <a:pt x="402081" y="678432"/>
                </a:lnTo>
                <a:lnTo>
                  <a:pt x="405867" y="678190"/>
                </a:lnTo>
                <a:lnTo>
                  <a:pt x="422701" y="695846"/>
                </a:lnTo>
                <a:lnTo>
                  <a:pt x="423828" y="698829"/>
                </a:lnTo>
                <a:lnTo>
                  <a:pt x="423426" y="705117"/>
                </a:lnTo>
                <a:lnTo>
                  <a:pt x="421009" y="707052"/>
                </a:lnTo>
                <a:lnTo>
                  <a:pt x="420284" y="710438"/>
                </a:lnTo>
                <a:close/>
                <a:moveTo>
                  <a:pt x="402484" y="674804"/>
                </a:moveTo>
                <a:lnTo>
                  <a:pt x="396765" y="681253"/>
                </a:lnTo>
                <a:lnTo>
                  <a:pt x="387261" y="681173"/>
                </a:lnTo>
                <a:lnTo>
                  <a:pt x="385408" y="677142"/>
                </a:lnTo>
                <a:lnTo>
                  <a:pt x="385811" y="667386"/>
                </a:lnTo>
                <a:lnTo>
                  <a:pt x="383475" y="664242"/>
                </a:lnTo>
                <a:lnTo>
                  <a:pt x="383556" y="662952"/>
                </a:lnTo>
                <a:lnTo>
                  <a:pt x="385086" y="657389"/>
                </a:lnTo>
                <a:lnTo>
                  <a:pt x="387019" y="656180"/>
                </a:lnTo>
                <a:lnTo>
                  <a:pt x="402323" y="669886"/>
                </a:lnTo>
                <a:lnTo>
                  <a:pt x="402484" y="674804"/>
                </a:lnTo>
                <a:close/>
                <a:moveTo>
                  <a:pt x="373407" y="642716"/>
                </a:moveTo>
                <a:lnTo>
                  <a:pt x="373810" y="644893"/>
                </a:lnTo>
                <a:lnTo>
                  <a:pt x="360681" y="637798"/>
                </a:lnTo>
                <a:lnTo>
                  <a:pt x="354398" y="635863"/>
                </a:lnTo>
                <a:lnTo>
                  <a:pt x="348760" y="628124"/>
                </a:lnTo>
                <a:lnTo>
                  <a:pt x="350532" y="624334"/>
                </a:lnTo>
                <a:lnTo>
                  <a:pt x="350774" y="619175"/>
                </a:lnTo>
                <a:lnTo>
                  <a:pt x="351579" y="617159"/>
                </a:lnTo>
                <a:lnTo>
                  <a:pt x="355607" y="616433"/>
                </a:lnTo>
                <a:lnTo>
                  <a:pt x="360761" y="620142"/>
                </a:lnTo>
                <a:lnTo>
                  <a:pt x="364708" y="629414"/>
                </a:lnTo>
                <a:lnTo>
                  <a:pt x="371232" y="637959"/>
                </a:lnTo>
                <a:lnTo>
                  <a:pt x="373407" y="642716"/>
                </a:lnTo>
                <a:close/>
                <a:moveTo>
                  <a:pt x="261933" y="496549"/>
                </a:moveTo>
                <a:lnTo>
                  <a:pt x="257181" y="500338"/>
                </a:lnTo>
                <a:lnTo>
                  <a:pt x="249932" y="496710"/>
                </a:lnTo>
                <a:lnTo>
                  <a:pt x="252348" y="491550"/>
                </a:lnTo>
                <a:lnTo>
                  <a:pt x="253556" y="484375"/>
                </a:lnTo>
                <a:lnTo>
                  <a:pt x="257905" y="478732"/>
                </a:lnTo>
                <a:lnTo>
                  <a:pt x="259355" y="472040"/>
                </a:lnTo>
                <a:lnTo>
                  <a:pt x="250979" y="453900"/>
                </a:lnTo>
                <a:lnTo>
                  <a:pt x="255167" y="453255"/>
                </a:lnTo>
                <a:lnTo>
                  <a:pt x="258389" y="455271"/>
                </a:lnTo>
                <a:lnTo>
                  <a:pt x="263946" y="467364"/>
                </a:lnTo>
                <a:lnTo>
                  <a:pt x="268779" y="474620"/>
                </a:lnTo>
                <a:lnTo>
                  <a:pt x="266846" y="484456"/>
                </a:lnTo>
                <a:lnTo>
                  <a:pt x="261933" y="496549"/>
                </a:lnTo>
                <a:close/>
                <a:moveTo>
                  <a:pt x="101245" y="263552"/>
                </a:moveTo>
                <a:lnTo>
                  <a:pt x="96171" y="264278"/>
                </a:lnTo>
                <a:lnTo>
                  <a:pt x="91338" y="262585"/>
                </a:lnTo>
                <a:lnTo>
                  <a:pt x="87231" y="257909"/>
                </a:lnTo>
                <a:lnTo>
                  <a:pt x="65645" y="244525"/>
                </a:lnTo>
                <a:lnTo>
                  <a:pt x="58879" y="244364"/>
                </a:lnTo>
                <a:lnTo>
                  <a:pt x="54207" y="240897"/>
                </a:lnTo>
                <a:lnTo>
                  <a:pt x="48488" y="239688"/>
                </a:lnTo>
                <a:lnTo>
                  <a:pt x="42367" y="230739"/>
                </a:lnTo>
                <a:lnTo>
                  <a:pt x="41078" y="225982"/>
                </a:lnTo>
                <a:lnTo>
                  <a:pt x="45508" y="223644"/>
                </a:lnTo>
                <a:lnTo>
                  <a:pt x="48247" y="218726"/>
                </a:lnTo>
                <a:lnTo>
                  <a:pt x="55496" y="220903"/>
                </a:lnTo>
                <a:lnTo>
                  <a:pt x="63711" y="229610"/>
                </a:lnTo>
                <a:lnTo>
                  <a:pt x="72088" y="232835"/>
                </a:lnTo>
                <a:lnTo>
                  <a:pt x="74343" y="234448"/>
                </a:lnTo>
                <a:lnTo>
                  <a:pt x="78371" y="239285"/>
                </a:lnTo>
                <a:lnTo>
                  <a:pt x="97460" y="251056"/>
                </a:lnTo>
                <a:lnTo>
                  <a:pt x="99554" y="255006"/>
                </a:lnTo>
                <a:lnTo>
                  <a:pt x="100843" y="259037"/>
                </a:lnTo>
                <a:lnTo>
                  <a:pt x="101245" y="263552"/>
                </a:lnTo>
                <a:close/>
                <a:moveTo>
                  <a:pt x="2161507" y="892241"/>
                </a:moveTo>
                <a:lnTo>
                  <a:pt x="2156432" y="894417"/>
                </a:lnTo>
                <a:lnTo>
                  <a:pt x="2146686" y="885146"/>
                </a:lnTo>
                <a:lnTo>
                  <a:pt x="2142578" y="877567"/>
                </a:lnTo>
                <a:lnTo>
                  <a:pt x="2143626" y="873294"/>
                </a:lnTo>
                <a:lnTo>
                  <a:pt x="2146525" y="869505"/>
                </a:lnTo>
                <a:lnTo>
                  <a:pt x="2147894" y="868618"/>
                </a:lnTo>
                <a:lnTo>
                  <a:pt x="2147250" y="864668"/>
                </a:lnTo>
                <a:lnTo>
                  <a:pt x="2151116" y="862733"/>
                </a:lnTo>
                <a:lnTo>
                  <a:pt x="2155305" y="863055"/>
                </a:lnTo>
                <a:lnTo>
                  <a:pt x="2158043" y="868296"/>
                </a:lnTo>
                <a:lnTo>
                  <a:pt x="2161345" y="869747"/>
                </a:lnTo>
                <a:lnTo>
                  <a:pt x="2163037" y="874746"/>
                </a:lnTo>
                <a:lnTo>
                  <a:pt x="2161507" y="892241"/>
                </a:lnTo>
                <a:close/>
                <a:moveTo>
                  <a:pt x="2255664" y="548227"/>
                </a:moveTo>
                <a:lnTo>
                  <a:pt x="2257436" y="553307"/>
                </a:lnTo>
                <a:lnTo>
                  <a:pt x="2254536" y="557660"/>
                </a:lnTo>
                <a:lnTo>
                  <a:pt x="2257758" y="565803"/>
                </a:lnTo>
                <a:lnTo>
                  <a:pt x="2265893" y="554919"/>
                </a:lnTo>
                <a:lnTo>
                  <a:pt x="2273625" y="553549"/>
                </a:lnTo>
                <a:lnTo>
                  <a:pt x="2277975" y="555322"/>
                </a:lnTo>
                <a:lnTo>
                  <a:pt x="2281035" y="557499"/>
                </a:lnTo>
                <a:lnTo>
                  <a:pt x="2282646" y="561611"/>
                </a:lnTo>
                <a:lnTo>
                  <a:pt x="2279827" y="570479"/>
                </a:lnTo>
                <a:lnTo>
                  <a:pt x="2274753" y="574671"/>
                </a:lnTo>
                <a:lnTo>
                  <a:pt x="2268148" y="575316"/>
                </a:lnTo>
                <a:lnTo>
                  <a:pt x="2265087" y="570157"/>
                </a:lnTo>
                <a:lnTo>
                  <a:pt x="2260738" y="569673"/>
                </a:lnTo>
                <a:lnTo>
                  <a:pt x="2257677" y="580960"/>
                </a:lnTo>
                <a:lnTo>
                  <a:pt x="2256389" y="582653"/>
                </a:lnTo>
                <a:lnTo>
                  <a:pt x="2252522" y="584104"/>
                </a:lnTo>
                <a:lnTo>
                  <a:pt x="2249059" y="580960"/>
                </a:lnTo>
                <a:lnTo>
                  <a:pt x="2248495" y="579267"/>
                </a:lnTo>
                <a:lnTo>
                  <a:pt x="2253328" y="574188"/>
                </a:lnTo>
                <a:lnTo>
                  <a:pt x="2250670" y="558950"/>
                </a:lnTo>
                <a:lnTo>
                  <a:pt x="2247045" y="561853"/>
                </a:lnTo>
                <a:lnTo>
                  <a:pt x="2237299" y="575639"/>
                </a:lnTo>
                <a:lnTo>
                  <a:pt x="2229728" y="581766"/>
                </a:lnTo>
                <a:lnTo>
                  <a:pt x="2227151" y="578622"/>
                </a:lnTo>
                <a:lnTo>
                  <a:pt x="2223365" y="569270"/>
                </a:lnTo>
                <a:lnTo>
                  <a:pt x="2225057" y="557257"/>
                </a:lnTo>
                <a:lnTo>
                  <a:pt x="2231178" y="549114"/>
                </a:lnTo>
                <a:lnTo>
                  <a:pt x="2236333" y="549679"/>
                </a:lnTo>
                <a:lnTo>
                  <a:pt x="2251314" y="547179"/>
                </a:lnTo>
                <a:lnTo>
                  <a:pt x="2255664" y="548227"/>
                </a:lnTo>
                <a:close/>
                <a:moveTo>
                  <a:pt x="2147089" y="486632"/>
                </a:moveTo>
                <a:lnTo>
                  <a:pt x="2150552" y="490180"/>
                </a:lnTo>
                <a:lnTo>
                  <a:pt x="2148458" y="494372"/>
                </a:lnTo>
                <a:lnTo>
                  <a:pt x="2145720" y="493324"/>
                </a:lnTo>
                <a:lnTo>
                  <a:pt x="2138390" y="493405"/>
                </a:lnTo>
                <a:lnTo>
                  <a:pt x="2135652" y="493727"/>
                </a:lnTo>
                <a:lnTo>
                  <a:pt x="2132349" y="496146"/>
                </a:lnTo>
                <a:lnTo>
                  <a:pt x="2130255" y="496226"/>
                </a:lnTo>
                <a:lnTo>
                  <a:pt x="2131624" y="492437"/>
                </a:lnTo>
                <a:lnTo>
                  <a:pt x="2137826" y="486632"/>
                </a:lnTo>
                <a:lnTo>
                  <a:pt x="2141692" y="487519"/>
                </a:lnTo>
                <a:lnTo>
                  <a:pt x="2147089" y="486632"/>
                </a:lnTo>
                <a:close/>
                <a:moveTo>
                  <a:pt x="2039481" y="961575"/>
                </a:moveTo>
                <a:lnTo>
                  <a:pt x="2036178" y="975039"/>
                </a:lnTo>
                <a:lnTo>
                  <a:pt x="2034648" y="970282"/>
                </a:lnTo>
                <a:lnTo>
                  <a:pt x="2034084" y="958028"/>
                </a:lnTo>
                <a:lnTo>
                  <a:pt x="2032071" y="952062"/>
                </a:lnTo>
                <a:lnTo>
                  <a:pt x="2033359" y="945209"/>
                </a:lnTo>
                <a:lnTo>
                  <a:pt x="2032876" y="927553"/>
                </a:lnTo>
                <a:lnTo>
                  <a:pt x="2035373" y="919410"/>
                </a:lnTo>
                <a:lnTo>
                  <a:pt x="2039964" y="929810"/>
                </a:lnTo>
                <a:lnTo>
                  <a:pt x="2041172" y="935051"/>
                </a:lnTo>
                <a:lnTo>
                  <a:pt x="2039481" y="961575"/>
                </a:lnTo>
                <a:close/>
                <a:moveTo>
                  <a:pt x="1624593" y="1015834"/>
                </a:moveTo>
                <a:lnTo>
                  <a:pt x="1618069" y="1017204"/>
                </a:lnTo>
                <a:lnTo>
                  <a:pt x="1611948" y="1014382"/>
                </a:lnTo>
                <a:lnTo>
                  <a:pt x="1612109" y="1010513"/>
                </a:lnTo>
                <a:lnTo>
                  <a:pt x="1613639" y="1006965"/>
                </a:lnTo>
                <a:lnTo>
                  <a:pt x="1622741" y="1005111"/>
                </a:lnTo>
                <a:lnTo>
                  <a:pt x="1627574" y="1005272"/>
                </a:lnTo>
                <a:lnTo>
                  <a:pt x="1632809" y="1007691"/>
                </a:lnTo>
                <a:lnTo>
                  <a:pt x="1636434" y="1010271"/>
                </a:lnTo>
                <a:lnTo>
                  <a:pt x="1638206" y="1013254"/>
                </a:lnTo>
                <a:lnTo>
                  <a:pt x="1628379" y="1013415"/>
                </a:lnTo>
                <a:lnTo>
                  <a:pt x="1624593" y="1015834"/>
                </a:lnTo>
                <a:close/>
                <a:moveTo>
                  <a:pt x="1699178" y="765664"/>
                </a:moveTo>
                <a:lnTo>
                  <a:pt x="1682264" y="780660"/>
                </a:lnTo>
                <a:lnTo>
                  <a:pt x="1679525" y="776871"/>
                </a:lnTo>
                <a:lnTo>
                  <a:pt x="1680975" y="761553"/>
                </a:lnTo>
                <a:lnTo>
                  <a:pt x="1676223" y="752120"/>
                </a:lnTo>
                <a:lnTo>
                  <a:pt x="1676545" y="745025"/>
                </a:lnTo>
                <a:lnTo>
                  <a:pt x="1679928" y="732609"/>
                </a:lnTo>
                <a:lnTo>
                  <a:pt x="1684197" y="723096"/>
                </a:lnTo>
                <a:lnTo>
                  <a:pt x="1694023" y="716646"/>
                </a:lnTo>
                <a:lnTo>
                  <a:pt x="1696520" y="715921"/>
                </a:lnTo>
                <a:lnTo>
                  <a:pt x="1695876" y="727530"/>
                </a:lnTo>
                <a:lnTo>
                  <a:pt x="1697889" y="731884"/>
                </a:lnTo>
                <a:lnTo>
                  <a:pt x="1698534" y="735592"/>
                </a:lnTo>
                <a:lnTo>
                  <a:pt x="1697487" y="738817"/>
                </a:lnTo>
                <a:lnTo>
                  <a:pt x="1699339" y="753652"/>
                </a:lnTo>
                <a:lnTo>
                  <a:pt x="1700467" y="757199"/>
                </a:lnTo>
                <a:lnTo>
                  <a:pt x="1698050" y="761875"/>
                </a:lnTo>
                <a:lnTo>
                  <a:pt x="1699178" y="765664"/>
                </a:lnTo>
                <a:close/>
                <a:moveTo>
                  <a:pt x="2234480" y="1333322"/>
                </a:moveTo>
                <a:lnTo>
                  <a:pt x="2226990" y="1333403"/>
                </a:lnTo>
                <a:lnTo>
                  <a:pt x="2224573" y="1332516"/>
                </a:lnTo>
                <a:lnTo>
                  <a:pt x="2223929" y="1325421"/>
                </a:lnTo>
                <a:lnTo>
                  <a:pt x="2226184" y="1321471"/>
                </a:lnTo>
                <a:lnTo>
                  <a:pt x="2243501" y="1316311"/>
                </a:lnTo>
                <a:lnTo>
                  <a:pt x="2250348" y="1311635"/>
                </a:lnTo>
                <a:lnTo>
                  <a:pt x="2259933" y="1301799"/>
                </a:lnTo>
                <a:lnTo>
                  <a:pt x="2265973" y="1299219"/>
                </a:lnTo>
                <a:lnTo>
                  <a:pt x="2267423" y="1298090"/>
                </a:lnTo>
                <a:lnTo>
                  <a:pt x="2268470" y="1298332"/>
                </a:lnTo>
                <a:lnTo>
                  <a:pt x="2269437" y="1305830"/>
                </a:lnTo>
                <a:lnTo>
                  <a:pt x="2271853" y="1310264"/>
                </a:lnTo>
                <a:lnTo>
                  <a:pt x="2272256" y="1312522"/>
                </a:lnTo>
                <a:lnTo>
                  <a:pt x="2263638" y="1316311"/>
                </a:lnTo>
                <a:lnTo>
                  <a:pt x="2255905" y="1325018"/>
                </a:lnTo>
                <a:lnTo>
                  <a:pt x="2238991" y="1330662"/>
                </a:lnTo>
                <a:lnTo>
                  <a:pt x="2234480" y="1333322"/>
                </a:lnTo>
                <a:close/>
                <a:moveTo>
                  <a:pt x="2342250" y="1125318"/>
                </a:moveTo>
                <a:lnTo>
                  <a:pt x="2337336" y="1130317"/>
                </a:lnTo>
                <a:lnTo>
                  <a:pt x="2333953" y="1139024"/>
                </a:lnTo>
                <a:lnTo>
                  <a:pt x="2330973" y="1141604"/>
                </a:lnTo>
                <a:lnTo>
                  <a:pt x="2324449" y="1143297"/>
                </a:lnTo>
                <a:lnTo>
                  <a:pt x="2320502" y="1134590"/>
                </a:lnTo>
                <a:lnTo>
                  <a:pt x="2313334" y="1134993"/>
                </a:lnTo>
                <a:lnTo>
                  <a:pt x="2316797" y="1127334"/>
                </a:lnTo>
                <a:lnTo>
                  <a:pt x="2320261" y="1124512"/>
                </a:lnTo>
                <a:lnTo>
                  <a:pt x="2324691" y="1124431"/>
                </a:lnTo>
                <a:lnTo>
                  <a:pt x="2326865" y="1127495"/>
                </a:lnTo>
                <a:lnTo>
                  <a:pt x="2328074" y="1128140"/>
                </a:lnTo>
                <a:lnTo>
                  <a:pt x="2338464" y="1115160"/>
                </a:lnTo>
                <a:lnTo>
                  <a:pt x="2340558" y="1115079"/>
                </a:lnTo>
                <a:lnTo>
                  <a:pt x="2342250" y="1115643"/>
                </a:lnTo>
                <a:lnTo>
                  <a:pt x="2343619" y="1117256"/>
                </a:lnTo>
                <a:lnTo>
                  <a:pt x="2342250" y="1125318"/>
                </a:lnTo>
                <a:close/>
                <a:moveTo>
                  <a:pt x="2313092" y="1120723"/>
                </a:moveTo>
                <a:lnTo>
                  <a:pt x="2301735" y="1122980"/>
                </a:lnTo>
                <a:lnTo>
                  <a:pt x="2294809" y="1132977"/>
                </a:lnTo>
                <a:lnTo>
                  <a:pt x="2289251" y="1132816"/>
                </a:lnTo>
                <a:lnTo>
                  <a:pt x="2286271" y="1137331"/>
                </a:lnTo>
                <a:lnTo>
                  <a:pt x="2285546" y="1139266"/>
                </a:lnTo>
                <a:lnTo>
                  <a:pt x="2285949" y="1141039"/>
                </a:lnTo>
                <a:lnTo>
                  <a:pt x="2285304" y="1142732"/>
                </a:lnTo>
                <a:lnTo>
                  <a:pt x="2283130" y="1144506"/>
                </a:lnTo>
                <a:lnTo>
                  <a:pt x="2277975" y="1141684"/>
                </a:lnTo>
                <a:lnTo>
                  <a:pt x="2273545" y="1145232"/>
                </a:lnTo>
                <a:lnTo>
                  <a:pt x="2271692" y="1146118"/>
                </a:lnTo>
                <a:lnTo>
                  <a:pt x="2265168" y="1142007"/>
                </a:lnTo>
                <a:lnTo>
                  <a:pt x="2258966" y="1142249"/>
                </a:lnTo>
                <a:lnTo>
                  <a:pt x="2257113" y="1141604"/>
                </a:lnTo>
                <a:lnTo>
                  <a:pt x="2264765" y="1134186"/>
                </a:lnTo>
                <a:lnTo>
                  <a:pt x="2275236" y="1127334"/>
                </a:lnTo>
                <a:lnTo>
                  <a:pt x="2276928" y="1124754"/>
                </a:lnTo>
                <a:lnTo>
                  <a:pt x="2272820" y="1124028"/>
                </a:lnTo>
                <a:lnTo>
                  <a:pt x="2270403" y="1123061"/>
                </a:lnTo>
                <a:lnTo>
                  <a:pt x="2270081" y="1121368"/>
                </a:lnTo>
                <a:lnTo>
                  <a:pt x="2276686" y="1120319"/>
                </a:lnTo>
                <a:lnTo>
                  <a:pt x="2281277" y="1120158"/>
                </a:lnTo>
                <a:lnTo>
                  <a:pt x="2284740" y="1122335"/>
                </a:lnTo>
                <a:lnTo>
                  <a:pt x="2286996" y="1122254"/>
                </a:lnTo>
                <a:lnTo>
                  <a:pt x="2301091" y="1114112"/>
                </a:lnTo>
                <a:lnTo>
                  <a:pt x="2306729" y="1115966"/>
                </a:lnTo>
                <a:lnTo>
                  <a:pt x="2310756" y="1118062"/>
                </a:lnTo>
                <a:lnTo>
                  <a:pt x="2313092" y="1120723"/>
                </a:lnTo>
                <a:close/>
                <a:moveTo>
                  <a:pt x="2264121" y="1127414"/>
                </a:moveTo>
                <a:lnTo>
                  <a:pt x="2262510" y="1130962"/>
                </a:lnTo>
                <a:lnTo>
                  <a:pt x="2240602" y="1130720"/>
                </a:lnTo>
                <a:lnTo>
                  <a:pt x="2241246" y="1126044"/>
                </a:lnTo>
                <a:lnTo>
                  <a:pt x="2247287" y="1120964"/>
                </a:lnTo>
                <a:lnTo>
                  <a:pt x="2249301" y="1119271"/>
                </a:lnTo>
                <a:lnTo>
                  <a:pt x="2256066" y="1117740"/>
                </a:lnTo>
                <a:lnTo>
                  <a:pt x="2265651" y="1120481"/>
                </a:lnTo>
                <a:lnTo>
                  <a:pt x="2264121" y="1127414"/>
                </a:lnTo>
                <a:close/>
                <a:moveTo>
                  <a:pt x="849992" y="222999"/>
                </a:moveTo>
                <a:lnTo>
                  <a:pt x="846690" y="223322"/>
                </a:lnTo>
                <a:lnTo>
                  <a:pt x="845643" y="220903"/>
                </a:lnTo>
                <a:lnTo>
                  <a:pt x="845804" y="216791"/>
                </a:lnTo>
                <a:lnTo>
                  <a:pt x="845481" y="213486"/>
                </a:lnTo>
                <a:lnTo>
                  <a:pt x="844515" y="211067"/>
                </a:lnTo>
                <a:lnTo>
                  <a:pt x="844515" y="206956"/>
                </a:lnTo>
                <a:lnTo>
                  <a:pt x="847656" y="208971"/>
                </a:lnTo>
                <a:lnTo>
                  <a:pt x="849992" y="210906"/>
                </a:lnTo>
                <a:lnTo>
                  <a:pt x="852811" y="212277"/>
                </a:lnTo>
                <a:lnTo>
                  <a:pt x="854986" y="213244"/>
                </a:lnTo>
                <a:lnTo>
                  <a:pt x="856194" y="213808"/>
                </a:lnTo>
                <a:lnTo>
                  <a:pt x="853939" y="219694"/>
                </a:lnTo>
                <a:lnTo>
                  <a:pt x="849992" y="222999"/>
                </a:lnTo>
                <a:close/>
                <a:moveTo>
                  <a:pt x="2286754" y="591199"/>
                </a:moveTo>
                <a:lnTo>
                  <a:pt x="2281196" y="591763"/>
                </a:lnTo>
                <a:lnTo>
                  <a:pt x="2277491" y="589345"/>
                </a:lnTo>
                <a:lnTo>
                  <a:pt x="2277814" y="577574"/>
                </a:lnTo>
                <a:lnTo>
                  <a:pt x="2281196" y="574994"/>
                </a:lnTo>
                <a:lnTo>
                  <a:pt x="2282807" y="575397"/>
                </a:lnTo>
                <a:lnTo>
                  <a:pt x="2283774" y="578944"/>
                </a:lnTo>
                <a:lnTo>
                  <a:pt x="2285465" y="582089"/>
                </a:lnTo>
                <a:lnTo>
                  <a:pt x="2288204" y="584991"/>
                </a:lnTo>
                <a:lnTo>
                  <a:pt x="2286754" y="591199"/>
                </a:lnTo>
                <a:close/>
                <a:moveTo>
                  <a:pt x="2258080" y="785417"/>
                </a:moveTo>
                <a:lnTo>
                  <a:pt x="2250267" y="795091"/>
                </a:lnTo>
                <a:lnTo>
                  <a:pt x="2244710" y="794608"/>
                </a:lnTo>
                <a:lnTo>
                  <a:pt x="2238185" y="788238"/>
                </a:lnTo>
                <a:lnTo>
                  <a:pt x="2236252" y="781224"/>
                </a:lnTo>
                <a:lnTo>
                  <a:pt x="2236091" y="778725"/>
                </a:lnTo>
                <a:lnTo>
                  <a:pt x="2240602" y="774775"/>
                </a:lnTo>
                <a:lnTo>
                  <a:pt x="2255664" y="776145"/>
                </a:lnTo>
                <a:lnTo>
                  <a:pt x="2258483" y="779612"/>
                </a:lnTo>
                <a:lnTo>
                  <a:pt x="2258080" y="785417"/>
                </a:lnTo>
                <a:close/>
                <a:moveTo>
                  <a:pt x="1953781" y="1158534"/>
                </a:moveTo>
                <a:lnTo>
                  <a:pt x="1950640" y="1159260"/>
                </a:lnTo>
                <a:lnTo>
                  <a:pt x="1947498" y="1158131"/>
                </a:lnTo>
                <a:lnTo>
                  <a:pt x="1948787" y="1150956"/>
                </a:lnTo>
                <a:lnTo>
                  <a:pt x="1946935" y="1146118"/>
                </a:lnTo>
                <a:lnTo>
                  <a:pt x="1950237" y="1142249"/>
                </a:lnTo>
                <a:lnTo>
                  <a:pt x="1951042" y="1135476"/>
                </a:lnTo>
                <a:lnTo>
                  <a:pt x="1952331" y="1133380"/>
                </a:lnTo>
                <a:lnTo>
                  <a:pt x="1954345" y="1135557"/>
                </a:lnTo>
                <a:lnTo>
                  <a:pt x="1955231" y="1136928"/>
                </a:lnTo>
                <a:lnTo>
                  <a:pt x="1956842" y="1137573"/>
                </a:lnTo>
                <a:lnTo>
                  <a:pt x="1960466" y="1137734"/>
                </a:lnTo>
                <a:lnTo>
                  <a:pt x="1961272" y="1140636"/>
                </a:lnTo>
                <a:lnTo>
                  <a:pt x="1961111" y="1143377"/>
                </a:lnTo>
                <a:lnTo>
                  <a:pt x="1959580" y="1146280"/>
                </a:lnTo>
                <a:lnTo>
                  <a:pt x="1955311" y="1149424"/>
                </a:lnTo>
                <a:lnTo>
                  <a:pt x="1952170" y="1152971"/>
                </a:lnTo>
                <a:lnTo>
                  <a:pt x="1953781" y="1158534"/>
                </a:lnTo>
                <a:close/>
                <a:moveTo>
                  <a:pt x="1807592" y="117707"/>
                </a:moveTo>
                <a:lnTo>
                  <a:pt x="1815324" y="117869"/>
                </a:lnTo>
                <a:lnTo>
                  <a:pt x="1826600" y="116337"/>
                </a:lnTo>
                <a:lnTo>
                  <a:pt x="1829258" y="123996"/>
                </a:lnTo>
                <a:lnTo>
                  <a:pt x="1829661" y="126979"/>
                </a:lnTo>
                <a:lnTo>
                  <a:pt x="1814680" y="131010"/>
                </a:lnTo>
                <a:lnTo>
                  <a:pt x="1805659" y="121577"/>
                </a:lnTo>
                <a:lnTo>
                  <a:pt x="1807592" y="117707"/>
                </a:lnTo>
                <a:close/>
                <a:moveTo>
                  <a:pt x="1808317" y="189299"/>
                </a:moveTo>
                <a:lnTo>
                  <a:pt x="1807350" y="191960"/>
                </a:lnTo>
                <a:lnTo>
                  <a:pt x="1800423" y="185510"/>
                </a:lnTo>
                <a:lnTo>
                  <a:pt x="1798571" y="180834"/>
                </a:lnTo>
                <a:lnTo>
                  <a:pt x="1799457" y="177126"/>
                </a:lnTo>
                <a:lnTo>
                  <a:pt x="1806625" y="176803"/>
                </a:lnTo>
                <a:lnTo>
                  <a:pt x="1810169" y="179060"/>
                </a:lnTo>
                <a:lnTo>
                  <a:pt x="1808317" y="189299"/>
                </a:lnTo>
                <a:close/>
                <a:moveTo>
                  <a:pt x="1800101" y="1128382"/>
                </a:moveTo>
                <a:lnTo>
                  <a:pt x="1798329" y="1128462"/>
                </a:lnTo>
                <a:lnTo>
                  <a:pt x="1794785" y="1126930"/>
                </a:lnTo>
                <a:lnTo>
                  <a:pt x="1796074" y="1123544"/>
                </a:lnTo>
                <a:lnTo>
                  <a:pt x="1794141" y="1118062"/>
                </a:lnTo>
                <a:lnTo>
                  <a:pt x="1794866" y="1113547"/>
                </a:lnTo>
                <a:lnTo>
                  <a:pt x="1799296" y="1111048"/>
                </a:lnTo>
                <a:lnTo>
                  <a:pt x="1808880" y="1110725"/>
                </a:lnTo>
                <a:lnTo>
                  <a:pt x="1809203" y="1114031"/>
                </a:lnTo>
                <a:lnTo>
                  <a:pt x="1800101" y="1128382"/>
                </a:lnTo>
                <a:close/>
                <a:moveTo>
                  <a:pt x="2875296" y="516463"/>
                </a:moveTo>
                <a:lnTo>
                  <a:pt x="2873283" y="520574"/>
                </a:lnTo>
                <a:lnTo>
                  <a:pt x="2869417" y="523396"/>
                </a:lnTo>
                <a:lnTo>
                  <a:pt x="2834782" y="528314"/>
                </a:lnTo>
                <a:lnTo>
                  <a:pt x="2837763" y="525331"/>
                </a:lnTo>
                <a:lnTo>
                  <a:pt x="2839212" y="522429"/>
                </a:lnTo>
                <a:lnTo>
                  <a:pt x="2841387" y="520977"/>
                </a:lnTo>
                <a:lnTo>
                  <a:pt x="2844850" y="521300"/>
                </a:lnTo>
                <a:lnTo>
                  <a:pt x="2846542" y="520413"/>
                </a:lnTo>
                <a:lnTo>
                  <a:pt x="2848314" y="520090"/>
                </a:lnTo>
                <a:lnTo>
                  <a:pt x="2850247" y="520494"/>
                </a:lnTo>
                <a:lnTo>
                  <a:pt x="2853549" y="519284"/>
                </a:lnTo>
                <a:lnTo>
                  <a:pt x="2860637" y="520090"/>
                </a:lnTo>
                <a:lnTo>
                  <a:pt x="2867886" y="519446"/>
                </a:lnTo>
                <a:lnTo>
                  <a:pt x="2867403" y="515495"/>
                </a:lnTo>
                <a:lnTo>
                  <a:pt x="2875296" y="516463"/>
                </a:lnTo>
                <a:close/>
                <a:moveTo>
                  <a:pt x="2584932" y="516785"/>
                </a:moveTo>
                <a:lnTo>
                  <a:pt x="2584046" y="518478"/>
                </a:lnTo>
                <a:lnTo>
                  <a:pt x="2575669" y="516301"/>
                </a:lnTo>
                <a:lnTo>
                  <a:pt x="2573333" y="515173"/>
                </a:lnTo>
                <a:lnTo>
                  <a:pt x="2577602" y="503724"/>
                </a:lnTo>
                <a:lnTo>
                  <a:pt x="2581549" y="504047"/>
                </a:lnTo>
                <a:lnTo>
                  <a:pt x="2585012" y="514931"/>
                </a:lnTo>
                <a:lnTo>
                  <a:pt x="2584932" y="516785"/>
                </a:lnTo>
                <a:close/>
                <a:moveTo>
                  <a:pt x="2148619" y="1307604"/>
                </a:moveTo>
                <a:lnTo>
                  <a:pt x="2144592" y="1308571"/>
                </a:lnTo>
                <a:lnTo>
                  <a:pt x="2135974" y="1306233"/>
                </a:lnTo>
                <a:lnTo>
                  <a:pt x="2134282" y="1304863"/>
                </a:lnTo>
                <a:lnTo>
                  <a:pt x="2141612" y="1300912"/>
                </a:lnTo>
                <a:lnTo>
                  <a:pt x="2147331" y="1295430"/>
                </a:lnTo>
                <a:lnTo>
                  <a:pt x="2154016" y="1294946"/>
                </a:lnTo>
                <a:lnTo>
                  <a:pt x="2157882" y="1296075"/>
                </a:lnTo>
                <a:lnTo>
                  <a:pt x="2156513" y="1302605"/>
                </a:lnTo>
                <a:lnTo>
                  <a:pt x="2148619" y="1307604"/>
                </a:lnTo>
                <a:close/>
                <a:moveTo>
                  <a:pt x="2236736" y="1142732"/>
                </a:moveTo>
                <a:lnTo>
                  <a:pt x="2234239" y="1147489"/>
                </a:lnTo>
                <a:lnTo>
                  <a:pt x="2229567" y="1146118"/>
                </a:lnTo>
                <a:lnTo>
                  <a:pt x="2230856" y="1141604"/>
                </a:lnTo>
                <a:lnTo>
                  <a:pt x="2233192" y="1138862"/>
                </a:lnTo>
                <a:lnTo>
                  <a:pt x="2239474" y="1134912"/>
                </a:lnTo>
                <a:lnTo>
                  <a:pt x="2245757" y="1134267"/>
                </a:lnTo>
                <a:lnTo>
                  <a:pt x="2249703" y="1135638"/>
                </a:lnTo>
                <a:lnTo>
                  <a:pt x="2250911" y="1137169"/>
                </a:lnTo>
                <a:lnTo>
                  <a:pt x="2241004" y="1138701"/>
                </a:lnTo>
                <a:lnTo>
                  <a:pt x="2236736" y="1142732"/>
                </a:lnTo>
                <a:close/>
              </a:path>
            </a:pathLst>
          </a:custGeom>
          <a:solidFill>
            <a:srgbClr val="D9DADC"/>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Halo NORTH SUMATRA"/>
          <p:cNvSpPr/>
          <p:nvPr/>
        </p:nvSpPr>
        <p:spPr>
          <a:xfrm>
            <a:off x="5056986" y="1313188"/>
            <a:ext cx="255245" cy="255245"/>
          </a:xfrm>
          <a:prstGeom prst="ellipse">
            <a:avLst/>
          </a:prstGeom>
          <a:solidFill>
            <a:srgbClr val="FBF0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Dot NORTH SUMATRA"/>
          <p:cNvSpPr/>
          <p:nvPr/>
        </p:nvSpPr>
        <p:spPr>
          <a:xfrm>
            <a:off x="5134317" y="1390519"/>
            <a:ext cx="100584" cy="100584"/>
          </a:xfrm>
          <a:prstGeom prst="ellipse">
            <a:avLst/>
          </a:prstGeom>
          <a:solidFill>
            <a:srgbClr val="E6B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367489" y="1358515"/>
            <a:ext cx="1188720" cy="164592"/>
          </a:xfrm>
          <a:prstGeom prst="rect">
            <a:avLst/>
          </a:prstGeom>
          <a:noFill/>
        </p:spPr>
        <p:txBody>
          <a:bodyPr wrap="square" lIns="0" rIns="0" tIns="0" bIns="0" anchor="t">
            <a:noAutofit/>
          </a:bodyPr>
          <a:lstStyle/>
          <a:p>
            <a:pPr algn="l"/>
            <a:r>
              <a:rPr sz="800" b="1" i="0" spc="100">
                <a:solidFill>
                  <a:srgbClr val="747678"/>
                </a:solidFill>
                <a:latin typeface="Calibri"/>
              </a:rPr>
              <a:t>NORTH SUMATRA</a:t>
            </a:r>
          </a:p>
        </p:txBody>
      </p:sp>
      <p:sp>
        <p:nvSpPr>
          <p:cNvPr id="36" name="Halo BANTEN · JAKARTA"/>
          <p:cNvSpPr/>
          <p:nvPr/>
        </p:nvSpPr>
        <p:spPr>
          <a:xfrm>
            <a:off x="5621959" y="2023886"/>
            <a:ext cx="397911" cy="397911"/>
          </a:xfrm>
          <a:prstGeom prst="ellipse">
            <a:avLst/>
          </a:prstGeom>
          <a:solidFill>
            <a:srgbClr val="FBF0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Dot BANTEN · JAKARTA"/>
          <p:cNvSpPr/>
          <p:nvPr/>
        </p:nvSpPr>
        <p:spPr>
          <a:xfrm>
            <a:off x="5770622" y="2172550"/>
            <a:ext cx="100584" cy="100584"/>
          </a:xfrm>
          <a:prstGeom prst="ellipse">
            <a:avLst/>
          </a:prstGeom>
          <a:solidFill>
            <a:srgbClr val="E6B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522466" y="2369146"/>
            <a:ext cx="1188720" cy="164592"/>
          </a:xfrm>
          <a:prstGeom prst="rect">
            <a:avLst/>
          </a:prstGeom>
          <a:noFill/>
        </p:spPr>
        <p:txBody>
          <a:bodyPr wrap="square" lIns="0" rIns="0" tIns="0" bIns="0" anchor="t">
            <a:noAutofit/>
          </a:bodyPr>
          <a:lstStyle/>
          <a:p>
            <a:pPr algn="l"/>
            <a:r>
              <a:rPr sz="800" b="1" i="0" spc="100">
                <a:solidFill>
                  <a:srgbClr val="747678"/>
                </a:solidFill>
                <a:latin typeface="Calibri"/>
              </a:rPr>
              <a:t>BANTEN · JAKARTA</a:t>
            </a:r>
          </a:p>
        </p:txBody>
      </p:sp>
      <p:sp>
        <p:nvSpPr>
          <p:cNvPr id="39" name="Halo EAST JAVA"/>
          <p:cNvSpPr/>
          <p:nvPr/>
        </p:nvSpPr>
        <p:spPr>
          <a:xfrm>
            <a:off x="6138047" y="2137333"/>
            <a:ext cx="348384" cy="348384"/>
          </a:xfrm>
          <a:prstGeom prst="ellipse">
            <a:avLst/>
          </a:prstGeom>
          <a:solidFill>
            <a:srgbClr val="FBF0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Dot EAST JAVA"/>
          <p:cNvSpPr/>
          <p:nvPr/>
        </p:nvSpPr>
        <p:spPr>
          <a:xfrm>
            <a:off x="6261947" y="2261234"/>
            <a:ext cx="100584" cy="100584"/>
          </a:xfrm>
          <a:prstGeom prst="ellipse">
            <a:avLst/>
          </a:prstGeom>
          <a:solidFill>
            <a:srgbClr val="E6B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531695" y="2256662"/>
            <a:ext cx="1188720" cy="164592"/>
          </a:xfrm>
          <a:prstGeom prst="rect">
            <a:avLst/>
          </a:prstGeom>
          <a:noFill/>
        </p:spPr>
        <p:txBody>
          <a:bodyPr wrap="square" lIns="0" rIns="0" tIns="0" bIns="0" anchor="t">
            <a:noAutofit/>
          </a:bodyPr>
          <a:lstStyle/>
          <a:p>
            <a:pPr algn="l"/>
            <a:r>
              <a:rPr sz="800" b="1" i="0" spc="100">
                <a:solidFill>
                  <a:srgbClr val="747678"/>
                </a:solidFill>
                <a:latin typeface="Calibri"/>
              </a:rPr>
              <a:t>EAST JAVA</a:t>
            </a:r>
          </a:p>
        </p:txBody>
      </p:sp>
      <p:sp>
        <p:nvSpPr>
          <p:cNvPr id="42" name="Halo MAKASSAR"/>
          <p:cNvSpPr/>
          <p:nvPr/>
        </p:nvSpPr>
        <p:spPr>
          <a:xfrm>
            <a:off x="6730984" y="2021313"/>
            <a:ext cx="241813" cy="241813"/>
          </a:xfrm>
          <a:prstGeom prst="ellipse">
            <a:avLst/>
          </a:prstGeom>
          <a:solidFill>
            <a:srgbClr val="FBF0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Dot MAKASSAR"/>
          <p:cNvSpPr/>
          <p:nvPr/>
        </p:nvSpPr>
        <p:spPr>
          <a:xfrm>
            <a:off x="6801599" y="2091928"/>
            <a:ext cx="100584" cy="100584"/>
          </a:xfrm>
          <a:prstGeom prst="ellipse">
            <a:avLst/>
          </a:prstGeom>
          <a:solidFill>
            <a:srgbClr val="E6B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998195" y="2059924"/>
            <a:ext cx="1188720" cy="164592"/>
          </a:xfrm>
          <a:prstGeom prst="rect">
            <a:avLst/>
          </a:prstGeom>
          <a:noFill/>
        </p:spPr>
        <p:txBody>
          <a:bodyPr wrap="square" lIns="0" rIns="0" tIns="0" bIns="0" anchor="t">
            <a:noAutofit/>
          </a:bodyPr>
          <a:lstStyle/>
          <a:p>
            <a:pPr algn="l"/>
            <a:r>
              <a:rPr sz="800" b="1" i="0" spc="100">
                <a:solidFill>
                  <a:srgbClr val="747678"/>
                </a:solidFill>
                <a:latin typeface="Calibri"/>
              </a:rPr>
              <a:t>MAKASSAR</a:t>
            </a:r>
          </a:p>
        </p:txBody>
      </p:sp>
      <p:sp>
        <p:nvSpPr>
          <p:cNvPr id="45" name="TextBox 44"/>
          <p:cNvSpPr txBox="1"/>
          <p:nvPr/>
        </p:nvSpPr>
        <p:spPr>
          <a:xfrm>
            <a:off x="4846320" y="2841079"/>
            <a:ext cx="1280160" cy="182880"/>
          </a:xfrm>
          <a:prstGeom prst="rect">
            <a:avLst/>
          </a:prstGeom>
          <a:noFill/>
        </p:spPr>
        <p:txBody>
          <a:bodyPr wrap="square" lIns="0" rIns="0" tIns="0" bIns="0" anchor="t">
            <a:noAutofit/>
          </a:bodyPr>
          <a:lstStyle/>
          <a:p>
            <a:pPr algn="l"/>
            <a:r>
              <a:rPr sz="850" b="1" i="0" spc="150">
                <a:solidFill>
                  <a:srgbClr val="8A6A0C"/>
                </a:solidFill>
                <a:latin typeface="Calibri"/>
              </a:rPr>
              <a:t>JAVA</a:t>
            </a:r>
          </a:p>
        </p:txBody>
      </p:sp>
      <p:sp>
        <p:nvSpPr>
          <p:cNvPr id="46" name="TextBox 45"/>
          <p:cNvSpPr txBox="1"/>
          <p:nvPr/>
        </p:nvSpPr>
        <p:spPr>
          <a:xfrm>
            <a:off x="4846320" y="3042247"/>
            <a:ext cx="1737360" cy="457200"/>
          </a:xfrm>
          <a:prstGeom prst="rect">
            <a:avLst/>
          </a:prstGeom>
          <a:noFill/>
        </p:spPr>
        <p:txBody>
          <a:bodyPr wrap="square" lIns="0" rIns="0" tIns="0" bIns="0" anchor="ctr">
            <a:noAutofit/>
          </a:bodyPr>
          <a:lstStyle/>
          <a:p>
            <a:pPr algn="l"/>
            <a:r>
              <a:rPr sz="2600" b="1" i="0">
                <a:solidFill>
                  <a:srgbClr val="4D4D4F"/>
                </a:solidFill>
                <a:latin typeface="Calibri"/>
              </a:rPr>
              <a:t>~80%</a:t>
            </a:r>
          </a:p>
        </p:txBody>
      </p:sp>
      <p:sp>
        <p:nvSpPr>
          <p:cNvPr id="47" name="TextBox 46"/>
          <p:cNvSpPr txBox="1"/>
          <p:nvPr/>
        </p:nvSpPr>
        <p:spPr>
          <a:xfrm>
            <a:off x="4846320" y="3499447"/>
            <a:ext cx="1737360" cy="182880"/>
          </a:xfrm>
          <a:prstGeom prst="rect">
            <a:avLst/>
          </a:prstGeom>
          <a:noFill/>
        </p:spPr>
        <p:txBody>
          <a:bodyPr wrap="square" lIns="0" rIns="0" tIns="0" bIns="0" anchor="t">
            <a:noAutofit/>
          </a:bodyPr>
          <a:lstStyle/>
          <a:p>
            <a:pPr algn="l"/>
            <a:r>
              <a:rPr sz="900" b="0" i="0">
                <a:solidFill>
                  <a:srgbClr val="747678"/>
                </a:solidFill>
                <a:latin typeface="Calibri"/>
              </a:rPr>
              <a:t>of flour milling capacity</a:t>
            </a:r>
          </a:p>
        </p:txBody>
      </p:sp>
      <p:sp>
        <p:nvSpPr>
          <p:cNvPr id="48" name="TextBox 47"/>
          <p:cNvSpPr txBox="1"/>
          <p:nvPr/>
        </p:nvSpPr>
        <p:spPr>
          <a:xfrm>
            <a:off x="6766560" y="3042247"/>
            <a:ext cx="1737360" cy="457200"/>
          </a:xfrm>
          <a:prstGeom prst="rect">
            <a:avLst/>
          </a:prstGeom>
          <a:noFill/>
        </p:spPr>
        <p:txBody>
          <a:bodyPr wrap="square" lIns="0" rIns="0" tIns="0" bIns="0" anchor="ctr">
            <a:noAutofit/>
          </a:bodyPr>
          <a:lstStyle/>
          <a:p>
            <a:pPr algn="l"/>
            <a:r>
              <a:rPr sz="2600" b="1" i="0">
                <a:solidFill>
                  <a:srgbClr val="4D4D4F"/>
                </a:solidFill>
                <a:latin typeface="Calibri"/>
              </a:rPr>
              <a:t>~70%</a:t>
            </a:r>
          </a:p>
        </p:txBody>
      </p:sp>
      <p:sp>
        <p:nvSpPr>
          <p:cNvPr id="49" name="TextBox 48"/>
          <p:cNvSpPr txBox="1"/>
          <p:nvPr/>
        </p:nvSpPr>
        <p:spPr>
          <a:xfrm>
            <a:off x="6766560" y="3499447"/>
            <a:ext cx="1737360" cy="182880"/>
          </a:xfrm>
          <a:prstGeom prst="rect">
            <a:avLst/>
          </a:prstGeom>
          <a:noFill/>
        </p:spPr>
        <p:txBody>
          <a:bodyPr wrap="square" lIns="0" rIns="0" tIns="0" bIns="0" anchor="t">
            <a:noAutofit/>
          </a:bodyPr>
          <a:lstStyle/>
          <a:p>
            <a:pPr algn="l"/>
            <a:r>
              <a:rPr sz="900" b="0" i="0">
                <a:solidFill>
                  <a:srgbClr val="747678"/>
                </a:solidFill>
                <a:latin typeface="Calibri"/>
              </a:rPr>
              <a:t>of animal feed output</a:t>
            </a:r>
          </a:p>
        </p:txBody>
      </p:sp>
      <p:sp>
        <p:nvSpPr>
          <p:cNvPr id="50" name="TextBox 49"/>
          <p:cNvSpPr txBox="1"/>
          <p:nvPr/>
        </p:nvSpPr>
        <p:spPr>
          <a:xfrm>
            <a:off x="4846320" y="3755479"/>
            <a:ext cx="3785615" cy="329184"/>
          </a:xfrm>
          <a:prstGeom prst="rect">
            <a:avLst/>
          </a:prstGeom>
          <a:noFill/>
        </p:spPr>
        <p:txBody>
          <a:bodyPr wrap="square" lIns="0" rIns="0" tIns="0" bIns="0" anchor="t">
            <a:noAutofit/>
          </a:bodyPr>
          <a:lstStyle/>
          <a:p>
            <a:pPr algn="l">
              <a:lnSpc>
                <a:spcPct val="105000"/>
              </a:lnSpc>
            </a:pPr>
            <a:r>
              <a:rPr sz="900" b="0" i="0">
                <a:solidFill>
                  <a:srgbClr val="4D4D4F"/>
                </a:solidFill>
                <a:latin typeface="Calibri"/>
              </a:rPr>
              <a:t>Sumatra ~10-15%, other islands ~10-15%  ·  23 of 30 flour mills and 81 of 110 feed mills are on Java</a:t>
            </a:r>
          </a:p>
        </p:txBody>
      </p:sp>
      <p:sp>
        <p:nvSpPr>
          <p:cNvPr id="51" name="TextBox 50"/>
          <p:cNvSpPr txBox="1"/>
          <p:nvPr/>
        </p:nvSpPr>
        <p:spPr>
          <a:xfrm>
            <a:off x="4846320" y="4102951"/>
            <a:ext cx="3785615" cy="182880"/>
          </a:xfrm>
          <a:prstGeom prst="rect">
            <a:avLst/>
          </a:prstGeom>
          <a:noFill/>
        </p:spPr>
        <p:txBody>
          <a:bodyPr wrap="square" lIns="0" rIns="0" tIns="0" bIns="0" anchor="t">
            <a:noAutofit/>
          </a:bodyPr>
          <a:lstStyle/>
          <a:p>
            <a:pPr algn="l"/>
            <a:r>
              <a:rPr sz="750" b="0" i="1">
                <a:solidFill>
                  <a:srgbClr val="747678"/>
                </a:solidFill>
                <a:latin typeface="Calibri"/>
              </a:rPr>
              <a:t>Shares are FKS estimates from published mill capacities (USDA GAIN 2026, APTINDO, GPMT)</a:t>
            </a:r>
          </a:p>
        </p:txBody>
      </p:sp>
      <p:sp>
        <p:nvSpPr>
          <p:cNvPr id="52" name="Chevron 51"/>
          <p:cNvSpPr/>
          <p:nvPr/>
        </p:nvSpPr>
        <p:spPr>
          <a:xfrm>
            <a:off x="512064" y="4379976"/>
            <a:ext cx="109728" cy="146304"/>
          </a:xfrm>
          <a:prstGeom prst="chevron">
            <a:avLst/>
          </a:prstGeom>
          <a:solidFill>
            <a:srgbClr val="E6B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13232" y="4315968"/>
            <a:ext cx="7918703" cy="274320"/>
          </a:xfrm>
          <a:prstGeom prst="rect">
            <a:avLst/>
          </a:prstGeom>
          <a:noFill/>
        </p:spPr>
        <p:txBody>
          <a:bodyPr wrap="square" lIns="0" rIns="0" tIns="0" bIns="0" anchor="ctr">
            <a:noAutofit/>
          </a:bodyPr>
          <a:lstStyle/>
          <a:p>
            <a:pPr algn="l"/>
            <a:r>
              <a:rPr sz="1100" b="1" i="0">
                <a:solidFill>
                  <a:srgbClr val="4D4D4F"/>
                </a:solidFill>
                <a:latin typeface="Calibri"/>
              </a:rPr>
              <a:t>A large import market and concentrated milling: a few port corridors on Java and Sumatra carry most of the flow</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5" sz="half"/>
          </p:nvPr>
        </p:nvSpPr>
        <p:spPr/>
        <p:txBody>
          <a:bodyPr/>
          <a:lstStyle/>
          <a:p>
            <a:r>
              <a:rPr sz="1400" b="1">
                <a:solidFill>
                  <a:srgbClr val="747678"/>
                </a:solidFill>
                <a:latin typeface="Calibri"/>
              </a:rPr>
              <a:t>Six of the nine food &amp; feed gateways still discharge at the speed of the trucks</a:t>
            </a:r>
          </a:p>
        </p:txBody>
      </p:sp>
      <p:sp>
        <p:nvSpPr>
          <p:cNvPr id="5" name="Text Placeholder 4"/>
          <p:cNvSpPr>
            <a:spLocks noGrp="1"/>
          </p:cNvSpPr>
          <p:nvPr>
            <p:ph type="body" idx="16" sz="half"/>
          </p:nvPr>
        </p:nvSpPr>
        <p:spPr/>
        <p:txBody>
          <a:bodyPr/>
          <a:lstStyle/>
          <a:p>
            <a:r>
              <a:rPr sz="1800" b="1">
                <a:solidFill>
                  <a:srgbClr val="4D4D4F"/>
                </a:solidFill>
                <a:latin typeface="Calibri"/>
              </a:rPr>
              <a:t>Indonesia already has the cargo; the bottleneck is at the port</a:t>
            </a:r>
          </a:p>
        </p:txBody>
      </p:sp>
      <p:cxnSp>
        <p:nvCxnSpPr>
          <p:cNvPr id="6" name="Title rule"/>
          <p:cNvCxnSpPr/>
          <p:nvPr/>
        </p:nvCxnSpPr>
        <p:spPr>
          <a:xfrm>
            <a:off x="512064" y="886968"/>
            <a:ext cx="8119872" cy="0"/>
          </a:xfrm>
          <a:prstGeom prst="line">
            <a:avLst/>
          </a:prstGeom>
          <a:ln w="9525">
            <a:solidFill>
              <a:srgbClr val="D9DADC"/>
            </a:solidFill>
          </a:ln>
        </p:spPr>
        <p:style>
          <a:lnRef idx="2">
            <a:schemeClr val="accent1"/>
          </a:lnRef>
          <a:fillRef idx="0">
            <a:schemeClr val="accent1"/>
          </a:fillRef>
          <a:effectRef idx="1">
            <a:schemeClr val="accent1"/>
          </a:effectRef>
          <a:fontRef idx="minor">
            <a:schemeClr val="tx1"/>
          </a:fontRef>
        </p:style>
      </p:cxnSp>
      <p:sp>
        <p:nvSpPr>
          <p:cNvPr id="7" name="Page number"/>
          <p:cNvSpPr txBox="1"/>
          <p:nvPr/>
        </p:nvSpPr>
        <p:spPr>
          <a:xfrm>
            <a:off x="8229600" y="4754880"/>
            <a:ext cx="402336" cy="182880"/>
          </a:xfrm>
          <a:prstGeom prst="rect">
            <a:avLst/>
          </a:prstGeom>
          <a:noFill/>
        </p:spPr>
        <p:txBody>
          <a:bodyPr wrap="square" lIns="0" rIns="0" tIns="0" bIns="0" anchor="t">
            <a:noAutofit/>
          </a:bodyPr>
          <a:lstStyle/>
          <a:p>
            <a:pPr algn="r"/>
            <a:r>
              <a:rPr sz="800" b="0" i="0">
                <a:solidFill>
                  <a:srgbClr val="4D4D4F"/>
                </a:solidFill>
                <a:latin typeface="Calibri"/>
              </a:rPr>
              <a:t>3</a:t>
            </a:r>
          </a:p>
        </p:txBody>
      </p:sp>
      <p:sp>
        <p:nvSpPr>
          <p:cNvPr id="8" name="TextBox 7"/>
          <p:cNvSpPr txBox="1"/>
          <p:nvPr/>
        </p:nvSpPr>
        <p:spPr>
          <a:xfrm>
            <a:off x="512064" y="987552"/>
            <a:ext cx="3657600" cy="201168"/>
          </a:xfrm>
          <a:prstGeom prst="rect">
            <a:avLst/>
          </a:prstGeom>
          <a:noFill/>
        </p:spPr>
        <p:txBody>
          <a:bodyPr wrap="square" lIns="0" rIns="0" tIns="0" bIns="0" anchor="t">
            <a:noAutofit/>
          </a:bodyPr>
          <a:lstStyle/>
          <a:p>
            <a:pPr algn="l"/>
            <a:r>
              <a:rPr sz="900" b="1" i="0" spc="150">
                <a:solidFill>
                  <a:srgbClr val="747678"/>
                </a:solidFill>
                <a:latin typeface="Calibri"/>
              </a:rPr>
              <a:t>THE GATEWAY LANDSCAPE</a:t>
            </a:r>
          </a:p>
        </p:txBody>
      </p:sp>
      <p:sp>
        <p:nvSpPr>
          <p:cNvPr id="9" name="Tile 1"/>
          <p:cNvSpPr/>
          <p:nvPr/>
        </p:nvSpPr>
        <p:spPr>
          <a:xfrm>
            <a:off x="512064" y="1188720"/>
            <a:ext cx="1920240" cy="585216"/>
          </a:xfrm>
          <a:prstGeom prst="rect">
            <a:avLst/>
          </a:prstGeom>
          <a:solidFill>
            <a:srgbClr val="F1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 y="1225296"/>
            <a:ext cx="1645920" cy="310896"/>
          </a:xfrm>
          <a:prstGeom prst="rect">
            <a:avLst/>
          </a:prstGeom>
          <a:noFill/>
        </p:spPr>
        <p:txBody>
          <a:bodyPr wrap="square" lIns="0" rIns="0" tIns="0" bIns="0" anchor="ctr">
            <a:noAutofit/>
          </a:bodyPr>
          <a:lstStyle/>
          <a:p>
            <a:pPr algn="l"/>
            <a:r>
              <a:rPr sz="2200" b="1" i="0">
                <a:solidFill>
                  <a:srgbClr val="4D4D4F"/>
                </a:solidFill>
                <a:latin typeface="Calibri"/>
              </a:rPr>
              <a:t>102</a:t>
            </a:r>
          </a:p>
        </p:txBody>
      </p:sp>
      <p:sp>
        <p:nvSpPr>
          <p:cNvPr id="11" name="TextBox 10"/>
          <p:cNvSpPr txBox="1"/>
          <p:nvPr/>
        </p:nvSpPr>
        <p:spPr>
          <a:xfrm>
            <a:off x="649224" y="1536192"/>
            <a:ext cx="1645920" cy="219456"/>
          </a:xfrm>
          <a:prstGeom prst="rect">
            <a:avLst/>
          </a:prstGeom>
          <a:noFill/>
        </p:spPr>
        <p:txBody>
          <a:bodyPr wrap="square" lIns="0" rIns="0" tIns="0" bIns="0" anchor="t">
            <a:noAutofit/>
          </a:bodyPr>
          <a:lstStyle/>
          <a:p>
            <a:pPr algn="l"/>
            <a:r>
              <a:rPr sz="900" b="0" i="0">
                <a:solidFill>
                  <a:srgbClr val="747678"/>
                </a:solidFill>
                <a:latin typeface="Calibri"/>
              </a:rPr>
              <a:t>commercial ports</a:t>
            </a:r>
          </a:p>
        </p:txBody>
      </p:sp>
      <p:sp>
        <p:nvSpPr>
          <p:cNvPr id="12" name="Tile 2"/>
          <p:cNvSpPr/>
          <p:nvPr/>
        </p:nvSpPr>
        <p:spPr>
          <a:xfrm>
            <a:off x="2578608" y="1188720"/>
            <a:ext cx="1920240" cy="585216"/>
          </a:xfrm>
          <a:prstGeom prst="rect">
            <a:avLst/>
          </a:prstGeom>
          <a:solidFill>
            <a:srgbClr val="F1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15768" y="1225296"/>
            <a:ext cx="1645920" cy="310896"/>
          </a:xfrm>
          <a:prstGeom prst="rect">
            <a:avLst/>
          </a:prstGeom>
          <a:noFill/>
        </p:spPr>
        <p:txBody>
          <a:bodyPr wrap="square" lIns="0" rIns="0" tIns="0" bIns="0" anchor="ctr">
            <a:noAutofit/>
          </a:bodyPr>
          <a:lstStyle/>
          <a:p>
            <a:pPr algn="l"/>
            <a:r>
              <a:rPr sz="2200" b="1" i="0">
                <a:solidFill>
                  <a:srgbClr val="4D4D4F"/>
                </a:solidFill>
                <a:latin typeface="Calibri"/>
              </a:rPr>
              <a:t>~20</a:t>
            </a:r>
          </a:p>
        </p:txBody>
      </p:sp>
      <p:sp>
        <p:nvSpPr>
          <p:cNvPr id="14" name="TextBox 13"/>
          <p:cNvSpPr txBox="1"/>
          <p:nvPr/>
        </p:nvSpPr>
        <p:spPr>
          <a:xfrm>
            <a:off x="2715768" y="1536192"/>
            <a:ext cx="1645920" cy="219456"/>
          </a:xfrm>
          <a:prstGeom prst="rect">
            <a:avLst/>
          </a:prstGeom>
          <a:noFill/>
        </p:spPr>
        <p:txBody>
          <a:bodyPr wrap="square" lIns="0" rIns="0" tIns="0" bIns="0" anchor="t">
            <a:noAutofit/>
          </a:bodyPr>
          <a:lstStyle/>
          <a:p>
            <a:pPr algn="l"/>
            <a:r>
              <a:rPr sz="900" b="0" i="0">
                <a:solidFill>
                  <a:srgbClr val="747678"/>
                </a:solidFill>
                <a:latin typeface="Calibri"/>
              </a:rPr>
              <a:t>state-run dry-bulk gateways</a:t>
            </a:r>
          </a:p>
        </p:txBody>
      </p:sp>
      <p:sp>
        <p:nvSpPr>
          <p:cNvPr id="15" name="Tile 3"/>
          <p:cNvSpPr/>
          <p:nvPr/>
        </p:nvSpPr>
        <p:spPr>
          <a:xfrm>
            <a:off x="4645152" y="1188720"/>
            <a:ext cx="1920240" cy="585216"/>
          </a:xfrm>
          <a:prstGeom prst="rect">
            <a:avLst/>
          </a:prstGeom>
          <a:solidFill>
            <a:srgbClr val="F1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782312" y="1225296"/>
            <a:ext cx="1645920" cy="310896"/>
          </a:xfrm>
          <a:prstGeom prst="rect">
            <a:avLst/>
          </a:prstGeom>
          <a:noFill/>
        </p:spPr>
        <p:txBody>
          <a:bodyPr wrap="square" lIns="0" rIns="0" tIns="0" bIns="0" anchor="ctr">
            <a:noAutofit/>
          </a:bodyPr>
          <a:lstStyle/>
          <a:p>
            <a:pPr algn="l"/>
            <a:r>
              <a:rPr sz="2200" b="1" i="0">
                <a:solidFill>
                  <a:srgbClr val="4D4D4F"/>
                </a:solidFill>
                <a:latin typeface="Calibri"/>
              </a:rPr>
              <a:t>9</a:t>
            </a:r>
          </a:p>
        </p:txBody>
      </p:sp>
      <p:sp>
        <p:nvSpPr>
          <p:cNvPr id="17" name="TextBox 16"/>
          <p:cNvSpPr txBox="1"/>
          <p:nvPr/>
        </p:nvSpPr>
        <p:spPr>
          <a:xfrm>
            <a:off x="4782312" y="1536192"/>
            <a:ext cx="1645920" cy="219456"/>
          </a:xfrm>
          <a:prstGeom prst="rect">
            <a:avLst/>
          </a:prstGeom>
          <a:noFill/>
        </p:spPr>
        <p:txBody>
          <a:bodyPr wrap="square" lIns="0" rIns="0" tIns="0" bIns="0" anchor="t">
            <a:noAutofit/>
          </a:bodyPr>
          <a:lstStyle/>
          <a:p>
            <a:pPr algn="l"/>
            <a:r>
              <a:rPr sz="900" b="0" i="0">
                <a:solidFill>
                  <a:srgbClr val="747678"/>
                </a:solidFill>
                <a:latin typeface="Calibri"/>
              </a:rPr>
              <a:t>serve the food &amp; feed mills</a:t>
            </a:r>
          </a:p>
        </p:txBody>
      </p:sp>
      <p:sp>
        <p:nvSpPr>
          <p:cNvPr id="18" name="Tile 4"/>
          <p:cNvSpPr/>
          <p:nvPr/>
        </p:nvSpPr>
        <p:spPr>
          <a:xfrm>
            <a:off x="6711696" y="1188720"/>
            <a:ext cx="1920240" cy="585216"/>
          </a:xfrm>
          <a:prstGeom prst="rect">
            <a:avLst/>
          </a:prstGeom>
          <a:solidFill>
            <a:srgbClr val="FBF0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48856" y="1225296"/>
            <a:ext cx="1645920" cy="310896"/>
          </a:xfrm>
          <a:prstGeom prst="rect">
            <a:avLst/>
          </a:prstGeom>
          <a:noFill/>
        </p:spPr>
        <p:txBody>
          <a:bodyPr wrap="square" lIns="0" rIns="0" tIns="0" bIns="0" anchor="ctr">
            <a:noAutofit/>
          </a:bodyPr>
          <a:lstStyle/>
          <a:p>
            <a:pPr algn="l"/>
            <a:r>
              <a:rPr sz="2200" b="1" i="0">
                <a:solidFill>
                  <a:srgbClr val="8A6A0C"/>
                </a:solidFill>
                <a:latin typeface="Calibri"/>
              </a:rPr>
              <a:t>6</a:t>
            </a:r>
          </a:p>
        </p:txBody>
      </p:sp>
      <p:sp>
        <p:nvSpPr>
          <p:cNvPr id="20" name="TextBox 19"/>
          <p:cNvSpPr txBox="1"/>
          <p:nvPr/>
        </p:nvSpPr>
        <p:spPr>
          <a:xfrm>
            <a:off x="6848856" y="1536192"/>
            <a:ext cx="1645920" cy="219456"/>
          </a:xfrm>
          <a:prstGeom prst="rect">
            <a:avLst/>
          </a:prstGeom>
          <a:noFill/>
        </p:spPr>
        <p:txBody>
          <a:bodyPr wrap="square" lIns="0" rIns="0" tIns="0" bIns="0" anchor="t">
            <a:noAutofit/>
          </a:bodyPr>
          <a:lstStyle/>
          <a:p>
            <a:pPr algn="l"/>
            <a:r>
              <a:rPr sz="900" b="0" i="0">
                <a:solidFill>
                  <a:srgbClr val="747678"/>
                </a:solidFill>
                <a:latin typeface="Calibri"/>
              </a:rPr>
              <a:t>still handle cargo conventionally</a:t>
            </a:r>
          </a:p>
        </p:txBody>
      </p:sp>
      <p:sp>
        <p:nvSpPr>
          <p:cNvPr id="21" name="TextBox 20"/>
          <p:cNvSpPr txBox="1"/>
          <p:nvPr/>
        </p:nvSpPr>
        <p:spPr>
          <a:xfrm>
            <a:off x="6711696" y="1792224"/>
            <a:ext cx="1920240" cy="164592"/>
          </a:xfrm>
          <a:prstGeom prst="rect">
            <a:avLst/>
          </a:prstGeom>
          <a:noFill/>
        </p:spPr>
        <p:txBody>
          <a:bodyPr wrap="square" lIns="0" rIns="0" tIns="0" bIns="0" anchor="t">
            <a:noAutofit/>
          </a:bodyPr>
          <a:lstStyle/>
          <a:p>
            <a:pPr algn="r"/>
            <a:r>
              <a:rPr sz="800" b="0" i="1">
                <a:solidFill>
                  <a:srgbClr val="747678"/>
                </a:solidFill>
                <a:latin typeface="Calibri"/>
              </a:rPr>
              <a:t>The other three are FKS gateways</a:t>
            </a:r>
          </a:p>
        </p:txBody>
      </p:sp>
      <p:sp>
        <p:nvSpPr>
          <p:cNvPr id="22" name="TextBox 21"/>
          <p:cNvSpPr txBox="1"/>
          <p:nvPr/>
        </p:nvSpPr>
        <p:spPr>
          <a:xfrm>
            <a:off x="512064" y="1865376"/>
            <a:ext cx="2240280" cy="182880"/>
          </a:xfrm>
          <a:prstGeom prst="rect">
            <a:avLst/>
          </a:prstGeom>
          <a:noFill/>
        </p:spPr>
        <p:txBody>
          <a:bodyPr wrap="square" lIns="0" rIns="0" tIns="0" bIns="0" anchor="t">
            <a:noAutofit/>
          </a:bodyPr>
          <a:lstStyle/>
          <a:p>
            <a:pPr algn="l"/>
            <a:r>
              <a:rPr sz="750" b="1" i="0" spc="150">
                <a:solidFill>
                  <a:srgbClr val="8A6A0C"/>
                </a:solidFill>
                <a:latin typeface="Calibri"/>
              </a:rPr>
              <a:t>FKS GATEWAYS · MECHANISED</a:t>
            </a:r>
          </a:p>
        </p:txBody>
      </p:sp>
      <p:sp>
        <p:nvSpPr>
          <p:cNvPr id="23" name="TextBox 22"/>
          <p:cNvSpPr txBox="1"/>
          <p:nvPr/>
        </p:nvSpPr>
        <p:spPr>
          <a:xfrm>
            <a:off x="2788920" y="1847088"/>
            <a:ext cx="5852160" cy="201168"/>
          </a:xfrm>
          <a:prstGeom prst="rect">
            <a:avLst/>
          </a:prstGeom>
          <a:noFill/>
        </p:spPr>
        <p:txBody>
          <a:bodyPr wrap="square" lIns="0" rIns="0" tIns="0" bIns="0" anchor="t">
            <a:noAutofit/>
          </a:bodyPr>
          <a:lstStyle/>
          <a:p>
            <a:pPr algn="l"/>
            <a:r>
              <a:rPr sz="950" b="0" i="0">
                <a:solidFill>
                  <a:srgbClr val="4D4D4F"/>
                </a:solidFill>
                <a:latin typeface="Calibri"/>
              </a:rPr>
              <a:t>Belawan  ·  Cigading  ·  Teluk Lamong</a:t>
            </a:r>
          </a:p>
        </p:txBody>
      </p:sp>
      <p:sp>
        <p:nvSpPr>
          <p:cNvPr id="24" name="TextBox 23"/>
          <p:cNvSpPr txBox="1"/>
          <p:nvPr/>
        </p:nvSpPr>
        <p:spPr>
          <a:xfrm>
            <a:off x="512064" y="2075688"/>
            <a:ext cx="2240280" cy="182880"/>
          </a:xfrm>
          <a:prstGeom prst="rect">
            <a:avLst/>
          </a:prstGeom>
          <a:noFill/>
        </p:spPr>
        <p:txBody>
          <a:bodyPr wrap="square" lIns="0" rIns="0" tIns="0" bIns="0" anchor="t">
            <a:noAutofit/>
          </a:bodyPr>
          <a:lstStyle/>
          <a:p>
            <a:pPr algn="l"/>
            <a:r>
              <a:rPr sz="750" b="1" i="0" spc="150">
                <a:solidFill>
                  <a:srgbClr val="747678"/>
                </a:solidFill>
                <a:latin typeface="Calibri"/>
              </a:rPr>
              <a:t>CONVENTIONAL · COMMON-USER</a:t>
            </a:r>
          </a:p>
        </p:txBody>
      </p:sp>
      <p:sp>
        <p:nvSpPr>
          <p:cNvPr id="25" name="TextBox 24"/>
          <p:cNvSpPr txBox="1"/>
          <p:nvPr/>
        </p:nvSpPr>
        <p:spPr>
          <a:xfrm>
            <a:off x="2788920" y="2057400"/>
            <a:ext cx="5852160" cy="201168"/>
          </a:xfrm>
          <a:prstGeom prst="rect">
            <a:avLst/>
          </a:prstGeom>
          <a:noFill/>
        </p:spPr>
        <p:txBody>
          <a:bodyPr wrap="square" lIns="0" rIns="0" tIns="0" bIns="0" anchor="t">
            <a:noAutofit/>
          </a:bodyPr>
          <a:lstStyle/>
          <a:p>
            <a:pPr algn="l"/>
            <a:r>
              <a:rPr sz="950" b="0" i="0">
                <a:solidFill>
                  <a:srgbClr val="4D4D4F"/>
                </a:solidFill>
                <a:latin typeface="Calibri"/>
              </a:rPr>
              <a:t>Tanjung Priok  ·  Ciwandan  ·  Panjang  ·  Tanjung Emas  ·  Tanjung Perak  ·  Makassar</a:t>
            </a:r>
          </a:p>
        </p:txBody>
      </p:sp>
      <p:sp>
        <p:nvSpPr>
          <p:cNvPr id="26" name="TextBox 25"/>
          <p:cNvSpPr txBox="1"/>
          <p:nvPr/>
        </p:nvSpPr>
        <p:spPr>
          <a:xfrm>
            <a:off x="512064" y="2267712"/>
            <a:ext cx="8119872" cy="164592"/>
          </a:xfrm>
          <a:prstGeom prst="rect">
            <a:avLst/>
          </a:prstGeom>
          <a:noFill/>
        </p:spPr>
        <p:txBody>
          <a:bodyPr wrap="square" lIns="0" rIns="0" tIns="0" bIns="0" anchor="t">
            <a:noAutofit/>
          </a:bodyPr>
          <a:lstStyle/>
          <a:p>
            <a:pPr algn="l"/>
            <a:r>
              <a:rPr sz="750" b="0" i="1">
                <a:solidFill>
                  <a:srgbClr val="747678"/>
                </a:solidFill>
                <a:latin typeface="Calibri"/>
              </a:rPr>
              <a:t>FKS screen of public data; captive single-miller jetties excluded; classification to be confirmed</a:t>
            </a:r>
          </a:p>
        </p:txBody>
      </p:sp>
      <p:sp>
        <p:nvSpPr>
          <p:cNvPr id="27" name="TextBox 26"/>
          <p:cNvSpPr txBox="1"/>
          <p:nvPr/>
        </p:nvSpPr>
        <p:spPr>
          <a:xfrm>
            <a:off x="512064" y="2523744"/>
            <a:ext cx="3200400" cy="201168"/>
          </a:xfrm>
          <a:prstGeom prst="rect">
            <a:avLst/>
          </a:prstGeom>
          <a:noFill/>
        </p:spPr>
        <p:txBody>
          <a:bodyPr wrap="square" lIns="0" rIns="0" tIns="0" bIns="0" anchor="t">
            <a:noAutofit/>
          </a:bodyPr>
          <a:lstStyle/>
          <a:p>
            <a:pPr algn="l"/>
            <a:r>
              <a:rPr sz="900" b="1" i="0" spc="150">
                <a:solidFill>
                  <a:srgbClr val="747678"/>
                </a:solidFill>
                <a:latin typeface="Calibri"/>
              </a:rPr>
              <a:t>WHAT HAPPENS THERE TODAY</a:t>
            </a:r>
          </a:p>
        </p:txBody>
      </p:sp>
      <p:sp>
        <p:nvSpPr>
          <p:cNvPr id="28" name="Trapezoid 27"/>
          <p:cNvSpPr/>
          <p:nvPr/>
        </p:nvSpPr>
        <p:spPr>
          <a:xfrm flipV="1">
            <a:off x="512064" y="3178820"/>
            <a:ext cx="1554480" cy="222747"/>
          </a:xfrm>
          <a:prstGeom prst="trapezoid">
            <a:avLst/>
          </a:prstGeom>
          <a:solidFill>
            <a:srgbClr val="A7A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67512" y="3019714"/>
            <a:ext cx="248716" cy="169712"/>
          </a:xfrm>
          <a:prstGeom prst="rect">
            <a:avLst/>
          </a:prstGeom>
          <a:solidFill>
            <a:srgbClr val="A7A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14146" y="2924251"/>
            <a:ext cx="155448" cy="106070"/>
          </a:xfrm>
          <a:prstGeom prst="rect">
            <a:avLst/>
          </a:prstGeom>
          <a:solidFill>
            <a:srgbClr val="A7A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002502" y="3104570"/>
            <a:ext cx="192755" cy="74249"/>
          </a:xfrm>
          <a:prstGeom prst="rect">
            <a:avLst/>
          </a:prstGeom>
          <a:solidFill>
            <a:srgbClr val="A7A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243446" y="3104570"/>
            <a:ext cx="192755" cy="74249"/>
          </a:xfrm>
          <a:prstGeom prst="rect">
            <a:avLst/>
          </a:prstGeom>
          <a:solidFill>
            <a:srgbClr val="A7A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484391" y="3104570"/>
            <a:ext cx="192755" cy="74249"/>
          </a:xfrm>
          <a:prstGeom prst="rect">
            <a:avLst/>
          </a:prstGeom>
          <a:solidFill>
            <a:srgbClr val="A7A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725335" y="3104570"/>
            <a:ext cx="192755" cy="74249"/>
          </a:xfrm>
          <a:prstGeom prst="rect">
            <a:avLst/>
          </a:prstGeom>
          <a:solidFill>
            <a:srgbClr val="A7A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382572" y="2688336"/>
            <a:ext cx="54406" cy="512064"/>
          </a:xfrm>
          <a:prstGeom prst="rect">
            <a:avLst/>
          </a:prstGeom>
          <a:solidFill>
            <a:srgbClr val="6D6E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382572" y="2688336"/>
            <a:ext cx="621792" cy="35844"/>
          </a:xfrm>
          <a:prstGeom prst="rect">
            <a:avLst/>
          </a:prstGeom>
          <a:solidFill>
            <a:srgbClr val="6D6E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7" name="Connector 36"/>
          <p:cNvCxnSpPr/>
          <p:nvPr/>
        </p:nvCxnSpPr>
        <p:spPr>
          <a:xfrm>
            <a:off x="1911096" y="2724180"/>
            <a:ext cx="0" cy="230429"/>
          </a:xfrm>
          <a:prstGeom prst="line">
            <a:avLst/>
          </a:prstGeom>
          <a:ln w="12700">
            <a:solidFill>
              <a:srgbClr val="6D6E70"/>
            </a:solidFill>
          </a:ln>
        </p:spPr>
        <p:style>
          <a:lnRef idx="2">
            <a:schemeClr val="accent1"/>
          </a:lnRef>
          <a:fillRef idx="0">
            <a:schemeClr val="accent1"/>
          </a:fillRef>
          <a:effectRef idx="1">
            <a:schemeClr val="accent1"/>
          </a:effectRef>
          <a:fontRef idx="minor">
            <a:schemeClr val="tx1"/>
          </a:fontRef>
        </p:style>
      </p:cxnSp>
      <p:sp>
        <p:nvSpPr>
          <p:cNvPr id="38" name="Merge 37"/>
          <p:cNvSpPr/>
          <p:nvPr/>
        </p:nvSpPr>
        <p:spPr>
          <a:xfrm>
            <a:off x="1802282" y="2954609"/>
            <a:ext cx="217627" cy="153619"/>
          </a:xfrm>
          <a:prstGeom prst="flowChartMerge">
            <a:avLst/>
          </a:prstGeom>
          <a:solidFill>
            <a:srgbClr val="6D6E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084832" y="2724912"/>
            <a:ext cx="457200" cy="146304"/>
          </a:xfrm>
          <a:prstGeom prst="rect">
            <a:avLst/>
          </a:prstGeom>
          <a:noFill/>
        </p:spPr>
        <p:txBody>
          <a:bodyPr wrap="square" lIns="0" rIns="0" tIns="0" bIns="0" anchor="t">
            <a:noAutofit/>
          </a:bodyPr>
          <a:lstStyle/>
          <a:p>
            <a:pPr algn="l"/>
            <a:r>
              <a:rPr sz="750" b="1" i="0" spc="100">
                <a:solidFill>
                  <a:srgbClr val="747678"/>
                </a:solidFill>
                <a:latin typeface="Calibri"/>
              </a:rPr>
              <a:t>GRAB</a:t>
            </a:r>
          </a:p>
        </p:txBody>
      </p:sp>
      <p:sp>
        <p:nvSpPr>
          <p:cNvPr id="40" name="Rectangle 39"/>
          <p:cNvSpPr/>
          <p:nvPr/>
        </p:nvSpPr>
        <p:spPr>
          <a:xfrm>
            <a:off x="2606040" y="2889504"/>
            <a:ext cx="502920" cy="163860"/>
          </a:xfrm>
          <a:prstGeom prst="rect">
            <a:avLst/>
          </a:prstGeom>
          <a:solidFill>
            <a:srgbClr val="A7A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Merge 40"/>
          <p:cNvSpPr/>
          <p:nvPr/>
        </p:nvSpPr>
        <p:spPr>
          <a:xfrm>
            <a:off x="2646273" y="3043123"/>
            <a:ext cx="422452" cy="358444"/>
          </a:xfrm>
          <a:prstGeom prst="flowChartMerge">
            <a:avLst/>
          </a:prstGeom>
          <a:solidFill>
            <a:srgbClr val="A7A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2656332" y="3043123"/>
            <a:ext cx="25146" cy="358444"/>
          </a:xfrm>
          <a:prstGeom prst="rect">
            <a:avLst/>
          </a:prstGeom>
          <a:solidFill>
            <a:srgbClr val="A7A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3033522" y="3043123"/>
            <a:ext cx="25146" cy="358444"/>
          </a:xfrm>
          <a:prstGeom prst="rect">
            <a:avLst/>
          </a:prstGeom>
          <a:solidFill>
            <a:srgbClr val="A7A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3429000" y="3088843"/>
            <a:ext cx="512978" cy="191109"/>
          </a:xfrm>
          <a:prstGeom prst="rect">
            <a:avLst/>
          </a:prstGeom>
          <a:solidFill>
            <a:srgbClr val="6D6E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3957523" y="3158337"/>
            <a:ext cx="233172" cy="121615"/>
          </a:xfrm>
          <a:prstGeom prst="roundRect">
            <a:avLst/>
          </a:prstGeom>
          <a:solidFill>
            <a:srgbClr val="6D6E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3506724" y="3283427"/>
            <a:ext cx="118140" cy="118140"/>
          </a:xfrm>
          <a:prstGeom prst="ellipse">
            <a:avLst/>
          </a:prstGeom>
          <a:solidFill>
            <a:srgbClr val="6D6E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3708806" y="3283427"/>
            <a:ext cx="118140" cy="118140"/>
          </a:xfrm>
          <a:prstGeom prst="ellipse">
            <a:avLst/>
          </a:prstGeom>
          <a:solidFill>
            <a:srgbClr val="6D6E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4004157" y="3283427"/>
            <a:ext cx="118140" cy="118140"/>
          </a:xfrm>
          <a:prstGeom prst="ellipse">
            <a:avLst/>
          </a:prstGeom>
          <a:solidFill>
            <a:srgbClr val="6D6E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4325112" y="3088843"/>
            <a:ext cx="512978" cy="191109"/>
          </a:xfrm>
          <a:prstGeom prst="rect">
            <a:avLst/>
          </a:prstGeom>
          <a:solidFill>
            <a:srgbClr val="A7A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4853635" y="3158337"/>
            <a:ext cx="233172" cy="121615"/>
          </a:xfrm>
          <a:prstGeom prst="roundRect">
            <a:avLst/>
          </a:prstGeom>
          <a:solidFill>
            <a:srgbClr val="A7A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4402836" y="3283427"/>
            <a:ext cx="118140" cy="118140"/>
          </a:xfrm>
          <a:prstGeom prst="ellipse">
            <a:avLst/>
          </a:prstGeom>
          <a:solidFill>
            <a:srgbClr val="A7A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4604918" y="3283427"/>
            <a:ext cx="118140" cy="118140"/>
          </a:xfrm>
          <a:prstGeom prst="ellipse">
            <a:avLst/>
          </a:prstGeom>
          <a:solidFill>
            <a:srgbClr val="A7A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4900269" y="3283427"/>
            <a:ext cx="118140" cy="118140"/>
          </a:xfrm>
          <a:prstGeom prst="ellipse">
            <a:avLst/>
          </a:prstGeom>
          <a:solidFill>
            <a:srgbClr val="A7A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5221224" y="3088843"/>
            <a:ext cx="512978" cy="191109"/>
          </a:xfrm>
          <a:prstGeom prst="rect">
            <a:avLst/>
          </a:prstGeom>
          <a:solidFill>
            <a:srgbClr val="A7A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ounded Rectangle 54"/>
          <p:cNvSpPr/>
          <p:nvPr/>
        </p:nvSpPr>
        <p:spPr>
          <a:xfrm>
            <a:off x="5749747" y="3158337"/>
            <a:ext cx="233172" cy="121615"/>
          </a:xfrm>
          <a:prstGeom prst="roundRect">
            <a:avLst/>
          </a:prstGeom>
          <a:solidFill>
            <a:srgbClr val="A7A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5298948" y="3283427"/>
            <a:ext cx="118140" cy="118140"/>
          </a:xfrm>
          <a:prstGeom prst="ellipse">
            <a:avLst/>
          </a:prstGeom>
          <a:solidFill>
            <a:srgbClr val="A7A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5501030" y="3283427"/>
            <a:ext cx="118140" cy="118140"/>
          </a:xfrm>
          <a:prstGeom prst="ellipse">
            <a:avLst/>
          </a:prstGeom>
          <a:solidFill>
            <a:srgbClr val="A7A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5796381" y="3283427"/>
            <a:ext cx="118140" cy="118140"/>
          </a:xfrm>
          <a:prstGeom prst="ellipse">
            <a:avLst/>
          </a:prstGeom>
          <a:solidFill>
            <a:srgbClr val="A7A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9" name="Connector 58"/>
          <p:cNvCxnSpPr/>
          <p:nvPr/>
        </p:nvCxnSpPr>
        <p:spPr>
          <a:xfrm>
            <a:off x="6172200" y="3218688"/>
            <a:ext cx="365760" cy="0"/>
          </a:xfrm>
          <a:prstGeom prst="line">
            <a:avLst/>
          </a:prstGeom>
          <a:ln w="12700">
            <a:solidFill>
              <a:srgbClr val="6D6E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60" name="Rectangle 59"/>
          <p:cNvSpPr/>
          <p:nvPr/>
        </p:nvSpPr>
        <p:spPr>
          <a:xfrm>
            <a:off x="6675120" y="3093963"/>
            <a:ext cx="1005840" cy="307604"/>
          </a:xfrm>
          <a:prstGeom prst="rect">
            <a:avLst/>
          </a:prstGeom>
          <a:solidFill>
            <a:srgbClr val="6D6E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ight Triangle 60"/>
          <p:cNvSpPr/>
          <p:nvPr/>
        </p:nvSpPr>
        <p:spPr>
          <a:xfrm flipH="1">
            <a:off x="6675120" y="2956072"/>
            <a:ext cx="335280" cy="143195"/>
          </a:xfrm>
          <a:prstGeom prst="rtTriangle">
            <a:avLst/>
          </a:prstGeom>
          <a:solidFill>
            <a:srgbClr val="6D6E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ight Triangle 61"/>
          <p:cNvSpPr/>
          <p:nvPr/>
        </p:nvSpPr>
        <p:spPr>
          <a:xfrm flipH="1">
            <a:off x="7010399" y="2956072"/>
            <a:ext cx="335280" cy="143195"/>
          </a:xfrm>
          <a:prstGeom prst="rtTriangle">
            <a:avLst/>
          </a:prstGeom>
          <a:solidFill>
            <a:srgbClr val="6D6E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ight Triangle 62"/>
          <p:cNvSpPr/>
          <p:nvPr/>
        </p:nvSpPr>
        <p:spPr>
          <a:xfrm flipH="1">
            <a:off x="7345680" y="2956072"/>
            <a:ext cx="335280" cy="143195"/>
          </a:xfrm>
          <a:prstGeom prst="rtTriangle">
            <a:avLst/>
          </a:prstGeom>
          <a:solidFill>
            <a:srgbClr val="6D6E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7479792" y="2871216"/>
            <a:ext cx="100584" cy="159105"/>
          </a:xfrm>
          <a:prstGeom prst="rect">
            <a:avLst/>
          </a:prstGeom>
          <a:solidFill>
            <a:srgbClr val="6D6E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5" name="Connector 64"/>
          <p:cNvCxnSpPr/>
          <p:nvPr/>
        </p:nvCxnSpPr>
        <p:spPr>
          <a:xfrm>
            <a:off x="512064" y="3419856"/>
            <a:ext cx="7260336" cy="0"/>
          </a:xfrm>
          <a:prstGeom prst="line">
            <a:avLst/>
          </a:prstGeom>
          <a:ln w="9525">
            <a:solidFill>
              <a:srgbClr val="D9DADC"/>
            </a:solidFill>
          </a:ln>
        </p:spPr>
        <p:style>
          <a:lnRef idx="2">
            <a:schemeClr val="accent1"/>
          </a:lnRef>
          <a:fillRef idx="0">
            <a:schemeClr val="accent1"/>
          </a:fillRef>
          <a:effectRef idx="1">
            <a:schemeClr val="accent1"/>
          </a:effectRef>
          <a:fontRef idx="minor">
            <a:schemeClr val="tx1"/>
          </a:fontRef>
        </p:style>
      </p:cxnSp>
      <p:sp>
        <p:nvSpPr>
          <p:cNvPr id="66" name="TextBox 65"/>
          <p:cNvSpPr txBox="1"/>
          <p:nvPr/>
        </p:nvSpPr>
        <p:spPr>
          <a:xfrm>
            <a:off x="512064" y="3465576"/>
            <a:ext cx="1554480" cy="146304"/>
          </a:xfrm>
          <a:prstGeom prst="rect">
            <a:avLst/>
          </a:prstGeom>
          <a:noFill/>
        </p:spPr>
        <p:txBody>
          <a:bodyPr wrap="square" lIns="0" rIns="0" tIns="0" bIns="0" anchor="t">
            <a:noAutofit/>
          </a:bodyPr>
          <a:lstStyle/>
          <a:p>
            <a:pPr algn="ctr"/>
            <a:r>
              <a:rPr sz="750" b="1" i="0" spc="150">
                <a:solidFill>
                  <a:srgbClr val="747678"/>
                </a:solidFill>
                <a:latin typeface="Calibri"/>
              </a:rPr>
              <a:t>VESSEL</a:t>
            </a:r>
          </a:p>
        </p:txBody>
      </p:sp>
      <p:sp>
        <p:nvSpPr>
          <p:cNvPr id="67" name="TextBox 66"/>
          <p:cNvSpPr txBox="1"/>
          <p:nvPr/>
        </p:nvSpPr>
        <p:spPr>
          <a:xfrm>
            <a:off x="2514600" y="3465576"/>
            <a:ext cx="685800" cy="146304"/>
          </a:xfrm>
          <a:prstGeom prst="rect">
            <a:avLst/>
          </a:prstGeom>
          <a:noFill/>
        </p:spPr>
        <p:txBody>
          <a:bodyPr wrap="square" lIns="0" rIns="0" tIns="0" bIns="0" anchor="t">
            <a:noAutofit/>
          </a:bodyPr>
          <a:lstStyle/>
          <a:p>
            <a:pPr algn="ctr"/>
            <a:r>
              <a:rPr sz="750" b="1" i="0" spc="150">
                <a:solidFill>
                  <a:srgbClr val="747678"/>
                </a:solidFill>
                <a:latin typeface="Calibri"/>
              </a:rPr>
              <a:t>HOPPER</a:t>
            </a:r>
          </a:p>
        </p:txBody>
      </p:sp>
      <p:sp>
        <p:nvSpPr>
          <p:cNvPr id="68" name="TextBox 67"/>
          <p:cNvSpPr txBox="1"/>
          <p:nvPr/>
        </p:nvSpPr>
        <p:spPr>
          <a:xfrm>
            <a:off x="3429000" y="3465576"/>
            <a:ext cx="2560320" cy="146304"/>
          </a:xfrm>
          <a:prstGeom prst="rect">
            <a:avLst/>
          </a:prstGeom>
          <a:noFill/>
        </p:spPr>
        <p:txBody>
          <a:bodyPr wrap="square" lIns="0" rIns="0" tIns="0" bIns="0" anchor="t">
            <a:noAutofit/>
          </a:bodyPr>
          <a:lstStyle/>
          <a:p>
            <a:pPr algn="ctr"/>
            <a:r>
              <a:rPr sz="750" b="1" i="0" spc="150">
                <a:solidFill>
                  <a:srgbClr val="747678"/>
                </a:solidFill>
                <a:latin typeface="Calibri"/>
              </a:rPr>
              <a:t>TRUCKS</a:t>
            </a:r>
          </a:p>
        </p:txBody>
      </p:sp>
      <p:sp>
        <p:nvSpPr>
          <p:cNvPr id="69" name="TextBox 68"/>
          <p:cNvSpPr txBox="1"/>
          <p:nvPr/>
        </p:nvSpPr>
        <p:spPr>
          <a:xfrm>
            <a:off x="6583680" y="3465576"/>
            <a:ext cx="1188720" cy="146304"/>
          </a:xfrm>
          <a:prstGeom prst="rect">
            <a:avLst/>
          </a:prstGeom>
          <a:noFill/>
        </p:spPr>
        <p:txBody>
          <a:bodyPr wrap="square" lIns="0" rIns="0" tIns="0" bIns="0" anchor="t">
            <a:noAutofit/>
          </a:bodyPr>
          <a:lstStyle/>
          <a:p>
            <a:pPr algn="ctr"/>
            <a:r>
              <a:rPr sz="750" b="1" i="0" spc="150">
                <a:solidFill>
                  <a:srgbClr val="747678"/>
                </a:solidFill>
                <a:latin typeface="Calibri"/>
              </a:rPr>
              <a:t>CUSTOMER</a:t>
            </a:r>
          </a:p>
        </p:txBody>
      </p:sp>
      <p:sp>
        <p:nvSpPr>
          <p:cNvPr id="70" name="TextBox 69"/>
          <p:cNvSpPr txBox="1"/>
          <p:nvPr/>
        </p:nvSpPr>
        <p:spPr>
          <a:xfrm>
            <a:off x="512064" y="3657600"/>
            <a:ext cx="8119872" cy="274320"/>
          </a:xfrm>
          <a:prstGeom prst="rect">
            <a:avLst/>
          </a:prstGeom>
          <a:noFill/>
        </p:spPr>
        <p:txBody>
          <a:bodyPr wrap="square" lIns="0" rIns="0" tIns="0" bIns="0" anchor="ctr">
            <a:noAutofit/>
          </a:bodyPr>
          <a:lstStyle/>
          <a:p>
            <a:pPr algn="l"/>
            <a:r>
              <a:rPr sz="1300" b="1" i="0">
                <a:solidFill>
                  <a:srgbClr val="4D4D4F"/>
                </a:solidFill>
                <a:latin typeface="Calibri"/>
              </a:rPr>
              <a:t>Discharge speed </a:t>
            </a:r>
            <a:r>
              <a:rPr sz="1300" b="1" i="0">
                <a:solidFill>
                  <a:srgbClr val="E6B222"/>
                </a:solidFill>
                <a:latin typeface="Calibri"/>
              </a:rPr>
              <a:t>= </a:t>
            </a:r>
            <a:r>
              <a:rPr sz="1300" b="1" i="0">
                <a:solidFill>
                  <a:srgbClr val="4D4D4F"/>
                </a:solidFill>
                <a:latin typeface="Calibri"/>
              </a:rPr>
              <a:t>truck availability</a:t>
            </a:r>
          </a:p>
        </p:txBody>
      </p:sp>
      <p:sp>
        <p:nvSpPr>
          <p:cNvPr id="71" name="TextBox 70"/>
          <p:cNvSpPr txBox="1"/>
          <p:nvPr/>
        </p:nvSpPr>
        <p:spPr>
          <a:xfrm>
            <a:off x="512064" y="4005072"/>
            <a:ext cx="2523744" cy="164592"/>
          </a:xfrm>
          <a:prstGeom prst="rect">
            <a:avLst/>
          </a:prstGeom>
          <a:noFill/>
        </p:spPr>
        <p:txBody>
          <a:bodyPr wrap="square" lIns="0" rIns="0" tIns="0" bIns="0" anchor="t">
            <a:noAutofit/>
          </a:bodyPr>
          <a:lstStyle/>
          <a:p>
            <a:pPr algn="l"/>
            <a:r>
              <a:rPr sz="800" b="1" i="0" spc="150">
                <a:solidFill>
                  <a:srgbClr val="747678"/>
                </a:solidFill>
                <a:latin typeface="Calibri"/>
              </a:rPr>
              <a:t>SLOWER DISCHARGE</a:t>
            </a:r>
          </a:p>
        </p:txBody>
      </p:sp>
      <p:sp>
        <p:nvSpPr>
          <p:cNvPr id="72" name="TextBox 71"/>
          <p:cNvSpPr txBox="1"/>
          <p:nvPr/>
        </p:nvSpPr>
        <p:spPr>
          <a:xfrm>
            <a:off x="512064" y="4178808"/>
            <a:ext cx="2523744" cy="329184"/>
          </a:xfrm>
          <a:prstGeom prst="rect">
            <a:avLst/>
          </a:prstGeom>
          <a:noFill/>
        </p:spPr>
        <p:txBody>
          <a:bodyPr wrap="square" lIns="0" rIns="0" tIns="0" bIns="0" anchor="ctr">
            <a:noAutofit/>
          </a:bodyPr>
          <a:lstStyle/>
          <a:p>
            <a:pPr algn="l"/>
            <a:r>
              <a:rPr sz="2000" b="1" i="0">
                <a:solidFill>
                  <a:srgbClr val="4D4D4F"/>
                </a:solidFill>
                <a:latin typeface="Calibri"/>
              </a:rPr>
              <a:t>~5 kt/day</a:t>
            </a:r>
          </a:p>
        </p:txBody>
      </p:sp>
      <p:sp>
        <p:nvSpPr>
          <p:cNvPr id="73" name="TextBox 72"/>
          <p:cNvSpPr txBox="1"/>
          <p:nvPr/>
        </p:nvSpPr>
        <p:spPr>
          <a:xfrm>
            <a:off x="512064" y="4517136"/>
            <a:ext cx="2523744" cy="329184"/>
          </a:xfrm>
          <a:prstGeom prst="rect">
            <a:avLst/>
          </a:prstGeom>
          <a:noFill/>
        </p:spPr>
        <p:txBody>
          <a:bodyPr wrap="square" lIns="0" rIns="0" tIns="0" bIns="0" anchor="t">
            <a:noAutofit/>
          </a:bodyPr>
          <a:lstStyle/>
          <a:p>
            <a:pPr algn="l">
              <a:lnSpc>
                <a:spcPct val="105000"/>
              </a:lnSpc>
            </a:pPr>
            <a:r>
              <a:rPr sz="900" b="0" i="0">
                <a:solidFill>
                  <a:srgbClr val="747678"/>
                </a:solidFill>
                <a:latin typeface="Calibri"/>
              </a:rPr>
              <a:t>typical conventional discharge rate</a:t>
            </a:r>
          </a:p>
        </p:txBody>
      </p:sp>
      <p:sp>
        <p:nvSpPr>
          <p:cNvPr id="74" name="TextBox 73"/>
          <p:cNvSpPr txBox="1"/>
          <p:nvPr/>
        </p:nvSpPr>
        <p:spPr>
          <a:xfrm>
            <a:off x="3310128" y="4005072"/>
            <a:ext cx="2523744" cy="164592"/>
          </a:xfrm>
          <a:prstGeom prst="rect">
            <a:avLst/>
          </a:prstGeom>
          <a:noFill/>
        </p:spPr>
        <p:txBody>
          <a:bodyPr wrap="square" lIns="0" rIns="0" tIns="0" bIns="0" anchor="t">
            <a:noAutofit/>
          </a:bodyPr>
          <a:lstStyle/>
          <a:p>
            <a:pPr algn="l"/>
            <a:r>
              <a:rPr sz="800" b="1" i="0" spc="150">
                <a:solidFill>
                  <a:srgbClr val="747678"/>
                </a:solidFill>
                <a:latin typeface="Calibri"/>
              </a:rPr>
              <a:t>LONGER TURNAROUND</a:t>
            </a:r>
          </a:p>
        </p:txBody>
      </p:sp>
      <p:sp>
        <p:nvSpPr>
          <p:cNvPr id="75" name="TextBox 74"/>
          <p:cNvSpPr txBox="1"/>
          <p:nvPr/>
        </p:nvSpPr>
        <p:spPr>
          <a:xfrm>
            <a:off x="3310128" y="4178808"/>
            <a:ext cx="2523744" cy="329184"/>
          </a:xfrm>
          <a:prstGeom prst="rect">
            <a:avLst/>
          </a:prstGeom>
          <a:noFill/>
        </p:spPr>
        <p:txBody>
          <a:bodyPr wrap="square" lIns="0" rIns="0" tIns="0" bIns="0" anchor="ctr">
            <a:noAutofit/>
          </a:bodyPr>
          <a:lstStyle/>
          <a:p>
            <a:pPr algn="l"/>
            <a:r>
              <a:rPr sz="2000" b="1" i="0">
                <a:solidFill>
                  <a:srgbClr val="4D4D4F"/>
                </a:solidFill>
                <a:latin typeface="Calibri"/>
              </a:rPr>
              <a:t>~12 days</a:t>
            </a:r>
          </a:p>
        </p:txBody>
      </p:sp>
      <p:sp>
        <p:nvSpPr>
          <p:cNvPr id="76" name="TextBox 75"/>
          <p:cNvSpPr txBox="1"/>
          <p:nvPr/>
        </p:nvSpPr>
        <p:spPr>
          <a:xfrm>
            <a:off x="3310128" y="4517136"/>
            <a:ext cx="2523744" cy="329184"/>
          </a:xfrm>
          <a:prstGeom prst="rect">
            <a:avLst/>
          </a:prstGeom>
          <a:noFill/>
        </p:spPr>
        <p:txBody>
          <a:bodyPr wrap="square" lIns="0" rIns="0" tIns="0" bIns="0" anchor="t">
            <a:noAutofit/>
          </a:bodyPr>
          <a:lstStyle/>
          <a:p>
            <a:pPr algn="l">
              <a:lnSpc>
                <a:spcPct val="105000"/>
              </a:lnSpc>
            </a:pPr>
            <a:r>
              <a:rPr sz="900" b="0" i="0">
                <a:solidFill>
                  <a:srgbClr val="747678"/>
                </a:solidFill>
                <a:latin typeface="Calibri"/>
              </a:rPr>
              <a:t>alongside per 60 kt cargo; ~200 vessel-days per 1 Mt a year</a:t>
            </a:r>
          </a:p>
        </p:txBody>
      </p:sp>
      <p:sp>
        <p:nvSpPr>
          <p:cNvPr id="77" name="TextBox 76"/>
          <p:cNvSpPr txBox="1"/>
          <p:nvPr/>
        </p:nvSpPr>
        <p:spPr>
          <a:xfrm>
            <a:off x="6108192" y="4005072"/>
            <a:ext cx="2523744" cy="164592"/>
          </a:xfrm>
          <a:prstGeom prst="rect">
            <a:avLst/>
          </a:prstGeom>
          <a:noFill/>
        </p:spPr>
        <p:txBody>
          <a:bodyPr wrap="square" lIns="0" rIns="0" tIns="0" bIns="0" anchor="t">
            <a:noAutofit/>
          </a:bodyPr>
          <a:lstStyle/>
          <a:p>
            <a:pPr algn="l"/>
            <a:r>
              <a:rPr sz="800" b="1" i="0" spc="150">
                <a:solidFill>
                  <a:srgbClr val="747678"/>
                </a:solidFill>
                <a:latin typeface="Calibri"/>
              </a:rPr>
              <a:t>VESSEL TIME AT STAKE</a:t>
            </a:r>
          </a:p>
        </p:txBody>
      </p:sp>
      <p:sp>
        <p:nvSpPr>
          <p:cNvPr id="78" name="TextBox 77"/>
          <p:cNvSpPr txBox="1"/>
          <p:nvPr/>
        </p:nvSpPr>
        <p:spPr>
          <a:xfrm>
            <a:off x="6108192" y="4178808"/>
            <a:ext cx="2523744" cy="329184"/>
          </a:xfrm>
          <a:prstGeom prst="rect">
            <a:avLst/>
          </a:prstGeom>
          <a:noFill/>
        </p:spPr>
        <p:txBody>
          <a:bodyPr wrap="square" lIns="0" rIns="0" tIns="0" bIns="0" anchor="ctr">
            <a:noAutofit/>
          </a:bodyPr>
          <a:lstStyle/>
          <a:p>
            <a:pPr algn="l"/>
            <a:r>
              <a:rPr sz="2000" b="1" i="0">
                <a:solidFill>
                  <a:srgbClr val="4D4D4F"/>
                </a:solidFill>
                <a:latin typeface="Calibri"/>
              </a:rPr>
              <a:t>~US$194k</a:t>
            </a:r>
          </a:p>
        </p:txBody>
      </p:sp>
      <p:sp>
        <p:nvSpPr>
          <p:cNvPr id="79" name="TextBox 78"/>
          <p:cNvSpPr txBox="1"/>
          <p:nvPr/>
        </p:nvSpPr>
        <p:spPr>
          <a:xfrm>
            <a:off x="6108192" y="4517136"/>
            <a:ext cx="2523744" cy="329184"/>
          </a:xfrm>
          <a:prstGeom prst="rect">
            <a:avLst/>
          </a:prstGeom>
          <a:noFill/>
        </p:spPr>
        <p:txBody>
          <a:bodyPr wrap="square" lIns="0" rIns="0" tIns="0" bIns="0" anchor="t">
            <a:noAutofit/>
          </a:bodyPr>
          <a:lstStyle/>
          <a:p>
            <a:pPr algn="l">
              <a:lnSpc>
                <a:spcPct val="105000"/>
              </a:lnSpc>
            </a:pPr>
            <a:r>
              <a:rPr sz="900" b="0" i="0">
                <a:solidFill>
                  <a:srgbClr val="747678"/>
                </a:solidFill>
                <a:latin typeface="Calibri"/>
              </a:rPr>
              <a:t>indicative value of vessel time per 60 kt cargo, before demurrage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5" sz="half"/>
          </p:nvPr>
        </p:nvSpPr>
        <p:spPr/>
        <p:txBody>
          <a:bodyPr/>
          <a:lstStyle/>
          <a:p>
            <a:r>
              <a:rPr sz="1400" b="1">
                <a:solidFill>
                  <a:srgbClr val="747678"/>
                </a:solidFill>
                <a:latin typeface="Calibri"/>
              </a:rPr>
              <a:t>A transit warehouse decouples vessel discharge from road logistics</a:t>
            </a:r>
          </a:p>
        </p:txBody>
      </p:sp>
      <p:sp>
        <p:nvSpPr>
          <p:cNvPr id="5" name="Text Placeholder 4"/>
          <p:cNvSpPr>
            <a:spLocks noGrp="1"/>
          </p:cNvSpPr>
          <p:nvPr>
            <p:ph type="body" idx="16" sz="half"/>
          </p:nvPr>
        </p:nvSpPr>
        <p:spPr/>
        <p:txBody>
          <a:bodyPr/>
          <a:lstStyle/>
          <a:p>
            <a:r>
              <a:rPr sz="1800" b="1">
                <a:solidFill>
                  <a:srgbClr val="4D4D4F"/>
                </a:solidFill>
                <a:latin typeface="Calibri"/>
              </a:rPr>
              <a:t>The vessel no longer waits for the trucks</a:t>
            </a:r>
          </a:p>
        </p:txBody>
      </p:sp>
      <p:cxnSp>
        <p:nvCxnSpPr>
          <p:cNvPr id="6" name="Title rule"/>
          <p:cNvCxnSpPr/>
          <p:nvPr/>
        </p:nvCxnSpPr>
        <p:spPr>
          <a:xfrm>
            <a:off x="512064" y="886968"/>
            <a:ext cx="8119872" cy="0"/>
          </a:xfrm>
          <a:prstGeom prst="line">
            <a:avLst/>
          </a:prstGeom>
          <a:ln w="9525">
            <a:solidFill>
              <a:srgbClr val="D9DADC"/>
            </a:solidFill>
          </a:ln>
        </p:spPr>
        <p:style>
          <a:lnRef idx="2">
            <a:schemeClr val="accent1"/>
          </a:lnRef>
          <a:fillRef idx="0">
            <a:schemeClr val="accent1"/>
          </a:fillRef>
          <a:effectRef idx="1">
            <a:schemeClr val="accent1"/>
          </a:effectRef>
          <a:fontRef idx="minor">
            <a:schemeClr val="tx1"/>
          </a:fontRef>
        </p:style>
      </p:cxnSp>
      <p:sp>
        <p:nvSpPr>
          <p:cNvPr id="7" name="Page number"/>
          <p:cNvSpPr txBox="1"/>
          <p:nvPr/>
        </p:nvSpPr>
        <p:spPr>
          <a:xfrm>
            <a:off x="8229600" y="4754880"/>
            <a:ext cx="402336" cy="182880"/>
          </a:xfrm>
          <a:prstGeom prst="rect">
            <a:avLst/>
          </a:prstGeom>
          <a:noFill/>
        </p:spPr>
        <p:txBody>
          <a:bodyPr wrap="square" lIns="0" rIns="0" tIns="0" bIns="0" anchor="t">
            <a:noAutofit/>
          </a:bodyPr>
          <a:lstStyle/>
          <a:p>
            <a:pPr algn="r"/>
            <a:r>
              <a:rPr sz="800" b="0" i="0">
                <a:solidFill>
                  <a:srgbClr val="4D4D4F"/>
                </a:solidFill>
                <a:latin typeface="Calibri"/>
              </a:rPr>
              <a:t>4</a:t>
            </a:r>
          </a:p>
        </p:txBody>
      </p:sp>
      <p:sp>
        <p:nvSpPr>
          <p:cNvPr id="8" name="FKS panel"/>
          <p:cNvSpPr/>
          <p:nvPr/>
        </p:nvSpPr>
        <p:spPr>
          <a:xfrm>
            <a:off x="512064" y="1005840"/>
            <a:ext cx="8119871" cy="3063240"/>
          </a:xfrm>
          <a:prstGeom prst="rect">
            <a:avLst/>
          </a:prstGeom>
          <a:solidFill>
            <a:srgbClr val="FDF8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115568"/>
            <a:ext cx="2743200" cy="201168"/>
          </a:xfrm>
          <a:prstGeom prst="rect">
            <a:avLst/>
          </a:prstGeom>
          <a:noFill/>
        </p:spPr>
        <p:txBody>
          <a:bodyPr wrap="square" lIns="0" rIns="0" tIns="0" bIns="0" anchor="t">
            <a:noAutofit/>
          </a:bodyPr>
          <a:lstStyle/>
          <a:p>
            <a:pPr algn="l"/>
            <a:r>
              <a:rPr sz="900" b="1" i="0" spc="150">
                <a:solidFill>
                  <a:srgbClr val="8A6A0C"/>
                </a:solidFill>
                <a:latin typeface="Calibri"/>
              </a:rPr>
              <a:t>FKS INTEGRATED GATEWAY</a:t>
            </a:r>
          </a:p>
        </p:txBody>
      </p:sp>
      <p:cxnSp>
        <p:nvCxnSpPr>
          <p:cNvPr id="10" name="Connector 9"/>
          <p:cNvCxnSpPr/>
          <p:nvPr/>
        </p:nvCxnSpPr>
        <p:spPr>
          <a:xfrm>
            <a:off x="1828800" y="3246120"/>
            <a:ext cx="6629400" cy="0"/>
          </a:xfrm>
          <a:prstGeom prst="line">
            <a:avLst/>
          </a:prstGeom>
          <a:ln w="12700">
            <a:solidFill>
              <a:srgbClr val="A7A9AC"/>
            </a:solidFill>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640080" y="3246120"/>
            <a:ext cx="1417320" cy="45720"/>
          </a:xfrm>
          <a:prstGeom prst="rect">
            <a:avLst/>
          </a:prstGeom>
          <a:solidFill>
            <a:srgbClr val="D9DA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rapezoid 11"/>
          <p:cNvSpPr/>
          <p:nvPr/>
        </p:nvSpPr>
        <p:spPr>
          <a:xfrm flipV="1">
            <a:off x="658368" y="2958084"/>
            <a:ext cx="1371600" cy="288036"/>
          </a:xfrm>
          <a:prstGeom prst="trapezoid">
            <a:avLst/>
          </a:prstGeom>
          <a:solidFill>
            <a:srgbClr val="4D4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95528" y="2752344"/>
            <a:ext cx="219456" cy="219456"/>
          </a:xfrm>
          <a:prstGeom prst="rect">
            <a:avLst/>
          </a:prstGeom>
          <a:solidFill>
            <a:srgbClr val="4D4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6676" y="2628900"/>
            <a:ext cx="137160" cy="137160"/>
          </a:xfrm>
          <a:prstGeom prst="rect">
            <a:avLst/>
          </a:prstGeom>
          <a:solidFill>
            <a:srgbClr val="4D4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086855" y="2862072"/>
            <a:ext cx="136062" cy="96012"/>
          </a:xfrm>
          <a:prstGeom prst="rect">
            <a:avLst/>
          </a:prstGeom>
          <a:solidFill>
            <a:srgbClr val="F7DD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256934" y="2862072"/>
            <a:ext cx="136062" cy="96012"/>
          </a:xfrm>
          <a:prstGeom prst="rect">
            <a:avLst/>
          </a:prstGeom>
          <a:solidFill>
            <a:srgbClr val="F7DD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427012" y="2862072"/>
            <a:ext cx="136062" cy="96012"/>
          </a:xfrm>
          <a:prstGeom prst="rect">
            <a:avLst/>
          </a:prstGeom>
          <a:solidFill>
            <a:srgbClr val="F7DD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597091" y="2862072"/>
            <a:ext cx="136062" cy="96012"/>
          </a:xfrm>
          <a:prstGeom prst="rect">
            <a:avLst/>
          </a:prstGeom>
          <a:solidFill>
            <a:srgbClr val="F7DD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767169" y="2862072"/>
            <a:ext cx="136062" cy="96012"/>
          </a:xfrm>
          <a:prstGeom prst="rect">
            <a:avLst/>
          </a:prstGeom>
          <a:solidFill>
            <a:srgbClr val="F7DD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160270" y="2119122"/>
            <a:ext cx="48006" cy="1126998"/>
          </a:xfrm>
          <a:prstGeom prst="rect">
            <a:avLst/>
          </a:prstGeom>
          <a:solidFill>
            <a:srgbClr val="E6B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366010" y="2119122"/>
            <a:ext cx="48006" cy="1126998"/>
          </a:xfrm>
          <a:prstGeom prst="rect">
            <a:avLst/>
          </a:prstGeom>
          <a:solidFill>
            <a:srgbClr val="E6B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125980" y="2079345"/>
            <a:ext cx="342900" cy="132588"/>
          </a:xfrm>
          <a:prstGeom prst="rect">
            <a:avLst/>
          </a:prstGeom>
          <a:solidFill>
            <a:srgbClr val="E6B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783080" y="1946757"/>
            <a:ext cx="425196" cy="106070"/>
          </a:xfrm>
          <a:prstGeom prst="rect">
            <a:avLst/>
          </a:prstGeom>
          <a:solidFill>
            <a:srgbClr val="E6B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837943" y="2026310"/>
            <a:ext cx="41148" cy="662940"/>
          </a:xfrm>
          <a:prstGeom prst="rect">
            <a:avLst/>
          </a:prstGeom>
          <a:solidFill>
            <a:srgbClr val="E6B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208276" y="1946757"/>
            <a:ext cx="34290" cy="265176"/>
          </a:xfrm>
          <a:prstGeom prst="rect">
            <a:avLst/>
          </a:prstGeom>
          <a:solidFill>
            <a:srgbClr val="E6B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395728" y="2103120"/>
            <a:ext cx="1188720" cy="64008"/>
          </a:xfrm>
          <a:prstGeom prst="rect">
            <a:avLst/>
          </a:prstGeom>
          <a:solidFill>
            <a:srgbClr val="E6B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398471" y="2167127"/>
            <a:ext cx="21945" cy="1078992"/>
          </a:xfrm>
          <a:prstGeom prst="rect">
            <a:avLst/>
          </a:prstGeom>
          <a:solidFill>
            <a:srgbClr val="E6B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979115" y="2167127"/>
            <a:ext cx="21945" cy="1078992"/>
          </a:xfrm>
          <a:prstGeom prst="rect">
            <a:avLst/>
          </a:prstGeom>
          <a:solidFill>
            <a:srgbClr val="E6B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559759" y="2167127"/>
            <a:ext cx="21945" cy="1078992"/>
          </a:xfrm>
          <a:prstGeom prst="rect">
            <a:avLst/>
          </a:prstGeom>
          <a:solidFill>
            <a:srgbClr val="E6B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Isosceles Triangle 29"/>
          <p:cNvSpPr/>
          <p:nvPr/>
        </p:nvSpPr>
        <p:spPr>
          <a:xfrm>
            <a:off x="3535070" y="2011680"/>
            <a:ext cx="2073859" cy="395020"/>
          </a:xfrm>
          <a:prstGeom prst="triangle">
            <a:avLst/>
          </a:prstGeom>
          <a:solidFill>
            <a:srgbClr val="E6B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611880" y="2382012"/>
            <a:ext cx="1920240" cy="864108"/>
          </a:xfrm>
          <a:prstGeom prst="rect">
            <a:avLst/>
          </a:prstGeom>
          <a:solidFill>
            <a:srgbClr val="E6B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418380" y="2777032"/>
            <a:ext cx="307238" cy="46908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852160" y="2851099"/>
            <a:ext cx="573328" cy="241401"/>
          </a:xfrm>
          <a:prstGeom prst="rect">
            <a:avLst/>
          </a:prstGeom>
          <a:solidFill>
            <a:srgbClr val="4D4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6442862" y="2938881"/>
            <a:ext cx="260603" cy="153619"/>
          </a:xfrm>
          <a:prstGeom prst="roundRect">
            <a:avLst/>
          </a:prstGeom>
          <a:solidFill>
            <a:srgbClr val="E6B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5939028" y="3096889"/>
            <a:ext cx="149230" cy="149230"/>
          </a:xfrm>
          <a:prstGeom prst="ellipse">
            <a:avLst/>
          </a:prstGeom>
          <a:solidFill>
            <a:srgbClr val="4D4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6164884" y="3096889"/>
            <a:ext cx="149230" cy="149230"/>
          </a:xfrm>
          <a:prstGeom prst="ellipse">
            <a:avLst/>
          </a:prstGeom>
          <a:solidFill>
            <a:srgbClr val="4D4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494983" y="3096889"/>
            <a:ext cx="149230" cy="149230"/>
          </a:xfrm>
          <a:prstGeom prst="ellipse">
            <a:avLst/>
          </a:prstGeom>
          <a:solidFill>
            <a:srgbClr val="4D4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8" name="Connector 37"/>
          <p:cNvCxnSpPr/>
          <p:nvPr/>
        </p:nvCxnSpPr>
        <p:spPr>
          <a:xfrm>
            <a:off x="6812280" y="3026664"/>
            <a:ext cx="274320" cy="0"/>
          </a:xfrm>
          <a:prstGeom prst="line">
            <a:avLst/>
          </a:prstGeom>
          <a:ln w="12700">
            <a:solidFill>
              <a:srgbClr val="6D6E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 name="Can 38"/>
          <p:cNvSpPr/>
          <p:nvPr/>
        </p:nvSpPr>
        <p:spPr>
          <a:xfrm>
            <a:off x="7178040" y="2514600"/>
            <a:ext cx="134112" cy="731520"/>
          </a:xfrm>
          <a:prstGeom prst="can">
            <a:avLst/>
          </a:prstGeom>
          <a:solidFill>
            <a:srgbClr val="4D4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Can 39"/>
          <p:cNvSpPr/>
          <p:nvPr/>
        </p:nvSpPr>
        <p:spPr>
          <a:xfrm>
            <a:off x="7339583" y="2514600"/>
            <a:ext cx="134112" cy="731520"/>
          </a:xfrm>
          <a:prstGeom prst="can">
            <a:avLst/>
          </a:prstGeom>
          <a:solidFill>
            <a:srgbClr val="4D4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Can 40"/>
          <p:cNvSpPr/>
          <p:nvPr/>
        </p:nvSpPr>
        <p:spPr>
          <a:xfrm>
            <a:off x="7501128" y="2514600"/>
            <a:ext cx="134112" cy="731520"/>
          </a:xfrm>
          <a:prstGeom prst="can">
            <a:avLst/>
          </a:prstGeom>
          <a:solidFill>
            <a:srgbClr val="4D4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699248" y="2821838"/>
            <a:ext cx="777240" cy="424281"/>
          </a:xfrm>
          <a:prstGeom prst="rect">
            <a:avLst/>
          </a:prstGeom>
          <a:solidFill>
            <a:srgbClr val="4D4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ight Triangle 42"/>
          <p:cNvSpPr/>
          <p:nvPr/>
        </p:nvSpPr>
        <p:spPr>
          <a:xfrm flipH="1">
            <a:off x="7699248" y="2631643"/>
            <a:ext cx="259080" cy="197510"/>
          </a:xfrm>
          <a:prstGeom prst="rtTriangle">
            <a:avLst/>
          </a:prstGeom>
          <a:solidFill>
            <a:srgbClr val="4D4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ight Triangle 43"/>
          <p:cNvSpPr/>
          <p:nvPr/>
        </p:nvSpPr>
        <p:spPr>
          <a:xfrm flipH="1">
            <a:off x="7958328" y="2631643"/>
            <a:ext cx="259080" cy="197510"/>
          </a:xfrm>
          <a:prstGeom prst="rtTriangle">
            <a:avLst/>
          </a:prstGeom>
          <a:solidFill>
            <a:srgbClr val="4D4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ight Triangle 44"/>
          <p:cNvSpPr/>
          <p:nvPr/>
        </p:nvSpPr>
        <p:spPr>
          <a:xfrm flipH="1">
            <a:off x="8217408" y="2631643"/>
            <a:ext cx="259080" cy="197510"/>
          </a:xfrm>
          <a:prstGeom prst="rtTriangle">
            <a:avLst/>
          </a:prstGeom>
          <a:solidFill>
            <a:srgbClr val="4D4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8321040" y="2514600"/>
            <a:ext cx="77724" cy="219456"/>
          </a:xfrm>
          <a:prstGeom prst="rect">
            <a:avLst/>
          </a:prstGeom>
          <a:solidFill>
            <a:srgbClr val="4D4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7" name="Connector 46"/>
          <p:cNvCxnSpPr/>
          <p:nvPr/>
        </p:nvCxnSpPr>
        <p:spPr>
          <a:xfrm flipV="1">
            <a:off x="4572000" y="1755648"/>
            <a:ext cx="0" cy="256032"/>
          </a:xfrm>
          <a:prstGeom prst="line">
            <a:avLst/>
          </a:prstGeom>
          <a:ln w="12700">
            <a:solidFill>
              <a:srgbClr val="A8820F"/>
            </a:solidFill>
            <a:prstDash val="dash"/>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4572000" y="1755648"/>
            <a:ext cx="3566160" cy="0"/>
          </a:xfrm>
          <a:prstGeom prst="line">
            <a:avLst/>
          </a:prstGeom>
          <a:ln w="12700">
            <a:solidFill>
              <a:srgbClr val="A8820F"/>
            </a:solidFill>
            <a:prstDash val="dash"/>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8138160" y="1755648"/>
            <a:ext cx="0" cy="731520"/>
          </a:xfrm>
          <a:prstGeom prst="line">
            <a:avLst/>
          </a:prstGeom>
          <a:ln w="12700">
            <a:solidFill>
              <a:srgbClr val="A8820F"/>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5120640" y="1517904"/>
            <a:ext cx="2926080" cy="201168"/>
          </a:xfrm>
          <a:prstGeom prst="rect">
            <a:avLst/>
          </a:prstGeom>
          <a:noFill/>
        </p:spPr>
        <p:txBody>
          <a:bodyPr wrap="square" lIns="0" rIns="0" tIns="0" bIns="0" anchor="t">
            <a:noAutofit/>
          </a:bodyPr>
          <a:lstStyle/>
          <a:p>
            <a:pPr algn="r"/>
            <a:r>
              <a:rPr sz="850" b="0" i="1">
                <a:solidFill>
                  <a:srgbClr val="8A6A0C"/>
                </a:solidFill>
                <a:latin typeface="Calibri"/>
              </a:rPr>
              <a:t>direct to the mill · planned at Cigading (2026)</a:t>
            </a:r>
          </a:p>
        </p:txBody>
      </p:sp>
      <p:sp>
        <p:nvSpPr>
          <p:cNvPr id="51" name="TextBox 50"/>
          <p:cNvSpPr txBox="1"/>
          <p:nvPr/>
        </p:nvSpPr>
        <p:spPr>
          <a:xfrm>
            <a:off x="658368" y="3337560"/>
            <a:ext cx="1097280" cy="164592"/>
          </a:xfrm>
          <a:prstGeom prst="rect">
            <a:avLst/>
          </a:prstGeom>
          <a:noFill/>
        </p:spPr>
        <p:txBody>
          <a:bodyPr wrap="square" lIns="0" rIns="0" tIns="0" bIns="0" anchor="t">
            <a:noAutofit/>
          </a:bodyPr>
          <a:lstStyle/>
          <a:p>
            <a:pPr algn="ctr"/>
            <a:r>
              <a:rPr sz="750" b="1" i="0" spc="150">
                <a:solidFill>
                  <a:srgbClr val="4D4D4F"/>
                </a:solidFill>
                <a:latin typeface="Calibri"/>
              </a:rPr>
              <a:t>VESSEL</a:t>
            </a:r>
          </a:p>
        </p:txBody>
      </p:sp>
      <p:sp>
        <p:nvSpPr>
          <p:cNvPr id="52" name="TextBox 51"/>
          <p:cNvSpPr txBox="1"/>
          <p:nvPr/>
        </p:nvSpPr>
        <p:spPr>
          <a:xfrm>
            <a:off x="1783080" y="3337560"/>
            <a:ext cx="731520" cy="164592"/>
          </a:xfrm>
          <a:prstGeom prst="rect">
            <a:avLst/>
          </a:prstGeom>
          <a:noFill/>
        </p:spPr>
        <p:txBody>
          <a:bodyPr wrap="square" lIns="0" rIns="0" tIns="0" bIns="0" anchor="t">
            <a:noAutofit/>
          </a:bodyPr>
          <a:lstStyle/>
          <a:p>
            <a:pPr algn="ctr"/>
            <a:r>
              <a:rPr sz="750" b="1" i="0" spc="150">
                <a:solidFill>
                  <a:srgbClr val="4D4D4F"/>
                </a:solidFill>
                <a:latin typeface="Calibri"/>
              </a:rPr>
              <a:t>UNLOADING</a:t>
            </a:r>
          </a:p>
        </p:txBody>
      </p:sp>
      <p:sp>
        <p:nvSpPr>
          <p:cNvPr id="53" name="TextBox 52"/>
          <p:cNvSpPr txBox="1"/>
          <p:nvPr/>
        </p:nvSpPr>
        <p:spPr>
          <a:xfrm>
            <a:off x="2395728" y="3337560"/>
            <a:ext cx="1188720" cy="164592"/>
          </a:xfrm>
          <a:prstGeom prst="rect">
            <a:avLst/>
          </a:prstGeom>
          <a:noFill/>
        </p:spPr>
        <p:txBody>
          <a:bodyPr wrap="square" lIns="0" rIns="0" tIns="0" bIns="0" anchor="t">
            <a:noAutofit/>
          </a:bodyPr>
          <a:lstStyle/>
          <a:p>
            <a:pPr algn="ctr"/>
            <a:r>
              <a:rPr sz="750" b="1" i="0" spc="150">
                <a:solidFill>
                  <a:srgbClr val="4D4D4F"/>
                </a:solidFill>
                <a:latin typeface="Calibri"/>
              </a:rPr>
              <a:t>CONVEYOR</a:t>
            </a:r>
          </a:p>
        </p:txBody>
      </p:sp>
      <p:sp>
        <p:nvSpPr>
          <p:cNvPr id="54" name="TextBox 53"/>
          <p:cNvSpPr txBox="1"/>
          <p:nvPr/>
        </p:nvSpPr>
        <p:spPr>
          <a:xfrm>
            <a:off x="3474720" y="3337560"/>
            <a:ext cx="2194560" cy="164592"/>
          </a:xfrm>
          <a:prstGeom prst="rect">
            <a:avLst/>
          </a:prstGeom>
          <a:noFill/>
        </p:spPr>
        <p:txBody>
          <a:bodyPr wrap="square" lIns="0" rIns="0" tIns="0" bIns="0" anchor="t">
            <a:noAutofit/>
          </a:bodyPr>
          <a:lstStyle/>
          <a:p>
            <a:pPr algn="ctr"/>
            <a:r>
              <a:rPr sz="750" b="1" i="0" spc="150">
                <a:solidFill>
                  <a:srgbClr val="4D4D4F"/>
                </a:solidFill>
                <a:latin typeface="Calibri"/>
              </a:rPr>
              <a:t>TRANSIT WAREHOUSE · THE BUFFER</a:t>
            </a:r>
          </a:p>
        </p:txBody>
      </p:sp>
      <p:sp>
        <p:nvSpPr>
          <p:cNvPr id="55" name="TextBox 54"/>
          <p:cNvSpPr txBox="1"/>
          <p:nvPr/>
        </p:nvSpPr>
        <p:spPr>
          <a:xfrm>
            <a:off x="5806440" y="3337560"/>
            <a:ext cx="960120" cy="164592"/>
          </a:xfrm>
          <a:prstGeom prst="rect">
            <a:avLst/>
          </a:prstGeom>
          <a:noFill/>
        </p:spPr>
        <p:txBody>
          <a:bodyPr wrap="square" lIns="0" rIns="0" tIns="0" bIns="0" anchor="t">
            <a:noAutofit/>
          </a:bodyPr>
          <a:lstStyle/>
          <a:p>
            <a:pPr algn="ctr"/>
            <a:r>
              <a:rPr sz="750" b="1" i="0" spc="150">
                <a:solidFill>
                  <a:srgbClr val="4D4D4F"/>
                </a:solidFill>
                <a:latin typeface="Calibri"/>
              </a:rPr>
              <a:t>DISPATCH</a:t>
            </a:r>
          </a:p>
        </p:txBody>
      </p:sp>
      <p:sp>
        <p:nvSpPr>
          <p:cNvPr id="56" name="TextBox 55"/>
          <p:cNvSpPr txBox="1"/>
          <p:nvPr/>
        </p:nvSpPr>
        <p:spPr>
          <a:xfrm>
            <a:off x="7178040" y="3337560"/>
            <a:ext cx="1298448" cy="164592"/>
          </a:xfrm>
          <a:prstGeom prst="rect">
            <a:avLst/>
          </a:prstGeom>
          <a:noFill/>
        </p:spPr>
        <p:txBody>
          <a:bodyPr wrap="square" lIns="0" rIns="0" tIns="0" bIns="0" anchor="t">
            <a:noAutofit/>
          </a:bodyPr>
          <a:lstStyle/>
          <a:p>
            <a:pPr algn="ctr"/>
            <a:r>
              <a:rPr sz="750" b="1" i="0" spc="150">
                <a:solidFill>
                  <a:srgbClr val="4D4D4F"/>
                </a:solidFill>
                <a:latin typeface="Calibri"/>
              </a:rPr>
              <a:t>CUSTOMER · MILL</a:t>
            </a:r>
          </a:p>
        </p:txBody>
      </p:sp>
      <p:cxnSp>
        <p:nvCxnSpPr>
          <p:cNvPr id="57" name="Connector 56"/>
          <p:cNvCxnSpPr/>
          <p:nvPr/>
        </p:nvCxnSpPr>
        <p:spPr>
          <a:xfrm>
            <a:off x="658368" y="3639312"/>
            <a:ext cx="2907792" cy="0"/>
          </a:xfrm>
          <a:prstGeom prst="line">
            <a:avLst/>
          </a:prstGeom>
          <a:ln w="12700">
            <a:solidFill>
              <a:srgbClr val="4D4D4F"/>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658368" y="3566160"/>
            <a:ext cx="0" cy="73152"/>
          </a:xfrm>
          <a:prstGeom prst="line">
            <a:avLst/>
          </a:prstGeom>
          <a:ln w="12700">
            <a:solidFill>
              <a:srgbClr val="4D4D4F"/>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3566160" y="3566160"/>
            <a:ext cx="0" cy="73152"/>
          </a:xfrm>
          <a:prstGeom prst="line">
            <a:avLst/>
          </a:prstGeom>
          <a:ln w="12700">
            <a:solidFill>
              <a:srgbClr val="4D4D4F"/>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5852160" y="3639312"/>
            <a:ext cx="2624328" cy="0"/>
          </a:xfrm>
          <a:prstGeom prst="line">
            <a:avLst/>
          </a:prstGeom>
          <a:ln w="12700">
            <a:solidFill>
              <a:srgbClr val="4D4D4F"/>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5852160" y="3566160"/>
            <a:ext cx="0" cy="73152"/>
          </a:xfrm>
          <a:prstGeom prst="line">
            <a:avLst/>
          </a:prstGeom>
          <a:ln w="12700">
            <a:solidFill>
              <a:srgbClr val="4D4D4F"/>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8476488" y="3566160"/>
            <a:ext cx="0" cy="73152"/>
          </a:xfrm>
          <a:prstGeom prst="line">
            <a:avLst/>
          </a:prstGeom>
          <a:ln w="12700">
            <a:solidFill>
              <a:srgbClr val="4D4D4F"/>
            </a:solidFill>
          </a:ln>
        </p:spPr>
        <p:style>
          <a:lnRef idx="2">
            <a:schemeClr val="accent1"/>
          </a:lnRef>
          <a:fillRef idx="0">
            <a:schemeClr val="accent1"/>
          </a:fillRef>
          <a:effectRef idx="1">
            <a:schemeClr val="accent1"/>
          </a:effectRef>
          <a:fontRef idx="minor">
            <a:schemeClr val="tx1"/>
          </a:fontRef>
        </p:style>
      </p:cxnSp>
      <p:sp>
        <p:nvSpPr>
          <p:cNvPr id="63" name="TextBox 62"/>
          <p:cNvSpPr txBox="1"/>
          <p:nvPr/>
        </p:nvSpPr>
        <p:spPr>
          <a:xfrm>
            <a:off x="658368" y="3694176"/>
            <a:ext cx="2880360" cy="182880"/>
          </a:xfrm>
          <a:prstGeom prst="rect">
            <a:avLst/>
          </a:prstGeom>
          <a:noFill/>
        </p:spPr>
        <p:txBody>
          <a:bodyPr wrap="square" lIns="0" rIns="0" tIns="0" bIns="0" anchor="t">
            <a:noAutofit/>
          </a:bodyPr>
          <a:lstStyle/>
          <a:p>
            <a:pPr algn="ctr"/>
            <a:r>
              <a:rPr sz="750" b="1" i="0" spc="50">
                <a:solidFill>
                  <a:srgbClr val="4D4D4F"/>
                </a:solidFill>
                <a:latin typeface="Calibri"/>
              </a:rPr>
              <a:t>MARINE CLOCK  ·  ~20 kt/day  ·  ~3 days per 60 kt</a:t>
            </a:r>
          </a:p>
        </p:txBody>
      </p:sp>
      <p:sp>
        <p:nvSpPr>
          <p:cNvPr id="64" name="TextBox 63"/>
          <p:cNvSpPr txBox="1"/>
          <p:nvPr/>
        </p:nvSpPr>
        <p:spPr>
          <a:xfrm>
            <a:off x="5852160" y="3694176"/>
            <a:ext cx="2624328" cy="182880"/>
          </a:xfrm>
          <a:prstGeom prst="rect">
            <a:avLst/>
          </a:prstGeom>
          <a:noFill/>
        </p:spPr>
        <p:txBody>
          <a:bodyPr wrap="square" lIns="0" rIns="0" tIns="0" bIns="0" anchor="t">
            <a:noAutofit/>
          </a:bodyPr>
          <a:lstStyle/>
          <a:p>
            <a:pPr algn="ctr"/>
            <a:r>
              <a:rPr sz="750" b="1" i="0" spc="100">
                <a:solidFill>
                  <a:srgbClr val="4D4D4F"/>
                </a:solidFill>
                <a:latin typeface="Calibri"/>
              </a:rPr>
              <a:t>INLAND CLOCK  ·  trucks load to mill demand</a:t>
            </a:r>
          </a:p>
        </p:txBody>
      </p:sp>
      <p:sp>
        <p:nvSpPr>
          <p:cNvPr id="65" name="Buffer chip"/>
          <p:cNvSpPr/>
          <p:nvPr/>
        </p:nvSpPr>
        <p:spPr>
          <a:xfrm>
            <a:off x="3611880" y="3584448"/>
            <a:ext cx="2194560" cy="292608"/>
          </a:xfrm>
          <a:prstGeom prst="roundRect">
            <a:avLst>
              <a:gd name="adj" fmla="val 50000"/>
            </a:avLst>
          </a:prstGeom>
          <a:solidFill>
            <a:srgbClr val="E6B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3611880" y="3584448"/>
            <a:ext cx="2194560" cy="292608"/>
          </a:xfrm>
          <a:prstGeom prst="rect">
            <a:avLst/>
          </a:prstGeom>
          <a:noFill/>
        </p:spPr>
        <p:txBody>
          <a:bodyPr wrap="square" lIns="0" rIns="0" tIns="0" bIns="0" anchor="ctr">
            <a:noAutofit/>
          </a:bodyPr>
          <a:lstStyle/>
          <a:p>
            <a:pPr algn="ctr"/>
            <a:r>
              <a:rPr sz="850" b="1" i="0">
                <a:solidFill>
                  <a:srgbClr val="4D4D4F"/>
                </a:solidFill>
                <a:latin typeface="Calibri"/>
              </a:rPr>
              <a:t>THE BUFFER SEPARATES THE TWO CLOCKS</a:t>
            </a:r>
          </a:p>
        </p:txBody>
      </p:sp>
      <p:sp>
        <p:nvSpPr>
          <p:cNvPr id="67" name="TextBox 66"/>
          <p:cNvSpPr txBox="1"/>
          <p:nvPr/>
        </p:nvSpPr>
        <p:spPr>
          <a:xfrm>
            <a:off x="512064" y="4261104"/>
            <a:ext cx="914400" cy="201168"/>
          </a:xfrm>
          <a:prstGeom prst="rect">
            <a:avLst/>
          </a:prstGeom>
          <a:noFill/>
        </p:spPr>
        <p:txBody>
          <a:bodyPr wrap="square" lIns="0" rIns="0" tIns="0" bIns="0" anchor="t">
            <a:noAutofit/>
          </a:bodyPr>
          <a:lstStyle/>
          <a:p>
            <a:pPr algn="l"/>
            <a:r>
              <a:rPr sz="900" b="1" i="0" spc="150">
                <a:solidFill>
                  <a:srgbClr val="8A6A0C"/>
                </a:solidFill>
                <a:latin typeface="Calibri"/>
              </a:rPr>
              <a:t>FKS SCOPE</a:t>
            </a:r>
          </a:p>
        </p:txBody>
      </p:sp>
      <p:sp>
        <p:nvSpPr>
          <p:cNvPr id="68" name="TextBox 67"/>
          <p:cNvSpPr txBox="1"/>
          <p:nvPr/>
        </p:nvSpPr>
        <p:spPr>
          <a:xfrm>
            <a:off x="1417320" y="4233672"/>
            <a:ext cx="7223760" cy="237744"/>
          </a:xfrm>
          <a:prstGeom prst="rect">
            <a:avLst/>
          </a:prstGeom>
          <a:noFill/>
        </p:spPr>
        <p:txBody>
          <a:bodyPr wrap="square" lIns="0" rIns="0" tIns="0" bIns="0" anchor="ctr">
            <a:noAutofit/>
          </a:bodyPr>
          <a:lstStyle/>
          <a:p>
            <a:pPr algn="l"/>
            <a:r>
              <a:rPr sz="850" b="0" i="0">
                <a:solidFill>
                  <a:srgbClr val="4D4D4F"/>
                </a:solidFill>
                <a:latin typeface="Calibri"/>
              </a:rPr>
              <a:t>unloading with the port operator  ·  enclosed conveyor  ·  transit storage  ·  controlled dispatch and delivery management  ·  direct mill link where applicable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5" sz="half"/>
          </p:nvPr>
        </p:nvSpPr>
        <p:spPr/>
        <p:txBody>
          <a:bodyPr/>
          <a:lstStyle/>
          <a:p>
            <a:r>
              <a:rPr sz="1400" b="1">
                <a:solidFill>
                  <a:srgbClr val="747678"/>
                </a:solidFill>
                <a:latin typeface="Calibri"/>
              </a:rPr>
              <a:t>What the operating model is worth to the cargo owner, per 60 kt cargo</a:t>
            </a:r>
          </a:p>
        </p:txBody>
      </p:sp>
      <p:sp>
        <p:nvSpPr>
          <p:cNvPr id="5" name="Text Placeholder 4"/>
          <p:cNvSpPr>
            <a:spLocks noGrp="1"/>
          </p:cNvSpPr>
          <p:nvPr>
            <p:ph type="body" idx="16" sz="half"/>
          </p:nvPr>
        </p:nvSpPr>
        <p:spPr/>
        <p:txBody>
          <a:bodyPr/>
          <a:lstStyle/>
          <a:p>
            <a:r>
              <a:rPr sz="1800" b="1">
                <a:solidFill>
                  <a:srgbClr val="4D4D4F"/>
                </a:solidFill>
                <a:latin typeface="Calibri"/>
              </a:rPr>
              <a:t>Faster discharge, better freight economics, less cargo lost</a:t>
            </a:r>
          </a:p>
        </p:txBody>
      </p:sp>
      <p:cxnSp>
        <p:nvCxnSpPr>
          <p:cNvPr id="6" name="Title rule"/>
          <p:cNvCxnSpPr/>
          <p:nvPr/>
        </p:nvCxnSpPr>
        <p:spPr>
          <a:xfrm>
            <a:off x="512064" y="886968"/>
            <a:ext cx="8119872" cy="0"/>
          </a:xfrm>
          <a:prstGeom prst="line">
            <a:avLst/>
          </a:prstGeom>
          <a:ln w="9525">
            <a:solidFill>
              <a:srgbClr val="D9DADC"/>
            </a:solidFill>
          </a:ln>
        </p:spPr>
        <p:style>
          <a:lnRef idx="2">
            <a:schemeClr val="accent1"/>
          </a:lnRef>
          <a:fillRef idx="0">
            <a:schemeClr val="accent1"/>
          </a:fillRef>
          <a:effectRef idx="1">
            <a:schemeClr val="accent1"/>
          </a:effectRef>
          <a:fontRef idx="minor">
            <a:schemeClr val="tx1"/>
          </a:fontRef>
        </p:style>
      </p:cxnSp>
      <p:sp>
        <p:nvSpPr>
          <p:cNvPr id="7" name="Page number"/>
          <p:cNvSpPr txBox="1"/>
          <p:nvPr/>
        </p:nvSpPr>
        <p:spPr>
          <a:xfrm>
            <a:off x="8229600" y="4754880"/>
            <a:ext cx="402336" cy="182880"/>
          </a:xfrm>
          <a:prstGeom prst="rect">
            <a:avLst/>
          </a:prstGeom>
          <a:noFill/>
        </p:spPr>
        <p:txBody>
          <a:bodyPr wrap="square" lIns="0" rIns="0" tIns="0" bIns="0" anchor="t">
            <a:noAutofit/>
          </a:bodyPr>
          <a:lstStyle/>
          <a:p>
            <a:pPr algn="r"/>
            <a:r>
              <a:rPr sz="800" b="0" i="0">
                <a:solidFill>
                  <a:srgbClr val="4D4D4F"/>
                </a:solidFill>
                <a:latin typeface="Calibri"/>
              </a:rPr>
              <a:t>5</a:t>
            </a:r>
          </a:p>
        </p:txBody>
      </p:sp>
      <p:cxnSp>
        <p:nvCxnSpPr>
          <p:cNvPr id="8" name="Connector 7"/>
          <p:cNvCxnSpPr/>
          <p:nvPr/>
        </p:nvCxnSpPr>
        <p:spPr>
          <a:xfrm>
            <a:off x="3172968" y="1005840"/>
            <a:ext cx="0" cy="3364992"/>
          </a:xfrm>
          <a:prstGeom prst="line">
            <a:avLst/>
          </a:prstGeom>
          <a:ln w="9525">
            <a:solidFill>
              <a:srgbClr val="D9DADC"/>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5971032" y="1005840"/>
            <a:ext cx="0" cy="3364992"/>
          </a:xfrm>
          <a:prstGeom prst="line">
            <a:avLst/>
          </a:prstGeom>
          <a:ln w="9525">
            <a:solidFill>
              <a:srgbClr val="D9DADC"/>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12064" y="1005840"/>
            <a:ext cx="2523744" cy="274320"/>
          </a:xfrm>
          <a:prstGeom prst="rect">
            <a:avLst/>
          </a:prstGeom>
          <a:noFill/>
        </p:spPr>
        <p:txBody>
          <a:bodyPr wrap="square" lIns="0" rIns="0" tIns="0" bIns="0" anchor="t">
            <a:noAutofit/>
          </a:bodyPr>
          <a:lstStyle/>
          <a:p>
            <a:pPr algn="l"/>
            <a:r>
              <a:rPr sz="1400" b="1" i="0">
                <a:solidFill>
                  <a:srgbClr val="4D4D4F"/>
                </a:solidFill>
                <a:latin typeface="Calibri"/>
              </a:rPr>
              <a:t>FASTER</a:t>
            </a:r>
          </a:p>
        </p:txBody>
      </p:sp>
      <p:sp>
        <p:nvSpPr>
          <p:cNvPr id="11" name="TextBox 10"/>
          <p:cNvSpPr txBox="1"/>
          <p:nvPr/>
        </p:nvSpPr>
        <p:spPr>
          <a:xfrm>
            <a:off x="512064" y="1280160"/>
            <a:ext cx="2523744" cy="182880"/>
          </a:xfrm>
          <a:prstGeom prst="rect">
            <a:avLst/>
          </a:prstGeom>
          <a:noFill/>
        </p:spPr>
        <p:txBody>
          <a:bodyPr wrap="square" lIns="0" rIns="0" tIns="0" bIns="0" anchor="t">
            <a:noAutofit/>
          </a:bodyPr>
          <a:lstStyle/>
          <a:p>
            <a:pPr algn="l"/>
            <a:r>
              <a:rPr sz="900" b="0" i="0">
                <a:solidFill>
                  <a:srgbClr val="747678"/>
                </a:solidFill>
                <a:latin typeface="Calibri"/>
              </a:rPr>
              <a:t>The ship discharges at full speed</a:t>
            </a:r>
          </a:p>
        </p:txBody>
      </p:sp>
      <p:sp>
        <p:nvSpPr>
          <p:cNvPr id="12" name="TextBox 11"/>
          <p:cNvSpPr txBox="1"/>
          <p:nvPr/>
        </p:nvSpPr>
        <p:spPr>
          <a:xfrm>
            <a:off x="3310128" y="1005840"/>
            <a:ext cx="2523744" cy="274320"/>
          </a:xfrm>
          <a:prstGeom prst="rect">
            <a:avLst/>
          </a:prstGeom>
          <a:noFill/>
        </p:spPr>
        <p:txBody>
          <a:bodyPr wrap="square" lIns="0" rIns="0" tIns="0" bIns="0" anchor="t">
            <a:noAutofit/>
          </a:bodyPr>
          <a:lstStyle/>
          <a:p>
            <a:pPr algn="l"/>
            <a:r>
              <a:rPr sz="1400" b="1" i="0">
                <a:solidFill>
                  <a:srgbClr val="4D4D4F"/>
                </a:solidFill>
                <a:latin typeface="Calibri"/>
              </a:rPr>
              <a:t>BETTER ECONOMICS</a:t>
            </a:r>
          </a:p>
        </p:txBody>
      </p:sp>
      <p:sp>
        <p:nvSpPr>
          <p:cNvPr id="13" name="TextBox 12"/>
          <p:cNvSpPr txBox="1"/>
          <p:nvPr/>
        </p:nvSpPr>
        <p:spPr>
          <a:xfrm>
            <a:off x="3310128" y="1280160"/>
            <a:ext cx="2523744" cy="182880"/>
          </a:xfrm>
          <a:prstGeom prst="rect">
            <a:avLst/>
          </a:prstGeom>
          <a:noFill/>
        </p:spPr>
        <p:txBody>
          <a:bodyPr wrap="square" lIns="0" rIns="0" tIns="0" bIns="0" anchor="t">
            <a:noAutofit/>
          </a:bodyPr>
          <a:lstStyle/>
          <a:p>
            <a:pPr algn="l"/>
            <a:r>
              <a:rPr sz="900" b="0" i="0">
                <a:solidFill>
                  <a:srgbClr val="747678"/>
                </a:solidFill>
                <a:latin typeface="Calibri"/>
              </a:rPr>
              <a:t>Deep berths (−14 m, −21 m LWS) take larger parcels</a:t>
            </a:r>
          </a:p>
        </p:txBody>
      </p:sp>
      <p:sp>
        <p:nvSpPr>
          <p:cNvPr id="14" name="TextBox 13"/>
          <p:cNvSpPr txBox="1"/>
          <p:nvPr/>
        </p:nvSpPr>
        <p:spPr>
          <a:xfrm>
            <a:off x="6108192" y="1005840"/>
            <a:ext cx="2523744" cy="274320"/>
          </a:xfrm>
          <a:prstGeom prst="rect">
            <a:avLst/>
          </a:prstGeom>
          <a:noFill/>
        </p:spPr>
        <p:txBody>
          <a:bodyPr wrap="square" lIns="0" rIns="0" tIns="0" bIns="0" anchor="t">
            <a:noAutofit/>
          </a:bodyPr>
          <a:lstStyle/>
          <a:p>
            <a:pPr algn="l"/>
            <a:r>
              <a:rPr sz="1400" b="1" i="0">
                <a:solidFill>
                  <a:srgbClr val="4D4D4F"/>
                </a:solidFill>
                <a:latin typeface="Calibri"/>
              </a:rPr>
              <a:t>MORE SECURE</a:t>
            </a:r>
          </a:p>
        </p:txBody>
      </p:sp>
      <p:sp>
        <p:nvSpPr>
          <p:cNvPr id="15" name="TextBox 14"/>
          <p:cNvSpPr txBox="1"/>
          <p:nvPr/>
        </p:nvSpPr>
        <p:spPr>
          <a:xfrm>
            <a:off x="6108192" y="1280160"/>
            <a:ext cx="2523744" cy="182880"/>
          </a:xfrm>
          <a:prstGeom prst="rect">
            <a:avLst/>
          </a:prstGeom>
          <a:noFill/>
        </p:spPr>
        <p:txBody>
          <a:bodyPr wrap="square" lIns="0" rIns="0" tIns="0" bIns="0" anchor="t">
            <a:noAutofit/>
          </a:bodyPr>
          <a:lstStyle/>
          <a:p>
            <a:pPr algn="l"/>
            <a:r>
              <a:rPr sz="900" b="0" i="0">
                <a:solidFill>
                  <a:srgbClr val="747678"/>
                </a:solidFill>
                <a:latin typeface="Calibri"/>
              </a:rPr>
              <a:t>An enclosed, reconciled chain from hold to mill</a:t>
            </a:r>
          </a:p>
        </p:txBody>
      </p:sp>
      <p:sp>
        <p:nvSpPr>
          <p:cNvPr id="16" name="TextBox 15"/>
          <p:cNvSpPr txBox="1"/>
          <p:nvPr/>
        </p:nvSpPr>
        <p:spPr>
          <a:xfrm>
            <a:off x="512064" y="1600200"/>
            <a:ext cx="2523744" cy="411480"/>
          </a:xfrm>
          <a:prstGeom prst="rect">
            <a:avLst/>
          </a:prstGeom>
          <a:noFill/>
        </p:spPr>
        <p:txBody>
          <a:bodyPr wrap="square" lIns="0" rIns="0" tIns="0" bIns="0" anchor="ctr">
            <a:noAutofit/>
          </a:bodyPr>
          <a:lstStyle/>
          <a:p>
            <a:pPr algn="l"/>
            <a:r>
              <a:rPr sz="2400" b="1" i="0">
                <a:solidFill>
                  <a:srgbClr val="4D4D4F"/>
                </a:solidFill>
                <a:latin typeface="Calibri"/>
              </a:rPr>
              <a:t>~5 </a:t>
            </a:r>
            <a:r>
              <a:rPr sz="2400" b="1" i="0">
                <a:solidFill>
                  <a:srgbClr val="E6B222"/>
                </a:solidFill>
                <a:latin typeface="Calibri"/>
              </a:rPr>
              <a:t>→ </a:t>
            </a:r>
            <a:r>
              <a:rPr sz="2400" b="1" i="0">
                <a:solidFill>
                  <a:srgbClr val="4D4D4F"/>
                </a:solidFill>
                <a:latin typeface="Calibri"/>
              </a:rPr>
              <a:t>~20</a:t>
            </a:r>
          </a:p>
        </p:txBody>
      </p:sp>
      <p:sp>
        <p:nvSpPr>
          <p:cNvPr id="17" name="TextBox 16"/>
          <p:cNvSpPr txBox="1"/>
          <p:nvPr/>
        </p:nvSpPr>
        <p:spPr>
          <a:xfrm>
            <a:off x="512064" y="2011680"/>
            <a:ext cx="2523744" cy="182880"/>
          </a:xfrm>
          <a:prstGeom prst="rect">
            <a:avLst/>
          </a:prstGeom>
          <a:noFill/>
        </p:spPr>
        <p:txBody>
          <a:bodyPr wrap="square" lIns="0" rIns="0" tIns="0" bIns="0" anchor="t">
            <a:noAutofit/>
          </a:bodyPr>
          <a:lstStyle/>
          <a:p>
            <a:pPr algn="l"/>
            <a:r>
              <a:rPr sz="900" b="0" i="0">
                <a:solidFill>
                  <a:srgbClr val="747678"/>
                </a:solidFill>
                <a:latin typeface="Calibri"/>
              </a:rPr>
              <a:t>thousand tonnes discharged per day</a:t>
            </a:r>
          </a:p>
        </p:txBody>
      </p:sp>
      <p:sp>
        <p:nvSpPr>
          <p:cNvPr id="18" name="TextBox 17"/>
          <p:cNvSpPr txBox="1"/>
          <p:nvPr/>
        </p:nvSpPr>
        <p:spPr>
          <a:xfrm>
            <a:off x="512064" y="2386584"/>
            <a:ext cx="914400" cy="182880"/>
          </a:xfrm>
          <a:prstGeom prst="rect">
            <a:avLst/>
          </a:prstGeom>
          <a:noFill/>
        </p:spPr>
        <p:txBody>
          <a:bodyPr wrap="square" lIns="0" rIns="0" tIns="0" bIns="0" anchor="t">
            <a:noAutofit/>
          </a:bodyPr>
          <a:lstStyle/>
          <a:p>
            <a:pPr algn="l"/>
            <a:r>
              <a:rPr sz="750" b="1" i="0" spc="150">
                <a:solidFill>
                  <a:srgbClr val="747678"/>
                </a:solidFill>
                <a:latin typeface="Calibri"/>
              </a:rPr>
              <a:t>CONVENTIONAL</a:t>
            </a:r>
          </a:p>
        </p:txBody>
      </p:sp>
      <p:sp>
        <p:nvSpPr>
          <p:cNvPr id="19" name="Rectangle 18"/>
          <p:cNvSpPr/>
          <p:nvPr/>
        </p:nvSpPr>
        <p:spPr>
          <a:xfrm>
            <a:off x="1472184" y="2359152"/>
            <a:ext cx="960120" cy="219456"/>
          </a:xfrm>
          <a:prstGeom prst="rect">
            <a:avLst/>
          </a:prstGeom>
          <a:solidFill>
            <a:srgbClr val="A7A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487168" y="2359152"/>
            <a:ext cx="640080" cy="219456"/>
          </a:xfrm>
          <a:prstGeom prst="rect">
            <a:avLst/>
          </a:prstGeom>
          <a:noFill/>
        </p:spPr>
        <p:txBody>
          <a:bodyPr wrap="square" lIns="0" rIns="0" tIns="0" bIns="0" anchor="ctr">
            <a:noAutofit/>
          </a:bodyPr>
          <a:lstStyle/>
          <a:p>
            <a:pPr algn="l"/>
            <a:r>
              <a:rPr sz="1000" b="1" i="0">
                <a:solidFill>
                  <a:srgbClr val="4D4D4F"/>
                </a:solidFill>
                <a:latin typeface="Calibri"/>
              </a:rPr>
              <a:t>12 days</a:t>
            </a:r>
          </a:p>
        </p:txBody>
      </p:sp>
      <p:sp>
        <p:nvSpPr>
          <p:cNvPr id="21" name="TextBox 20"/>
          <p:cNvSpPr txBox="1"/>
          <p:nvPr/>
        </p:nvSpPr>
        <p:spPr>
          <a:xfrm>
            <a:off x="512064" y="2679191"/>
            <a:ext cx="914400" cy="182880"/>
          </a:xfrm>
          <a:prstGeom prst="rect">
            <a:avLst/>
          </a:prstGeom>
          <a:noFill/>
        </p:spPr>
        <p:txBody>
          <a:bodyPr wrap="square" lIns="0" rIns="0" tIns="0" bIns="0" anchor="t">
            <a:noAutofit/>
          </a:bodyPr>
          <a:lstStyle/>
          <a:p>
            <a:pPr algn="l"/>
            <a:r>
              <a:rPr sz="750" b="1" i="0" spc="150">
                <a:solidFill>
                  <a:srgbClr val="747678"/>
                </a:solidFill>
                <a:latin typeface="Calibri"/>
              </a:rPr>
              <a:t>FKS</a:t>
            </a:r>
          </a:p>
        </p:txBody>
      </p:sp>
      <p:sp>
        <p:nvSpPr>
          <p:cNvPr id="22" name="Rectangle 21"/>
          <p:cNvSpPr/>
          <p:nvPr/>
        </p:nvSpPr>
        <p:spPr>
          <a:xfrm>
            <a:off x="1472184" y="2651760"/>
            <a:ext cx="240030" cy="219456"/>
          </a:xfrm>
          <a:prstGeom prst="rect">
            <a:avLst/>
          </a:prstGeom>
          <a:solidFill>
            <a:srgbClr val="E6B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767078" y="2651760"/>
            <a:ext cx="640080" cy="219456"/>
          </a:xfrm>
          <a:prstGeom prst="rect">
            <a:avLst/>
          </a:prstGeom>
          <a:noFill/>
        </p:spPr>
        <p:txBody>
          <a:bodyPr wrap="square" lIns="0" rIns="0" tIns="0" bIns="0" anchor="ctr">
            <a:noAutofit/>
          </a:bodyPr>
          <a:lstStyle/>
          <a:p>
            <a:pPr algn="l"/>
            <a:r>
              <a:rPr sz="1000" b="1" i="0">
                <a:solidFill>
                  <a:srgbClr val="4D4D4F"/>
                </a:solidFill>
                <a:latin typeface="Calibri"/>
              </a:rPr>
              <a:t>3 days</a:t>
            </a:r>
          </a:p>
        </p:txBody>
      </p:sp>
      <p:sp>
        <p:nvSpPr>
          <p:cNvPr id="24" name="TextBox 23"/>
          <p:cNvSpPr txBox="1"/>
          <p:nvPr/>
        </p:nvSpPr>
        <p:spPr>
          <a:xfrm>
            <a:off x="512064" y="2926080"/>
            <a:ext cx="2523744" cy="182880"/>
          </a:xfrm>
          <a:prstGeom prst="rect">
            <a:avLst/>
          </a:prstGeom>
          <a:noFill/>
        </p:spPr>
        <p:txBody>
          <a:bodyPr wrap="square" lIns="0" rIns="0" tIns="0" bIns="0" anchor="t">
            <a:noAutofit/>
          </a:bodyPr>
          <a:lstStyle/>
          <a:p>
            <a:pPr algn="l"/>
            <a:r>
              <a:rPr sz="900" b="0" i="0">
                <a:solidFill>
                  <a:srgbClr val="747678"/>
                </a:solidFill>
                <a:latin typeface="Calibri"/>
              </a:rPr>
              <a:t>alongside for one 60 kt cargo</a:t>
            </a:r>
          </a:p>
        </p:txBody>
      </p:sp>
      <p:sp>
        <p:nvSpPr>
          <p:cNvPr id="25" name="TextBox 24"/>
          <p:cNvSpPr txBox="1"/>
          <p:nvPr/>
        </p:nvSpPr>
        <p:spPr>
          <a:xfrm>
            <a:off x="512064" y="3182112"/>
            <a:ext cx="2523744" cy="256032"/>
          </a:xfrm>
          <a:prstGeom prst="rect">
            <a:avLst/>
          </a:prstGeom>
          <a:noFill/>
        </p:spPr>
        <p:txBody>
          <a:bodyPr wrap="square" lIns="0" rIns="0" tIns="0" bIns="0" anchor="t">
            <a:noAutofit/>
          </a:bodyPr>
          <a:lstStyle/>
          <a:p>
            <a:pPr algn="l"/>
            <a:r>
              <a:rPr sz="1300" b="1" i="0">
                <a:solidFill>
                  <a:srgbClr val="8A6A0C"/>
                </a:solidFill>
                <a:latin typeface="Calibri"/>
              </a:rPr>
              <a:t>~9 vessel-days saved</a:t>
            </a:r>
          </a:p>
        </p:txBody>
      </p:sp>
      <p:sp>
        <p:nvSpPr>
          <p:cNvPr id="26" name="TextBox 25"/>
          <p:cNvSpPr txBox="1"/>
          <p:nvPr/>
        </p:nvSpPr>
        <p:spPr>
          <a:xfrm>
            <a:off x="512064" y="3438144"/>
            <a:ext cx="2523744" cy="438912"/>
          </a:xfrm>
          <a:prstGeom prst="rect">
            <a:avLst/>
          </a:prstGeom>
          <a:noFill/>
        </p:spPr>
        <p:txBody>
          <a:bodyPr wrap="square" lIns="0" rIns="0" tIns="0" bIns="0" anchor="ctr">
            <a:noAutofit/>
          </a:bodyPr>
          <a:lstStyle/>
          <a:p>
            <a:pPr algn="l"/>
            <a:r>
              <a:rPr sz="2600" b="1" i="0">
                <a:solidFill>
                  <a:srgbClr val="4D4D4F"/>
                </a:solidFill>
                <a:latin typeface="Calibri"/>
              </a:rPr>
              <a:t>~US$146k</a:t>
            </a:r>
          </a:p>
        </p:txBody>
      </p:sp>
      <p:sp>
        <p:nvSpPr>
          <p:cNvPr id="27" name="TextBox 26"/>
          <p:cNvSpPr txBox="1"/>
          <p:nvPr/>
        </p:nvSpPr>
        <p:spPr>
          <a:xfrm>
            <a:off x="512064" y="3877056"/>
            <a:ext cx="2523744" cy="201168"/>
          </a:xfrm>
          <a:prstGeom prst="rect">
            <a:avLst/>
          </a:prstGeom>
          <a:noFill/>
        </p:spPr>
        <p:txBody>
          <a:bodyPr wrap="square" lIns="0" rIns="0" tIns="0" bIns="0" anchor="t">
            <a:noAutofit/>
          </a:bodyPr>
          <a:lstStyle/>
          <a:p>
            <a:pPr algn="l"/>
            <a:r>
              <a:rPr sz="900" b="0" i="0">
                <a:solidFill>
                  <a:srgbClr val="747678"/>
                </a:solidFill>
                <a:latin typeface="Calibri"/>
              </a:rPr>
              <a:t>indicative value of vessel time per 60 kt cargo</a:t>
            </a:r>
          </a:p>
        </p:txBody>
      </p:sp>
      <p:sp>
        <p:nvSpPr>
          <p:cNvPr id="28" name="TextBox 27"/>
          <p:cNvSpPr txBox="1"/>
          <p:nvPr/>
        </p:nvSpPr>
        <p:spPr>
          <a:xfrm>
            <a:off x="512064" y="4078224"/>
            <a:ext cx="2523744" cy="274320"/>
          </a:xfrm>
          <a:prstGeom prst="rect">
            <a:avLst/>
          </a:prstGeom>
          <a:noFill/>
        </p:spPr>
        <p:txBody>
          <a:bodyPr wrap="square" lIns="0" rIns="0" tIns="0" bIns="0" anchor="t">
            <a:noAutofit/>
          </a:bodyPr>
          <a:lstStyle/>
          <a:p>
            <a:pPr algn="l">
              <a:lnSpc>
                <a:spcPct val="105000"/>
              </a:lnSpc>
            </a:pPr>
            <a:r>
              <a:rPr sz="800" b="0" i="1">
                <a:solidFill>
                  <a:srgbClr val="747678"/>
                </a:solidFill>
                <a:latin typeface="Calibri"/>
              </a:rPr>
              <a:t>~US$2.4 / t  ·  at ~US$16.2k per vessel-day (Panamax, 2024 benchmark)</a:t>
            </a:r>
          </a:p>
        </p:txBody>
      </p:sp>
      <p:sp>
        <p:nvSpPr>
          <p:cNvPr id="29" name="TextBox 28"/>
          <p:cNvSpPr txBox="1"/>
          <p:nvPr/>
        </p:nvSpPr>
        <p:spPr>
          <a:xfrm>
            <a:off x="3310128" y="1600200"/>
            <a:ext cx="2523744" cy="201168"/>
          </a:xfrm>
          <a:prstGeom prst="rect">
            <a:avLst/>
          </a:prstGeom>
          <a:noFill/>
        </p:spPr>
        <p:txBody>
          <a:bodyPr wrap="square" lIns="0" rIns="0" tIns="0" bIns="0" anchor="t">
            <a:noAutofit/>
          </a:bodyPr>
          <a:lstStyle/>
          <a:p>
            <a:pPr algn="l"/>
            <a:r>
              <a:rPr sz="950" b="1" i="0">
                <a:solidFill>
                  <a:srgbClr val="4D4D4F"/>
                </a:solidFill>
                <a:latin typeface="Calibri"/>
              </a:rPr>
              <a:t>Deeper berth</a:t>
            </a:r>
            <a:r>
              <a:rPr sz="950" b="1" i="0">
                <a:solidFill>
                  <a:srgbClr val="E6B222"/>
                </a:solidFill>
                <a:latin typeface="Calibri"/>
              </a:rPr>
              <a:t>  →  </a:t>
            </a:r>
            <a:r>
              <a:rPr sz="950" b="1" i="0">
                <a:solidFill>
                  <a:srgbClr val="4D4D4F"/>
                </a:solidFill>
                <a:latin typeface="Calibri"/>
              </a:rPr>
              <a:t>Larger parcel</a:t>
            </a:r>
          </a:p>
        </p:txBody>
      </p:sp>
      <p:sp>
        <p:nvSpPr>
          <p:cNvPr id="30" name="TextBox 29"/>
          <p:cNvSpPr txBox="1"/>
          <p:nvPr/>
        </p:nvSpPr>
        <p:spPr>
          <a:xfrm>
            <a:off x="3310128" y="1801368"/>
            <a:ext cx="2523744" cy="201168"/>
          </a:xfrm>
          <a:prstGeom prst="rect">
            <a:avLst/>
          </a:prstGeom>
          <a:noFill/>
        </p:spPr>
        <p:txBody>
          <a:bodyPr wrap="square" lIns="0" rIns="0" tIns="0" bIns="0" anchor="t">
            <a:noAutofit/>
          </a:bodyPr>
          <a:lstStyle/>
          <a:p>
            <a:pPr algn="l"/>
            <a:r>
              <a:rPr sz="950" b="1" i="0">
                <a:solidFill>
                  <a:srgbClr val="4D4D4F"/>
                </a:solidFill>
                <a:latin typeface="Calibri"/>
              </a:rPr>
              <a:t>Fewer port calls</a:t>
            </a:r>
            <a:r>
              <a:rPr sz="950" b="1" i="0">
                <a:solidFill>
                  <a:srgbClr val="E6B222"/>
                </a:solidFill>
                <a:latin typeface="Calibri"/>
              </a:rPr>
              <a:t>  →  </a:t>
            </a:r>
            <a:r>
              <a:rPr sz="950" b="1" i="0">
                <a:solidFill>
                  <a:srgbClr val="4D4D4F"/>
                </a:solidFill>
                <a:latin typeface="Calibri"/>
              </a:rPr>
              <a:t>Lower freight per tonne</a:t>
            </a:r>
          </a:p>
        </p:txBody>
      </p:sp>
      <p:sp>
        <p:nvSpPr>
          <p:cNvPr id="31" name="TextBox 30"/>
          <p:cNvSpPr txBox="1"/>
          <p:nvPr/>
        </p:nvSpPr>
        <p:spPr>
          <a:xfrm>
            <a:off x="3310128" y="2148840"/>
            <a:ext cx="1371600" cy="164592"/>
          </a:xfrm>
          <a:prstGeom prst="rect">
            <a:avLst/>
          </a:prstGeom>
          <a:noFill/>
        </p:spPr>
        <p:txBody>
          <a:bodyPr wrap="square" lIns="0" rIns="0" tIns="0" bIns="0" anchor="t">
            <a:noAutofit/>
          </a:bodyPr>
          <a:lstStyle/>
          <a:p>
            <a:pPr algn="l"/>
            <a:r>
              <a:rPr sz="750" b="1" i="0" spc="150">
                <a:solidFill>
                  <a:srgbClr val="747678"/>
                </a:solidFill>
                <a:latin typeface="Calibri"/>
              </a:rPr>
              <a:t>CONVENTIONAL</a:t>
            </a:r>
          </a:p>
        </p:txBody>
      </p:sp>
      <p:sp>
        <p:nvSpPr>
          <p:cNvPr id="32" name="Trapezoid 31"/>
          <p:cNvSpPr/>
          <p:nvPr/>
        </p:nvSpPr>
        <p:spPr>
          <a:xfrm flipV="1">
            <a:off x="3310128" y="2484059"/>
            <a:ext cx="548640" cy="103692"/>
          </a:xfrm>
          <a:prstGeom prst="trapezoid">
            <a:avLst/>
          </a:prstGeom>
          <a:solidFill>
            <a:srgbClr val="A7A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716121" y="2409992"/>
            <a:ext cx="87782" cy="79004"/>
          </a:xfrm>
          <a:prstGeom prst="rect">
            <a:avLst/>
          </a:prstGeom>
          <a:solidFill>
            <a:srgbClr val="A7A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732580" y="2365552"/>
            <a:ext cx="54864" cy="49377"/>
          </a:xfrm>
          <a:prstGeom prst="rect">
            <a:avLst/>
          </a:prstGeom>
          <a:solidFill>
            <a:srgbClr val="A7A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371027" y="2449494"/>
            <a:ext cx="136062" cy="34564"/>
          </a:xfrm>
          <a:prstGeom prst="rect">
            <a:avLst/>
          </a:prstGeom>
          <a:solidFill>
            <a:srgbClr val="A7A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541105" y="2449494"/>
            <a:ext cx="136062" cy="34564"/>
          </a:xfrm>
          <a:prstGeom prst="rect">
            <a:avLst/>
          </a:prstGeom>
          <a:solidFill>
            <a:srgbClr val="A7A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rapezoid 36"/>
          <p:cNvSpPr/>
          <p:nvPr/>
        </p:nvSpPr>
        <p:spPr>
          <a:xfrm flipV="1">
            <a:off x="3931920" y="2484059"/>
            <a:ext cx="548640" cy="103692"/>
          </a:xfrm>
          <a:prstGeom prst="trapezoid">
            <a:avLst/>
          </a:prstGeom>
          <a:solidFill>
            <a:srgbClr val="A7A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4337913" y="2409992"/>
            <a:ext cx="87782" cy="79004"/>
          </a:xfrm>
          <a:prstGeom prst="rect">
            <a:avLst/>
          </a:prstGeom>
          <a:solidFill>
            <a:srgbClr val="A7A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4354372" y="2365552"/>
            <a:ext cx="54864" cy="49377"/>
          </a:xfrm>
          <a:prstGeom prst="rect">
            <a:avLst/>
          </a:prstGeom>
          <a:solidFill>
            <a:srgbClr val="A7A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3992819" y="2449494"/>
            <a:ext cx="136062" cy="34564"/>
          </a:xfrm>
          <a:prstGeom prst="rect">
            <a:avLst/>
          </a:prstGeom>
          <a:solidFill>
            <a:srgbClr val="A7A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4162897" y="2449494"/>
            <a:ext cx="136062" cy="34564"/>
          </a:xfrm>
          <a:prstGeom prst="rect">
            <a:avLst/>
          </a:prstGeom>
          <a:solidFill>
            <a:srgbClr val="A7A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590288" y="2286000"/>
            <a:ext cx="1243584" cy="365760"/>
          </a:xfrm>
          <a:prstGeom prst="rect">
            <a:avLst/>
          </a:prstGeom>
          <a:noFill/>
        </p:spPr>
        <p:txBody>
          <a:bodyPr wrap="square" lIns="0" rIns="0" tIns="0" bIns="0" anchor="t">
            <a:noAutofit/>
          </a:bodyPr>
          <a:lstStyle/>
          <a:p>
            <a:pPr algn="l">
              <a:lnSpc>
                <a:spcPct val="105000"/>
              </a:lnSpc>
            </a:pPr>
            <a:r>
              <a:rPr sz="900" b="0" i="0">
                <a:solidFill>
                  <a:srgbClr val="747678"/>
                </a:solidFill>
                <a:latin typeface="Calibri"/>
              </a:rPr>
              <a:t>Smaller parcels, two port calls</a:t>
            </a:r>
          </a:p>
        </p:txBody>
      </p:sp>
      <p:sp>
        <p:nvSpPr>
          <p:cNvPr id="43" name="TextBox 42"/>
          <p:cNvSpPr txBox="1"/>
          <p:nvPr/>
        </p:nvSpPr>
        <p:spPr>
          <a:xfrm>
            <a:off x="3310128" y="2697480"/>
            <a:ext cx="914400" cy="164592"/>
          </a:xfrm>
          <a:prstGeom prst="rect">
            <a:avLst/>
          </a:prstGeom>
          <a:noFill/>
        </p:spPr>
        <p:txBody>
          <a:bodyPr wrap="square" lIns="0" rIns="0" tIns="0" bIns="0" anchor="t">
            <a:noAutofit/>
          </a:bodyPr>
          <a:lstStyle/>
          <a:p>
            <a:pPr algn="l"/>
            <a:r>
              <a:rPr sz="750" b="1" i="0" spc="150">
                <a:solidFill>
                  <a:srgbClr val="747678"/>
                </a:solidFill>
                <a:latin typeface="Calibri"/>
              </a:rPr>
              <a:t>FKS</a:t>
            </a:r>
          </a:p>
        </p:txBody>
      </p:sp>
      <p:sp>
        <p:nvSpPr>
          <p:cNvPr id="44" name="Trapezoid 43"/>
          <p:cNvSpPr/>
          <p:nvPr/>
        </p:nvSpPr>
        <p:spPr>
          <a:xfrm flipV="1">
            <a:off x="3310128" y="3084819"/>
            <a:ext cx="1143000" cy="161300"/>
          </a:xfrm>
          <a:prstGeom prst="trapezoid">
            <a:avLst/>
          </a:prstGeom>
          <a:solidFill>
            <a:srgbClr val="4D4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4155948" y="2969605"/>
            <a:ext cx="182880" cy="122895"/>
          </a:xfrm>
          <a:prstGeom prst="rect">
            <a:avLst/>
          </a:prstGeom>
          <a:solidFill>
            <a:srgbClr val="4D4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4190237" y="2900476"/>
            <a:ext cx="114300" cy="76809"/>
          </a:xfrm>
          <a:prstGeom prst="rect">
            <a:avLst/>
          </a:prstGeom>
          <a:solidFill>
            <a:srgbClr val="4D4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3419284" y="3031053"/>
            <a:ext cx="141732" cy="53766"/>
          </a:xfrm>
          <a:prstGeom prst="rect">
            <a:avLst/>
          </a:prstGeom>
          <a:solidFill>
            <a:srgbClr val="E6B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3596449" y="3031053"/>
            <a:ext cx="141732" cy="53766"/>
          </a:xfrm>
          <a:prstGeom prst="rect">
            <a:avLst/>
          </a:prstGeom>
          <a:solidFill>
            <a:srgbClr val="E6B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3773614" y="3031053"/>
            <a:ext cx="141732" cy="53766"/>
          </a:xfrm>
          <a:prstGeom prst="rect">
            <a:avLst/>
          </a:prstGeom>
          <a:solidFill>
            <a:srgbClr val="E6B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3950779" y="3031053"/>
            <a:ext cx="141732" cy="53766"/>
          </a:xfrm>
          <a:prstGeom prst="rect">
            <a:avLst/>
          </a:prstGeom>
          <a:solidFill>
            <a:srgbClr val="E6B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590288" y="2880360"/>
            <a:ext cx="1243584" cy="365760"/>
          </a:xfrm>
          <a:prstGeom prst="rect">
            <a:avLst/>
          </a:prstGeom>
          <a:noFill/>
        </p:spPr>
        <p:txBody>
          <a:bodyPr wrap="square" lIns="0" rIns="0" tIns="0" bIns="0" anchor="t">
            <a:noAutofit/>
          </a:bodyPr>
          <a:lstStyle/>
          <a:p>
            <a:pPr algn="l">
              <a:lnSpc>
                <a:spcPct val="105000"/>
              </a:lnSpc>
            </a:pPr>
            <a:r>
              <a:rPr sz="900" b="0" i="0">
                <a:solidFill>
                  <a:srgbClr val="747678"/>
                </a:solidFill>
                <a:latin typeface="Calibri"/>
              </a:rPr>
              <a:t>Panamax parcel, one gateway</a:t>
            </a:r>
          </a:p>
        </p:txBody>
      </p:sp>
      <p:sp>
        <p:nvSpPr>
          <p:cNvPr id="52" name="Freight placeholder"/>
          <p:cNvSpPr/>
          <p:nvPr/>
        </p:nvSpPr>
        <p:spPr>
          <a:xfrm>
            <a:off x="3310128" y="3419856"/>
            <a:ext cx="2523744" cy="676656"/>
          </a:xfrm>
          <a:prstGeom prst="roundRect">
            <a:avLst>
              <a:gd name="adj" fmla="val 10810"/>
            </a:avLst>
          </a:prstGeom>
          <a:solidFill>
            <a:srgbClr val="FDF8E7"/>
          </a:solidFill>
          <a:ln w="12700">
            <a:solidFill>
              <a:srgbClr val="E6B2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419856" y="3474720"/>
            <a:ext cx="2304287" cy="292608"/>
          </a:xfrm>
          <a:prstGeom prst="rect">
            <a:avLst/>
          </a:prstGeom>
          <a:noFill/>
        </p:spPr>
        <p:txBody>
          <a:bodyPr wrap="square" lIns="0" rIns="0" tIns="0" bIns="0" anchor="ctr">
            <a:noAutofit/>
          </a:bodyPr>
          <a:lstStyle/>
          <a:p>
            <a:pPr algn="l"/>
            <a:r>
              <a:rPr sz="1400" b="1" i="0">
                <a:solidFill>
                  <a:srgbClr val="4D4D4F"/>
                </a:solidFill>
                <a:latin typeface="Calibri"/>
              </a:rPr>
              <a:t>Potential freight saving</a:t>
            </a:r>
          </a:p>
        </p:txBody>
      </p:sp>
      <p:sp>
        <p:nvSpPr>
          <p:cNvPr id="54" name="TextBox 53"/>
          <p:cNvSpPr txBox="1"/>
          <p:nvPr/>
        </p:nvSpPr>
        <p:spPr>
          <a:xfrm>
            <a:off x="3419856" y="3767328"/>
            <a:ext cx="2304287" cy="274320"/>
          </a:xfrm>
          <a:prstGeom prst="rect">
            <a:avLst/>
          </a:prstGeom>
          <a:noFill/>
        </p:spPr>
        <p:txBody>
          <a:bodyPr wrap="square" lIns="0" rIns="0" tIns="0" bIns="0" anchor="t">
            <a:noAutofit/>
          </a:bodyPr>
          <a:lstStyle/>
          <a:p>
            <a:pPr algn="l">
              <a:lnSpc>
                <a:spcPct val="105000"/>
              </a:lnSpc>
            </a:pPr>
            <a:r>
              <a:rPr sz="750" b="1" i="0" spc="120">
                <a:solidFill>
                  <a:srgbClr val="8A6A0C"/>
                </a:solidFill>
                <a:latin typeface="Calibri"/>
              </a:rPr>
              <a:t>TO BE QUANTIFIED FROM FKS VOYAGE DATA</a:t>
            </a:r>
          </a:p>
        </p:txBody>
      </p:sp>
      <p:sp>
        <p:nvSpPr>
          <p:cNvPr id="55" name="TextBox 54"/>
          <p:cNvSpPr txBox="1"/>
          <p:nvPr/>
        </p:nvSpPr>
        <p:spPr>
          <a:xfrm>
            <a:off x="3310128" y="4151376"/>
            <a:ext cx="2523744" cy="182880"/>
          </a:xfrm>
          <a:prstGeom prst="rect">
            <a:avLst/>
          </a:prstGeom>
          <a:noFill/>
        </p:spPr>
        <p:txBody>
          <a:bodyPr wrap="square" lIns="0" rIns="0" tIns="0" bIns="0" anchor="t">
            <a:noAutofit/>
          </a:bodyPr>
          <a:lstStyle/>
          <a:p>
            <a:pPr algn="l"/>
            <a:r>
              <a:rPr sz="800" b="0" i="1">
                <a:solidFill>
                  <a:srgbClr val="747678"/>
                </a:solidFill>
                <a:latin typeface="Calibri"/>
              </a:rPr>
              <a:t>Port calls ≥2 → 1: FKS voyage statement, to validate</a:t>
            </a:r>
          </a:p>
        </p:txBody>
      </p:sp>
      <p:sp>
        <p:nvSpPr>
          <p:cNvPr id="56" name="TextBox 55"/>
          <p:cNvSpPr txBox="1"/>
          <p:nvPr/>
        </p:nvSpPr>
        <p:spPr>
          <a:xfrm>
            <a:off x="6108192" y="1655064"/>
            <a:ext cx="914400" cy="182880"/>
          </a:xfrm>
          <a:prstGeom prst="rect">
            <a:avLst/>
          </a:prstGeom>
          <a:noFill/>
        </p:spPr>
        <p:txBody>
          <a:bodyPr wrap="square" lIns="0" rIns="0" tIns="0" bIns="0" anchor="t">
            <a:noAutofit/>
          </a:bodyPr>
          <a:lstStyle/>
          <a:p>
            <a:pPr algn="l"/>
            <a:r>
              <a:rPr sz="750" b="1" i="0" spc="150">
                <a:solidFill>
                  <a:srgbClr val="747678"/>
                </a:solidFill>
                <a:latin typeface="Calibri"/>
              </a:rPr>
              <a:t>CONVENTIONAL</a:t>
            </a:r>
          </a:p>
        </p:txBody>
      </p:sp>
      <p:sp>
        <p:nvSpPr>
          <p:cNvPr id="57" name="Rectangle 56"/>
          <p:cNvSpPr/>
          <p:nvPr/>
        </p:nvSpPr>
        <p:spPr>
          <a:xfrm>
            <a:off x="7068312" y="1627632"/>
            <a:ext cx="868680" cy="219456"/>
          </a:xfrm>
          <a:prstGeom prst="rect">
            <a:avLst/>
          </a:prstGeom>
          <a:solidFill>
            <a:srgbClr val="A7A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7991856" y="1627632"/>
            <a:ext cx="640080" cy="219456"/>
          </a:xfrm>
          <a:prstGeom prst="rect">
            <a:avLst/>
          </a:prstGeom>
          <a:noFill/>
        </p:spPr>
        <p:txBody>
          <a:bodyPr wrap="square" lIns="0" rIns="0" tIns="0" bIns="0" anchor="ctr">
            <a:noAutofit/>
          </a:bodyPr>
          <a:lstStyle/>
          <a:p>
            <a:pPr algn="l"/>
            <a:r>
              <a:rPr sz="1000" b="1" i="0">
                <a:solidFill>
                  <a:srgbClr val="4D4D4F"/>
                </a:solidFill>
                <a:latin typeface="Calibri"/>
              </a:rPr>
              <a:t>0.2–0.3%</a:t>
            </a:r>
          </a:p>
        </p:txBody>
      </p:sp>
      <p:sp>
        <p:nvSpPr>
          <p:cNvPr id="59" name="TextBox 58"/>
          <p:cNvSpPr txBox="1"/>
          <p:nvPr/>
        </p:nvSpPr>
        <p:spPr>
          <a:xfrm>
            <a:off x="6108192" y="1947672"/>
            <a:ext cx="914400" cy="182880"/>
          </a:xfrm>
          <a:prstGeom prst="rect">
            <a:avLst/>
          </a:prstGeom>
          <a:noFill/>
        </p:spPr>
        <p:txBody>
          <a:bodyPr wrap="square" lIns="0" rIns="0" tIns="0" bIns="0" anchor="t">
            <a:noAutofit/>
          </a:bodyPr>
          <a:lstStyle/>
          <a:p>
            <a:pPr algn="l"/>
            <a:r>
              <a:rPr sz="750" b="1" i="0" spc="150">
                <a:solidFill>
                  <a:srgbClr val="747678"/>
                </a:solidFill>
                <a:latin typeface="Calibri"/>
              </a:rPr>
              <a:t>FKS</a:t>
            </a:r>
          </a:p>
        </p:txBody>
      </p:sp>
      <p:sp>
        <p:nvSpPr>
          <p:cNvPr id="60" name="Rectangle 59"/>
          <p:cNvSpPr/>
          <p:nvPr/>
        </p:nvSpPr>
        <p:spPr>
          <a:xfrm>
            <a:off x="7068312" y="1920240"/>
            <a:ext cx="347472" cy="219456"/>
          </a:xfrm>
          <a:prstGeom prst="rect">
            <a:avLst/>
          </a:prstGeom>
          <a:solidFill>
            <a:srgbClr val="E6B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7470648" y="1920240"/>
            <a:ext cx="640080" cy="219456"/>
          </a:xfrm>
          <a:prstGeom prst="rect">
            <a:avLst/>
          </a:prstGeom>
          <a:noFill/>
        </p:spPr>
        <p:txBody>
          <a:bodyPr wrap="square" lIns="0" rIns="0" tIns="0" bIns="0" anchor="ctr">
            <a:noAutofit/>
          </a:bodyPr>
          <a:lstStyle/>
          <a:p>
            <a:pPr algn="l"/>
            <a:r>
              <a:rPr sz="1000" b="1" i="0">
                <a:solidFill>
                  <a:srgbClr val="4D4D4F"/>
                </a:solidFill>
                <a:latin typeface="Calibri"/>
              </a:rPr>
              <a:t>~0.1%</a:t>
            </a:r>
          </a:p>
        </p:txBody>
      </p:sp>
      <p:sp>
        <p:nvSpPr>
          <p:cNvPr id="62" name="TextBox 61"/>
          <p:cNvSpPr txBox="1"/>
          <p:nvPr/>
        </p:nvSpPr>
        <p:spPr>
          <a:xfrm>
            <a:off x="6108192" y="2194560"/>
            <a:ext cx="2523744" cy="310896"/>
          </a:xfrm>
          <a:prstGeom prst="rect">
            <a:avLst/>
          </a:prstGeom>
          <a:noFill/>
        </p:spPr>
        <p:txBody>
          <a:bodyPr wrap="square" lIns="0" rIns="0" tIns="0" bIns="0" anchor="t">
            <a:noAutofit/>
          </a:bodyPr>
          <a:lstStyle/>
          <a:p>
            <a:pPr algn="l">
              <a:lnSpc>
                <a:spcPct val="105000"/>
              </a:lnSpc>
            </a:pPr>
            <a:r>
              <a:rPr sz="850" b="0" i="0">
                <a:solidFill>
                  <a:srgbClr val="747678"/>
                </a:solidFill>
                <a:latin typeface="Calibri"/>
              </a:rPr>
              <a:t>net cargo loss  ·  FKS experience vs indicative industry range, to validate</a:t>
            </a:r>
          </a:p>
        </p:txBody>
      </p:sp>
      <p:sp>
        <p:nvSpPr>
          <p:cNvPr id="63" name="Rectangle 62"/>
          <p:cNvSpPr/>
          <p:nvPr/>
        </p:nvSpPr>
        <p:spPr>
          <a:xfrm>
            <a:off x="6108192" y="2651760"/>
            <a:ext cx="82296" cy="82296"/>
          </a:xfrm>
          <a:prstGeom prst="rect">
            <a:avLst/>
          </a:prstGeom>
          <a:solidFill>
            <a:srgbClr val="E6B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263640" y="2596896"/>
            <a:ext cx="2340863" cy="201168"/>
          </a:xfrm>
          <a:prstGeom prst="rect">
            <a:avLst/>
          </a:prstGeom>
          <a:noFill/>
        </p:spPr>
        <p:txBody>
          <a:bodyPr wrap="square" lIns="0" rIns="0" tIns="0" bIns="0" anchor="t">
            <a:noAutofit/>
          </a:bodyPr>
          <a:lstStyle/>
          <a:p>
            <a:pPr algn="l"/>
            <a:r>
              <a:rPr sz="1000" b="1" i="0">
                <a:solidFill>
                  <a:srgbClr val="4D4D4F"/>
                </a:solidFill>
                <a:latin typeface="Calibri"/>
              </a:rPr>
              <a:t>Enclosed handling</a:t>
            </a:r>
          </a:p>
        </p:txBody>
      </p:sp>
      <p:sp>
        <p:nvSpPr>
          <p:cNvPr id="65" name="Rectangle 64"/>
          <p:cNvSpPr/>
          <p:nvPr/>
        </p:nvSpPr>
        <p:spPr>
          <a:xfrm>
            <a:off x="6108192" y="2889504"/>
            <a:ext cx="82296" cy="82296"/>
          </a:xfrm>
          <a:prstGeom prst="rect">
            <a:avLst/>
          </a:prstGeom>
          <a:solidFill>
            <a:srgbClr val="E6B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6263640" y="2834639"/>
            <a:ext cx="2340863" cy="201168"/>
          </a:xfrm>
          <a:prstGeom prst="rect">
            <a:avLst/>
          </a:prstGeom>
          <a:noFill/>
        </p:spPr>
        <p:txBody>
          <a:bodyPr wrap="square" lIns="0" rIns="0" tIns="0" bIns="0" anchor="t">
            <a:noAutofit/>
          </a:bodyPr>
          <a:lstStyle/>
          <a:p>
            <a:pPr algn="l"/>
            <a:r>
              <a:rPr sz="1000" b="1" i="0">
                <a:solidFill>
                  <a:srgbClr val="4D4D4F"/>
                </a:solidFill>
                <a:latin typeface="Calibri"/>
              </a:rPr>
              <a:t>Fewer touchpoints</a:t>
            </a:r>
          </a:p>
        </p:txBody>
      </p:sp>
      <p:sp>
        <p:nvSpPr>
          <p:cNvPr id="67" name="Rectangle 66"/>
          <p:cNvSpPr/>
          <p:nvPr/>
        </p:nvSpPr>
        <p:spPr>
          <a:xfrm>
            <a:off x="6108192" y="3127248"/>
            <a:ext cx="82296" cy="82296"/>
          </a:xfrm>
          <a:prstGeom prst="rect">
            <a:avLst/>
          </a:prstGeom>
          <a:solidFill>
            <a:srgbClr val="E6B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6263640" y="3072384"/>
            <a:ext cx="2340863" cy="201168"/>
          </a:xfrm>
          <a:prstGeom prst="rect">
            <a:avLst/>
          </a:prstGeom>
          <a:noFill/>
        </p:spPr>
        <p:txBody>
          <a:bodyPr wrap="square" lIns="0" rIns="0" tIns="0" bIns="0" anchor="t">
            <a:noAutofit/>
          </a:bodyPr>
          <a:lstStyle/>
          <a:p>
            <a:pPr algn="l"/>
            <a:r>
              <a:rPr sz="1000" b="1" i="0">
                <a:solidFill>
                  <a:srgbClr val="4D4D4F"/>
                </a:solidFill>
                <a:latin typeface="Calibri"/>
              </a:rPr>
              <a:t>Reconciled movements</a:t>
            </a:r>
          </a:p>
        </p:txBody>
      </p:sp>
      <p:sp>
        <p:nvSpPr>
          <p:cNvPr id="69" name="TextBox 68"/>
          <p:cNvSpPr txBox="1"/>
          <p:nvPr/>
        </p:nvSpPr>
        <p:spPr>
          <a:xfrm>
            <a:off x="6108192" y="3438144"/>
            <a:ext cx="2523744" cy="438912"/>
          </a:xfrm>
          <a:prstGeom prst="rect">
            <a:avLst/>
          </a:prstGeom>
          <a:noFill/>
        </p:spPr>
        <p:txBody>
          <a:bodyPr wrap="square" lIns="0" rIns="0" tIns="0" bIns="0" anchor="ctr">
            <a:noAutofit/>
          </a:bodyPr>
          <a:lstStyle/>
          <a:p>
            <a:pPr algn="l"/>
            <a:r>
              <a:rPr sz="2600" b="1" i="0">
                <a:solidFill>
                  <a:srgbClr val="4D4D4F"/>
                </a:solidFill>
                <a:latin typeface="Calibri"/>
              </a:rPr>
              <a:t>~US$36k</a:t>
            </a:r>
          </a:p>
        </p:txBody>
      </p:sp>
      <p:sp>
        <p:nvSpPr>
          <p:cNvPr id="70" name="TextBox 69"/>
          <p:cNvSpPr txBox="1"/>
          <p:nvPr/>
        </p:nvSpPr>
        <p:spPr>
          <a:xfrm>
            <a:off x="6108192" y="3877056"/>
            <a:ext cx="2523744" cy="201168"/>
          </a:xfrm>
          <a:prstGeom prst="rect">
            <a:avLst/>
          </a:prstGeom>
          <a:noFill/>
        </p:spPr>
        <p:txBody>
          <a:bodyPr wrap="square" lIns="0" rIns="0" tIns="0" bIns="0" anchor="t">
            <a:noAutofit/>
          </a:bodyPr>
          <a:lstStyle/>
          <a:p>
            <a:pPr algn="l"/>
            <a:r>
              <a:rPr sz="900" b="0" i="0">
                <a:solidFill>
                  <a:srgbClr val="747678"/>
                </a:solidFill>
                <a:latin typeface="Calibri"/>
              </a:rPr>
              <a:t>cargo value preserved per 60 kt cargo  ·  illustrative</a:t>
            </a:r>
          </a:p>
        </p:txBody>
      </p:sp>
      <p:sp>
        <p:nvSpPr>
          <p:cNvPr id="71" name="TextBox 70"/>
          <p:cNvSpPr txBox="1"/>
          <p:nvPr/>
        </p:nvSpPr>
        <p:spPr>
          <a:xfrm>
            <a:off x="6108192" y="4078224"/>
            <a:ext cx="2523744" cy="182880"/>
          </a:xfrm>
          <a:prstGeom prst="rect">
            <a:avLst/>
          </a:prstGeom>
          <a:noFill/>
        </p:spPr>
        <p:txBody>
          <a:bodyPr wrap="square" lIns="0" rIns="0" tIns="0" bIns="0" anchor="t">
            <a:noAutofit/>
          </a:bodyPr>
          <a:lstStyle/>
          <a:p>
            <a:pPr algn="l"/>
            <a:r>
              <a:rPr sz="800" b="0" i="1">
                <a:solidFill>
                  <a:srgbClr val="747678"/>
                </a:solidFill>
                <a:latin typeface="Calibri"/>
              </a:rPr>
              <a:t>~US$0.6 / t  ·  0.2 pp on a US$18m wheat cargo</a:t>
            </a:r>
          </a:p>
        </p:txBody>
      </p:sp>
      <p:cxnSp>
        <p:nvCxnSpPr>
          <p:cNvPr id="72" name="Connector 71"/>
          <p:cNvCxnSpPr/>
          <p:nvPr/>
        </p:nvCxnSpPr>
        <p:spPr>
          <a:xfrm>
            <a:off x="512064" y="4443984"/>
            <a:ext cx="8119872" cy="0"/>
          </a:xfrm>
          <a:prstGeom prst="line">
            <a:avLst/>
          </a:prstGeom>
          <a:ln w="9525">
            <a:solidFill>
              <a:srgbClr val="D9DADC"/>
            </a:solidFill>
          </a:ln>
        </p:spPr>
        <p:style>
          <a:lnRef idx="2">
            <a:schemeClr val="accent1"/>
          </a:lnRef>
          <a:fillRef idx="0">
            <a:schemeClr val="accent1"/>
          </a:fillRef>
          <a:effectRef idx="1">
            <a:schemeClr val="accent1"/>
          </a:effectRef>
          <a:fontRef idx="minor">
            <a:schemeClr val="tx1"/>
          </a:fontRef>
        </p:style>
      </p:cxnSp>
      <p:sp>
        <p:nvSpPr>
          <p:cNvPr id="73" name="TextBox 72"/>
          <p:cNvSpPr txBox="1"/>
          <p:nvPr/>
        </p:nvSpPr>
        <p:spPr>
          <a:xfrm>
            <a:off x="512064" y="4480560"/>
            <a:ext cx="8119871" cy="182880"/>
          </a:xfrm>
          <a:prstGeom prst="rect">
            <a:avLst/>
          </a:prstGeom>
          <a:noFill/>
        </p:spPr>
        <p:txBody>
          <a:bodyPr wrap="square" lIns="0" rIns="0" tIns="0" bIns="0" anchor="t">
            <a:noAutofit/>
          </a:bodyPr>
          <a:lstStyle/>
          <a:p>
            <a:pPr algn="l"/>
            <a:r>
              <a:rPr sz="850" b="0" i="0">
                <a:solidFill>
                  <a:srgbClr val="747678"/>
                </a:solidFill>
                <a:latin typeface="Calibri"/>
              </a:rPr>
              <a:t>Quantified value ~US$182k per 60 kt cargo (~US$3 / t) before any freight saving; the ~US$146k is the avoidable part of the ~US$194k on slide 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5" sz="half"/>
          </p:nvPr>
        </p:nvSpPr>
        <p:spPr/>
        <p:txBody>
          <a:bodyPr/>
          <a:lstStyle/>
          <a:p>
            <a:r>
              <a:rPr sz="1400" b="1">
                <a:solidFill>
                  <a:srgbClr val="747678"/>
                </a:solidFill>
                <a:latin typeface="Calibri"/>
              </a:rPr>
              <a:t>All three sit inside state-owned ports, run with Pelindo and Krakatau</a:t>
            </a:r>
          </a:p>
        </p:txBody>
      </p:sp>
      <p:sp>
        <p:nvSpPr>
          <p:cNvPr id="5" name="Text Placeholder 4"/>
          <p:cNvSpPr>
            <a:spLocks noGrp="1"/>
          </p:cNvSpPr>
          <p:nvPr>
            <p:ph type="body" idx="16" sz="half"/>
          </p:nvPr>
        </p:nvSpPr>
        <p:spPr/>
        <p:txBody>
          <a:bodyPr/>
          <a:lstStyle/>
          <a:p>
            <a:r>
              <a:rPr sz="1800" b="1">
                <a:solidFill>
                  <a:srgbClr val="4D4D4F"/>
                </a:solidFill>
                <a:latin typeface="Calibri"/>
              </a:rPr>
              <a:t>FKS already operates at three strategic food &amp; feed gateways</a:t>
            </a:r>
          </a:p>
        </p:txBody>
      </p:sp>
      <p:cxnSp>
        <p:nvCxnSpPr>
          <p:cNvPr id="6" name="Title rule"/>
          <p:cNvCxnSpPr/>
          <p:nvPr/>
        </p:nvCxnSpPr>
        <p:spPr>
          <a:xfrm>
            <a:off x="512064" y="886968"/>
            <a:ext cx="8119872" cy="0"/>
          </a:xfrm>
          <a:prstGeom prst="line">
            <a:avLst/>
          </a:prstGeom>
          <a:ln w="9525">
            <a:solidFill>
              <a:srgbClr val="D9DADC"/>
            </a:solidFill>
          </a:ln>
        </p:spPr>
        <p:style>
          <a:lnRef idx="2">
            <a:schemeClr val="accent1"/>
          </a:lnRef>
          <a:fillRef idx="0">
            <a:schemeClr val="accent1"/>
          </a:fillRef>
          <a:effectRef idx="1">
            <a:schemeClr val="accent1"/>
          </a:effectRef>
          <a:fontRef idx="minor">
            <a:schemeClr val="tx1"/>
          </a:fontRef>
        </p:style>
      </p:cxnSp>
      <p:sp>
        <p:nvSpPr>
          <p:cNvPr id="7" name="Page number"/>
          <p:cNvSpPr txBox="1"/>
          <p:nvPr/>
        </p:nvSpPr>
        <p:spPr>
          <a:xfrm>
            <a:off x="8229600" y="4754880"/>
            <a:ext cx="402336" cy="182880"/>
          </a:xfrm>
          <a:prstGeom prst="rect">
            <a:avLst/>
          </a:prstGeom>
          <a:noFill/>
        </p:spPr>
        <p:txBody>
          <a:bodyPr wrap="square" lIns="0" rIns="0" tIns="0" bIns="0" anchor="t">
            <a:noAutofit/>
          </a:bodyPr>
          <a:lstStyle/>
          <a:p>
            <a:pPr algn="r"/>
            <a:r>
              <a:rPr sz="800" b="0" i="0">
                <a:solidFill>
                  <a:srgbClr val="4D4D4F"/>
                </a:solidFill>
                <a:latin typeface="Calibri"/>
              </a:rPr>
              <a:t>6</a:t>
            </a:r>
          </a:p>
        </p:txBody>
      </p:sp>
      <p:sp>
        <p:nvSpPr>
          <p:cNvPr id="2" name="Map - Neighbouring countries"/>
          <p:cNvSpPr/>
          <p:nvPr/>
        </p:nvSpPr>
        <p:spPr>
          <a:xfrm>
            <a:off x="808411" y="1024128"/>
            <a:ext cx="4549973" cy="1857806"/>
          </a:xfrm>
          <a:custGeom>
            <a:avLst/>
            <a:gdLst/>
            <a:ahLst/>
            <a:cxnLst/>
            <a:rect l="l" t="t" r="r" b="b"/>
            <a:pathLst>
              <a:path w="4549973" h="1857806">
                <a:moveTo>
                  <a:pt x="283046" y="5986"/>
                </a:moveTo>
                <a:lnTo>
                  <a:pt x="285005" y="1135"/>
                </a:lnTo>
                <a:lnTo>
                  <a:pt x="287377" y="0"/>
                </a:lnTo>
                <a:lnTo>
                  <a:pt x="289027" y="0"/>
                </a:lnTo>
                <a:lnTo>
                  <a:pt x="293151" y="0"/>
                </a:lnTo>
                <a:lnTo>
                  <a:pt x="297688" y="0"/>
                </a:lnTo>
                <a:lnTo>
                  <a:pt x="306350" y="0"/>
                </a:lnTo>
                <a:lnTo>
                  <a:pt x="328931" y="3303"/>
                </a:lnTo>
                <a:lnTo>
                  <a:pt x="335634" y="5367"/>
                </a:lnTo>
                <a:lnTo>
                  <a:pt x="344605" y="1961"/>
                </a:lnTo>
                <a:lnTo>
                  <a:pt x="348523" y="4128"/>
                </a:lnTo>
                <a:lnTo>
                  <a:pt x="352647" y="7638"/>
                </a:lnTo>
                <a:lnTo>
                  <a:pt x="355019" y="17340"/>
                </a:lnTo>
                <a:lnTo>
                  <a:pt x="360896" y="26319"/>
                </a:lnTo>
                <a:lnTo>
                  <a:pt x="372754" y="24977"/>
                </a:lnTo>
                <a:lnTo>
                  <a:pt x="376879" y="26319"/>
                </a:lnTo>
                <a:lnTo>
                  <a:pt x="379457" y="26525"/>
                </a:lnTo>
                <a:lnTo>
                  <a:pt x="381725" y="34473"/>
                </a:lnTo>
                <a:lnTo>
                  <a:pt x="382860" y="48097"/>
                </a:lnTo>
                <a:lnTo>
                  <a:pt x="381725" y="56147"/>
                </a:lnTo>
                <a:lnTo>
                  <a:pt x="373167" y="67500"/>
                </a:lnTo>
                <a:lnTo>
                  <a:pt x="372033" y="75241"/>
                </a:lnTo>
                <a:lnTo>
                  <a:pt x="376467" y="79989"/>
                </a:lnTo>
                <a:lnTo>
                  <a:pt x="382344" y="85149"/>
                </a:lnTo>
                <a:lnTo>
                  <a:pt x="385644" y="89071"/>
                </a:lnTo>
                <a:lnTo>
                  <a:pt x="389149" y="88452"/>
                </a:lnTo>
                <a:lnTo>
                  <a:pt x="393583" y="85769"/>
                </a:lnTo>
                <a:lnTo>
                  <a:pt x="397605" y="79060"/>
                </a:lnTo>
                <a:lnTo>
                  <a:pt x="400389" y="73383"/>
                </a:lnTo>
                <a:lnTo>
                  <a:pt x="415546" y="66881"/>
                </a:lnTo>
                <a:lnTo>
                  <a:pt x="431220" y="61101"/>
                </a:lnTo>
                <a:lnTo>
                  <a:pt x="433385" y="61720"/>
                </a:lnTo>
                <a:lnTo>
                  <a:pt x="435860" y="64301"/>
                </a:lnTo>
                <a:lnTo>
                  <a:pt x="440912" y="72661"/>
                </a:lnTo>
                <a:lnTo>
                  <a:pt x="443799" y="74415"/>
                </a:lnTo>
                <a:lnTo>
                  <a:pt x="448130" y="75241"/>
                </a:lnTo>
                <a:lnTo>
                  <a:pt x="455451" y="74415"/>
                </a:lnTo>
                <a:lnTo>
                  <a:pt x="464010" y="69668"/>
                </a:lnTo>
                <a:lnTo>
                  <a:pt x="468444" y="60792"/>
                </a:lnTo>
                <a:lnTo>
                  <a:pt x="470403" y="53773"/>
                </a:lnTo>
                <a:lnTo>
                  <a:pt x="482673" y="41594"/>
                </a:lnTo>
                <a:lnTo>
                  <a:pt x="484014" y="32512"/>
                </a:lnTo>
                <a:lnTo>
                  <a:pt x="487416" y="26629"/>
                </a:lnTo>
                <a:lnTo>
                  <a:pt x="505255" y="30654"/>
                </a:lnTo>
                <a:lnTo>
                  <a:pt x="512060" y="33853"/>
                </a:lnTo>
                <a:lnTo>
                  <a:pt x="532064" y="65746"/>
                </a:lnTo>
                <a:lnTo>
                  <a:pt x="558461" y="88246"/>
                </a:lnTo>
                <a:lnTo>
                  <a:pt x="569701" y="96606"/>
                </a:lnTo>
                <a:lnTo>
                  <a:pt x="578259" y="100631"/>
                </a:lnTo>
                <a:lnTo>
                  <a:pt x="590117" y="112707"/>
                </a:lnTo>
                <a:lnTo>
                  <a:pt x="600428" y="127776"/>
                </a:lnTo>
                <a:lnTo>
                  <a:pt x="623010" y="170299"/>
                </a:lnTo>
                <a:lnTo>
                  <a:pt x="626929" y="188980"/>
                </a:lnTo>
                <a:lnTo>
                  <a:pt x="628475" y="217466"/>
                </a:lnTo>
                <a:lnTo>
                  <a:pt x="623526" y="260402"/>
                </a:lnTo>
                <a:lnTo>
                  <a:pt x="617442" y="281870"/>
                </a:lnTo>
                <a:lnTo>
                  <a:pt x="618576" y="291985"/>
                </a:lnTo>
                <a:lnTo>
                  <a:pt x="626929" y="307467"/>
                </a:lnTo>
                <a:lnTo>
                  <a:pt x="624351" y="322123"/>
                </a:lnTo>
                <a:lnTo>
                  <a:pt x="626000" y="334302"/>
                </a:lnTo>
                <a:lnTo>
                  <a:pt x="625382" y="368155"/>
                </a:lnTo>
                <a:lnTo>
                  <a:pt x="630125" y="378063"/>
                </a:lnTo>
                <a:lnTo>
                  <a:pt x="635487" y="384463"/>
                </a:lnTo>
                <a:lnTo>
                  <a:pt x="663843" y="404589"/>
                </a:lnTo>
                <a:lnTo>
                  <a:pt x="665905" y="412020"/>
                </a:lnTo>
                <a:lnTo>
                  <a:pt x="679929" y="437513"/>
                </a:lnTo>
                <a:lnTo>
                  <a:pt x="705810" y="493041"/>
                </a:lnTo>
                <a:lnTo>
                  <a:pt x="712925" y="518018"/>
                </a:lnTo>
                <a:lnTo>
                  <a:pt x="712100" y="524727"/>
                </a:lnTo>
                <a:lnTo>
                  <a:pt x="709007" y="527514"/>
                </a:lnTo>
                <a:lnTo>
                  <a:pt x="701376" y="529991"/>
                </a:lnTo>
                <a:lnTo>
                  <a:pt x="695086" y="525140"/>
                </a:lnTo>
                <a:lnTo>
                  <a:pt x="692921" y="521631"/>
                </a:lnTo>
                <a:lnTo>
                  <a:pt x="693643" y="517296"/>
                </a:lnTo>
                <a:lnTo>
                  <a:pt x="691065" y="512961"/>
                </a:lnTo>
                <a:lnTo>
                  <a:pt x="684878" y="507903"/>
                </a:lnTo>
                <a:lnTo>
                  <a:pt x="681269" y="503259"/>
                </a:lnTo>
                <a:lnTo>
                  <a:pt x="682300" y="510897"/>
                </a:lnTo>
                <a:lnTo>
                  <a:pt x="682403" y="520702"/>
                </a:lnTo>
                <a:lnTo>
                  <a:pt x="674464" y="521527"/>
                </a:lnTo>
                <a:lnTo>
                  <a:pt x="664359" y="518431"/>
                </a:lnTo>
                <a:lnTo>
                  <a:pt x="651779" y="521218"/>
                </a:lnTo>
                <a:lnTo>
                  <a:pt x="636827" y="533293"/>
                </a:lnTo>
                <a:lnTo>
                  <a:pt x="629609" y="533706"/>
                </a:lnTo>
                <a:lnTo>
                  <a:pt x="624144" y="523282"/>
                </a:lnTo>
                <a:lnTo>
                  <a:pt x="621360" y="516264"/>
                </a:lnTo>
                <a:lnTo>
                  <a:pt x="616927" y="511309"/>
                </a:lnTo>
                <a:lnTo>
                  <a:pt x="569494" y="485919"/>
                </a:lnTo>
                <a:lnTo>
                  <a:pt x="551965" y="479314"/>
                </a:lnTo>
                <a:lnTo>
                  <a:pt x="533508" y="460117"/>
                </a:lnTo>
                <a:lnTo>
                  <a:pt x="492056" y="438855"/>
                </a:lnTo>
                <a:lnTo>
                  <a:pt x="465659" y="418109"/>
                </a:lnTo>
                <a:lnTo>
                  <a:pt x="454420" y="405208"/>
                </a:lnTo>
                <a:lnTo>
                  <a:pt x="427508" y="393855"/>
                </a:lnTo>
                <a:lnTo>
                  <a:pt x="415856" y="380541"/>
                </a:lnTo>
                <a:lnTo>
                  <a:pt x="410081" y="377857"/>
                </a:lnTo>
                <a:lnTo>
                  <a:pt x="404410" y="373109"/>
                </a:lnTo>
                <a:lnTo>
                  <a:pt x="410391" y="360105"/>
                </a:lnTo>
                <a:lnTo>
                  <a:pt x="407916" y="346584"/>
                </a:lnTo>
                <a:lnTo>
                  <a:pt x="404823" y="335127"/>
                </a:lnTo>
                <a:lnTo>
                  <a:pt x="385747" y="312524"/>
                </a:lnTo>
                <a:lnTo>
                  <a:pt x="376467" y="296733"/>
                </a:lnTo>
                <a:lnTo>
                  <a:pt x="358525" y="281045"/>
                </a:lnTo>
                <a:lnTo>
                  <a:pt x="351410" y="272065"/>
                </a:lnTo>
                <a:lnTo>
                  <a:pt x="344501" y="261538"/>
                </a:lnTo>
                <a:lnTo>
                  <a:pt x="348832" y="257822"/>
                </a:lnTo>
                <a:lnTo>
                  <a:pt x="352854" y="255655"/>
                </a:lnTo>
                <a:lnTo>
                  <a:pt x="349142" y="248017"/>
                </a:lnTo>
                <a:lnTo>
                  <a:pt x="338933" y="234703"/>
                </a:lnTo>
                <a:lnTo>
                  <a:pt x="334190" y="219531"/>
                </a:lnTo>
                <a:lnTo>
                  <a:pt x="334190" y="190735"/>
                </a:lnTo>
                <a:lnTo>
                  <a:pt x="319548" y="150276"/>
                </a:lnTo>
                <a:lnTo>
                  <a:pt x="307175" y="94129"/>
                </a:lnTo>
                <a:lnTo>
                  <a:pt x="309340" y="74519"/>
                </a:lnTo>
                <a:lnTo>
                  <a:pt x="306143" y="53257"/>
                </a:lnTo>
                <a:lnTo>
                  <a:pt x="297894" y="32718"/>
                </a:lnTo>
                <a:lnTo>
                  <a:pt x="287067" y="18165"/>
                </a:lnTo>
                <a:lnTo>
                  <a:pt x="283046" y="5986"/>
                </a:lnTo>
                <a:close/>
                <a:moveTo>
                  <a:pt x="2082887" y="240379"/>
                </a:moveTo>
                <a:lnTo>
                  <a:pt x="2079072" y="240379"/>
                </a:lnTo>
                <a:lnTo>
                  <a:pt x="2070204" y="238109"/>
                </a:lnTo>
                <a:lnTo>
                  <a:pt x="2052365" y="227168"/>
                </a:lnTo>
                <a:lnTo>
                  <a:pt x="2034114" y="223246"/>
                </a:lnTo>
                <a:lnTo>
                  <a:pt x="2007614" y="222937"/>
                </a:lnTo>
                <a:lnTo>
                  <a:pt x="1992560" y="221389"/>
                </a:lnTo>
                <a:lnTo>
                  <a:pt x="1986476" y="223040"/>
                </a:lnTo>
                <a:lnTo>
                  <a:pt x="1981320" y="223143"/>
                </a:lnTo>
                <a:lnTo>
                  <a:pt x="1977608" y="220872"/>
                </a:lnTo>
                <a:lnTo>
                  <a:pt x="1973690" y="219737"/>
                </a:lnTo>
                <a:lnTo>
                  <a:pt x="1963379" y="226239"/>
                </a:lnTo>
                <a:lnTo>
                  <a:pt x="1958532" y="224278"/>
                </a:lnTo>
                <a:lnTo>
                  <a:pt x="1953583" y="221492"/>
                </a:lnTo>
                <a:lnTo>
                  <a:pt x="1944921" y="220563"/>
                </a:lnTo>
                <a:lnTo>
                  <a:pt x="1934404" y="221389"/>
                </a:lnTo>
                <a:lnTo>
                  <a:pt x="1922855" y="227994"/>
                </a:lnTo>
                <a:lnTo>
                  <a:pt x="1909863" y="222008"/>
                </a:lnTo>
                <a:lnTo>
                  <a:pt x="1906254" y="222111"/>
                </a:lnTo>
                <a:lnTo>
                  <a:pt x="1903779" y="223659"/>
                </a:lnTo>
                <a:lnTo>
                  <a:pt x="1898108" y="231813"/>
                </a:lnTo>
                <a:lnTo>
                  <a:pt x="1887487" y="238109"/>
                </a:lnTo>
                <a:lnTo>
                  <a:pt x="1882229" y="249565"/>
                </a:lnTo>
                <a:lnTo>
                  <a:pt x="1878929" y="260506"/>
                </a:lnTo>
                <a:lnTo>
                  <a:pt x="1876042" y="264324"/>
                </a:lnTo>
                <a:lnTo>
                  <a:pt x="1875320" y="285586"/>
                </a:lnTo>
                <a:lnTo>
                  <a:pt x="1873670" y="295804"/>
                </a:lnTo>
                <a:lnTo>
                  <a:pt x="1876351" y="309428"/>
                </a:lnTo>
                <a:lnTo>
                  <a:pt x="1875835" y="315208"/>
                </a:lnTo>
                <a:lnTo>
                  <a:pt x="1871092" y="323877"/>
                </a:lnTo>
                <a:lnTo>
                  <a:pt x="1870474" y="325942"/>
                </a:lnTo>
                <a:lnTo>
                  <a:pt x="1867999" y="339669"/>
                </a:lnTo>
                <a:lnTo>
                  <a:pt x="1868927" y="343384"/>
                </a:lnTo>
                <a:lnTo>
                  <a:pt x="1868308" y="348029"/>
                </a:lnTo>
                <a:lnTo>
                  <a:pt x="1864287" y="357731"/>
                </a:lnTo>
                <a:lnTo>
                  <a:pt x="1857069" y="360311"/>
                </a:lnTo>
                <a:lnTo>
                  <a:pt x="1849439" y="361859"/>
                </a:lnTo>
                <a:lnTo>
                  <a:pt x="1842942" y="358556"/>
                </a:lnTo>
                <a:lnTo>
                  <a:pt x="1837065" y="363923"/>
                </a:lnTo>
                <a:lnTo>
                  <a:pt x="1829641" y="372077"/>
                </a:lnTo>
                <a:lnTo>
                  <a:pt x="1826341" y="377651"/>
                </a:lnTo>
                <a:lnTo>
                  <a:pt x="1826444" y="382811"/>
                </a:lnTo>
                <a:lnTo>
                  <a:pt x="1827166" y="386217"/>
                </a:lnTo>
                <a:lnTo>
                  <a:pt x="1825619" y="389830"/>
                </a:lnTo>
                <a:lnTo>
                  <a:pt x="1825413" y="393545"/>
                </a:lnTo>
                <a:lnTo>
                  <a:pt x="1825826" y="399015"/>
                </a:lnTo>
                <a:lnTo>
                  <a:pt x="1830878" y="401286"/>
                </a:lnTo>
                <a:lnTo>
                  <a:pt x="1836137" y="405931"/>
                </a:lnTo>
                <a:lnTo>
                  <a:pt x="1835931" y="410472"/>
                </a:lnTo>
                <a:lnTo>
                  <a:pt x="1833044" y="413568"/>
                </a:lnTo>
                <a:lnTo>
                  <a:pt x="1826444" y="418419"/>
                </a:lnTo>
                <a:lnTo>
                  <a:pt x="1814277" y="428224"/>
                </a:lnTo>
                <a:lnTo>
                  <a:pt x="1800563" y="436688"/>
                </a:lnTo>
                <a:lnTo>
                  <a:pt x="1795407" y="438649"/>
                </a:lnTo>
                <a:lnTo>
                  <a:pt x="1793551" y="442467"/>
                </a:lnTo>
                <a:lnTo>
                  <a:pt x="1792623" y="447731"/>
                </a:lnTo>
                <a:lnTo>
                  <a:pt x="1795613" y="459084"/>
                </a:lnTo>
                <a:lnTo>
                  <a:pt x="1798501" y="462490"/>
                </a:lnTo>
                <a:lnTo>
                  <a:pt x="1800047" y="466516"/>
                </a:lnTo>
                <a:lnTo>
                  <a:pt x="1798191" y="471263"/>
                </a:lnTo>
                <a:lnTo>
                  <a:pt x="1796851" y="475392"/>
                </a:lnTo>
                <a:lnTo>
                  <a:pt x="1791798" y="477972"/>
                </a:lnTo>
                <a:lnTo>
                  <a:pt x="1786952" y="479830"/>
                </a:lnTo>
                <a:lnTo>
                  <a:pt x="1785096" y="483133"/>
                </a:lnTo>
                <a:lnTo>
                  <a:pt x="1782518" y="496860"/>
                </a:lnTo>
                <a:lnTo>
                  <a:pt x="1779528" y="503981"/>
                </a:lnTo>
                <a:lnTo>
                  <a:pt x="1772825" y="514612"/>
                </a:lnTo>
                <a:lnTo>
                  <a:pt x="1770660" y="519463"/>
                </a:lnTo>
                <a:lnTo>
                  <a:pt x="1767257" y="521011"/>
                </a:lnTo>
                <a:lnTo>
                  <a:pt x="1754265" y="516057"/>
                </a:lnTo>
                <a:lnTo>
                  <a:pt x="1742716" y="519050"/>
                </a:lnTo>
                <a:lnTo>
                  <a:pt x="1727352" y="521011"/>
                </a:lnTo>
                <a:lnTo>
                  <a:pt x="1714360" y="520702"/>
                </a:lnTo>
                <a:lnTo>
                  <a:pt x="1704255" y="522869"/>
                </a:lnTo>
                <a:lnTo>
                  <a:pt x="1697347" y="528443"/>
                </a:lnTo>
                <a:lnTo>
                  <a:pt x="1689613" y="535564"/>
                </a:lnTo>
                <a:lnTo>
                  <a:pt x="1681570" y="540725"/>
                </a:lnTo>
                <a:lnTo>
                  <a:pt x="1675383" y="543305"/>
                </a:lnTo>
                <a:lnTo>
                  <a:pt x="1664144" y="535874"/>
                </a:lnTo>
                <a:lnTo>
                  <a:pt x="1658473" y="536493"/>
                </a:lnTo>
                <a:lnTo>
                  <a:pt x="1648265" y="533913"/>
                </a:lnTo>
                <a:lnTo>
                  <a:pt x="1624239" y="525553"/>
                </a:lnTo>
                <a:lnTo>
                  <a:pt x="1618362" y="523076"/>
                </a:lnTo>
                <a:lnTo>
                  <a:pt x="1611969" y="522869"/>
                </a:lnTo>
                <a:lnTo>
                  <a:pt x="1610010" y="520495"/>
                </a:lnTo>
                <a:lnTo>
                  <a:pt x="1611041" y="516470"/>
                </a:lnTo>
                <a:lnTo>
                  <a:pt x="1610010" y="511103"/>
                </a:lnTo>
                <a:lnTo>
                  <a:pt x="1605370" y="509142"/>
                </a:lnTo>
                <a:lnTo>
                  <a:pt x="1557216" y="509968"/>
                </a:lnTo>
                <a:lnTo>
                  <a:pt x="1543399" y="514509"/>
                </a:lnTo>
                <a:lnTo>
                  <a:pt x="1534015" y="518121"/>
                </a:lnTo>
                <a:lnTo>
                  <a:pt x="1527313" y="522353"/>
                </a:lnTo>
                <a:lnTo>
                  <a:pt x="1525354" y="532777"/>
                </a:lnTo>
                <a:lnTo>
                  <a:pt x="1521435" y="542479"/>
                </a:lnTo>
                <a:lnTo>
                  <a:pt x="1516280" y="552904"/>
                </a:lnTo>
                <a:lnTo>
                  <a:pt x="1500194" y="556000"/>
                </a:lnTo>
                <a:lnTo>
                  <a:pt x="1488439" y="566424"/>
                </a:lnTo>
                <a:lnTo>
                  <a:pt x="1484418" y="567766"/>
                </a:lnTo>
                <a:lnTo>
                  <a:pt x="1476272" y="566218"/>
                </a:lnTo>
                <a:lnTo>
                  <a:pt x="1467610" y="565289"/>
                </a:lnTo>
                <a:lnTo>
                  <a:pt x="1461424" y="568282"/>
                </a:lnTo>
                <a:lnTo>
                  <a:pt x="1454824" y="568076"/>
                </a:lnTo>
                <a:lnTo>
                  <a:pt x="1434614" y="563225"/>
                </a:lnTo>
                <a:lnTo>
                  <a:pt x="1415435" y="562399"/>
                </a:lnTo>
                <a:lnTo>
                  <a:pt x="1404608" y="564979"/>
                </a:lnTo>
                <a:lnTo>
                  <a:pt x="1398628" y="565908"/>
                </a:lnTo>
                <a:lnTo>
                  <a:pt x="1365322" y="580255"/>
                </a:lnTo>
                <a:lnTo>
                  <a:pt x="1354083" y="581906"/>
                </a:lnTo>
                <a:lnTo>
                  <a:pt x="1349443" y="579842"/>
                </a:lnTo>
                <a:lnTo>
                  <a:pt x="1343050" y="573959"/>
                </a:lnTo>
                <a:lnTo>
                  <a:pt x="1334388" y="568076"/>
                </a:lnTo>
                <a:lnTo>
                  <a:pt x="1313765" y="548053"/>
                </a:lnTo>
                <a:lnTo>
                  <a:pt x="1306135" y="543305"/>
                </a:lnTo>
                <a:lnTo>
                  <a:pt x="1301083" y="538454"/>
                </a:lnTo>
                <a:lnTo>
                  <a:pt x="1296236" y="532777"/>
                </a:lnTo>
                <a:lnTo>
                  <a:pt x="1289431" y="526585"/>
                </a:lnTo>
                <a:lnTo>
                  <a:pt x="1283141" y="522353"/>
                </a:lnTo>
                <a:lnTo>
                  <a:pt x="1274686" y="513683"/>
                </a:lnTo>
                <a:lnTo>
                  <a:pt x="1266230" y="504188"/>
                </a:lnTo>
                <a:lnTo>
                  <a:pt x="1264374" y="487468"/>
                </a:lnTo>
                <a:lnTo>
                  <a:pt x="1257672" y="484474"/>
                </a:lnTo>
                <a:lnTo>
                  <a:pt x="1255403" y="480140"/>
                </a:lnTo>
                <a:lnTo>
                  <a:pt x="1254372" y="475185"/>
                </a:lnTo>
                <a:lnTo>
                  <a:pt x="1263652" y="461561"/>
                </a:lnTo>
                <a:lnTo>
                  <a:pt x="1270355" y="475908"/>
                </a:lnTo>
                <a:lnTo>
                  <a:pt x="1273036" y="479107"/>
                </a:lnTo>
                <a:lnTo>
                  <a:pt x="1287987" y="488809"/>
                </a:lnTo>
                <a:lnTo>
                  <a:pt x="1300361" y="493557"/>
                </a:lnTo>
                <a:lnTo>
                  <a:pt x="1313662" y="495518"/>
                </a:lnTo>
                <a:lnTo>
                  <a:pt x="1327273" y="495931"/>
                </a:lnTo>
                <a:lnTo>
                  <a:pt x="1332635" y="495312"/>
                </a:lnTo>
                <a:lnTo>
                  <a:pt x="1337894" y="493351"/>
                </a:lnTo>
                <a:lnTo>
                  <a:pt x="1343153" y="495415"/>
                </a:lnTo>
                <a:lnTo>
                  <a:pt x="1371509" y="511103"/>
                </a:lnTo>
                <a:lnTo>
                  <a:pt x="1382542" y="513890"/>
                </a:lnTo>
                <a:lnTo>
                  <a:pt x="1394194" y="512754"/>
                </a:lnTo>
                <a:lnTo>
                  <a:pt x="1398834" y="514303"/>
                </a:lnTo>
                <a:lnTo>
                  <a:pt x="1415126" y="526275"/>
                </a:lnTo>
                <a:lnTo>
                  <a:pt x="1419972" y="527720"/>
                </a:lnTo>
                <a:lnTo>
                  <a:pt x="1428015" y="526791"/>
                </a:lnTo>
                <a:lnTo>
                  <a:pt x="1417704" y="521321"/>
                </a:lnTo>
                <a:lnTo>
                  <a:pt x="1411001" y="517399"/>
                </a:lnTo>
                <a:lnTo>
                  <a:pt x="1408011" y="510071"/>
                </a:lnTo>
                <a:lnTo>
                  <a:pt x="1409867" y="502227"/>
                </a:lnTo>
                <a:lnTo>
                  <a:pt x="1416363" y="497066"/>
                </a:lnTo>
                <a:lnTo>
                  <a:pt x="1420900" y="491390"/>
                </a:lnTo>
                <a:lnTo>
                  <a:pt x="1422550" y="474566"/>
                </a:lnTo>
                <a:lnTo>
                  <a:pt x="1425437" y="466000"/>
                </a:lnTo>
                <a:lnTo>
                  <a:pt x="1430902" y="457846"/>
                </a:lnTo>
                <a:lnTo>
                  <a:pt x="1432655" y="450002"/>
                </a:lnTo>
                <a:lnTo>
                  <a:pt x="1426571" y="444016"/>
                </a:lnTo>
                <a:lnTo>
                  <a:pt x="1425231" y="433798"/>
                </a:lnTo>
                <a:lnTo>
                  <a:pt x="1426571" y="425231"/>
                </a:lnTo>
                <a:lnTo>
                  <a:pt x="1429974" y="419451"/>
                </a:lnTo>
                <a:lnTo>
                  <a:pt x="1435542" y="423270"/>
                </a:lnTo>
                <a:lnTo>
                  <a:pt x="1441213" y="426882"/>
                </a:lnTo>
                <a:lnTo>
                  <a:pt x="1446885" y="426470"/>
                </a:lnTo>
                <a:lnTo>
                  <a:pt x="1450803" y="425025"/>
                </a:lnTo>
                <a:lnTo>
                  <a:pt x="1451525" y="420690"/>
                </a:lnTo>
                <a:lnTo>
                  <a:pt x="1450390" y="413052"/>
                </a:lnTo>
                <a:lnTo>
                  <a:pt x="1450700" y="399015"/>
                </a:lnTo>
                <a:lnTo>
                  <a:pt x="1457918" y="387765"/>
                </a:lnTo>
                <a:lnTo>
                  <a:pt x="1469260" y="380024"/>
                </a:lnTo>
                <a:lnTo>
                  <a:pt x="1480087" y="376309"/>
                </a:lnTo>
                <a:lnTo>
                  <a:pt x="1520404" y="370013"/>
                </a:lnTo>
                <a:lnTo>
                  <a:pt x="1584128" y="354015"/>
                </a:lnTo>
                <a:lnTo>
                  <a:pt x="1603101" y="347719"/>
                </a:lnTo>
                <a:lnTo>
                  <a:pt x="1610010" y="344520"/>
                </a:lnTo>
                <a:lnTo>
                  <a:pt x="1615887" y="340082"/>
                </a:lnTo>
                <a:lnTo>
                  <a:pt x="1625683" y="325735"/>
                </a:lnTo>
                <a:lnTo>
                  <a:pt x="1644243" y="303338"/>
                </a:lnTo>
                <a:lnTo>
                  <a:pt x="1657236" y="284760"/>
                </a:lnTo>
                <a:lnTo>
                  <a:pt x="1684664" y="257925"/>
                </a:lnTo>
                <a:lnTo>
                  <a:pt x="1706524" y="232948"/>
                </a:lnTo>
                <a:lnTo>
                  <a:pt x="1709514" y="228200"/>
                </a:lnTo>
                <a:lnTo>
                  <a:pt x="1713123" y="214577"/>
                </a:lnTo>
                <a:lnTo>
                  <a:pt x="1713329" y="208177"/>
                </a:lnTo>
                <a:lnTo>
                  <a:pt x="1712710" y="201675"/>
                </a:lnTo>
                <a:lnTo>
                  <a:pt x="1715701" y="198682"/>
                </a:lnTo>
                <a:lnTo>
                  <a:pt x="1719928" y="196824"/>
                </a:lnTo>
                <a:lnTo>
                  <a:pt x="1720959" y="196824"/>
                </a:lnTo>
                <a:lnTo>
                  <a:pt x="1724156" y="199714"/>
                </a:lnTo>
                <a:lnTo>
                  <a:pt x="1731786" y="203636"/>
                </a:lnTo>
                <a:lnTo>
                  <a:pt x="1737458" y="208694"/>
                </a:lnTo>
                <a:lnTo>
                  <a:pt x="1741273" y="215299"/>
                </a:lnTo>
                <a:lnTo>
                  <a:pt x="1744057" y="221389"/>
                </a:lnTo>
                <a:lnTo>
                  <a:pt x="1744263" y="226652"/>
                </a:lnTo>
                <a:lnTo>
                  <a:pt x="1747666" y="230884"/>
                </a:lnTo>
                <a:lnTo>
                  <a:pt x="1757358" y="231606"/>
                </a:lnTo>
                <a:lnTo>
                  <a:pt x="1760452" y="236973"/>
                </a:lnTo>
                <a:lnTo>
                  <a:pt x="1767154" y="246262"/>
                </a:lnTo>
                <a:lnTo>
                  <a:pt x="1773341" y="252971"/>
                </a:lnTo>
                <a:lnTo>
                  <a:pt x="1777053" y="255551"/>
                </a:lnTo>
                <a:lnTo>
                  <a:pt x="1781796" y="254107"/>
                </a:lnTo>
                <a:lnTo>
                  <a:pt x="1789117" y="248017"/>
                </a:lnTo>
                <a:lnTo>
                  <a:pt x="1794376" y="240586"/>
                </a:lnTo>
                <a:lnTo>
                  <a:pt x="1797882" y="230471"/>
                </a:lnTo>
                <a:lnTo>
                  <a:pt x="1795098" y="229026"/>
                </a:lnTo>
                <a:lnTo>
                  <a:pt x="1800047" y="221492"/>
                </a:lnTo>
                <a:lnTo>
                  <a:pt x="1800975" y="217466"/>
                </a:lnTo>
                <a:lnTo>
                  <a:pt x="1798707" y="213751"/>
                </a:lnTo>
                <a:lnTo>
                  <a:pt x="1795820" y="210138"/>
                </a:lnTo>
                <a:lnTo>
                  <a:pt x="1794685" y="200953"/>
                </a:lnTo>
                <a:lnTo>
                  <a:pt x="1792726" y="189187"/>
                </a:lnTo>
                <a:lnTo>
                  <a:pt x="1791386" y="183923"/>
                </a:lnTo>
                <a:lnTo>
                  <a:pt x="1795201" y="180104"/>
                </a:lnTo>
                <a:lnTo>
                  <a:pt x="1803553" y="175253"/>
                </a:lnTo>
                <a:lnTo>
                  <a:pt x="1811802" y="169680"/>
                </a:lnTo>
                <a:lnTo>
                  <a:pt x="1820257" y="165138"/>
                </a:lnTo>
                <a:lnTo>
                  <a:pt x="1820464" y="173292"/>
                </a:lnTo>
                <a:lnTo>
                  <a:pt x="1820257" y="186709"/>
                </a:lnTo>
                <a:lnTo>
                  <a:pt x="1822835" y="197856"/>
                </a:lnTo>
                <a:lnTo>
                  <a:pt x="1828507" y="217776"/>
                </a:lnTo>
                <a:lnTo>
                  <a:pt x="1835106" y="220460"/>
                </a:lnTo>
                <a:lnTo>
                  <a:pt x="1842942" y="222214"/>
                </a:lnTo>
                <a:lnTo>
                  <a:pt x="1847479" y="221595"/>
                </a:lnTo>
                <a:lnTo>
                  <a:pt x="1850367" y="220356"/>
                </a:lnTo>
                <a:lnTo>
                  <a:pt x="1851191" y="218705"/>
                </a:lnTo>
                <a:lnTo>
                  <a:pt x="1846242" y="210964"/>
                </a:lnTo>
                <a:lnTo>
                  <a:pt x="1845005" y="192593"/>
                </a:lnTo>
                <a:lnTo>
                  <a:pt x="1840983" y="180517"/>
                </a:lnTo>
                <a:lnTo>
                  <a:pt x="1834796" y="168544"/>
                </a:lnTo>
                <a:lnTo>
                  <a:pt x="1831909" y="165138"/>
                </a:lnTo>
                <a:lnTo>
                  <a:pt x="1856141" y="161732"/>
                </a:lnTo>
                <a:lnTo>
                  <a:pt x="1861606" y="158017"/>
                </a:lnTo>
                <a:lnTo>
                  <a:pt x="1871092" y="149760"/>
                </a:lnTo>
                <a:lnTo>
                  <a:pt x="1874598" y="145115"/>
                </a:lnTo>
                <a:lnTo>
                  <a:pt x="1877485" y="134794"/>
                </a:lnTo>
                <a:lnTo>
                  <a:pt x="1865627" y="128601"/>
                </a:lnTo>
                <a:lnTo>
                  <a:pt x="1860987" y="120654"/>
                </a:lnTo>
                <a:lnTo>
                  <a:pt x="1860678" y="112191"/>
                </a:lnTo>
                <a:lnTo>
                  <a:pt x="1874804" y="96296"/>
                </a:lnTo>
                <a:lnTo>
                  <a:pt x="1879754" y="92581"/>
                </a:lnTo>
                <a:lnTo>
                  <a:pt x="1881919" y="98154"/>
                </a:lnTo>
                <a:lnTo>
                  <a:pt x="1888106" y="99599"/>
                </a:lnTo>
                <a:lnTo>
                  <a:pt x="1893880" y="99805"/>
                </a:lnTo>
                <a:lnTo>
                  <a:pt x="1899655" y="99496"/>
                </a:lnTo>
                <a:lnTo>
                  <a:pt x="1907904" y="91445"/>
                </a:lnTo>
                <a:lnTo>
                  <a:pt x="1912131" y="79989"/>
                </a:lnTo>
                <a:lnTo>
                  <a:pt x="1926773" y="63785"/>
                </a:lnTo>
                <a:lnTo>
                  <a:pt x="1931929" y="51296"/>
                </a:lnTo>
                <a:lnTo>
                  <a:pt x="1934816" y="38188"/>
                </a:lnTo>
                <a:lnTo>
                  <a:pt x="1971628" y="0"/>
                </a:lnTo>
                <a:lnTo>
                  <a:pt x="1976062" y="0"/>
                </a:lnTo>
                <a:lnTo>
                  <a:pt x="1997922" y="0"/>
                </a:lnTo>
                <a:lnTo>
                  <a:pt x="2000602" y="0"/>
                </a:lnTo>
                <a:lnTo>
                  <a:pt x="2006480" y="0"/>
                </a:lnTo>
                <a:lnTo>
                  <a:pt x="2008233" y="0"/>
                </a:lnTo>
                <a:lnTo>
                  <a:pt x="2007408" y="0"/>
                </a:lnTo>
                <a:lnTo>
                  <a:pt x="2003902" y="0"/>
                </a:lnTo>
                <a:lnTo>
                  <a:pt x="2001840" y="0"/>
                </a:lnTo>
                <a:lnTo>
                  <a:pt x="2004315" y="0"/>
                </a:lnTo>
                <a:lnTo>
                  <a:pt x="2014729" y="0"/>
                </a:lnTo>
                <a:lnTo>
                  <a:pt x="2025659" y="0"/>
                </a:lnTo>
                <a:lnTo>
                  <a:pt x="2031743" y="0"/>
                </a:lnTo>
                <a:lnTo>
                  <a:pt x="2037001" y="0"/>
                </a:lnTo>
                <a:lnTo>
                  <a:pt x="2047416" y="0"/>
                </a:lnTo>
                <a:lnTo>
                  <a:pt x="2049684" y="0"/>
                </a:lnTo>
                <a:lnTo>
                  <a:pt x="2048963" y="0"/>
                </a:lnTo>
                <a:lnTo>
                  <a:pt x="2049994" y="0"/>
                </a:lnTo>
                <a:lnTo>
                  <a:pt x="2054015" y="0"/>
                </a:lnTo>
                <a:lnTo>
                  <a:pt x="2062883" y="0"/>
                </a:lnTo>
                <a:lnTo>
                  <a:pt x="2075153" y="0"/>
                </a:lnTo>
                <a:lnTo>
                  <a:pt x="2086599" y="0"/>
                </a:lnTo>
                <a:lnTo>
                  <a:pt x="2090311" y="2683"/>
                </a:lnTo>
                <a:lnTo>
                  <a:pt x="2092786" y="7534"/>
                </a:lnTo>
                <a:lnTo>
                  <a:pt x="2095260" y="15482"/>
                </a:lnTo>
                <a:lnTo>
                  <a:pt x="2095467" y="23532"/>
                </a:lnTo>
                <a:lnTo>
                  <a:pt x="2087218" y="31273"/>
                </a:lnTo>
                <a:lnTo>
                  <a:pt x="2090723" y="43968"/>
                </a:lnTo>
                <a:lnTo>
                  <a:pt x="2090208" y="51399"/>
                </a:lnTo>
                <a:lnTo>
                  <a:pt x="2087321" y="57695"/>
                </a:lnTo>
                <a:lnTo>
                  <a:pt x="2075360" y="63475"/>
                </a:lnTo>
                <a:lnTo>
                  <a:pt x="2108046" y="57798"/>
                </a:lnTo>
                <a:lnTo>
                  <a:pt x="2116089" y="54496"/>
                </a:lnTo>
                <a:lnTo>
                  <a:pt x="2127225" y="46136"/>
                </a:lnTo>
                <a:lnTo>
                  <a:pt x="2133206" y="53360"/>
                </a:lnTo>
                <a:lnTo>
                  <a:pt x="2138774" y="65849"/>
                </a:lnTo>
                <a:lnTo>
                  <a:pt x="2134237" y="68945"/>
                </a:lnTo>
                <a:lnTo>
                  <a:pt x="2120111" y="73590"/>
                </a:lnTo>
                <a:lnTo>
                  <a:pt x="2119389" y="75448"/>
                </a:lnTo>
                <a:lnTo>
                  <a:pt x="2124132" y="81950"/>
                </a:lnTo>
                <a:lnTo>
                  <a:pt x="2130010" y="81331"/>
                </a:lnTo>
                <a:lnTo>
                  <a:pt x="2141764" y="76996"/>
                </a:lnTo>
                <a:lnTo>
                  <a:pt x="2152488" y="70081"/>
                </a:lnTo>
                <a:lnTo>
                  <a:pt x="2157747" y="70184"/>
                </a:lnTo>
                <a:lnTo>
                  <a:pt x="2163212" y="71629"/>
                </a:lnTo>
                <a:lnTo>
                  <a:pt x="2173833" y="76067"/>
                </a:lnTo>
                <a:lnTo>
                  <a:pt x="2179813" y="79576"/>
                </a:lnTo>
                <a:lnTo>
                  <a:pt x="2184866" y="84117"/>
                </a:lnTo>
                <a:lnTo>
                  <a:pt x="2188165" y="93716"/>
                </a:lnTo>
                <a:lnTo>
                  <a:pt x="2200436" y="97122"/>
                </a:lnTo>
                <a:lnTo>
                  <a:pt x="2225492" y="110539"/>
                </a:lnTo>
                <a:lnTo>
                  <a:pt x="2230236" y="111675"/>
                </a:lnTo>
                <a:lnTo>
                  <a:pt x="2235082" y="111984"/>
                </a:lnTo>
                <a:lnTo>
                  <a:pt x="2248280" y="110333"/>
                </a:lnTo>
                <a:lnTo>
                  <a:pt x="2252920" y="112191"/>
                </a:lnTo>
                <a:lnTo>
                  <a:pt x="2256323" y="117042"/>
                </a:lnTo>
                <a:lnTo>
                  <a:pt x="2257354" y="123028"/>
                </a:lnTo>
                <a:lnTo>
                  <a:pt x="2257045" y="129427"/>
                </a:lnTo>
                <a:lnTo>
                  <a:pt x="2255704" y="134278"/>
                </a:lnTo>
                <a:lnTo>
                  <a:pt x="2252611" y="138303"/>
                </a:lnTo>
                <a:lnTo>
                  <a:pt x="2243537" y="144496"/>
                </a:lnTo>
                <a:lnTo>
                  <a:pt x="2220852" y="152443"/>
                </a:lnTo>
                <a:lnTo>
                  <a:pt x="2196105" y="158533"/>
                </a:lnTo>
                <a:lnTo>
                  <a:pt x="2183628" y="158120"/>
                </a:lnTo>
                <a:lnTo>
                  <a:pt x="2166202" y="152856"/>
                </a:lnTo>
                <a:lnTo>
                  <a:pt x="2159809" y="153579"/>
                </a:lnTo>
                <a:lnTo>
                  <a:pt x="2153726" y="155952"/>
                </a:lnTo>
                <a:lnTo>
                  <a:pt x="2145889" y="172466"/>
                </a:lnTo>
                <a:lnTo>
                  <a:pt x="2160222" y="188980"/>
                </a:lnTo>
                <a:lnTo>
                  <a:pt x="2184763" y="206216"/>
                </a:lnTo>
                <a:lnTo>
                  <a:pt x="2188165" y="210448"/>
                </a:lnTo>
                <a:lnTo>
                  <a:pt x="2187237" y="215712"/>
                </a:lnTo>
                <a:lnTo>
                  <a:pt x="2183319" y="218911"/>
                </a:lnTo>
                <a:lnTo>
                  <a:pt x="2178163" y="220666"/>
                </a:lnTo>
                <a:lnTo>
                  <a:pt x="2164346" y="223350"/>
                </a:lnTo>
                <a:lnTo>
                  <a:pt x="2150426" y="225414"/>
                </a:lnTo>
                <a:lnTo>
                  <a:pt x="2138877" y="228304"/>
                </a:lnTo>
                <a:lnTo>
                  <a:pt x="2127638" y="232226"/>
                </a:lnTo>
                <a:lnTo>
                  <a:pt x="2116089" y="230884"/>
                </a:lnTo>
                <a:lnTo>
                  <a:pt x="2100107" y="223143"/>
                </a:lnTo>
                <a:lnTo>
                  <a:pt x="2095467" y="222627"/>
                </a:lnTo>
                <a:lnTo>
                  <a:pt x="2090723" y="226652"/>
                </a:lnTo>
                <a:lnTo>
                  <a:pt x="2085980" y="237386"/>
                </a:lnTo>
                <a:lnTo>
                  <a:pt x="2082887" y="240379"/>
                </a:lnTo>
                <a:close/>
                <a:moveTo>
                  <a:pt x="300575" y="124370"/>
                </a:moveTo>
                <a:lnTo>
                  <a:pt x="297997" y="127260"/>
                </a:lnTo>
                <a:lnTo>
                  <a:pt x="290470" y="125608"/>
                </a:lnTo>
                <a:lnTo>
                  <a:pt x="291811" y="108682"/>
                </a:lnTo>
                <a:lnTo>
                  <a:pt x="296141" y="106514"/>
                </a:lnTo>
                <a:lnTo>
                  <a:pt x="302741" y="109611"/>
                </a:lnTo>
                <a:lnTo>
                  <a:pt x="305731" y="112500"/>
                </a:lnTo>
                <a:lnTo>
                  <a:pt x="300575" y="124370"/>
                </a:lnTo>
                <a:close/>
                <a:moveTo>
                  <a:pt x="255102" y="3509"/>
                </a:moveTo>
                <a:lnTo>
                  <a:pt x="262423" y="14553"/>
                </a:lnTo>
                <a:lnTo>
                  <a:pt x="258711" y="19507"/>
                </a:lnTo>
                <a:lnTo>
                  <a:pt x="256958" y="20952"/>
                </a:lnTo>
                <a:lnTo>
                  <a:pt x="252525" y="19301"/>
                </a:lnTo>
                <a:lnTo>
                  <a:pt x="248400" y="23532"/>
                </a:lnTo>
                <a:lnTo>
                  <a:pt x="244379" y="24461"/>
                </a:lnTo>
                <a:lnTo>
                  <a:pt x="240357" y="16720"/>
                </a:lnTo>
                <a:lnTo>
                  <a:pt x="235408" y="13727"/>
                </a:lnTo>
                <a:lnTo>
                  <a:pt x="234273" y="8463"/>
                </a:lnTo>
                <a:lnTo>
                  <a:pt x="240976" y="7534"/>
                </a:lnTo>
                <a:lnTo>
                  <a:pt x="244894" y="9289"/>
                </a:lnTo>
                <a:lnTo>
                  <a:pt x="252421" y="5677"/>
                </a:lnTo>
                <a:lnTo>
                  <a:pt x="255102" y="3509"/>
                </a:lnTo>
                <a:close/>
                <a:moveTo>
                  <a:pt x="1445132" y="421619"/>
                </a:moveTo>
                <a:lnTo>
                  <a:pt x="1442038" y="422960"/>
                </a:lnTo>
                <a:lnTo>
                  <a:pt x="1437192" y="419245"/>
                </a:lnTo>
                <a:lnTo>
                  <a:pt x="1435955" y="387972"/>
                </a:lnTo>
                <a:lnTo>
                  <a:pt x="1439357" y="385185"/>
                </a:lnTo>
                <a:lnTo>
                  <a:pt x="1441626" y="385598"/>
                </a:lnTo>
                <a:lnTo>
                  <a:pt x="1443997" y="391275"/>
                </a:lnTo>
                <a:lnTo>
                  <a:pt x="1443791" y="405002"/>
                </a:lnTo>
                <a:lnTo>
                  <a:pt x="1444204" y="417077"/>
                </a:lnTo>
                <a:lnTo>
                  <a:pt x="1445132" y="421619"/>
                </a:lnTo>
                <a:close/>
                <a:moveTo>
                  <a:pt x="680135" y="533500"/>
                </a:moveTo>
                <a:lnTo>
                  <a:pt x="664668" y="540312"/>
                </a:lnTo>
                <a:lnTo>
                  <a:pt x="647139" y="534016"/>
                </a:lnTo>
                <a:lnTo>
                  <a:pt x="652810" y="524004"/>
                </a:lnTo>
                <a:lnTo>
                  <a:pt x="664462" y="521527"/>
                </a:lnTo>
                <a:lnTo>
                  <a:pt x="673845" y="524727"/>
                </a:lnTo>
                <a:lnTo>
                  <a:pt x="679207" y="527204"/>
                </a:lnTo>
                <a:lnTo>
                  <a:pt x="682816" y="529991"/>
                </a:lnTo>
                <a:lnTo>
                  <a:pt x="680135" y="533500"/>
                </a:lnTo>
                <a:close/>
                <a:moveTo>
                  <a:pt x="1831909" y="165138"/>
                </a:moveTo>
                <a:lnTo>
                  <a:pt x="1834796" y="168544"/>
                </a:lnTo>
                <a:lnTo>
                  <a:pt x="1840983" y="180517"/>
                </a:lnTo>
                <a:lnTo>
                  <a:pt x="1845005" y="192593"/>
                </a:lnTo>
                <a:lnTo>
                  <a:pt x="1846242" y="210964"/>
                </a:lnTo>
                <a:lnTo>
                  <a:pt x="1851191" y="218705"/>
                </a:lnTo>
                <a:lnTo>
                  <a:pt x="1850367" y="220356"/>
                </a:lnTo>
                <a:lnTo>
                  <a:pt x="1847479" y="221595"/>
                </a:lnTo>
                <a:lnTo>
                  <a:pt x="1842942" y="222214"/>
                </a:lnTo>
                <a:lnTo>
                  <a:pt x="1835106" y="220460"/>
                </a:lnTo>
                <a:lnTo>
                  <a:pt x="1828507" y="217776"/>
                </a:lnTo>
                <a:lnTo>
                  <a:pt x="1822835" y="197856"/>
                </a:lnTo>
                <a:lnTo>
                  <a:pt x="1820257" y="186709"/>
                </a:lnTo>
                <a:lnTo>
                  <a:pt x="1820464" y="173292"/>
                </a:lnTo>
                <a:lnTo>
                  <a:pt x="1820257" y="165138"/>
                </a:lnTo>
                <a:lnTo>
                  <a:pt x="1831909" y="165138"/>
                </a:lnTo>
                <a:close/>
                <a:moveTo>
                  <a:pt x="1820257" y="165138"/>
                </a:moveTo>
                <a:lnTo>
                  <a:pt x="1811802" y="169680"/>
                </a:lnTo>
                <a:lnTo>
                  <a:pt x="1803553" y="175253"/>
                </a:lnTo>
                <a:lnTo>
                  <a:pt x="1795201" y="180104"/>
                </a:lnTo>
                <a:lnTo>
                  <a:pt x="1791386" y="183923"/>
                </a:lnTo>
                <a:lnTo>
                  <a:pt x="1792726" y="189187"/>
                </a:lnTo>
                <a:lnTo>
                  <a:pt x="1794685" y="200953"/>
                </a:lnTo>
                <a:lnTo>
                  <a:pt x="1795820" y="210138"/>
                </a:lnTo>
                <a:lnTo>
                  <a:pt x="1798707" y="213751"/>
                </a:lnTo>
                <a:lnTo>
                  <a:pt x="1800975" y="217466"/>
                </a:lnTo>
                <a:lnTo>
                  <a:pt x="1800047" y="221492"/>
                </a:lnTo>
                <a:lnTo>
                  <a:pt x="1795098" y="229026"/>
                </a:lnTo>
                <a:lnTo>
                  <a:pt x="1797882" y="230471"/>
                </a:lnTo>
                <a:lnTo>
                  <a:pt x="1794376" y="240586"/>
                </a:lnTo>
                <a:lnTo>
                  <a:pt x="1789117" y="248017"/>
                </a:lnTo>
                <a:lnTo>
                  <a:pt x="1781796" y="254107"/>
                </a:lnTo>
                <a:lnTo>
                  <a:pt x="1777053" y="255551"/>
                </a:lnTo>
                <a:lnTo>
                  <a:pt x="1773341" y="252971"/>
                </a:lnTo>
                <a:lnTo>
                  <a:pt x="1767154" y="246262"/>
                </a:lnTo>
                <a:lnTo>
                  <a:pt x="1760452" y="236973"/>
                </a:lnTo>
                <a:lnTo>
                  <a:pt x="1757358" y="231606"/>
                </a:lnTo>
                <a:lnTo>
                  <a:pt x="1747666" y="230884"/>
                </a:lnTo>
                <a:lnTo>
                  <a:pt x="1744263" y="226652"/>
                </a:lnTo>
                <a:lnTo>
                  <a:pt x="1744057" y="221389"/>
                </a:lnTo>
                <a:lnTo>
                  <a:pt x="1741273" y="215299"/>
                </a:lnTo>
                <a:lnTo>
                  <a:pt x="1737458" y="208694"/>
                </a:lnTo>
                <a:lnTo>
                  <a:pt x="1731786" y="203636"/>
                </a:lnTo>
                <a:lnTo>
                  <a:pt x="1724156" y="199714"/>
                </a:lnTo>
                <a:lnTo>
                  <a:pt x="1720959" y="196824"/>
                </a:lnTo>
                <a:lnTo>
                  <a:pt x="1732714" y="197031"/>
                </a:lnTo>
                <a:lnTo>
                  <a:pt x="1745191" y="195379"/>
                </a:lnTo>
                <a:lnTo>
                  <a:pt x="1758080" y="189909"/>
                </a:lnTo>
                <a:lnTo>
                  <a:pt x="1770557" y="183200"/>
                </a:lnTo>
                <a:lnTo>
                  <a:pt x="1780971" y="175666"/>
                </a:lnTo>
                <a:lnTo>
                  <a:pt x="1790767" y="167099"/>
                </a:lnTo>
                <a:lnTo>
                  <a:pt x="1801078" y="160391"/>
                </a:lnTo>
                <a:lnTo>
                  <a:pt x="1816958" y="152546"/>
                </a:lnTo>
                <a:lnTo>
                  <a:pt x="1822423" y="153166"/>
                </a:lnTo>
                <a:lnTo>
                  <a:pt x="1822320" y="158739"/>
                </a:lnTo>
                <a:lnTo>
                  <a:pt x="1820257" y="165138"/>
                </a:lnTo>
                <a:close/>
                <a:moveTo>
                  <a:pt x="2855617" y="1652621"/>
                </a:moveTo>
                <a:lnTo>
                  <a:pt x="2852111" y="1639204"/>
                </a:lnTo>
                <a:lnTo>
                  <a:pt x="2848296" y="1633424"/>
                </a:lnTo>
                <a:lnTo>
                  <a:pt x="2845306" y="1630121"/>
                </a:lnTo>
                <a:lnTo>
                  <a:pt x="2844378" y="1626096"/>
                </a:lnTo>
                <a:lnTo>
                  <a:pt x="2844481" y="1621864"/>
                </a:lnTo>
                <a:lnTo>
                  <a:pt x="2846337" y="1619903"/>
                </a:lnTo>
                <a:lnTo>
                  <a:pt x="2858917" y="1619387"/>
                </a:lnTo>
                <a:lnTo>
                  <a:pt x="2863969" y="1612472"/>
                </a:lnTo>
                <a:lnTo>
                  <a:pt x="2863969" y="1604215"/>
                </a:lnTo>
                <a:lnTo>
                  <a:pt x="2861391" y="1601325"/>
                </a:lnTo>
                <a:lnTo>
                  <a:pt x="2858917" y="1600190"/>
                </a:lnTo>
                <a:lnTo>
                  <a:pt x="2845821" y="1606383"/>
                </a:lnTo>
                <a:lnTo>
                  <a:pt x="2842109" y="1605247"/>
                </a:lnTo>
                <a:lnTo>
                  <a:pt x="2839841" y="1603080"/>
                </a:lnTo>
                <a:lnTo>
                  <a:pt x="2840563" y="1593791"/>
                </a:lnTo>
                <a:lnTo>
                  <a:pt x="2851389" y="1585224"/>
                </a:lnTo>
                <a:lnTo>
                  <a:pt x="2860566" y="1569639"/>
                </a:lnTo>
                <a:lnTo>
                  <a:pt x="2866959" y="1563447"/>
                </a:lnTo>
                <a:lnTo>
                  <a:pt x="2881911" y="1557564"/>
                </a:lnTo>
                <a:lnTo>
                  <a:pt x="2887995" y="1555912"/>
                </a:lnTo>
                <a:lnTo>
                  <a:pt x="2931508" y="1547346"/>
                </a:lnTo>
                <a:lnTo>
                  <a:pt x="2941923" y="1546830"/>
                </a:lnTo>
                <a:lnTo>
                  <a:pt x="2969557" y="1547036"/>
                </a:lnTo>
                <a:lnTo>
                  <a:pt x="3006472" y="1545178"/>
                </a:lnTo>
                <a:lnTo>
                  <a:pt x="3015649" y="1543940"/>
                </a:lnTo>
                <a:lnTo>
                  <a:pt x="3027507" y="1540224"/>
                </a:lnTo>
                <a:lnTo>
                  <a:pt x="3038952" y="1535476"/>
                </a:lnTo>
                <a:lnTo>
                  <a:pt x="3045036" y="1531864"/>
                </a:lnTo>
                <a:lnTo>
                  <a:pt x="3051326" y="1529180"/>
                </a:lnTo>
                <a:lnTo>
                  <a:pt x="3060812" y="1532483"/>
                </a:lnTo>
                <a:lnTo>
                  <a:pt x="3077001" y="1535064"/>
                </a:lnTo>
                <a:lnTo>
                  <a:pt x="3081332" y="1537334"/>
                </a:lnTo>
                <a:lnTo>
                  <a:pt x="3085353" y="1540431"/>
                </a:lnTo>
                <a:lnTo>
                  <a:pt x="3066690" y="1556841"/>
                </a:lnTo>
                <a:lnTo>
                  <a:pt x="3046067" y="1570362"/>
                </a:lnTo>
                <a:lnTo>
                  <a:pt x="3033384" y="1574490"/>
                </a:lnTo>
                <a:lnTo>
                  <a:pt x="3020289" y="1577277"/>
                </a:lnTo>
                <a:lnTo>
                  <a:pt x="3010390" y="1582541"/>
                </a:lnTo>
                <a:lnTo>
                  <a:pt x="3001935" y="1590798"/>
                </a:lnTo>
                <a:lnTo>
                  <a:pt x="2991211" y="1595442"/>
                </a:lnTo>
                <a:lnTo>
                  <a:pt x="2979044" y="1596990"/>
                </a:lnTo>
                <a:lnTo>
                  <a:pt x="2968629" y="1599467"/>
                </a:lnTo>
                <a:lnTo>
                  <a:pt x="2959246" y="1604318"/>
                </a:lnTo>
                <a:lnTo>
                  <a:pt x="2946150" y="1612575"/>
                </a:lnTo>
                <a:lnTo>
                  <a:pt x="2940892" y="1613401"/>
                </a:lnTo>
                <a:lnTo>
                  <a:pt x="2935220" y="1613195"/>
                </a:lnTo>
                <a:lnTo>
                  <a:pt x="2924394" y="1616394"/>
                </a:lnTo>
                <a:lnTo>
                  <a:pt x="2890676" y="1628263"/>
                </a:lnTo>
                <a:lnTo>
                  <a:pt x="2870259" y="1641475"/>
                </a:lnTo>
                <a:lnTo>
                  <a:pt x="2855617" y="1652621"/>
                </a:lnTo>
                <a:close/>
                <a:moveTo>
                  <a:pt x="2749204" y="1635075"/>
                </a:moveTo>
                <a:lnTo>
                  <a:pt x="2765909" y="1626199"/>
                </a:lnTo>
                <a:lnTo>
                  <a:pt x="2791274" y="1619387"/>
                </a:lnTo>
                <a:lnTo>
                  <a:pt x="2790656" y="1624445"/>
                </a:lnTo>
                <a:lnTo>
                  <a:pt x="2788078" y="1632185"/>
                </a:lnTo>
                <a:lnTo>
                  <a:pt x="2784263" y="1635901"/>
                </a:lnTo>
                <a:lnTo>
                  <a:pt x="2778385" y="1642507"/>
                </a:lnTo>
                <a:lnTo>
                  <a:pt x="2774570" y="1643952"/>
                </a:lnTo>
                <a:lnTo>
                  <a:pt x="2759412" y="1642507"/>
                </a:lnTo>
                <a:lnTo>
                  <a:pt x="2757453" y="1643436"/>
                </a:lnTo>
                <a:lnTo>
                  <a:pt x="2754772" y="1642713"/>
                </a:lnTo>
                <a:lnTo>
                  <a:pt x="2750854" y="1638481"/>
                </a:lnTo>
                <a:lnTo>
                  <a:pt x="2749204" y="1635075"/>
                </a:lnTo>
                <a:close/>
                <a:moveTo>
                  <a:pt x="4495942" y="1612059"/>
                </a:moveTo>
                <a:lnTo>
                  <a:pt x="4495942" y="1610718"/>
                </a:lnTo>
                <a:lnTo>
                  <a:pt x="4495942" y="1589662"/>
                </a:lnTo>
                <a:lnTo>
                  <a:pt x="4495942" y="1568710"/>
                </a:lnTo>
                <a:lnTo>
                  <a:pt x="4495942" y="1547759"/>
                </a:lnTo>
                <a:lnTo>
                  <a:pt x="4495942" y="1526703"/>
                </a:lnTo>
                <a:lnTo>
                  <a:pt x="4495942" y="1505751"/>
                </a:lnTo>
                <a:lnTo>
                  <a:pt x="4495942" y="1484800"/>
                </a:lnTo>
                <a:lnTo>
                  <a:pt x="4495839" y="1463848"/>
                </a:lnTo>
                <a:lnTo>
                  <a:pt x="4495839" y="1442793"/>
                </a:lnTo>
                <a:lnTo>
                  <a:pt x="4495839" y="1421841"/>
                </a:lnTo>
                <a:lnTo>
                  <a:pt x="4495839" y="1400889"/>
                </a:lnTo>
                <a:lnTo>
                  <a:pt x="4495839" y="1383549"/>
                </a:lnTo>
                <a:lnTo>
                  <a:pt x="4490167" y="1376840"/>
                </a:lnTo>
                <a:lnTo>
                  <a:pt x="4484187" y="1366519"/>
                </a:lnTo>
                <a:lnTo>
                  <a:pt x="4485527" y="1353308"/>
                </a:lnTo>
                <a:lnTo>
                  <a:pt x="4492642" y="1336794"/>
                </a:lnTo>
                <a:lnTo>
                  <a:pt x="4495839" y="1325854"/>
                </a:lnTo>
                <a:lnTo>
                  <a:pt x="4495839" y="1316875"/>
                </a:lnTo>
                <a:lnTo>
                  <a:pt x="4495839" y="1295923"/>
                </a:lnTo>
                <a:lnTo>
                  <a:pt x="4495839" y="1274971"/>
                </a:lnTo>
                <a:lnTo>
                  <a:pt x="4495839" y="1254019"/>
                </a:lnTo>
                <a:lnTo>
                  <a:pt x="4495839" y="1232964"/>
                </a:lnTo>
                <a:lnTo>
                  <a:pt x="4495839" y="1212012"/>
                </a:lnTo>
                <a:lnTo>
                  <a:pt x="4495839" y="1191060"/>
                </a:lnTo>
                <a:lnTo>
                  <a:pt x="4495735" y="1170005"/>
                </a:lnTo>
                <a:lnTo>
                  <a:pt x="4495735" y="1149053"/>
                </a:lnTo>
                <a:lnTo>
                  <a:pt x="4495735" y="1128101"/>
                </a:lnTo>
                <a:lnTo>
                  <a:pt x="4495735" y="1107046"/>
                </a:lnTo>
                <a:lnTo>
                  <a:pt x="4495735" y="1086094"/>
                </a:lnTo>
                <a:lnTo>
                  <a:pt x="4495735" y="1065142"/>
                </a:lnTo>
                <a:lnTo>
                  <a:pt x="4495735" y="1044190"/>
                </a:lnTo>
                <a:lnTo>
                  <a:pt x="4495735" y="1023135"/>
                </a:lnTo>
                <a:lnTo>
                  <a:pt x="4495735" y="1002183"/>
                </a:lnTo>
                <a:lnTo>
                  <a:pt x="4495735" y="981231"/>
                </a:lnTo>
                <a:lnTo>
                  <a:pt x="4495735" y="960176"/>
                </a:lnTo>
                <a:lnTo>
                  <a:pt x="4495632" y="947584"/>
                </a:lnTo>
                <a:lnTo>
                  <a:pt x="4495632" y="940669"/>
                </a:lnTo>
                <a:lnTo>
                  <a:pt x="4495632" y="940256"/>
                </a:lnTo>
                <a:lnTo>
                  <a:pt x="4498726" y="940256"/>
                </a:lnTo>
                <a:lnTo>
                  <a:pt x="4509243" y="940359"/>
                </a:lnTo>
                <a:lnTo>
                  <a:pt x="4517595" y="942114"/>
                </a:lnTo>
                <a:lnTo>
                  <a:pt x="4549973" y="964511"/>
                </a:lnTo>
                <a:lnTo>
                  <a:pt x="4549973" y="973490"/>
                </a:lnTo>
                <a:lnTo>
                  <a:pt x="4549973" y="975658"/>
                </a:lnTo>
                <a:lnTo>
                  <a:pt x="4549973" y="976793"/>
                </a:lnTo>
                <a:lnTo>
                  <a:pt x="4549973" y="989075"/>
                </a:lnTo>
                <a:lnTo>
                  <a:pt x="4549973" y="1001667"/>
                </a:lnTo>
                <a:lnTo>
                  <a:pt x="4549973" y="1013639"/>
                </a:lnTo>
                <a:lnTo>
                  <a:pt x="4549973" y="1016116"/>
                </a:lnTo>
                <a:lnTo>
                  <a:pt x="4549973" y="1017149"/>
                </a:lnTo>
                <a:lnTo>
                  <a:pt x="4549973" y="1021277"/>
                </a:lnTo>
                <a:lnTo>
                  <a:pt x="4549973" y="1024993"/>
                </a:lnTo>
                <a:lnTo>
                  <a:pt x="4549973" y="1039649"/>
                </a:lnTo>
                <a:lnTo>
                  <a:pt x="4549973" y="1044190"/>
                </a:lnTo>
                <a:lnTo>
                  <a:pt x="4549973" y="1052447"/>
                </a:lnTo>
                <a:lnTo>
                  <a:pt x="4549973" y="1061426"/>
                </a:lnTo>
                <a:lnTo>
                  <a:pt x="4549973" y="1063594"/>
                </a:lnTo>
                <a:lnTo>
                  <a:pt x="4549973" y="1064626"/>
                </a:lnTo>
                <a:lnTo>
                  <a:pt x="4549973" y="1064935"/>
                </a:lnTo>
                <a:lnTo>
                  <a:pt x="4549973" y="1063387"/>
                </a:lnTo>
                <a:lnTo>
                  <a:pt x="4549973" y="1064110"/>
                </a:lnTo>
                <a:lnTo>
                  <a:pt x="4549973" y="1065658"/>
                </a:lnTo>
                <a:lnTo>
                  <a:pt x="4549973" y="1068754"/>
                </a:lnTo>
                <a:lnTo>
                  <a:pt x="4549973" y="1074741"/>
                </a:lnTo>
                <a:lnTo>
                  <a:pt x="4549973" y="1082997"/>
                </a:lnTo>
                <a:lnTo>
                  <a:pt x="4549973" y="1086713"/>
                </a:lnTo>
                <a:lnTo>
                  <a:pt x="4549973" y="1094144"/>
                </a:lnTo>
                <a:lnTo>
                  <a:pt x="4549973" y="1103124"/>
                </a:lnTo>
                <a:lnTo>
                  <a:pt x="4549973" y="1112103"/>
                </a:lnTo>
                <a:lnTo>
                  <a:pt x="4549973" y="1119741"/>
                </a:lnTo>
                <a:lnTo>
                  <a:pt x="4549973" y="1122940"/>
                </a:lnTo>
                <a:lnTo>
                  <a:pt x="4549973" y="1123456"/>
                </a:lnTo>
                <a:lnTo>
                  <a:pt x="4549973" y="1168663"/>
                </a:lnTo>
                <a:lnTo>
                  <a:pt x="4549973" y="1175681"/>
                </a:lnTo>
                <a:lnTo>
                  <a:pt x="4549973" y="1205303"/>
                </a:lnTo>
                <a:lnTo>
                  <a:pt x="4549973" y="1228422"/>
                </a:lnTo>
                <a:lnTo>
                  <a:pt x="4549973" y="1235544"/>
                </a:lnTo>
                <a:lnTo>
                  <a:pt x="4549973" y="1238227"/>
                </a:lnTo>
                <a:lnTo>
                  <a:pt x="4549973" y="1243182"/>
                </a:lnTo>
                <a:lnTo>
                  <a:pt x="4549973" y="1250613"/>
                </a:lnTo>
                <a:lnTo>
                  <a:pt x="4549973" y="1281783"/>
                </a:lnTo>
                <a:lnTo>
                  <a:pt x="4549973" y="1284466"/>
                </a:lnTo>
                <a:lnTo>
                  <a:pt x="4549973" y="1285498"/>
                </a:lnTo>
                <a:lnTo>
                  <a:pt x="4549973" y="1285085"/>
                </a:lnTo>
                <a:lnTo>
                  <a:pt x="4549973" y="1286634"/>
                </a:lnTo>
                <a:lnTo>
                  <a:pt x="4549973" y="1292310"/>
                </a:lnTo>
                <a:lnTo>
                  <a:pt x="4549973" y="1296026"/>
                </a:lnTo>
                <a:lnTo>
                  <a:pt x="4549973" y="1306141"/>
                </a:lnTo>
                <a:lnTo>
                  <a:pt x="4549973" y="1317081"/>
                </a:lnTo>
                <a:lnTo>
                  <a:pt x="4549973" y="1320281"/>
                </a:lnTo>
                <a:lnTo>
                  <a:pt x="4549973" y="1322654"/>
                </a:lnTo>
                <a:lnTo>
                  <a:pt x="4549973" y="1328641"/>
                </a:lnTo>
                <a:lnTo>
                  <a:pt x="4549973" y="1347012"/>
                </a:lnTo>
                <a:lnTo>
                  <a:pt x="4549973" y="1358469"/>
                </a:lnTo>
                <a:lnTo>
                  <a:pt x="4549973" y="1362804"/>
                </a:lnTo>
                <a:lnTo>
                  <a:pt x="4549973" y="1364868"/>
                </a:lnTo>
                <a:lnTo>
                  <a:pt x="4549973" y="1366726"/>
                </a:lnTo>
                <a:lnTo>
                  <a:pt x="4549973" y="1364661"/>
                </a:lnTo>
                <a:lnTo>
                  <a:pt x="4549973" y="1376221"/>
                </a:lnTo>
                <a:lnTo>
                  <a:pt x="4549973" y="1381279"/>
                </a:lnTo>
                <a:lnTo>
                  <a:pt x="4549973" y="1386026"/>
                </a:lnTo>
                <a:lnTo>
                  <a:pt x="4549973" y="1410591"/>
                </a:lnTo>
                <a:lnTo>
                  <a:pt x="4549973" y="1432368"/>
                </a:lnTo>
                <a:lnTo>
                  <a:pt x="4549973" y="1441244"/>
                </a:lnTo>
                <a:lnTo>
                  <a:pt x="4549973" y="1448469"/>
                </a:lnTo>
                <a:lnTo>
                  <a:pt x="4549973" y="1456932"/>
                </a:lnTo>
                <a:lnTo>
                  <a:pt x="4549973" y="1466738"/>
                </a:lnTo>
                <a:lnTo>
                  <a:pt x="4549973" y="1483767"/>
                </a:lnTo>
                <a:lnTo>
                  <a:pt x="4549973" y="1490167"/>
                </a:lnTo>
                <a:lnTo>
                  <a:pt x="4549973" y="1493985"/>
                </a:lnTo>
                <a:lnTo>
                  <a:pt x="4549973" y="1507300"/>
                </a:lnTo>
                <a:lnTo>
                  <a:pt x="4549973" y="1513080"/>
                </a:lnTo>
                <a:lnTo>
                  <a:pt x="4549973" y="1531554"/>
                </a:lnTo>
                <a:lnTo>
                  <a:pt x="4549973" y="1544043"/>
                </a:lnTo>
                <a:lnTo>
                  <a:pt x="4549973" y="1549204"/>
                </a:lnTo>
                <a:lnTo>
                  <a:pt x="4549973" y="1553745"/>
                </a:lnTo>
                <a:lnTo>
                  <a:pt x="4549973" y="1565098"/>
                </a:lnTo>
                <a:lnTo>
                  <a:pt x="4549973" y="1568298"/>
                </a:lnTo>
                <a:lnTo>
                  <a:pt x="4549973" y="1593481"/>
                </a:lnTo>
                <a:lnTo>
                  <a:pt x="4549973" y="1605144"/>
                </a:lnTo>
                <a:lnTo>
                  <a:pt x="4549973" y="1609273"/>
                </a:lnTo>
                <a:lnTo>
                  <a:pt x="4549973" y="1608963"/>
                </a:lnTo>
                <a:lnTo>
                  <a:pt x="4549973" y="1601532"/>
                </a:lnTo>
                <a:lnTo>
                  <a:pt x="4549973" y="1601325"/>
                </a:lnTo>
                <a:lnTo>
                  <a:pt x="4549973" y="1602977"/>
                </a:lnTo>
                <a:lnTo>
                  <a:pt x="4549973" y="1607105"/>
                </a:lnTo>
                <a:lnTo>
                  <a:pt x="4549973" y="1618458"/>
                </a:lnTo>
                <a:lnTo>
                  <a:pt x="4549973" y="1630328"/>
                </a:lnTo>
                <a:lnTo>
                  <a:pt x="4549973" y="1641784"/>
                </a:lnTo>
                <a:lnTo>
                  <a:pt x="4549973" y="1651176"/>
                </a:lnTo>
                <a:lnTo>
                  <a:pt x="4549973" y="1658504"/>
                </a:lnTo>
                <a:lnTo>
                  <a:pt x="4549973" y="1660465"/>
                </a:lnTo>
                <a:lnTo>
                  <a:pt x="4549973" y="1662839"/>
                </a:lnTo>
                <a:lnTo>
                  <a:pt x="4549973" y="1664800"/>
                </a:lnTo>
                <a:lnTo>
                  <a:pt x="4549973" y="1668000"/>
                </a:lnTo>
                <a:lnTo>
                  <a:pt x="4549973" y="1670787"/>
                </a:lnTo>
                <a:lnTo>
                  <a:pt x="4549973" y="1675844"/>
                </a:lnTo>
                <a:lnTo>
                  <a:pt x="4549973" y="1678321"/>
                </a:lnTo>
                <a:lnTo>
                  <a:pt x="4549973" y="1679353"/>
                </a:lnTo>
                <a:lnTo>
                  <a:pt x="4549973" y="1682966"/>
                </a:lnTo>
                <a:lnTo>
                  <a:pt x="4549973" y="1689468"/>
                </a:lnTo>
                <a:lnTo>
                  <a:pt x="4549973" y="1696177"/>
                </a:lnTo>
                <a:lnTo>
                  <a:pt x="4549973" y="1704330"/>
                </a:lnTo>
                <a:lnTo>
                  <a:pt x="4549973" y="1707323"/>
                </a:lnTo>
                <a:lnTo>
                  <a:pt x="4549973" y="1709284"/>
                </a:lnTo>
                <a:lnTo>
                  <a:pt x="4549973" y="1712071"/>
                </a:lnTo>
                <a:lnTo>
                  <a:pt x="4549973" y="1715993"/>
                </a:lnTo>
                <a:lnTo>
                  <a:pt x="4549973" y="1719812"/>
                </a:lnTo>
                <a:lnTo>
                  <a:pt x="4549973" y="1722599"/>
                </a:lnTo>
                <a:lnTo>
                  <a:pt x="4549973" y="1724353"/>
                </a:lnTo>
                <a:lnTo>
                  <a:pt x="4549973" y="1729514"/>
                </a:lnTo>
                <a:lnTo>
                  <a:pt x="4549973" y="1727346"/>
                </a:lnTo>
                <a:lnTo>
                  <a:pt x="4549973" y="1735810"/>
                </a:lnTo>
                <a:lnTo>
                  <a:pt x="4549973" y="1737874"/>
                </a:lnTo>
                <a:lnTo>
                  <a:pt x="4549973" y="1734674"/>
                </a:lnTo>
                <a:lnTo>
                  <a:pt x="4549973" y="1737977"/>
                </a:lnTo>
                <a:lnTo>
                  <a:pt x="4549973" y="1746957"/>
                </a:lnTo>
                <a:lnTo>
                  <a:pt x="4549973" y="1752943"/>
                </a:lnTo>
                <a:lnTo>
                  <a:pt x="4549973" y="1756452"/>
                </a:lnTo>
                <a:lnTo>
                  <a:pt x="4549973" y="1760581"/>
                </a:lnTo>
                <a:lnTo>
                  <a:pt x="4549973" y="1768734"/>
                </a:lnTo>
                <a:lnTo>
                  <a:pt x="4549973" y="1769973"/>
                </a:lnTo>
                <a:lnTo>
                  <a:pt x="4549973" y="1770592"/>
                </a:lnTo>
                <a:lnTo>
                  <a:pt x="4549973" y="1767083"/>
                </a:lnTo>
                <a:lnTo>
                  <a:pt x="4549973" y="1762542"/>
                </a:lnTo>
                <a:lnTo>
                  <a:pt x="4549973" y="1756452"/>
                </a:lnTo>
                <a:lnTo>
                  <a:pt x="4549973" y="1752840"/>
                </a:lnTo>
                <a:lnTo>
                  <a:pt x="4549973" y="1744170"/>
                </a:lnTo>
                <a:lnTo>
                  <a:pt x="4549973" y="1739422"/>
                </a:lnTo>
                <a:lnTo>
                  <a:pt x="4549973" y="1737874"/>
                </a:lnTo>
                <a:lnTo>
                  <a:pt x="4549973" y="1732920"/>
                </a:lnTo>
                <a:lnTo>
                  <a:pt x="4549973" y="1729307"/>
                </a:lnTo>
                <a:lnTo>
                  <a:pt x="4549973" y="1727140"/>
                </a:lnTo>
                <a:lnTo>
                  <a:pt x="4549973" y="1720225"/>
                </a:lnTo>
                <a:lnTo>
                  <a:pt x="4549973" y="1719193"/>
                </a:lnTo>
                <a:lnTo>
                  <a:pt x="4549973" y="1721360"/>
                </a:lnTo>
                <a:lnTo>
                  <a:pt x="4549973" y="1722702"/>
                </a:lnTo>
                <a:lnTo>
                  <a:pt x="4549973" y="1722083"/>
                </a:lnTo>
                <a:lnTo>
                  <a:pt x="4549973" y="1716200"/>
                </a:lnTo>
                <a:lnTo>
                  <a:pt x="4549973" y="1714032"/>
                </a:lnTo>
                <a:lnTo>
                  <a:pt x="4549973" y="1715890"/>
                </a:lnTo>
                <a:lnTo>
                  <a:pt x="4549973" y="1716200"/>
                </a:lnTo>
                <a:lnTo>
                  <a:pt x="4549973" y="1711968"/>
                </a:lnTo>
                <a:lnTo>
                  <a:pt x="4549973" y="1710213"/>
                </a:lnTo>
                <a:lnTo>
                  <a:pt x="4549973" y="1704330"/>
                </a:lnTo>
                <a:lnTo>
                  <a:pt x="4549973" y="1698860"/>
                </a:lnTo>
                <a:lnTo>
                  <a:pt x="4549973" y="1693906"/>
                </a:lnTo>
                <a:lnTo>
                  <a:pt x="4549973" y="1681314"/>
                </a:lnTo>
                <a:lnTo>
                  <a:pt x="4549973" y="1669445"/>
                </a:lnTo>
                <a:lnTo>
                  <a:pt x="4549973" y="1659640"/>
                </a:lnTo>
                <a:lnTo>
                  <a:pt x="4549973" y="1643745"/>
                </a:lnTo>
                <a:lnTo>
                  <a:pt x="4549973" y="1639823"/>
                </a:lnTo>
                <a:lnTo>
                  <a:pt x="4549973" y="1625270"/>
                </a:lnTo>
                <a:lnTo>
                  <a:pt x="4549973" y="1615672"/>
                </a:lnTo>
                <a:lnTo>
                  <a:pt x="4549973" y="1605970"/>
                </a:lnTo>
                <a:lnTo>
                  <a:pt x="4549973" y="1609273"/>
                </a:lnTo>
                <a:lnTo>
                  <a:pt x="4549973" y="1608860"/>
                </a:lnTo>
                <a:lnTo>
                  <a:pt x="4549973" y="1602357"/>
                </a:lnTo>
                <a:lnTo>
                  <a:pt x="4549973" y="1594720"/>
                </a:lnTo>
                <a:lnTo>
                  <a:pt x="4549973" y="1573974"/>
                </a:lnTo>
                <a:lnTo>
                  <a:pt x="4549973" y="1563034"/>
                </a:lnTo>
                <a:lnTo>
                  <a:pt x="4549973" y="1543630"/>
                </a:lnTo>
                <a:lnTo>
                  <a:pt x="4549973" y="1532070"/>
                </a:lnTo>
                <a:lnTo>
                  <a:pt x="4549973" y="1521956"/>
                </a:lnTo>
                <a:lnTo>
                  <a:pt x="4549973" y="1518240"/>
                </a:lnTo>
                <a:lnTo>
                  <a:pt x="4549973" y="1513905"/>
                </a:lnTo>
                <a:lnTo>
                  <a:pt x="4549973" y="1508332"/>
                </a:lnTo>
                <a:lnTo>
                  <a:pt x="4549973" y="1504410"/>
                </a:lnTo>
                <a:lnTo>
                  <a:pt x="4549973" y="1495843"/>
                </a:lnTo>
                <a:lnTo>
                  <a:pt x="4549973" y="1493056"/>
                </a:lnTo>
                <a:lnTo>
                  <a:pt x="4549973" y="1491612"/>
                </a:lnTo>
                <a:lnTo>
                  <a:pt x="4549973" y="1490786"/>
                </a:lnTo>
                <a:lnTo>
                  <a:pt x="4549973" y="1489341"/>
                </a:lnTo>
                <a:lnTo>
                  <a:pt x="4549973" y="1482322"/>
                </a:lnTo>
                <a:lnTo>
                  <a:pt x="4549973" y="1480155"/>
                </a:lnTo>
                <a:lnTo>
                  <a:pt x="4549973" y="1478813"/>
                </a:lnTo>
                <a:lnTo>
                  <a:pt x="4549973" y="1476130"/>
                </a:lnTo>
                <a:lnTo>
                  <a:pt x="4549973" y="1473550"/>
                </a:lnTo>
                <a:lnTo>
                  <a:pt x="4549973" y="1469111"/>
                </a:lnTo>
                <a:lnTo>
                  <a:pt x="4549973" y="1458584"/>
                </a:lnTo>
                <a:lnTo>
                  <a:pt x="4549973" y="1459616"/>
                </a:lnTo>
                <a:lnTo>
                  <a:pt x="4549973" y="1457861"/>
                </a:lnTo>
                <a:lnTo>
                  <a:pt x="4549973" y="1454146"/>
                </a:lnTo>
                <a:lnTo>
                  <a:pt x="4549973" y="1451875"/>
                </a:lnTo>
                <a:lnTo>
                  <a:pt x="4549973" y="1455075"/>
                </a:lnTo>
                <a:lnTo>
                  <a:pt x="4549973" y="1463435"/>
                </a:lnTo>
                <a:lnTo>
                  <a:pt x="4549973" y="1463951"/>
                </a:lnTo>
                <a:lnTo>
                  <a:pt x="4549973" y="1462196"/>
                </a:lnTo>
                <a:lnTo>
                  <a:pt x="4549973" y="1463228"/>
                </a:lnTo>
                <a:lnTo>
                  <a:pt x="4549973" y="1467047"/>
                </a:lnTo>
                <a:lnTo>
                  <a:pt x="4549973" y="1472311"/>
                </a:lnTo>
                <a:lnTo>
                  <a:pt x="4549973" y="1471485"/>
                </a:lnTo>
                <a:lnTo>
                  <a:pt x="4549973" y="1466222"/>
                </a:lnTo>
                <a:lnTo>
                  <a:pt x="4549973" y="1462919"/>
                </a:lnTo>
                <a:lnTo>
                  <a:pt x="4549973" y="1456932"/>
                </a:lnTo>
                <a:lnTo>
                  <a:pt x="4549973" y="1450121"/>
                </a:lnTo>
                <a:lnTo>
                  <a:pt x="4549973" y="1444754"/>
                </a:lnTo>
                <a:lnTo>
                  <a:pt x="4549973" y="1440832"/>
                </a:lnTo>
                <a:lnTo>
                  <a:pt x="4549973" y="1450121"/>
                </a:lnTo>
                <a:lnTo>
                  <a:pt x="4549973" y="1490786"/>
                </a:lnTo>
                <a:lnTo>
                  <a:pt x="4549973" y="1491612"/>
                </a:lnTo>
                <a:lnTo>
                  <a:pt x="4549973" y="1490579"/>
                </a:lnTo>
                <a:lnTo>
                  <a:pt x="4549973" y="1498423"/>
                </a:lnTo>
                <a:lnTo>
                  <a:pt x="4549973" y="1499559"/>
                </a:lnTo>
                <a:lnTo>
                  <a:pt x="4549973" y="1499456"/>
                </a:lnTo>
                <a:lnTo>
                  <a:pt x="4549973" y="1496153"/>
                </a:lnTo>
                <a:lnTo>
                  <a:pt x="4549973" y="1495018"/>
                </a:lnTo>
                <a:lnTo>
                  <a:pt x="4549973" y="1496669"/>
                </a:lnTo>
                <a:lnTo>
                  <a:pt x="4549973" y="1499559"/>
                </a:lnTo>
                <a:lnTo>
                  <a:pt x="4549973" y="1508229"/>
                </a:lnTo>
                <a:lnTo>
                  <a:pt x="4549973" y="1517208"/>
                </a:lnTo>
                <a:lnTo>
                  <a:pt x="4549973" y="1521336"/>
                </a:lnTo>
                <a:lnTo>
                  <a:pt x="4549973" y="1523813"/>
                </a:lnTo>
                <a:lnTo>
                  <a:pt x="4549973" y="1528664"/>
                </a:lnTo>
                <a:lnTo>
                  <a:pt x="4549973" y="1528974"/>
                </a:lnTo>
                <a:lnTo>
                  <a:pt x="4549973" y="1526187"/>
                </a:lnTo>
                <a:lnTo>
                  <a:pt x="4549973" y="1524639"/>
                </a:lnTo>
                <a:lnTo>
                  <a:pt x="4549973" y="1526187"/>
                </a:lnTo>
                <a:lnTo>
                  <a:pt x="4549973" y="1529800"/>
                </a:lnTo>
                <a:lnTo>
                  <a:pt x="4549973" y="1529180"/>
                </a:lnTo>
                <a:lnTo>
                  <a:pt x="4549973" y="1522885"/>
                </a:lnTo>
                <a:lnTo>
                  <a:pt x="4549973" y="1518034"/>
                </a:lnTo>
                <a:lnTo>
                  <a:pt x="4549973" y="1513802"/>
                </a:lnTo>
                <a:lnTo>
                  <a:pt x="4549973" y="1514524"/>
                </a:lnTo>
                <a:lnTo>
                  <a:pt x="4549973" y="1516795"/>
                </a:lnTo>
                <a:lnTo>
                  <a:pt x="4549973" y="1517002"/>
                </a:lnTo>
                <a:lnTo>
                  <a:pt x="4549973" y="1522369"/>
                </a:lnTo>
                <a:lnTo>
                  <a:pt x="4549973" y="1528871"/>
                </a:lnTo>
                <a:lnTo>
                  <a:pt x="4549973" y="1534651"/>
                </a:lnTo>
                <a:lnTo>
                  <a:pt x="4549973" y="1531245"/>
                </a:lnTo>
                <a:lnTo>
                  <a:pt x="4549973" y="1532174"/>
                </a:lnTo>
                <a:lnTo>
                  <a:pt x="4549973" y="1542392"/>
                </a:lnTo>
                <a:lnTo>
                  <a:pt x="4549973" y="1543527"/>
                </a:lnTo>
                <a:lnTo>
                  <a:pt x="4549973" y="1545591"/>
                </a:lnTo>
                <a:lnTo>
                  <a:pt x="4549973" y="1555603"/>
                </a:lnTo>
                <a:lnTo>
                  <a:pt x="4549973" y="1564788"/>
                </a:lnTo>
                <a:lnTo>
                  <a:pt x="4549973" y="1575213"/>
                </a:lnTo>
                <a:lnTo>
                  <a:pt x="4549973" y="1579341"/>
                </a:lnTo>
                <a:lnTo>
                  <a:pt x="4549973" y="1590282"/>
                </a:lnTo>
                <a:lnTo>
                  <a:pt x="4549973" y="1595752"/>
                </a:lnTo>
                <a:lnTo>
                  <a:pt x="4549973" y="1603493"/>
                </a:lnTo>
                <a:lnTo>
                  <a:pt x="4549973" y="1609273"/>
                </a:lnTo>
                <a:lnTo>
                  <a:pt x="4549973" y="1620729"/>
                </a:lnTo>
                <a:lnTo>
                  <a:pt x="4549973" y="1633630"/>
                </a:lnTo>
                <a:lnTo>
                  <a:pt x="4549973" y="1631050"/>
                </a:lnTo>
                <a:lnTo>
                  <a:pt x="4549973" y="1624238"/>
                </a:lnTo>
                <a:lnTo>
                  <a:pt x="4549973" y="1622380"/>
                </a:lnTo>
                <a:lnTo>
                  <a:pt x="4549973" y="1618665"/>
                </a:lnTo>
                <a:lnTo>
                  <a:pt x="4549973" y="1617323"/>
                </a:lnTo>
                <a:lnTo>
                  <a:pt x="4549973" y="1620213"/>
                </a:lnTo>
                <a:lnTo>
                  <a:pt x="4549973" y="1621761"/>
                </a:lnTo>
                <a:lnTo>
                  <a:pt x="4549973" y="1621555"/>
                </a:lnTo>
                <a:lnTo>
                  <a:pt x="4549973" y="1619387"/>
                </a:lnTo>
                <a:lnTo>
                  <a:pt x="4540280" y="1615362"/>
                </a:lnTo>
                <a:lnTo>
                  <a:pt x="4528732" y="1617117"/>
                </a:lnTo>
                <a:lnTo>
                  <a:pt x="4520792" y="1621864"/>
                </a:lnTo>
                <a:lnTo>
                  <a:pt x="4512130" y="1622587"/>
                </a:lnTo>
                <a:lnTo>
                  <a:pt x="4495942" y="1612059"/>
                </a:lnTo>
                <a:close/>
                <a:moveTo>
                  <a:pt x="2952337" y="0"/>
                </a:moveTo>
                <a:lnTo>
                  <a:pt x="2960792" y="0"/>
                </a:lnTo>
                <a:lnTo>
                  <a:pt x="2971619" y="0"/>
                </a:lnTo>
                <a:lnTo>
                  <a:pt x="2971516" y="0"/>
                </a:lnTo>
                <a:lnTo>
                  <a:pt x="2973269" y="0"/>
                </a:lnTo>
                <a:lnTo>
                  <a:pt x="2983168" y="0"/>
                </a:lnTo>
                <a:lnTo>
                  <a:pt x="2984715" y="0"/>
                </a:lnTo>
                <a:lnTo>
                  <a:pt x="2978837" y="0"/>
                </a:lnTo>
                <a:lnTo>
                  <a:pt x="2974403" y="0"/>
                </a:lnTo>
                <a:lnTo>
                  <a:pt x="2966361" y="0"/>
                </a:lnTo>
                <a:lnTo>
                  <a:pt x="2966154" y="0"/>
                </a:lnTo>
                <a:lnTo>
                  <a:pt x="2969557" y="0"/>
                </a:lnTo>
                <a:lnTo>
                  <a:pt x="2980796" y="0"/>
                </a:lnTo>
                <a:lnTo>
                  <a:pt x="2989355" y="0"/>
                </a:lnTo>
                <a:lnTo>
                  <a:pt x="2990902" y="0"/>
                </a:lnTo>
                <a:lnTo>
                  <a:pt x="2999047" y="0"/>
                </a:lnTo>
                <a:lnTo>
                  <a:pt x="2998841" y="0"/>
                </a:lnTo>
                <a:lnTo>
                  <a:pt x="2995542" y="0"/>
                </a:lnTo>
                <a:lnTo>
                  <a:pt x="2996573" y="0"/>
                </a:lnTo>
                <a:lnTo>
                  <a:pt x="3002656" y="0"/>
                </a:lnTo>
                <a:lnTo>
                  <a:pt x="3007812" y="0"/>
                </a:lnTo>
                <a:lnTo>
                  <a:pt x="3010493" y="0"/>
                </a:lnTo>
                <a:lnTo>
                  <a:pt x="3012865" y="0"/>
                </a:lnTo>
                <a:lnTo>
                  <a:pt x="3012452" y="0"/>
                </a:lnTo>
                <a:lnTo>
                  <a:pt x="3011730" y="0"/>
                </a:lnTo>
                <a:lnTo>
                  <a:pt x="3008121" y="0"/>
                </a:lnTo>
                <a:lnTo>
                  <a:pt x="2996985" y="0"/>
                </a:lnTo>
                <a:lnTo>
                  <a:pt x="2982034" y="0"/>
                </a:lnTo>
                <a:lnTo>
                  <a:pt x="2974094" y="0"/>
                </a:lnTo>
                <a:lnTo>
                  <a:pt x="2971516" y="0"/>
                </a:lnTo>
                <a:lnTo>
                  <a:pt x="2976466" y="0"/>
                </a:lnTo>
                <a:lnTo>
                  <a:pt x="2974507" y="1755"/>
                </a:lnTo>
                <a:lnTo>
                  <a:pt x="2971207" y="19610"/>
                </a:lnTo>
                <a:lnTo>
                  <a:pt x="2966361" y="10528"/>
                </a:lnTo>
                <a:lnTo>
                  <a:pt x="2963061" y="1032"/>
                </a:lnTo>
                <a:lnTo>
                  <a:pt x="2959968" y="0"/>
                </a:lnTo>
                <a:lnTo>
                  <a:pt x="2956152" y="0"/>
                </a:lnTo>
                <a:lnTo>
                  <a:pt x="2950172" y="0"/>
                </a:lnTo>
                <a:lnTo>
                  <a:pt x="2947800" y="0"/>
                </a:lnTo>
                <a:lnTo>
                  <a:pt x="2941510" y="0"/>
                </a:lnTo>
                <a:lnTo>
                  <a:pt x="2933571" y="0"/>
                </a:lnTo>
                <a:lnTo>
                  <a:pt x="2928415" y="0"/>
                </a:lnTo>
                <a:lnTo>
                  <a:pt x="2919650" y="0"/>
                </a:lnTo>
                <a:lnTo>
                  <a:pt x="2917691" y="0"/>
                </a:lnTo>
                <a:lnTo>
                  <a:pt x="2916660" y="0"/>
                </a:lnTo>
                <a:lnTo>
                  <a:pt x="2914701" y="0"/>
                </a:lnTo>
                <a:lnTo>
                  <a:pt x="2904493" y="0"/>
                </a:lnTo>
                <a:lnTo>
                  <a:pt x="2896553" y="0"/>
                </a:lnTo>
                <a:lnTo>
                  <a:pt x="2889954" y="0"/>
                </a:lnTo>
                <a:lnTo>
                  <a:pt x="2887891" y="0"/>
                </a:lnTo>
                <a:lnTo>
                  <a:pt x="2893253" y="0"/>
                </a:lnTo>
                <a:lnTo>
                  <a:pt x="2898821" y="0"/>
                </a:lnTo>
                <a:lnTo>
                  <a:pt x="2906864" y="0"/>
                </a:lnTo>
                <a:lnTo>
                  <a:pt x="2909236" y="3509"/>
                </a:lnTo>
                <a:lnTo>
                  <a:pt x="2917794" y="28383"/>
                </a:lnTo>
                <a:lnTo>
                  <a:pt x="2917485" y="53773"/>
                </a:lnTo>
                <a:lnTo>
                  <a:pt x="2911298" y="65023"/>
                </a:lnTo>
                <a:lnTo>
                  <a:pt x="2895625" y="86285"/>
                </a:lnTo>
                <a:lnTo>
                  <a:pt x="2884283" y="92993"/>
                </a:lnTo>
                <a:lnTo>
                  <a:pt x="2878302" y="89588"/>
                </a:lnTo>
                <a:lnTo>
                  <a:pt x="2873456" y="76686"/>
                </a:lnTo>
                <a:lnTo>
                  <a:pt x="2872631" y="71422"/>
                </a:lnTo>
                <a:lnTo>
                  <a:pt x="2875930" y="59243"/>
                </a:lnTo>
                <a:lnTo>
                  <a:pt x="2876240" y="48200"/>
                </a:lnTo>
                <a:lnTo>
                  <a:pt x="2872528" y="44381"/>
                </a:lnTo>
                <a:lnTo>
                  <a:pt x="2868300" y="45207"/>
                </a:lnTo>
                <a:lnTo>
                  <a:pt x="2866547" y="46755"/>
                </a:lnTo>
                <a:lnTo>
                  <a:pt x="2856442" y="61308"/>
                </a:lnTo>
                <a:lnTo>
                  <a:pt x="2852214" y="64920"/>
                </a:lnTo>
                <a:lnTo>
                  <a:pt x="2846028" y="65436"/>
                </a:lnTo>
                <a:lnTo>
                  <a:pt x="2841078" y="64507"/>
                </a:lnTo>
                <a:lnTo>
                  <a:pt x="2811072" y="51812"/>
                </a:lnTo>
                <a:lnTo>
                  <a:pt x="2786634" y="39220"/>
                </a:lnTo>
                <a:lnTo>
                  <a:pt x="2767455" y="27557"/>
                </a:lnTo>
                <a:lnTo>
                  <a:pt x="2753535" y="9908"/>
                </a:lnTo>
                <a:lnTo>
                  <a:pt x="2750648" y="0"/>
                </a:lnTo>
                <a:lnTo>
                  <a:pt x="2750442" y="0"/>
                </a:lnTo>
                <a:lnTo>
                  <a:pt x="2744255" y="0"/>
                </a:lnTo>
                <a:lnTo>
                  <a:pt x="2743533" y="0"/>
                </a:lnTo>
                <a:lnTo>
                  <a:pt x="2743945" y="0"/>
                </a:lnTo>
                <a:lnTo>
                  <a:pt x="2750132" y="0"/>
                </a:lnTo>
                <a:lnTo>
                  <a:pt x="2757660" y="0"/>
                </a:lnTo>
                <a:lnTo>
                  <a:pt x="2761784" y="0"/>
                </a:lnTo>
                <a:lnTo>
                  <a:pt x="2765187" y="0"/>
                </a:lnTo>
                <a:lnTo>
                  <a:pt x="2767455" y="0"/>
                </a:lnTo>
                <a:lnTo>
                  <a:pt x="2766837" y="0"/>
                </a:lnTo>
                <a:lnTo>
                  <a:pt x="2764259" y="0"/>
                </a:lnTo>
                <a:lnTo>
                  <a:pt x="2752504" y="0"/>
                </a:lnTo>
                <a:lnTo>
                  <a:pt x="2742193" y="0"/>
                </a:lnTo>
                <a:lnTo>
                  <a:pt x="2721261" y="0"/>
                </a:lnTo>
                <a:lnTo>
                  <a:pt x="2716311" y="0"/>
                </a:lnTo>
                <a:lnTo>
                  <a:pt x="2711052" y="0"/>
                </a:lnTo>
                <a:lnTo>
                  <a:pt x="2705175" y="0"/>
                </a:lnTo>
                <a:lnTo>
                  <a:pt x="2699401" y="0"/>
                </a:lnTo>
                <a:lnTo>
                  <a:pt x="2693214" y="0"/>
                </a:lnTo>
                <a:lnTo>
                  <a:pt x="2691564" y="0"/>
                </a:lnTo>
                <a:lnTo>
                  <a:pt x="2692080" y="0"/>
                </a:lnTo>
                <a:lnTo>
                  <a:pt x="2691461" y="0"/>
                </a:lnTo>
                <a:lnTo>
                  <a:pt x="2682696" y="0"/>
                </a:lnTo>
                <a:lnTo>
                  <a:pt x="2671457" y="0"/>
                </a:lnTo>
                <a:lnTo>
                  <a:pt x="2660733" y="0"/>
                </a:lnTo>
                <a:lnTo>
                  <a:pt x="2657949" y="0"/>
                </a:lnTo>
                <a:lnTo>
                  <a:pt x="2656712" y="0"/>
                </a:lnTo>
                <a:lnTo>
                  <a:pt x="2654856" y="0"/>
                </a:lnTo>
                <a:lnTo>
                  <a:pt x="2652381" y="0"/>
                </a:lnTo>
                <a:lnTo>
                  <a:pt x="2647432" y="0"/>
                </a:lnTo>
                <a:lnTo>
                  <a:pt x="2641348" y="0"/>
                </a:lnTo>
                <a:lnTo>
                  <a:pt x="2633821" y="0"/>
                </a:lnTo>
                <a:lnTo>
                  <a:pt x="2626190" y="0"/>
                </a:lnTo>
                <a:lnTo>
                  <a:pt x="2623715" y="0"/>
                </a:lnTo>
                <a:lnTo>
                  <a:pt x="2620931" y="0"/>
                </a:lnTo>
                <a:lnTo>
                  <a:pt x="2612889" y="0"/>
                </a:lnTo>
                <a:lnTo>
                  <a:pt x="2602783" y="0"/>
                </a:lnTo>
                <a:lnTo>
                  <a:pt x="2590616" y="0"/>
                </a:lnTo>
                <a:lnTo>
                  <a:pt x="2588141" y="0"/>
                </a:lnTo>
                <a:lnTo>
                  <a:pt x="2585564" y="0"/>
                </a:lnTo>
                <a:lnTo>
                  <a:pt x="2572262" y="0"/>
                </a:lnTo>
                <a:lnTo>
                  <a:pt x="2565147" y="0"/>
                </a:lnTo>
                <a:lnTo>
                  <a:pt x="2557414" y="0"/>
                </a:lnTo>
                <a:lnTo>
                  <a:pt x="2553908" y="0"/>
                </a:lnTo>
                <a:lnTo>
                  <a:pt x="2549371" y="0"/>
                </a:lnTo>
                <a:lnTo>
                  <a:pt x="2542153" y="0"/>
                </a:lnTo>
                <a:lnTo>
                  <a:pt x="2535554" y="0"/>
                </a:lnTo>
                <a:lnTo>
                  <a:pt x="2529367" y="0"/>
                </a:lnTo>
                <a:lnTo>
                  <a:pt x="2531532" y="0"/>
                </a:lnTo>
                <a:lnTo>
                  <a:pt x="2538338" y="0"/>
                </a:lnTo>
                <a:lnTo>
                  <a:pt x="2544112" y="0"/>
                </a:lnTo>
                <a:lnTo>
                  <a:pt x="2551124" y="0"/>
                </a:lnTo>
                <a:lnTo>
                  <a:pt x="2551639" y="0"/>
                </a:lnTo>
                <a:lnTo>
                  <a:pt x="2552877" y="0"/>
                </a:lnTo>
                <a:lnTo>
                  <a:pt x="2564322" y="0"/>
                </a:lnTo>
                <a:lnTo>
                  <a:pt x="2574015" y="0"/>
                </a:lnTo>
                <a:lnTo>
                  <a:pt x="2579171" y="0"/>
                </a:lnTo>
                <a:lnTo>
                  <a:pt x="2599999" y="0"/>
                </a:lnTo>
                <a:lnTo>
                  <a:pt x="2608661" y="0"/>
                </a:lnTo>
                <a:lnTo>
                  <a:pt x="2622169" y="0"/>
                </a:lnTo>
                <a:lnTo>
                  <a:pt x="2633202" y="0"/>
                </a:lnTo>
                <a:lnTo>
                  <a:pt x="2641967" y="0"/>
                </a:lnTo>
                <a:lnTo>
                  <a:pt x="2642688" y="0"/>
                </a:lnTo>
                <a:lnTo>
                  <a:pt x="2642276" y="0"/>
                </a:lnTo>
                <a:lnTo>
                  <a:pt x="2644235" y="0"/>
                </a:lnTo>
                <a:lnTo>
                  <a:pt x="2647638" y="0"/>
                </a:lnTo>
                <a:lnTo>
                  <a:pt x="2652278" y="0"/>
                </a:lnTo>
                <a:lnTo>
                  <a:pt x="2657537" y="0"/>
                </a:lnTo>
                <a:lnTo>
                  <a:pt x="2672591" y="0"/>
                </a:lnTo>
                <a:lnTo>
                  <a:pt x="2677541" y="0"/>
                </a:lnTo>
                <a:lnTo>
                  <a:pt x="2681562" y="0"/>
                </a:lnTo>
                <a:lnTo>
                  <a:pt x="2687233" y="0"/>
                </a:lnTo>
                <a:lnTo>
                  <a:pt x="2693832" y="0"/>
                </a:lnTo>
                <a:lnTo>
                  <a:pt x="2700535" y="0"/>
                </a:lnTo>
                <a:lnTo>
                  <a:pt x="2712496" y="0"/>
                </a:lnTo>
                <a:lnTo>
                  <a:pt x="2723117" y="0"/>
                </a:lnTo>
                <a:lnTo>
                  <a:pt x="2729922" y="0"/>
                </a:lnTo>
                <a:lnTo>
                  <a:pt x="2731159" y="0"/>
                </a:lnTo>
                <a:lnTo>
                  <a:pt x="2732809" y="0"/>
                </a:lnTo>
                <a:lnTo>
                  <a:pt x="2730335" y="0"/>
                </a:lnTo>
                <a:lnTo>
                  <a:pt x="2720023" y="0"/>
                </a:lnTo>
                <a:lnTo>
                  <a:pt x="2724766" y="0"/>
                </a:lnTo>
                <a:lnTo>
                  <a:pt x="2738377" y="0"/>
                </a:lnTo>
                <a:lnTo>
                  <a:pt x="2745183" y="0"/>
                </a:lnTo>
                <a:lnTo>
                  <a:pt x="2761887" y="0"/>
                </a:lnTo>
                <a:lnTo>
                  <a:pt x="2765909" y="0"/>
                </a:lnTo>
                <a:lnTo>
                  <a:pt x="2768796" y="0"/>
                </a:lnTo>
                <a:lnTo>
                  <a:pt x="2774673" y="0"/>
                </a:lnTo>
                <a:lnTo>
                  <a:pt x="2779004" y="0"/>
                </a:lnTo>
                <a:lnTo>
                  <a:pt x="2782407" y="0"/>
                </a:lnTo>
                <a:lnTo>
                  <a:pt x="2787253" y="0"/>
                </a:lnTo>
                <a:lnTo>
                  <a:pt x="2791996" y="0"/>
                </a:lnTo>
                <a:lnTo>
                  <a:pt x="2809629" y="0"/>
                </a:lnTo>
                <a:lnTo>
                  <a:pt x="2820868" y="0"/>
                </a:lnTo>
                <a:lnTo>
                  <a:pt x="2824064" y="0"/>
                </a:lnTo>
                <a:lnTo>
                  <a:pt x="2826642" y="0"/>
                </a:lnTo>
                <a:lnTo>
                  <a:pt x="2828601" y="0"/>
                </a:lnTo>
                <a:lnTo>
                  <a:pt x="2835098" y="0"/>
                </a:lnTo>
                <a:lnTo>
                  <a:pt x="2842831" y="0"/>
                </a:lnTo>
                <a:lnTo>
                  <a:pt x="2853349" y="0"/>
                </a:lnTo>
                <a:lnTo>
                  <a:pt x="2863144" y="0"/>
                </a:lnTo>
                <a:lnTo>
                  <a:pt x="2866753" y="0"/>
                </a:lnTo>
                <a:lnTo>
                  <a:pt x="2870259" y="0"/>
                </a:lnTo>
                <a:lnTo>
                  <a:pt x="2874177" y="0"/>
                </a:lnTo>
                <a:lnTo>
                  <a:pt x="2887376" y="0"/>
                </a:lnTo>
                <a:lnTo>
                  <a:pt x="2900059" y="0"/>
                </a:lnTo>
                <a:lnTo>
                  <a:pt x="2903565" y="0"/>
                </a:lnTo>
                <a:lnTo>
                  <a:pt x="2901193" y="0"/>
                </a:lnTo>
                <a:lnTo>
                  <a:pt x="2891294" y="0"/>
                </a:lnTo>
                <a:lnTo>
                  <a:pt x="2897172" y="0"/>
                </a:lnTo>
                <a:lnTo>
                  <a:pt x="2902327" y="0"/>
                </a:lnTo>
                <a:lnTo>
                  <a:pt x="2914804" y="0"/>
                </a:lnTo>
                <a:lnTo>
                  <a:pt x="2939036" y="0"/>
                </a:lnTo>
                <a:lnTo>
                  <a:pt x="2947078" y="0"/>
                </a:lnTo>
                <a:lnTo>
                  <a:pt x="2952337" y="0"/>
                </a:lnTo>
                <a:close/>
                <a:moveTo>
                  <a:pt x="2452548" y="43762"/>
                </a:moveTo>
                <a:lnTo>
                  <a:pt x="2458219" y="51193"/>
                </a:lnTo>
                <a:lnTo>
                  <a:pt x="2465334" y="49335"/>
                </a:lnTo>
                <a:lnTo>
                  <a:pt x="2476573" y="51399"/>
                </a:lnTo>
                <a:lnTo>
                  <a:pt x="2478945" y="55218"/>
                </a:lnTo>
                <a:lnTo>
                  <a:pt x="2478532" y="57798"/>
                </a:lnTo>
                <a:lnTo>
                  <a:pt x="2466468" y="65023"/>
                </a:lnTo>
                <a:lnTo>
                  <a:pt x="2458631" y="57489"/>
                </a:lnTo>
                <a:lnTo>
                  <a:pt x="2444711" y="62649"/>
                </a:lnTo>
                <a:lnTo>
                  <a:pt x="2438112" y="59553"/>
                </a:lnTo>
                <a:lnTo>
                  <a:pt x="2429038" y="62340"/>
                </a:lnTo>
                <a:lnTo>
                  <a:pt x="2423367" y="56457"/>
                </a:lnTo>
                <a:lnTo>
                  <a:pt x="2425635" y="50883"/>
                </a:lnTo>
                <a:lnTo>
                  <a:pt x="2440071" y="41697"/>
                </a:lnTo>
                <a:lnTo>
                  <a:pt x="2452548" y="43762"/>
                </a:lnTo>
                <a:close/>
                <a:moveTo>
                  <a:pt x="2358818" y="128292"/>
                </a:moveTo>
                <a:lnTo>
                  <a:pt x="2356034" y="134588"/>
                </a:lnTo>
                <a:lnTo>
                  <a:pt x="2352837" y="137478"/>
                </a:lnTo>
                <a:lnTo>
                  <a:pt x="2348506" y="135826"/>
                </a:lnTo>
                <a:lnTo>
                  <a:pt x="2345207" y="132627"/>
                </a:lnTo>
                <a:lnTo>
                  <a:pt x="2343454" y="137374"/>
                </a:lnTo>
                <a:lnTo>
                  <a:pt x="2334380" y="139232"/>
                </a:lnTo>
                <a:lnTo>
                  <a:pt x="2328709" y="146560"/>
                </a:lnTo>
                <a:lnTo>
                  <a:pt x="2320460" y="148624"/>
                </a:lnTo>
                <a:lnTo>
                  <a:pt x="2314582" y="147592"/>
                </a:lnTo>
                <a:lnTo>
                  <a:pt x="2315201" y="141090"/>
                </a:lnTo>
                <a:lnTo>
                  <a:pt x="2331286" y="131285"/>
                </a:lnTo>
                <a:lnTo>
                  <a:pt x="2341288" y="127569"/>
                </a:lnTo>
                <a:lnTo>
                  <a:pt x="2350053" y="120551"/>
                </a:lnTo>
                <a:lnTo>
                  <a:pt x="2354487" y="119725"/>
                </a:lnTo>
                <a:lnTo>
                  <a:pt x="2356652" y="125505"/>
                </a:lnTo>
                <a:lnTo>
                  <a:pt x="2358818" y="128292"/>
                </a:lnTo>
                <a:close/>
                <a:moveTo>
                  <a:pt x="2548855" y="7431"/>
                </a:moveTo>
                <a:lnTo>
                  <a:pt x="2538338" y="8773"/>
                </a:lnTo>
                <a:lnTo>
                  <a:pt x="2535038" y="8670"/>
                </a:lnTo>
                <a:lnTo>
                  <a:pt x="2526892" y="0"/>
                </a:lnTo>
                <a:lnTo>
                  <a:pt x="2526067" y="0"/>
                </a:lnTo>
                <a:lnTo>
                  <a:pt x="2519571" y="0"/>
                </a:lnTo>
                <a:lnTo>
                  <a:pt x="2521943" y="0"/>
                </a:lnTo>
                <a:lnTo>
                  <a:pt x="2530501" y="0"/>
                </a:lnTo>
                <a:lnTo>
                  <a:pt x="2545246" y="0"/>
                </a:lnTo>
                <a:lnTo>
                  <a:pt x="2568962" y="0"/>
                </a:lnTo>
                <a:lnTo>
                  <a:pt x="2572674" y="0"/>
                </a:lnTo>
                <a:lnTo>
                  <a:pt x="2565250" y="0"/>
                </a:lnTo>
                <a:lnTo>
                  <a:pt x="2559992" y="1755"/>
                </a:lnTo>
                <a:lnTo>
                  <a:pt x="2548855" y="7431"/>
                </a:lnTo>
                <a:close/>
                <a:moveTo>
                  <a:pt x="4549973" y="1857806"/>
                </a:moveTo>
                <a:lnTo>
                  <a:pt x="4549148" y="1857806"/>
                </a:lnTo>
                <a:lnTo>
                  <a:pt x="4542136" y="1857806"/>
                </a:lnTo>
                <a:lnTo>
                  <a:pt x="4520483" y="1857806"/>
                </a:lnTo>
                <a:lnTo>
                  <a:pt x="4499551" y="1857806"/>
                </a:lnTo>
                <a:lnTo>
                  <a:pt x="4459955" y="1857806"/>
                </a:lnTo>
                <a:lnTo>
                  <a:pt x="4435517" y="1857806"/>
                </a:lnTo>
                <a:lnTo>
                  <a:pt x="4417163" y="1857806"/>
                </a:lnTo>
                <a:lnTo>
                  <a:pt x="4382414" y="1857806"/>
                </a:lnTo>
                <a:lnTo>
                  <a:pt x="4373031" y="1857806"/>
                </a:lnTo>
                <a:lnTo>
                  <a:pt x="4368700" y="1857806"/>
                </a:lnTo>
                <a:lnTo>
                  <a:pt x="4368288" y="1857806"/>
                </a:lnTo>
                <a:lnTo>
                  <a:pt x="4373031" y="1857806"/>
                </a:lnTo>
                <a:lnTo>
                  <a:pt x="4379527" y="1857806"/>
                </a:lnTo>
                <a:lnTo>
                  <a:pt x="4380558" y="1857806"/>
                </a:lnTo>
                <a:lnTo>
                  <a:pt x="4367360" y="1857806"/>
                </a:lnTo>
                <a:lnTo>
                  <a:pt x="4348799" y="1857806"/>
                </a:lnTo>
                <a:lnTo>
                  <a:pt x="4340241" y="1857806"/>
                </a:lnTo>
                <a:lnTo>
                  <a:pt x="4317453" y="1857806"/>
                </a:lnTo>
                <a:lnTo>
                  <a:pt x="4296108" y="1857806"/>
                </a:lnTo>
                <a:lnTo>
                  <a:pt x="4290643" y="1857806"/>
                </a:lnTo>
                <a:lnTo>
                  <a:pt x="4288994" y="1857806"/>
                </a:lnTo>
                <a:lnTo>
                  <a:pt x="4299099" y="1857806"/>
                </a:lnTo>
                <a:lnTo>
                  <a:pt x="4303842" y="1857806"/>
                </a:lnTo>
                <a:lnTo>
                  <a:pt x="4310544" y="1857806"/>
                </a:lnTo>
                <a:lnTo>
                  <a:pt x="4316009" y="1857806"/>
                </a:lnTo>
                <a:lnTo>
                  <a:pt x="4321990" y="1857806"/>
                </a:lnTo>
                <a:lnTo>
                  <a:pt x="4322299" y="1857806"/>
                </a:lnTo>
                <a:lnTo>
                  <a:pt x="4325702" y="1857806"/>
                </a:lnTo>
                <a:lnTo>
                  <a:pt x="4323433" y="1857806"/>
                </a:lnTo>
                <a:lnTo>
                  <a:pt x="4321371" y="1857806"/>
                </a:lnTo>
                <a:lnTo>
                  <a:pt x="4312091" y="1857806"/>
                </a:lnTo>
                <a:lnTo>
                  <a:pt x="4301883" y="1857806"/>
                </a:lnTo>
                <a:lnTo>
                  <a:pt x="4294046" y="1857806"/>
                </a:lnTo>
                <a:lnTo>
                  <a:pt x="4283425" y="1857806"/>
                </a:lnTo>
                <a:lnTo>
                  <a:pt x="4279301" y="1857806"/>
                </a:lnTo>
                <a:lnTo>
                  <a:pt x="4268577" y="1857806"/>
                </a:lnTo>
                <a:lnTo>
                  <a:pt x="4264349" y="1857806"/>
                </a:lnTo>
                <a:lnTo>
                  <a:pt x="4242902" y="1857806"/>
                </a:lnTo>
                <a:lnTo>
                  <a:pt x="4229188" y="1857806"/>
                </a:lnTo>
                <a:lnTo>
                  <a:pt x="4208050" y="1857806"/>
                </a:lnTo>
                <a:lnTo>
                  <a:pt x="4215061" y="1857806"/>
                </a:lnTo>
                <a:lnTo>
                  <a:pt x="4223414" y="1857806"/>
                </a:lnTo>
                <a:lnTo>
                  <a:pt x="4230322" y="1857806"/>
                </a:lnTo>
                <a:lnTo>
                  <a:pt x="4241768" y="1857806"/>
                </a:lnTo>
                <a:lnTo>
                  <a:pt x="4239602" y="1857806"/>
                </a:lnTo>
                <a:lnTo>
                  <a:pt x="4234034" y="1857806"/>
                </a:lnTo>
                <a:lnTo>
                  <a:pt x="4216299" y="1857806"/>
                </a:lnTo>
                <a:lnTo>
                  <a:pt x="4208256" y="1857806"/>
                </a:lnTo>
                <a:lnTo>
                  <a:pt x="4198254" y="1857806"/>
                </a:lnTo>
                <a:lnTo>
                  <a:pt x="4193304" y="1857806"/>
                </a:lnTo>
                <a:lnTo>
                  <a:pt x="4190314" y="1857806"/>
                </a:lnTo>
                <a:lnTo>
                  <a:pt x="4180725" y="1857806"/>
                </a:lnTo>
                <a:lnTo>
                  <a:pt x="4176085" y="1857806"/>
                </a:lnTo>
                <a:lnTo>
                  <a:pt x="4157318" y="1857806"/>
                </a:lnTo>
                <a:lnTo>
                  <a:pt x="4144326" y="1857806"/>
                </a:lnTo>
                <a:lnTo>
                  <a:pt x="4133396" y="1857806"/>
                </a:lnTo>
                <a:lnTo>
                  <a:pt x="4114010" y="1857806"/>
                </a:lnTo>
                <a:lnTo>
                  <a:pt x="4100812" y="1857806"/>
                </a:lnTo>
                <a:lnTo>
                  <a:pt x="4089057" y="1857806"/>
                </a:lnTo>
                <a:lnTo>
                  <a:pt x="4082561" y="1857806"/>
                </a:lnTo>
                <a:lnTo>
                  <a:pt x="4074003" y="1857806"/>
                </a:lnTo>
                <a:lnTo>
                  <a:pt x="4087407" y="1857806"/>
                </a:lnTo>
                <a:lnTo>
                  <a:pt x="4099162" y="1857806"/>
                </a:lnTo>
                <a:lnTo>
                  <a:pt x="4111948" y="1857806"/>
                </a:lnTo>
                <a:lnTo>
                  <a:pt x="4117723" y="1857806"/>
                </a:lnTo>
                <a:lnTo>
                  <a:pt x="4126281" y="1857806"/>
                </a:lnTo>
                <a:lnTo>
                  <a:pt x="4132777" y="1857806"/>
                </a:lnTo>
                <a:lnTo>
                  <a:pt x="4136798" y="1857806"/>
                </a:lnTo>
                <a:lnTo>
                  <a:pt x="4134324" y="1857806"/>
                </a:lnTo>
                <a:lnTo>
                  <a:pt x="4133293" y="1857806"/>
                </a:lnTo>
                <a:lnTo>
                  <a:pt x="4135870" y="1857806"/>
                </a:lnTo>
                <a:lnTo>
                  <a:pt x="4136902" y="1857806"/>
                </a:lnTo>
                <a:lnTo>
                  <a:pt x="4152987" y="1857806"/>
                </a:lnTo>
                <a:lnTo>
                  <a:pt x="4166495" y="1857806"/>
                </a:lnTo>
                <a:lnTo>
                  <a:pt x="4182065" y="1857806"/>
                </a:lnTo>
                <a:lnTo>
                  <a:pt x="4180209" y="1857806"/>
                </a:lnTo>
                <a:lnTo>
                  <a:pt x="4175260" y="1857806"/>
                </a:lnTo>
                <a:lnTo>
                  <a:pt x="4173816" y="1857806"/>
                </a:lnTo>
                <a:lnTo>
                  <a:pt x="4181240" y="1857806"/>
                </a:lnTo>
                <a:lnTo>
                  <a:pt x="4188355" y="1857806"/>
                </a:lnTo>
                <a:lnTo>
                  <a:pt x="4180106" y="1857806"/>
                </a:lnTo>
                <a:lnTo>
                  <a:pt x="4174950" y="1857806"/>
                </a:lnTo>
                <a:lnTo>
                  <a:pt x="4166701" y="1857806"/>
                </a:lnTo>
                <a:lnTo>
                  <a:pt x="4166598" y="1857806"/>
                </a:lnTo>
                <a:lnTo>
                  <a:pt x="4167526" y="1857806"/>
                </a:lnTo>
                <a:lnTo>
                  <a:pt x="4156081" y="1857806"/>
                </a:lnTo>
                <a:lnTo>
                  <a:pt x="4141232" y="1857806"/>
                </a:lnTo>
                <a:lnTo>
                  <a:pt x="4131540" y="1857806"/>
                </a:lnTo>
                <a:lnTo>
                  <a:pt x="4122466" y="1857806"/>
                </a:lnTo>
                <a:lnTo>
                  <a:pt x="4110401" y="1857806"/>
                </a:lnTo>
                <a:lnTo>
                  <a:pt x="4099368" y="1857806"/>
                </a:lnTo>
                <a:lnTo>
                  <a:pt x="4089469" y="1857806"/>
                </a:lnTo>
                <a:lnTo>
                  <a:pt x="4079468" y="1857806"/>
                </a:lnTo>
                <a:lnTo>
                  <a:pt x="4063588" y="1857806"/>
                </a:lnTo>
                <a:lnTo>
                  <a:pt x="4048430" y="1857806"/>
                </a:lnTo>
                <a:lnTo>
                  <a:pt x="4037088" y="1857806"/>
                </a:lnTo>
                <a:lnTo>
                  <a:pt x="4027292" y="1857806"/>
                </a:lnTo>
                <a:lnTo>
                  <a:pt x="3995327" y="1857806"/>
                </a:lnTo>
                <a:lnTo>
                  <a:pt x="3980788" y="1857806"/>
                </a:lnTo>
                <a:lnTo>
                  <a:pt x="3977798" y="1857806"/>
                </a:lnTo>
                <a:lnTo>
                  <a:pt x="3971611" y="1857806"/>
                </a:lnTo>
                <a:lnTo>
                  <a:pt x="3972848" y="1857806"/>
                </a:lnTo>
                <a:lnTo>
                  <a:pt x="3977798" y="1857806"/>
                </a:lnTo>
                <a:lnTo>
                  <a:pt x="3982747" y="1857806"/>
                </a:lnTo>
                <a:lnTo>
                  <a:pt x="3979757" y="1857806"/>
                </a:lnTo>
                <a:lnTo>
                  <a:pt x="3974498" y="1857806"/>
                </a:lnTo>
                <a:lnTo>
                  <a:pt x="3961403" y="1857806"/>
                </a:lnTo>
                <a:lnTo>
                  <a:pt x="3953257" y="1857806"/>
                </a:lnTo>
                <a:lnTo>
                  <a:pt x="3946555" y="1857806"/>
                </a:lnTo>
                <a:lnTo>
                  <a:pt x="3929335" y="1857806"/>
                </a:lnTo>
                <a:lnTo>
                  <a:pt x="3922220" y="1857806"/>
                </a:lnTo>
                <a:lnTo>
                  <a:pt x="3913146" y="1857806"/>
                </a:lnTo>
                <a:lnTo>
                  <a:pt x="3903556" y="1857806"/>
                </a:lnTo>
                <a:lnTo>
                  <a:pt x="3899432" y="1857806"/>
                </a:lnTo>
                <a:lnTo>
                  <a:pt x="3892420" y="1857806"/>
                </a:lnTo>
                <a:lnTo>
                  <a:pt x="3893142" y="1857806"/>
                </a:lnTo>
                <a:lnTo>
                  <a:pt x="3897885" y="1857806"/>
                </a:lnTo>
                <a:lnTo>
                  <a:pt x="3902113" y="1857806"/>
                </a:lnTo>
                <a:lnTo>
                  <a:pt x="3909846" y="1857806"/>
                </a:lnTo>
                <a:lnTo>
                  <a:pt x="3918817" y="1857806"/>
                </a:lnTo>
                <a:lnTo>
                  <a:pt x="3923767" y="1857806"/>
                </a:lnTo>
                <a:lnTo>
                  <a:pt x="3926138" y="1857806"/>
                </a:lnTo>
                <a:lnTo>
                  <a:pt x="3917683" y="1857806"/>
                </a:lnTo>
                <a:lnTo>
                  <a:pt x="3911909" y="1857806"/>
                </a:lnTo>
                <a:lnTo>
                  <a:pt x="3909228" y="1857806"/>
                </a:lnTo>
                <a:lnTo>
                  <a:pt x="3902319" y="1857806"/>
                </a:lnTo>
                <a:lnTo>
                  <a:pt x="3898813" y="1857806"/>
                </a:lnTo>
                <a:lnTo>
                  <a:pt x="3884068" y="1857806"/>
                </a:lnTo>
                <a:lnTo>
                  <a:pt x="3868292" y="1857806"/>
                </a:lnTo>
                <a:lnTo>
                  <a:pt x="3863961" y="1857806"/>
                </a:lnTo>
                <a:lnTo>
                  <a:pt x="3858187" y="1857806"/>
                </a:lnTo>
                <a:lnTo>
                  <a:pt x="3850762" y="1857806"/>
                </a:lnTo>
                <a:lnTo>
                  <a:pt x="3839317" y="1857806"/>
                </a:lnTo>
                <a:lnTo>
                  <a:pt x="3807661" y="1857806"/>
                </a:lnTo>
                <a:lnTo>
                  <a:pt x="3794566" y="1857806"/>
                </a:lnTo>
                <a:lnTo>
                  <a:pt x="3786935" y="1857806"/>
                </a:lnTo>
                <a:lnTo>
                  <a:pt x="3792916" y="1857806"/>
                </a:lnTo>
                <a:lnTo>
                  <a:pt x="3800031" y="1857806"/>
                </a:lnTo>
                <a:lnTo>
                  <a:pt x="3802299" y="1857806"/>
                </a:lnTo>
                <a:lnTo>
                  <a:pt x="3800753" y="1857806"/>
                </a:lnTo>
                <a:lnTo>
                  <a:pt x="3769406" y="1857806"/>
                </a:lnTo>
                <a:lnTo>
                  <a:pt x="3754661" y="1857806"/>
                </a:lnTo>
                <a:lnTo>
                  <a:pt x="3742081" y="1857806"/>
                </a:lnTo>
                <a:lnTo>
                  <a:pt x="3730326" y="1857806"/>
                </a:lnTo>
                <a:lnTo>
                  <a:pt x="3714859" y="1857806"/>
                </a:lnTo>
                <a:lnTo>
                  <a:pt x="3695371" y="1857806"/>
                </a:lnTo>
                <a:lnTo>
                  <a:pt x="3648454" y="1857806"/>
                </a:lnTo>
                <a:lnTo>
                  <a:pt x="3637318" y="1857806"/>
                </a:lnTo>
                <a:lnTo>
                  <a:pt x="3603806" y="1857806"/>
                </a:lnTo>
                <a:lnTo>
                  <a:pt x="3592567" y="1857806"/>
                </a:lnTo>
                <a:lnTo>
                  <a:pt x="3541629" y="1857806"/>
                </a:lnTo>
                <a:lnTo>
                  <a:pt x="3507808" y="1857806"/>
                </a:lnTo>
                <a:lnTo>
                  <a:pt x="3496672" y="1857806"/>
                </a:lnTo>
                <a:lnTo>
                  <a:pt x="3482133" y="1857806"/>
                </a:lnTo>
                <a:lnTo>
                  <a:pt x="3470275" y="1857806"/>
                </a:lnTo>
                <a:lnTo>
                  <a:pt x="3461923" y="1857806"/>
                </a:lnTo>
                <a:lnTo>
                  <a:pt x="3444909" y="1857806"/>
                </a:lnTo>
                <a:lnTo>
                  <a:pt x="3377576" y="1857806"/>
                </a:lnTo>
                <a:lnTo>
                  <a:pt x="3319730" y="1857806"/>
                </a:lnTo>
                <a:lnTo>
                  <a:pt x="3280443" y="1857806"/>
                </a:lnTo>
                <a:lnTo>
                  <a:pt x="3255490" y="1857806"/>
                </a:lnTo>
                <a:lnTo>
                  <a:pt x="3214245" y="1857806"/>
                </a:lnTo>
                <a:lnTo>
                  <a:pt x="3164957" y="1857806"/>
                </a:lnTo>
                <a:lnTo>
                  <a:pt x="3124742" y="1857806"/>
                </a:lnTo>
                <a:lnTo>
                  <a:pt x="3087828" y="1857806"/>
                </a:lnTo>
                <a:lnTo>
                  <a:pt x="3063493" y="1857806"/>
                </a:lnTo>
                <a:lnTo>
                  <a:pt x="3032044" y="1857806"/>
                </a:lnTo>
                <a:lnTo>
                  <a:pt x="2965845" y="1857806"/>
                </a:lnTo>
                <a:lnTo>
                  <a:pt x="2943160" y="1857806"/>
                </a:lnTo>
                <a:lnTo>
                  <a:pt x="2907071" y="1857806"/>
                </a:lnTo>
                <a:lnTo>
                  <a:pt x="2896450" y="1857806"/>
                </a:lnTo>
                <a:lnTo>
                  <a:pt x="2876137" y="1857806"/>
                </a:lnTo>
                <a:lnTo>
                  <a:pt x="2823755" y="1857806"/>
                </a:lnTo>
                <a:lnTo>
                  <a:pt x="2799627" y="1857806"/>
                </a:lnTo>
                <a:lnTo>
                  <a:pt x="2783953" y="1857806"/>
                </a:lnTo>
                <a:lnTo>
                  <a:pt x="2770652" y="1857806"/>
                </a:lnTo>
                <a:lnTo>
                  <a:pt x="2758484" y="1857806"/>
                </a:lnTo>
                <a:lnTo>
                  <a:pt x="2742089" y="1857806"/>
                </a:lnTo>
                <a:lnTo>
                  <a:pt x="2731881" y="1857806"/>
                </a:lnTo>
                <a:lnTo>
                  <a:pt x="2709403" y="1857806"/>
                </a:lnTo>
                <a:lnTo>
                  <a:pt x="2694657" y="1857806"/>
                </a:lnTo>
                <a:lnTo>
                  <a:pt x="2680015" y="1857806"/>
                </a:lnTo>
                <a:lnTo>
                  <a:pt x="2663827" y="1857806"/>
                </a:lnTo>
                <a:lnTo>
                  <a:pt x="2649391" y="1857806"/>
                </a:lnTo>
                <a:lnTo>
                  <a:pt x="2637842" y="1857806"/>
                </a:lnTo>
                <a:lnTo>
                  <a:pt x="2619488" y="1857806"/>
                </a:lnTo>
                <a:lnTo>
                  <a:pt x="2554836" y="1857806"/>
                </a:lnTo>
                <a:lnTo>
                  <a:pt x="2545556" y="1857806"/>
                </a:lnTo>
                <a:lnTo>
                  <a:pt x="2533698" y="1857806"/>
                </a:lnTo>
                <a:lnTo>
                  <a:pt x="2511425" y="1857806"/>
                </a:lnTo>
                <a:lnTo>
                  <a:pt x="2477913" y="1857806"/>
                </a:lnTo>
                <a:lnTo>
                  <a:pt x="2417077" y="1857806"/>
                </a:lnTo>
                <a:lnTo>
                  <a:pt x="2387792" y="1857806"/>
                </a:lnTo>
                <a:lnTo>
                  <a:pt x="2376141" y="1857806"/>
                </a:lnTo>
                <a:lnTo>
                  <a:pt x="2354590" y="1857806"/>
                </a:lnTo>
                <a:lnTo>
                  <a:pt x="2317985" y="1857806"/>
                </a:lnTo>
                <a:lnTo>
                  <a:pt x="2305096" y="1857806"/>
                </a:lnTo>
                <a:lnTo>
                  <a:pt x="2295403" y="1857806"/>
                </a:lnTo>
                <a:lnTo>
                  <a:pt x="2276430" y="1857806"/>
                </a:lnTo>
                <a:lnTo>
                  <a:pt x="2255498" y="1857806"/>
                </a:lnTo>
                <a:lnTo>
                  <a:pt x="2238278" y="1857806"/>
                </a:lnTo>
                <a:lnTo>
                  <a:pt x="2219099" y="1857806"/>
                </a:lnTo>
                <a:lnTo>
                  <a:pt x="2180432" y="1857806"/>
                </a:lnTo>
                <a:lnTo>
                  <a:pt x="2140836" y="1857806"/>
                </a:lnTo>
                <a:lnTo>
                  <a:pt x="2127432" y="1857806"/>
                </a:lnTo>
                <a:lnTo>
                  <a:pt x="2112686" y="1857806"/>
                </a:lnTo>
                <a:lnTo>
                  <a:pt x="2093301" y="1857806"/>
                </a:lnTo>
                <a:lnTo>
                  <a:pt x="2083712" y="1857806"/>
                </a:lnTo>
                <a:lnTo>
                  <a:pt x="2038548" y="1857806"/>
                </a:lnTo>
                <a:lnTo>
                  <a:pt x="2009780" y="1857806"/>
                </a:lnTo>
                <a:lnTo>
                  <a:pt x="1973896" y="1857806"/>
                </a:lnTo>
                <a:lnTo>
                  <a:pt x="1942962" y="1857806"/>
                </a:lnTo>
                <a:lnTo>
                  <a:pt x="1919246" y="1857806"/>
                </a:lnTo>
                <a:lnTo>
                  <a:pt x="1892334" y="1857806"/>
                </a:lnTo>
                <a:lnTo>
                  <a:pt x="1875732" y="1857806"/>
                </a:lnTo>
                <a:lnTo>
                  <a:pt x="1846139" y="1857806"/>
                </a:lnTo>
                <a:lnTo>
                  <a:pt x="1837580" y="1857806"/>
                </a:lnTo>
                <a:lnTo>
                  <a:pt x="1830672" y="1857806"/>
                </a:lnTo>
                <a:lnTo>
                  <a:pt x="1818401" y="1857806"/>
                </a:lnTo>
                <a:lnTo>
                  <a:pt x="1818092" y="1857806"/>
                </a:lnTo>
                <a:lnTo>
                  <a:pt x="1814689" y="1857806"/>
                </a:lnTo>
                <a:lnTo>
                  <a:pt x="1814999" y="1857806"/>
                </a:lnTo>
                <a:lnTo>
                  <a:pt x="1816855" y="1857806"/>
                </a:lnTo>
                <a:lnTo>
                  <a:pt x="1827682" y="1857806"/>
                </a:lnTo>
                <a:lnTo>
                  <a:pt x="1836240" y="1857806"/>
                </a:lnTo>
                <a:lnTo>
                  <a:pt x="1854491" y="1857806"/>
                </a:lnTo>
                <a:lnTo>
                  <a:pt x="1870577" y="1857806"/>
                </a:lnTo>
                <a:lnTo>
                  <a:pt x="1879754" y="1857806"/>
                </a:lnTo>
                <a:lnTo>
                  <a:pt x="1887900" y="1857806"/>
                </a:lnTo>
                <a:lnTo>
                  <a:pt x="1886662" y="1857806"/>
                </a:lnTo>
                <a:lnTo>
                  <a:pt x="1881300" y="1857806"/>
                </a:lnTo>
                <a:lnTo>
                  <a:pt x="1884909" y="1857806"/>
                </a:lnTo>
                <a:lnTo>
                  <a:pt x="1890478" y="1857806"/>
                </a:lnTo>
                <a:lnTo>
                  <a:pt x="1892230" y="1857806"/>
                </a:lnTo>
                <a:lnTo>
                  <a:pt x="1893571" y="1857806"/>
                </a:lnTo>
                <a:lnTo>
                  <a:pt x="1889446" y="1857806"/>
                </a:lnTo>
                <a:lnTo>
                  <a:pt x="1864390" y="1857806"/>
                </a:lnTo>
                <a:lnTo>
                  <a:pt x="1847789" y="1857806"/>
                </a:lnTo>
                <a:lnTo>
                  <a:pt x="1835724" y="1857806"/>
                </a:lnTo>
                <a:lnTo>
                  <a:pt x="1825516" y="1857806"/>
                </a:lnTo>
                <a:lnTo>
                  <a:pt x="1816958" y="1857806"/>
                </a:lnTo>
                <a:lnTo>
                  <a:pt x="1814277" y="1857806"/>
                </a:lnTo>
                <a:lnTo>
                  <a:pt x="1811493" y="1857806"/>
                </a:lnTo>
                <a:lnTo>
                  <a:pt x="1814483" y="1857806"/>
                </a:lnTo>
                <a:lnTo>
                  <a:pt x="1813246" y="1857806"/>
                </a:lnTo>
                <a:lnTo>
                  <a:pt x="1802728" y="1857806"/>
                </a:lnTo>
                <a:lnTo>
                  <a:pt x="1779115" y="1857806"/>
                </a:lnTo>
                <a:lnTo>
                  <a:pt x="1775300" y="1857806"/>
                </a:lnTo>
                <a:lnTo>
                  <a:pt x="1775403" y="1857806"/>
                </a:lnTo>
                <a:lnTo>
                  <a:pt x="1769732" y="1857806"/>
                </a:lnTo>
                <a:lnTo>
                  <a:pt x="1750862" y="1857806"/>
                </a:lnTo>
                <a:lnTo>
                  <a:pt x="1731374" y="1857806"/>
                </a:lnTo>
                <a:lnTo>
                  <a:pt x="1728074" y="1857806"/>
                </a:lnTo>
                <a:lnTo>
                  <a:pt x="1724465" y="1857806"/>
                </a:lnTo>
                <a:lnTo>
                  <a:pt x="1717247" y="1857806"/>
                </a:lnTo>
                <a:lnTo>
                  <a:pt x="1684354" y="1857806"/>
                </a:lnTo>
                <a:lnTo>
                  <a:pt x="1645584" y="1857806"/>
                </a:lnTo>
                <a:lnTo>
                  <a:pt x="1635066" y="1857806"/>
                </a:lnTo>
                <a:lnTo>
                  <a:pt x="1630323" y="1857806"/>
                </a:lnTo>
                <a:lnTo>
                  <a:pt x="1633004" y="1857806"/>
                </a:lnTo>
                <a:lnTo>
                  <a:pt x="1637335" y="1857806"/>
                </a:lnTo>
                <a:lnTo>
                  <a:pt x="1642181" y="1857806"/>
                </a:lnTo>
                <a:lnTo>
                  <a:pt x="1644553" y="1857806"/>
                </a:lnTo>
                <a:lnTo>
                  <a:pt x="1646821" y="1857806"/>
                </a:lnTo>
                <a:lnTo>
                  <a:pt x="1646615" y="1857806"/>
                </a:lnTo>
                <a:lnTo>
                  <a:pt x="1647955" y="1857806"/>
                </a:lnTo>
                <a:lnTo>
                  <a:pt x="1651358" y="1857806"/>
                </a:lnTo>
                <a:lnTo>
                  <a:pt x="1655276" y="1857806"/>
                </a:lnTo>
                <a:lnTo>
                  <a:pt x="1667650" y="1857806"/>
                </a:lnTo>
                <a:lnTo>
                  <a:pt x="1671259" y="1857806"/>
                </a:lnTo>
                <a:lnTo>
                  <a:pt x="1686932" y="1857806"/>
                </a:lnTo>
                <a:lnTo>
                  <a:pt x="1691675" y="1857806"/>
                </a:lnTo>
                <a:lnTo>
                  <a:pt x="1697450" y="1857806"/>
                </a:lnTo>
                <a:lnTo>
                  <a:pt x="1699203" y="1857806"/>
                </a:lnTo>
                <a:lnTo>
                  <a:pt x="1691263" y="1857806"/>
                </a:lnTo>
                <a:lnTo>
                  <a:pt x="1684045" y="1857806"/>
                </a:lnTo>
                <a:lnTo>
                  <a:pt x="1671981" y="1857806"/>
                </a:lnTo>
                <a:lnTo>
                  <a:pt x="1664144" y="1857806"/>
                </a:lnTo>
                <a:lnTo>
                  <a:pt x="1651977" y="1857806"/>
                </a:lnTo>
                <a:lnTo>
                  <a:pt x="1652183" y="1857806"/>
                </a:lnTo>
                <a:lnTo>
                  <a:pt x="1657751" y="1857806"/>
                </a:lnTo>
                <a:lnTo>
                  <a:pt x="1666825" y="1857806"/>
                </a:lnTo>
                <a:lnTo>
                  <a:pt x="1675280" y="1857806"/>
                </a:lnTo>
                <a:lnTo>
                  <a:pt x="1684767" y="1857806"/>
                </a:lnTo>
                <a:lnTo>
                  <a:pt x="1683220" y="1857806"/>
                </a:lnTo>
                <a:lnTo>
                  <a:pt x="1681776" y="1857806"/>
                </a:lnTo>
                <a:lnTo>
                  <a:pt x="1682601" y="1857806"/>
                </a:lnTo>
                <a:lnTo>
                  <a:pt x="1685901" y="1857806"/>
                </a:lnTo>
                <a:lnTo>
                  <a:pt x="1690232" y="1857806"/>
                </a:lnTo>
                <a:lnTo>
                  <a:pt x="1694975" y="1857806"/>
                </a:lnTo>
                <a:lnTo>
                  <a:pt x="1699306" y="1857806"/>
                </a:lnTo>
                <a:lnTo>
                  <a:pt x="1701987" y="1857806"/>
                </a:lnTo>
                <a:lnTo>
                  <a:pt x="1708380" y="1857806"/>
                </a:lnTo>
                <a:lnTo>
                  <a:pt x="1713535" y="1857806"/>
                </a:lnTo>
                <a:lnTo>
                  <a:pt x="1723640" y="1857806"/>
                </a:lnTo>
                <a:lnTo>
                  <a:pt x="1732508" y="1857806"/>
                </a:lnTo>
                <a:lnTo>
                  <a:pt x="1736633" y="1857806"/>
                </a:lnTo>
                <a:lnTo>
                  <a:pt x="1735292" y="1857806"/>
                </a:lnTo>
                <a:lnTo>
                  <a:pt x="1737973" y="1857806"/>
                </a:lnTo>
                <a:lnTo>
                  <a:pt x="1736426" y="1857806"/>
                </a:lnTo>
                <a:lnTo>
                  <a:pt x="1713638" y="1857806"/>
                </a:lnTo>
                <a:lnTo>
                  <a:pt x="1692913" y="1857806"/>
                </a:lnTo>
                <a:lnTo>
                  <a:pt x="1680436" y="1857806"/>
                </a:lnTo>
                <a:lnTo>
                  <a:pt x="1669918" y="1857806"/>
                </a:lnTo>
                <a:lnTo>
                  <a:pt x="1663216" y="1857806"/>
                </a:lnTo>
                <a:lnTo>
                  <a:pt x="1654348" y="1857806"/>
                </a:lnTo>
                <a:lnTo>
                  <a:pt x="1653833" y="1857806"/>
                </a:lnTo>
                <a:lnTo>
                  <a:pt x="1654658" y="1857806"/>
                </a:lnTo>
                <a:lnTo>
                  <a:pt x="1661773" y="1857806"/>
                </a:lnTo>
                <a:lnTo>
                  <a:pt x="1668269" y="1857806"/>
                </a:lnTo>
                <a:lnTo>
                  <a:pt x="1689304" y="1857806"/>
                </a:lnTo>
                <a:lnTo>
                  <a:pt x="1690335" y="1857806"/>
                </a:lnTo>
                <a:lnTo>
                  <a:pt x="1690129" y="1857806"/>
                </a:lnTo>
                <a:lnTo>
                  <a:pt x="1693222" y="1857806"/>
                </a:lnTo>
                <a:lnTo>
                  <a:pt x="1690438" y="1857806"/>
                </a:lnTo>
                <a:lnTo>
                  <a:pt x="1681673" y="1857806"/>
                </a:lnTo>
                <a:lnTo>
                  <a:pt x="1693222" y="1857806"/>
                </a:lnTo>
                <a:lnTo>
                  <a:pt x="1710029" y="1857806"/>
                </a:lnTo>
                <a:lnTo>
                  <a:pt x="1716732" y="1857806"/>
                </a:lnTo>
                <a:lnTo>
                  <a:pt x="1727146" y="1857806"/>
                </a:lnTo>
                <a:lnTo>
                  <a:pt x="1729105" y="1857806"/>
                </a:lnTo>
                <a:lnTo>
                  <a:pt x="1723950" y="1857806"/>
                </a:lnTo>
                <a:lnTo>
                  <a:pt x="1731271" y="1857806"/>
                </a:lnTo>
                <a:lnTo>
                  <a:pt x="1729002" y="1857806"/>
                </a:lnTo>
                <a:lnTo>
                  <a:pt x="1735498" y="1857806"/>
                </a:lnTo>
                <a:lnTo>
                  <a:pt x="1745707" y="1857806"/>
                </a:lnTo>
                <a:lnTo>
                  <a:pt x="1753337" y="1857806"/>
                </a:lnTo>
                <a:lnTo>
                  <a:pt x="1757358" y="1857806"/>
                </a:lnTo>
                <a:lnTo>
                  <a:pt x="1776537" y="1857806"/>
                </a:lnTo>
                <a:lnTo>
                  <a:pt x="1787467" y="1857806"/>
                </a:lnTo>
                <a:lnTo>
                  <a:pt x="1802934" y="1857806"/>
                </a:lnTo>
                <a:lnTo>
                  <a:pt x="1834178" y="1857806"/>
                </a:lnTo>
                <a:lnTo>
                  <a:pt x="1864493" y="1857806"/>
                </a:lnTo>
                <a:lnTo>
                  <a:pt x="1878929" y="1857806"/>
                </a:lnTo>
                <a:lnTo>
                  <a:pt x="1896974" y="1857806"/>
                </a:lnTo>
                <a:lnTo>
                  <a:pt x="1909657" y="1857806"/>
                </a:lnTo>
                <a:lnTo>
                  <a:pt x="1921721" y="1857806"/>
                </a:lnTo>
                <a:lnTo>
                  <a:pt x="1983073" y="1857806"/>
                </a:lnTo>
                <a:lnTo>
                  <a:pt x="1993488" y="1857806"/>
                </a:lnTo>
                <a:lnTo>
                  <a:pt x="2006789" y="1857806"/>
                </a:lnTo>
                <a:lnTo>
                  <a:pt x="2023184" y="1857806"/>
                </a:lnTo>
                <a:lnTo>
                  <a:pt x="2038033" y="1857806"/>
                </a:lnTo>
                <a:lnTo>
                  <a:pt x="2053912" y="1857806"/>
                </a:lnTo>
                <a:lnTo>
                  <a:pt x="2065564" y="1857806"/>
                </a:lnTo>
                <a:lnTo>
                  <a:pt x="2094229" y="1857806"/>
                </a:lnTo>
                <a:lnTo>
                  <a:pt x="2109490" y="1857806"/>
                </a:lnTo>
                <a:lnTo>
                  <a:pt x="2135784" y="1857806"/>
                </a:lnTo>
                <a:lnTo>
                  <a:pt x="2147333" y="1857806"/>
                </a:lnTo>
                <a:lnTo>
                  <a:pt x="2174039" y="1857806"/>
                </a:lnTo>
                <a:lnTo>
                  <a:pt x="2204251" y="1857806"/>
                </a:lnTo>
                <a:lnTo>
                  <a:pt x="2240650" y="1857806"/>
                </a:lnTo>
                <a:lnTo>
                  <a:pt x="2266944" y="1857806"/>
                </a:lnTo>
                <a:lnTo>
                  <a:pt x="2290351" y="1857806"/>
                </a:lnTo>
                <a:lnTo>
                  <a:pt x="2309117" y="1857806"/>
                </a:lnTo>
                <a:lnTo>
                  <a:pt x="2353250" y="1857806"/>
                </a:lnTo>
                <a:lnTo>
                  <a:pt x="2377791" y="1857806"/>
                </a:lnTo>
                <a:lnTo>
                  <a:pt x="2423573" y="1857806"/>
                </a:lnTo>
                <a:lnTo>
                  <a:pt x="2435946" y="1857806"/>
                </a:lnTo>
                <a:lnTo>
                  <a:pt x="2454713" y="1857806"/>
                </a:lnTo>
                <a:lnTo>
                  <a:pt x="2471005" y="1857806"/>
                </a:lnTo>
                <a:lnTo>
                  <a:pt x="2487090" y="1857806"/>
                </a:lnTo>
                <a:lnTo>
                  <a:pt x="2496886" y="1857806"/>
                </a:lnTo>
                <a:lnTo>
                  <a:pt x="2501217" y="1857806"/>
                </a:lnTo>
                <a:lnTo>
                  <a:pt x="2510600" y="1857806"/>
                </a:lnTo>
                <a:lnTo>
                  <a:pt x="2517096" y="1857806"/>
                </a:lnTo>
                <a:lnTo>
                  <a:pt x="2522149" y="1857806"/>
                </a:lnTo>
                <a:lnTo>
                  <a:pt x="2539884" y="1857806"/>
                </a:lnTo>
                <a:lnTo>
                  <a:pt x="2566281" y="1857806"/>
                </a:lnTo>
                <a:lnTo>
                  <a:pt x="2574840" y="1857806"/>
                </a:lnTo>
                <a:lnTo>
                  <a:pt x="2576490" y="1857806"/>
                </a:lnTo>
                <a:lnTo>
                  <a:pt x="2570818" y="1857806"/>
                </a:lnTo>
                <a:lnTo>
                  <a:pt x="2563704" y="1857806"/>
                </a:lnTo>
                <a:lnTo>
                  <a:pt x="2558960" y="1857806"/>
                </a:lnTo>
                <a:lnTo>
                  <a:pt x="2554423" y="1857806"/>
                </a:lnTo>
                <a:lnTo>
                  <a:pt x="2554011" y="1857806"/>
                </a:lnTo>
                <a:lnTo>
                  <a:pt x="2555764" y="1857806"/>
                </a:lnTo>
                <a:lnTo>
                  <a:pt x="2566178" y="1857806"/>
                </a:lnTo>
                <a:lnTo>
                  <a:pt x="2573602" y="1857806"/>
                </a:lnTo>
                <a:lnTo>
                  <a:pt x="2583811" y="1857806"/>
                </a:lnTo>
                <a:lnTo>
                  <a:pt x="2593194" y="1857806"/>
                </a:lnTo>
                <a:lnTo>
                  <a:pt x="2600927" y="1857806"/>
                </a:lnTo>
                <a:lnTo>
                  <a:pt x="2613507" y="1857806"/>
                </a:lnTo>
                <a:lnTo>
                  <a:pt x="2618869" y="1857806"/>
                </a:lnTo>
                <a:lnTo>
                  <a:pt x="2626706" y="1857806"/>
                </a:lnTo>
                <a:lnTo>
                  <a:pt x="2633821" y="1857806"/>
                </a:lnTo>
                <a:lnTo>
                  <a:pt x="2639389" y="1857806"/>
                </a:lnTo>
                <a:lnTo>
                  <a:pt x="2650009" y="1857806"/>
                </a:lnTo>
                <a:lnTo>
                  <a:pt x="2657021" y="1857806"/>
                </a:lnTo>
                <a:lnTo>
                  <a:pt x="2669807" y="1857806"/>
                </a:lnTo>
                <a:lnTo>
                  <a:pt x="2681871" y="1857806"/>
                </a:lnTo>
                <a:lnTo>
                  <a:pt x="2691770" y="1857806"/>
                </a:lnTo>
                <a:lnTo>
                  <a:pt x="2696513" y="1857806"/>
                </a:lnTo>
                <a:lnTo>
                  <a:pt x="2700432" y="1857806"/>
                </a:lnTo>
                <a:lnTo>
                  <a:pt x="2701257" y="1857806"/>
                </a:lnTo>
                <a:lnTo>
                  <a:pt x="2700329" y="1857806"/>
                </a:lnTo>
                <a:lnTo>
                  <a:pt x="2705072" y="1857806"/>
                </a:lnTo>
                <a:lnTo>
                  <a:pt x="2702803" y="1857806"/>
                </a:lnTo>
                <a:lnTo>
                  <a:pt x="2703628" y="1857806"/>
                </a:lnTo>
                <a:lnTo>
                  <a:pt x="2706103" y="1857806"/>
                </a:lnTo>
                <a:lnTo>
                  <a:pt x="2710846" y="1857806"/>
                </a:lnTo>
                <a:lnTo>
                  <a:pt x="2720126" y="1857806"/>
                </a:lnTo>
                <a:lnTo>
                  <a:pt x="2724766" y="1857806"/>
                </a:lnTo>
                <a:lnTo>
                  <a:pt x="2728066" y="1857806"/>
                </a:lnTo>
                <a:lnTo>
                  <a:pt x="2727860" y="1857806"/>
                </a:lnTo>
                <a:lnTo>
                  <a:pt x="2732500" y="1857806"/>
                </a:lnTo>
                <a:lnTo>
                  <a:pt x="2730644" y="1857806"/>
                </a:lnTo>
                <a:lnTo>
                  <a:pt x="2722601" y="1857806"/>
                </a:lnTo>
                <a:lnTo>
                  <a:pt x="2719198" y="1857806"/>
                </a:lnTo>
                <a:lnTo>
                  <a:pt x="2712496" y="1857806"/>
                </a:lnTo>
                <a:lnTo>
                  <a:pt x="2704969" y="1857806"/>
                </a:lnTo>
                <a:lnTo>
                  <a:pt x="2695792" y="1857806"/>
                </a:lnTo>
                <a:lnTo>
                  <a:pt x="2692904" y="1857806"/>
                </a:lnTo>
                <a:lnTo>
                  <a:pt x="2696513" y="1857806"/>
                </a:lnTo>
                <a:lnTo>
                  <a:pt x="2702288" y="1857806"/>
                </a:lnTo>
                <a:lnTo>
                  <a:pt x="2706928" y="1857806"/>
                </a:lnTo>
                <a:lnTo>
                  <a:pt x="2708990" y="1857806"/>
                </a:lnTo>
                <a:lnTo>
                  <a:pt x="2704969" y="1857806"/>
                </a:lnTo>
                <a:lnTo>
                  <a:pt x="2709093" y="1857806"/>
                </a:lnTo>
                <a:lnTo>
                  <a:pt x="2717548" y="1857806"/>
                </a:lnTo>
                <a:lnTo>
                  <a:pt x="2730953" y="1857806"/>
                </a:lnTo>
                <a:lnTo>
                  <a:pt x="2736728" y="1857806"/>
                </a:lnTo>
                <a:lnTo>
                  <a:pt x="2741471" y="1857806"/>
                </a:lnTo>
                <a:lnTo>
                  <a:pt x="2750029" y="1857806"/>
                </a:lnTo>
                <a:lnTo>
                  <a:pt x="2758897" y="1857806"/>
                </a:lnTo>
                <a:lnTo>
                  <a:pt x="2764671" y="1857806"/>
                </a:lnTo>
                <a:lnTo>
                  <a:pt x="2776426" y="1857806"/>
                </a:lnTo>
                <a:lnTo>
                  <a:pt x="2792202" y="1857806"/>
                </a:lnTo>
                <a:lnTo>
                  <a:pt x="2800142" y="1857806"/>
                </a:lnTo>
                <a:lnTo>
                  <a:pt x="2816846" y="1857806"/>
                </a:lnTo>
                <a:lnTo>
                  <a:pt x="2825096" y="1857806"/>
                </a:lnTo>
                <a:lnTo>
                  <a:pt x="2823549" y="1857806"/>
                </a:lnTo>
                <a:lnTo>
                  <a:pt x="2814475" y="1857806"/>
                </a:lnTo>
                <a:lnTo>
                  <a:pt x="2804267" y="1857806"/>
                </a:lnTo>
                <a:lnTo>
                  <a:pt x="2792306" y="1857806"/>
                </a:lnTo>
                <a:lnTo>
                  <a:pt x="2787253" y="1857806"/>
                </a:lnTo>
                <a:lnTo>
                  <a:pt x="2785500" y="1857806"/>
                </a:lnTo>
                <a:lnTo>
                  <a:pt x="2788387" y="1857806"/>
                </a:lnTo>
                <a:lnTo>
                  <a:pt x="2790346" y="1857806"/>
                </a:lnTo>
                <a:lnTo>
                  <a:pt x="2798080" y="1857806"/>
                </a:lnTo>
                <a:lnTo>
                  <a:pt x="2804988" y="1857806"/>
                </a:lnTo>
                <a:lnTo>
                  <a:pt x="2805813" y="1857806"/>
                </a:lnTo>
                <a:lnTo>
                  <a:pt x="2808288" y="1857806"/>
                </a:lnTo>
                <a:lnTo>
                  <a:pt x="2812413" y="1857806"/>
                </a:lnTo>
                <a:lnTo>
                  <a:pt x="2812309" y="1857806"/>
                </a:lnTo>
                <a:lnTo>
                  <a:pt x="2808082" y="1857806"/>
                </a:lnTo>
                <a:lnTo>
                  <a:pt x="2797461" y="1857806"/>
                </a:lnTo>
                <a:lnTo>
                  <a:pt x="2792409" y="1857806"/>
                </a:lnTo>
                <a:lnTo>
                  <a:pt x="2784881" y="1857806"/>
                </a:lnTo>
                <a:lnTo>
                  <a:pt x="2786428" y="1857806"/>
                </a:lnTo>
                <a:lnTo>
                  <a:pt x="2790862" y="1857806"/>
                </a:lnTo>
                <a:lnTo>
                  <a:pt x="2797667" y="1857806"/>
                </a:lnTo>
                <a:lnTo>
                  <a:pt x="2803442" y="1857806"/>
                </a:lnTo>
                <a:lnTo>
                  <a:pt x="2811897" y="1857806"/>
                </a:lnTo>
                <a:lnTo>
                  <a:pt x="2816743" y="1857806"/>
                </a:lnTo>
                <a:lnTo>
                  <a:pt x="2815609" y="1857806"/>
                </a:lnTo>
                <a:lnTo>
                  <a:pt x="2816950" y="1857806"/>
                </a:lnTo>
                <a:lnTo>
                  <a:pt x="2822827" y="1857806"/>
                </a:lnTo>
                <a:lnTo>
                  <a:pt x="2845718" y="1857806"/>
                </a:lnTo>
                <a:lnTo>
                  <a:pt x="2850255" y="1857806"/>
                </a:lnTo>
                <a:lnTo>
                  <a:pt x="2855101" y="1857806"/>
                </a:lnTo>
                <a:lnTo>
                  <a:pt x="2856648" y="1857806"/>
                </a:lnTo>
                <a:lnTo>
                  <a:pt x="2856133" y="1857806"/>
                </a:lnTo>
                <a:lnTo>
                  <a:pt x="2851080" y="1857806"/>
                </a:lnTo>
                <a:lnTo>
                  <a:pt x="2839222" y="1857806"/>
                </a:lnTo>
                <a:lnTo>
                  <a:pt x="2836541" y="1857806"/>
                </a:lnTo>
                <a:lnTo>
                  <a:pt x="2837572" y="1857806"/>
                </a:lnTo>
                <a:lnTo>
                  <a:pt x="2832004" y="1857806"/>
                </a:lnTo>
                <a:lnTo>
                  <a:pt x="2839738" y="1857806"/>
                </a:lnTo>
                <a:lnTo>
                  <a:pt x="2846440" y="1857806"/>
                </a:lnTo>
                <a:lnTo>
                  <a:pt x="2850977" y="1857806"/>
                </a:lnTo>
                <a:lnTo>
                  <a:pt x="2851080" y="1857806"/>
                </a:lnTo>
                <a:lnTo>
                  <a:pt x="2852524" y="1857806"/>
                </a:lnTo>
                <a:lnTo>
                  <a:pt x="2856133" y="1857806"/>
                </a:lnTo>
                <a:lnTo>
                  <a:pt x="2868094" y="1857806"/>
                </a:lnTo>
                <a:lnTo>
                  <a:pt x="2879746" y="1857806"/>
                </a:lnTo>
                <a:lnTo>
                  <a:pt x="2885314" y="1857806"/>
                </a:lnTo>
                <a:lnTo>
                  <a:pt x="2887376" y="1857806"/>
                </a:lnTo>
                <a:lnTo>
                  <a:pt x="2888201" y="1857806"/>
                </a:lnTo>
                <a:lnTo>
                  <a:pt x="2873662" y="1857806"/>
                </a:lnTo>
                <a:lnTo>
                  <a:pt x="2873249" y="1857806"/>
                </a:lnTo>
                <a:lnTo>
                  <a:pt x="2867166" y="1857806"/>
                </a:lnTo>
                <a:lnTo>
                  <a:pt x="2867063" y="1857806"/>
                </a:lnTo>
                <a:lnTo>
                  <a:pt x="2876137" y="1857806"/>
                </a:lnTo>
                <a:lnTo>
                  <a:pt x="2877993" y="1857806"/>
                </a:lnTo>
                <a:lnTo>
                  <a:pt x="2883148" y="1857806"/>
                </a:lnTo>
                <a:lnTo>
                  <a:pt x="2893563" y="1857806"/>
                </a:lnTo>
                <a:lnTo>
                  <a:pt x="2900574" y="1857806"/>
                </a:lnTo>
                <a:lnTo>
                  <a:pt x="2908411" y="1857806"/>
                </a:lnTo>
                <a:lnTo>
                  <a:pt x="2910267" y="1857806"/>
                </a:lnTo>
                <a:lnTo>
                  <a:pt x="2910164" y="1857806"/>
                </a:lnTo>
                <a:lnTo>
                  <a:pt x="2913360" y="1857806"/>
                </a:lnTo>
                <a:lnTo>
                  <a:pt x="2921300" y="1857806"/>
                </a:lnTo>
                <a:lnTo>
                  <a:pt x="2918825" y="1857806"/>
                </a:lnTo>
                <a:lnTo>
                  <a:pt x="2916866" y="1857806"/>
                </a:lnTo>
                <a:lnTo>
                  <a:pt x="2919857" y="1857806"/>
                </a:lnTo>
                <a:lnTo>
                  <a:pt x="2921609" y="1857806"/>
                </a:lnTo>
                <a:lnTo>
                  <a:pt x="2924703" y="1857806"/>
                </a:lnTo>
                <a:lnTo>
                  <a:pt x="2933158" y="1857806"/>
                </a:lnTo>
                <a:lnTo>
                  <a:pt x="2935220" y="1857806"/>
                </a:lnTo>
                <a:lnTo>
                  <a:pt x="2936252" y="1857806"/>
                </a:lnTo>
                <a:lnTo>
                  <a:pt x="2940479" y="1857806"/>
                </a:lnTo>
                <a:lnTo>
                  <a:pt x="2946150" y="1857806"/>
                </a:lnTo>
                <a:lnTo>
                  <a:pt x="2953884" y="1857806"/>
                </a:lnTo>
                <a:lnTo>
                  <a:pt x="2953471" y="1857806"/>
                </a:lnTo>
                <a:lnTo>
                  <a:pt x="2956359" y="1857806"/>
                </a:lnTo>
                <a:lnTo>
                  <a:pt x="2957287" y="1857806"/>
                </a:lnTo>
                <a:lnTo>
                  <a:pt x="2962133" y="1857806"/>
                </a:lnTo>
                <a:lnTo>
                  <a:pt x="2963164" y="1857806"/>
                </a:lnTo>
                <a:lnTo>
                  <a:pt x="2959246" y="1857806"/>
                </a:lnTo>
                <a:lnTo>
                  <a:pt x="2957287" y="1857806"/>
                </a:lnTo>
                <a:lnTo>
                  <a:pt x="2963989" y="1857806"/>
                </a:lnTo>
                <a:lnTo>
                  <a:pt x="2970691" y="1857806"/>
                </a:lnTo>
                <a:lnTo>
                  <a:pt x="2975228" y="1857806"/>
                </a:lnTo>
                <a:lnTo>
                  <a:pt x="2978322" y="1857806"/>
                </a:lnTo>
                <a:lnTo>
                  <a:pt x="2982549" y="1857806"/>
                </a:lnTo>
                <a:lnTo>
                  <a:pt x="2985024" y="1857806"/>
                </a:lnTo>
                <a:lnTo>
                  <a:pt x="2993273" y="1857806"/>
                </a:lnTo>
                <a:lnTo>
                  <a:pt x="3001419" y="1857806"/>
                </a:lnTo>
                <a:lnTo>
                  <a:pt x="3010493" y="1857806"/>
                </a:lnTo>
                <a:lnTo>
                  <a:pt x="3021732" y="1857806"/>
                </a:lnTo>
                <a:lnTo>
                  <a:pt x="3032250" y="1857806"/>
                </a:lnTo>
                <a:lnTo>
                  <a:pt x="3030497" y="1857806"/>
                </a:lnTo>
                <a:lnTo>
                  <a:pt x="3031734" y="1857806"/>
                </a:lnTo>
                <a:lnTo>
                  <a:pt x="3044830" y="1857806"/>
                </a:lnTo>
                <a:lnTo>
                  <a:pt x="3055450" y="1857806"/>
                </a:lnTo>
                <a:lnTo>
                  <a:pt x="3065040" y="1857806"/>
                </a:lnTo>
                <a:lnTo>
                  <a:pt x="3085044" y="1857806"/>
                </a:lnTo>
                <a:lnTo>
                  <a:pt x="3102058" y="1857806"/>
                </a:lnTo>
                <a:lnTo>
                  <a:pt x="3109585" y="1857806"/>
                </a:lnTo>
                <a:lnTo>
                  <a:pt x="3124227" y="1857806"/>
                </a:lnTo>
                <a:lnTo>
                  <a:pt x="3133507" y="1857806"/>
                </a:lnTo>
                <a:lnTo>
                  <a:pt x="3146396" y="1857806"/>
                </a:lnTo>
                <a:lnTo>
                  <a:pt x="3176505" y="1857806"/>
                </a:lnTo>
                <a:lnTo>
                  <a:pt x="3178464" y="1857806"/>
                </a:lnTo>
                <a:lnTo>
                  <a:pt x="3174443" y="1857806"/>
                </a:lnTo>
                <a:lnTo>
                  <a:pt x="3170731" y="1857806"/>
                </a:lnTo>
                <a:lnTo>
                  <a:pt x="3166194" y="1857806"/>
                </a:lnTo>
                <a:lnTo>
                  <a:pt x="3165060" y="1857806"/>
                </a:lnTo>
                <a:lnTo>
                  <a:pt x="3169494" y="1857806"/>
                </a:lnTo>
                <a:lnTo>
                  <a:pt x="3173927" y="1857806"/>
                </a:lnTo>
                <a:lnTo>
                  <a:pt x="3178774" y="1857806"/>
                </a:lnTo>
                <a:lnTo>
                  <a:pt x="3184239" y="1857806"/>
                </a:lnTo>
                <a:lnTo>
                  <a:pt x="3184651" y="1857806"/>
                </a:lnTo>
                <a:lnTo>
                  <a:pt x="3181352" y="1857806"/>
                </a:lnTo>
                <a:lnTo>
                  <a:pt x="3175783" y="1857806"/>
                </a:lnTo>
                <a:lnTo>
                  <a:pt x="3175990" y="1857806"/>
                </a:lnTo>
                <a:lnTo>
                  <a:pt x="3180424" y="1857806"/>
                </a:lnTo>
                <a:lnTo>
                  <a:pt x="3187332" y="1857806"/>
                </a:lnTo>
                <a:lnTo>
                  <a:pt x="3194859" y="1857806"/>
                </a:lnTo>
                <a:lnTo>
                  <a:pt x="3199500" y="1857806"/>
                </a:lnTo>
                <a:lnTo>
                  <a:pt x="3200221" y="1857806"/>
                </a:lnTo>
                <a:lnTo>
                  <a:pt x="3207130" y="1857806"/>
                </a:lnTo>
                <a:lnTo>
                  <a:pt x="3217338" y="1857806"/>
                </a:lnTo>
                <a:lnTo>
                  <a:pt x="3223525" y="1857806"/>
                </a:lnTo>
                <a:lnTo>
                  <a:pt x="3267039" y="1857806"/>
                </a:lnTo>
                <a:lnTo>
                  <a:pt x="3278072" y="1857806"/>
                </a:lnTo>
                <a:lnTo>
                  <a:pt x="3279103" y="1857806"/>
                </a:lnTo>
                <a:lnTo>
                  <a:pt x="3283331" y="1857806"/>
                </a:lnTo>
                <a:lnTo>
                  <a:pt x="3285599" y="1857806"/>
                </a:lnTo>
                <a:lnTo>
                  <a:pt x="3285187" y="1857806"/>
                </a:lnTo>
                <a:lnTo>
                  <a:pt x="3288692" y="1857806"/>
                </a:lnTo>
                <a:lnTo>
                  <a:pt x="3300344" y="1857806"/>
                </a:lnTo>
                <a:lnTo>
                  <a:pt x="3308387" y="1857806"/>
                </a:lnTo>
                <a:lnTo>
                  <a:pt x="3319523" y="1857806"/>
                </a:lnTo>
                <a:lnTo>
                  <a:pt x="3321689" y="1857806"/>
                </a:lnTo>
                <a:lnTo>
                  <a:pt x="3326535" y="1857806"/>
                </a:lnTo>
                <a:lnTo>
                  <a:pt x="3328082" y="1857806"/>
                </a:lnTo>
                <a:lnTo>
                  <a:pt x="3325813" y="1857806"/>
                </a:lnTo>
                <a:lnTo>
                  <a:pt x="3324266" y="1857806"/>
                </a:lnTo>
                <a:lnTo>
                  <a:pt x="3326741" y="1857806"/>
                </a:lnTo>
                <a:lnTo>
                  <a:pt x="3339733" y="1857806"/>
                </a:lnTo>
                <a:lnTo>
                  <a:pt x="3348601" y="1857806"/>
                </a:lnTo>
                <a:lnTo>
                  <a:pt x="3344374" y="1857806"/>
                </a:lnTo>
                <a:lnTo>
                  <a:pt x="3338805" y="1857806"/>
                </a:lnTo>
                <a:lnTo>
                  <a:pt x="3329422" y="1857806"/>
                </a:lnTo>
                <a:lnTo>
                  <a:pt x="3323442" y="1857806"/>
                </a:lnTo>
                <a:lnTo>
                  <a:pt x="3333134" y="1857806"/>
                </a:lnTo>
                <a:lnTo>
                  <a:pt x="3333031" y="1857806"/>
                </a:lnTo>
                <a:lnTo>
                  <a:pt x="3323751" y="1857806"/>
                </a:lnTo>
                <a:lnTo>
                  <a:pt x="3310965" y="1857806"/>
                </a:lnTo>
                <a:lnTo>
                  <a:pt x="3300138" y="1857806"/>
                </a:lnTo>
                <a:lnTo>
                  <a:pt x="3308387" y="1857806"/>
                </a:lnTo>
                <a:lnTo>
                  <a:pt x="3324988" y="1857806"/>
                </a:lnTo>
                <a:lnTo>
                  <a:pt x="3334268" y="1857806"/>
                </a:lnTo>
                <a:lnTo>
                  <a:pt x="3335093" y="1857806"/>
                </a:lnTo>
                <a:lnTo>
                  <a:pt x="3339630" y="1857806"/>
                </a:lnTo>
                <a:lnTo>
                  <a:pt x="3342414" y="1857806"/>
                </a:lnTo>
                <a:lnTo>
                  <a:pt x="3343239" y="1857806"/>
                </a:lnTo>
                <a:lnTo>
                  <a:pt x="3347570" y="1857806"/>
                </a:lnTo>
                <a:lnTo>
                  <a:pt x="3357778" y="1857806"/>
                </a:lnTo>
                <a:lnTo>
                  <a:pt x="3371699" y="1857806"/>
                </a:lnTo>
                <a:lnTo>
                  <a:pt x="3378195" y="1857806"/>
                </a:lnTo>
                <a:lnTo>
                  <a:pt x="3384691" y="1857806"/>
                </a:lnTo>
                <a:lnTo>
                  <a:pt x="3390981" y="1857806"/>
                </a:lnTo>
                <a:lnTo>
                  <a:pt x="3378092" y="1857806"/>
                </a:lnTo>
                <a:lnTo>
                  <a:pt x="3379123" y="1857806"/>
                </a:lnTo>
                <a:lnTo>
                  <a:pt x="3381494" y="1857806"/>
                </a:lnTo>
                <a:lnTo>
                  <a:pt x="3396961" y="1857806"/>
                </a:lnTo>
                <a:lnTo>
                  <a:pt x="3405417" y="1857806"/>
                </a:lnTo>
                <a:lnTo>
                  <a:pt x="3410985" y="1857806"/>
                </a:lnTo>
                <a:lnTo>
                  <a:pt x="3423152" y="1857806"/>
                </a:lnTo>
                <a:lnTo>
                  <a:pt x="3427792" y="1857806"/>
                </a:lnTo>
                <a:lnTo>
                  <a:pt x="3427070" y="1857806"/>
                </a:lnTo>
                <a:lnTo>
                  <a:pt x="3428411" y="1857806"/>
                </a:lnTo>
                <a:lnTo>
                  <a:pt x="3433463" y="1857806"/>
                </a:lnTo>
                <a:lnTo>
                  <a:pt x="3440063" y="1857806"/>
                </a:lnTo>
                <a:lnTo>
                  <a:pt x="3444290" y="1857806"/>
                </a:lnTo>
                <a:lnTo>
                  <a:pt x="3453570" y="1857806"/>
                </a:lnTo>
                <a:lnTo>
                  <a:pt x="3456767" y="1857806"/>
                </a:lnTo>
                <a:lnTo>
                  <a:pt x="3455220" y="1857806"/>
                </a:lnTo>
                <a:lnTo>
                  <a:pt x="3454292" y="1857806"/>
                </a:lnTo>
                <a:lnTo>
                  <a:pt x="3462851" y="1857806"/>
                </a:lnTo>
                <a:lnTo>
                  <a:pt x="3469656" y="1857806"/>
                </a:lnTo>
                <a:lnTo>
                  <a:pt x="3470378" y="1857806"/>
                </a:lnTo>
                <a:lnTo>
                  <a:pt x="3469347" y="1857806"/>
                </a:lnTo>
                <a:lnTo>
                  <a:pt x="3472028" y="1857806"/>
                </a:lnTo>
                <a:lnTo>
                  <a:pt x="3489969" y="1857806"/>
                </a:lnTo>
                <a:lnTo>
                  <a:pt x="3494609" y="1857806"/>
                </a:lnTo>
                <a:lnTo>
                  <a:pt x="3497394" y="1857806"/>
                </a:lnTo>
                <a:lnTo>
                  <a:pt x="3499662" y="1857806"/>
                </a:lnTo>
                <a:lnTo>
                  <a:pt x="3502549" y="1857806"/>
                </a:lnTo>
                <a:lnTo>
                  <a:pt x="3512448" y="1857806"/>
                </a:lnTo>
                <a:lnTo>
                  <a:pt x="3542145" y="1857806"/>
                </a:lnTo>
                <a:lnTo>
                  <a:pt x="3558849" y="1857806"/>
                </a:lnTo>
                <a:lnTo>
                  <a:pt x="3565964" y="1857806"/>
                </a:lnTo>
                <a:lnTo>
                  <a:pt x="3576997" y="1857806"/>
                </a:lnTo>
                <a:lnTo>
                  <a:pt x="3589164" y="1857806"/>
                </a:lnTo>
                <a:lnTo>
                  <a:pt x="3596485" y="1857806"/>
                </a:lnTo>
                <a:lnTo>
                  <a:pt x="3608756" y="1857806"/>
                </a:lnTo>
                <a:lnTo>
                  <a:pt x="3612777" y="1857806"/>
                </a:lnTo>
                <a:lnTo>
                  <a:pt x="3615974" y="1857806"/>
                </a:lnTo>
                <a:lnTo>
                  <a:pt x="3623089" y="1857806"/>
                </a:lnTo>
                <a:lnTo>
                  <a:pt x="3630616" y="1857806"/>
                </a:lnTo>
                <a:lnTo>
                  <a:pt x="3640102" y="1857806"/>
                </a:lnTo>
                <a:lnTo>
                  <a:pt x="3643917" y="1857806"/>
                </a:lnTo>
                <a:lnTo>
                  <a:pt x="3635359" y="1857806"/>
                </a:lnTo>
                <a:lnTo>
                  <a:pt x="3635875" y="1857806"/>
                </a:lnTo>
                <a:lnTo>
                  <a:pt x="3635359" y="1857806"/>
                </a:lnTo>
                <a:lnTo>
                  <a:pt x="3636906" y="1857806"/>
                </a:lnTo>
                <a:lnTo>
                  <a:pt x="3639896" y="1857806"/>
                </a:lnTo>
                <a:lnTo>
                  <a:pt x="3619376" y="1856980"/>
                </a:lnTo>
                <a:lnTo>
                  <a:pt x="3599063" y="1854503"/>
                </a:lnTo>
                <a:lnTo>
                  <a:pt x="3584215" y="1857806"/>
                </a:lnTo>
                <a:lnTo>
                  <a:pt x="3577925" y="1855225"/>
                </a:lnTo>
                <a:lnTo>
                  <a:pt x="3564726" y="1842221"/>
                </a:lnTo>
                <a:lnTo>
                  <a:pt x="3552044" y="1837370"/>
                </a:lnTo>
                <a:lnTo>
                  <a:pt x="3551012" y="1834170"/>
                </a:lnTo>
                <a:lnTo>
                  <a:pt x="3566479" y="1824881"/>
                </a:lnTo>
                <a:lnTo>
                  <a:pt x="3572357" y="1826429"/>
                </a:lnTo>
                <a:lnTo>
                  <a:pt x="3581328" y="1835202"/>
                </a:lnTo>
                <a:lnTo>
                  <a:pt x="3586380" y="1838299"/>
                </a:lnTo>
                <a:lnTo>
                  <a:pt x="3590814" y="1837679"/>
                </a:lnTo>
                <a:lnTo>
                  <a:pt x="3593598" y="1830867"/>
                </a:lnTo>
                <a:lnTo>
                  <a:pt x="3597516" y="1827255"/>
                </a:lnTo>
                <a:lnTo>
                  <a:pt x="3604837" y="1829319"/>
                </a:lnTo>
                <a:lnTo>
                  <a:pt x="3627832" y="1844079"/>
                </a:lnTo>
                <a:lnTo>
                  <a:pt x="3640824" y="1857806"/>
                </a:lnTo>
                <a:lnTo>
                  <a:pt x="3647423" y="1854606"/>
                </a:lnTo>
                <a:lnTo>
                  <a:pt x="3658766" y="1846556"/>
                </a:lnTo>
                <a:lnTo>
                  <a:pt x="3669489" y="1848207"/>
                </a:lnTo>
                <a:lnTo>
                  <a:pt x="3676089" y="1852955"/>
                </a:lnTo>
                <a:lnTo>
                  <a:pt x="3685266" y="1857806"/>
                </a:lnTo>
                <a:lnTo>
                  <a:pt x="3692587" y="1857806"/>
                </a:lnTo>
                <a:lnTo>
                  <a:pt x="3710219" y="1857806"/>
                </a:lnTo>
                <a:lnTo>
                  <a:pt x="3719190" y="1857806"/>
                </a:lnTo>
                <a:lnTo>
                  <a:pt x="3728470" y="1857806"/>
                </a:lnTo>
                <a:lnTo>
                  <a:pt x="3740947" y="1857806"/>
                </a:lnTo>
                <a:lnTo>
                  <a:pt x="3766725" y="1857806"/>
                </a:lnTo>
                <a:lnTo>
                  <a:pt x="3790957" y="1857806"/>
                </a:lnTo>
                <a:lnTo>
                  <a:pt x="3801062" y="1857806"/>
                </a:lnTo>
                <a:lnTo>
                  <a:pt x="3812817" y="1857806"/>
                </a:lnTo>
                <a:lnTo>
                  <a:pt x="3819622" y="1857806"/>
                </a:lnTo>
                <a:lnTo>
                  <a:pt x="3832099" y="1857806"/>
                </a:lnTo>
                <a:lnTo>
                  <a:pt x="3851897" y="1857806"/>
                </a:lnTo>
                <a:lnTo>
                  <a:pt x="3860764" y="1857806"/>
                </a:lnTo>
                <a:lnTo>
                  <a:pt x="3864786" y="1857806"/>
                </a:lnTo>
                <a:lnTo>
                  <a:pt x="3882831" y="1857806"/>
                </a:lnTo>
                <a:lnTo>
                  <a:pt x="3902216" y="1857806"/>
                </a:lnTo>
                <a:lnTo>
                  <a:pt x="3916033" y="1857806"/>
                </a:lnTo>
                <a:lnTo>
                  <a:pt x="3936346" y="1857806"/>
                </a:lnTo>
                <a:lnTo>
                  <a:pt x="3950473" y="1857806"/>
                </a:lnTo>
                <a:lnTo>
                  <a:pt x="3960990" y="1857806"/>
                </a:lnTo>
                <a:lnTo>
                  <a:pt x="3970992" y="1857806"/>
                </a:lnTo>
                <a:lnTo>
                  <a:pt x="3974808" y="1857806"/>
                </a:lnTo>
                <a:lnTo>
                  <a:pt x="3966765" y="1857806"/>
                </a:lnTo>
                <a:lnTo>
                  <a:pt x="3965734" y="1857806"/>
                </a:lnTo>
                <a:lnTo>
                  <a:pt x="3972127" y="1857806"/>
                </a:lnTo>
                <a:lnTo>
                  <a:pt x="3971405" y="1857806"/>
                </a:lnTo>
                <a:lnTo>
                  <a:pt x="3962640" y="1857806"/>
                </a:lnTo>
                <a:lnTo>
                  <a:pt x="3952226" y="1857806"/>
                </a:lnTo>
                <a:lnTo>
                  <a:pt x="3952329" y="1857806"/>
                </a:lnTo>
                <a:lnTo>
                  <a:pt x="3956453" y="1857806"/>
                </a:lnTo>
                <a:lnTo>
                  <a:pt x="3961300" y="1857806"/>
                </a:lnTo>
                <a:lnTo>
                  <a:pt x="3968105" y="1857806"/>
                </a:lnTo>
                <a:lnTo>
                  <a:pt x="3976457" y="1857806"/>
                </a:lnTo>
                <a:lnTo>
                  <a:pt x="3983675" y="1857806"/>
                </a:lnTo>
                <a:lnTo>
                  <a:pt x="3986047" y="1857806"/>
                </a:lnTo>
                <a:lnTo>
                  <a:pt x="3991306" y="1857806"/>
                </a:lnTo>
                <a:lnTo>
                  <a:pt x="4002751" y="1857806"/>
                </a:lnTo>
                <a:lnTo>
                  <a:pt x="4009763" y="1857806"/>
                </a:lnTo>
                <a:lnTo>
                  <a:pt x="4016775" y="1857806"/>
                </a:lnTo>
                <a:lnTo>
                  <a:pt x="4012959" y="1857806"/>
                </a:lnTo>
                <a:lnTo>
                  <a:pt x="4008629" y="1857806"/>
                </a:lnTo>
                <a:lnTo>
                  <a:pt x="4010691" y="1857806"/>
                </a:lnTo>
                <a:lnTo>
                  <a:pt x="4028530" y="1857806"/>
                </a:lnTo>
                <a:lnTo>
                  <a:pt x="4038532" y="1857806"/>
                </a:lnTo>
                <a:lnTo>
                  <a:pt x="4045749" y="1857806"/>
                </a:lnTo>
                <a:lnTo>
                  <a:pt x="4056989" y="1857806"/>
                </a:lnTo>
                <a:lnTo>
                  <a:pt x="4069053" y="1857806"/>
                </a:lnTo>
                <a:lnTo>
                  <a:pt x="4075343" y="1857806"/>
                </a:lnTo>
                <a:lnTo>
                  <a:pt x="4080499" y="1857806"/>
                </a:lnTo>
                <a:lnTo>
                  <a:pt x="4038222" y="1857806"/>
                </a:lnTo>
                <a:lnTo>
                  <a:pt x="4036263" y="1857806"/>
                </a:lnTo>
                <a:lnTo>
                  <a:pt x="4041934" y="1857806"/>
                </a:lnTo>
                <a:lnTo>
                  <a:pt x="4044100" y="1857806"/>
                </a:lnTo>
                <a:lnTo>
                  <a:pt x="4030386" y="1857806"/>
                </a:lnTo>
                <a:lnTo>
                  <a:pt x="4025333" y="1857806"/>
                </a:lnTo>
                <a:lnTo>
                  <a:pt x="4020487" y="1857806"/>
                </a:lnTo>
                <a:lnTo>
                  <a:pt x="4013166" y="1857806"/>
                </a:lnTo>
                <a:lnTo>
                  <a:pt x="4006773" y="1857806"/>
                </a:lnTo>
                <a:lnTo>
                  <a:pt x="3999967" y="1857806"/>
                </a:lnTo>
                <a:lnTo>
                  <a:pt x="3975323" y="1857806"/>
                </a:lnTo>
                <a:lnTo>
                  <a:pt x="3975529" y="1857806"/>
                </a:lnTo>
                <a:lnTo>
                  <a:pt x="3981819" y="1857806"/>
                </a:lnTo>
                <a:lnTo>
                  <a:pt x="3978107" y="1857806"/>
                </a:lnTo>
                <a:lnTo>
                  <a:pt x="3970786" y="1857806"/>
                </a:lnTo>
                <a:lnTo>
                  <a:pt x="3962846" y="1857806"/>
                </a:lnTo>
                <a:lnTo>
                  <a:pt x="3956557" y="1857806"/>
                </a:lnTo>
                <a:lnTo>
                  <a:pt x="3935315" y="1857806"/>
                </a:lnTo>
                <a:lnTo>
                  <a:pt x="3928510" y="1857806"/>
                </a:lnTo>
                <a:lnTo>
                  <a:pt x="3921498" y="1857806"/>
                </a:lnTo>
                <a:lnTo>
                  <a:pt x="3923870" y="1857806"/>
                </a:lnTo>
                <a:lnTo>
                  <a:pt x="3926448" y="1857806"/>
                </a:lnTo>
                <a:lnTo>
                  <a:pt x="3934490" y="1857806"/>
                </a:lnTo>
                <a:lnTo>
                  <a:pt x="3965631" y="1857806"/>
                </a:lnTo>
                <a:lnTo>
                  <a:pt x="3979757" y="1857806"/>
                </a:lnTo>
                <a:lnTo>
                  <a:pt x="4003989" y="1857806"/>
                </a:lnTo>
                <a:lnTo>
                  <a:pt x="4009557" y="1857806"/>
                </a:lnTo>
                <a:lnTo>
                  <a:pt x="4012856" y="1857806"/>
                </a:lnTo>
                <a:lnTo>
                  <a:pt x="4030489" y="1857806"/>
                </a:lnTo>
                <a:lnTo>
                  <a:pt x="4043069" y="1857806"/>
                </a:lnTo>
                <a:lnTo>
                  <a:pt x="4046678" y="1857806"/>
                </a:lnTo>
                <a:lnTo>
                  <a:pt x="4049255" y="1857806"/>
                </a:lnTo>
                <a:lnTo>
                  <a:pt x="4052452" y="1857806"/>
                </a:lnTo>
                <a:lnTo>
                  <a:pt x="4055545" y="1857806"/>
                </a:lnTo>
                <a:lnTo>
                  <a:pt x="4055030" y="1857806"/>
                </a:lnTo>
                <a:lnTo>
                  <a:pt x="4053689" y="1857806"/>
                </a:lnTo>
                <a:lnTo>
                  <a:pt x="4054823" y="1857806"/>
                </a:lnTo>
                <a:lnTo>
                  <a:pt x="4063794" y="1857806"/>
                </a:lnTo>
                <a:lnTo>
                  <a:pt x="4078024" y="1857806"/>
                </a:lnTo>
                <a:lnTo>
                  <a:pt x="4086170" y="1857806"/>
                </a:lnTo>
                <a:lnTo>
                  <a:pt x="4095244" y="1857806"/>
                </a:lnTo>
                <a:lnTo>
                  <a:pt x="4103390" y="1857806"/>
                </a:lnTo>
                <a:lnTo>
                  <a:pt x="4116794" y="1857806"/>
                </a:lnTo>
                <a:lnTo>
                  <a:pt x="4140201" y="1857806"/>
                </a:lnTo>
                <a:lnTo>
                  <a:pt x="4158555" y="1857806"/>
                </a:lnTo>
                <a:lnTo>
                  <a:pt x="4180106" y="1857806"/>
                </a:lnTo>
                <a:lnTo>
                  <a:pt x="4196501" y="1857806"/>
                </a:lnTo>
                <a:lnTo>
                  <a:pt x="4214340" y="1857806"/>
                </a:lnTo>
                <a:lnTo>
                  <a:pt x="4241252" y="1857806"/>
                </a:lnTo>
                <a:lnTo>
                  <a:pt x="4253626" y="1857806"/>
                </a:lnTo>
                <a:lnTo>
                  <a:pt x="4273630" y="1857806"/>
                </a:lnTo>
                <a:lnTo>
                  <a:pt x="4293221" y="1857806"/>
                </a:lnTo>
                <a:lnTo>
                  <a:pt x="4303532" y="1857806"/>
                </a:lnTo>
                <a:lnTo>
                  <a:pt x="4307141" y="1857806"/>
                </a:lnTo>
                <a:lnTo>
                  <a:pt x="4308069" y="1857806"/>
                </a:lnTo>
                <a:lnTo>
                  <a:pt x="4317762" y="1857806"/>
                </a:lnTo>
                <a:lnTo>
                  <a:pt x="4337663" y="1857806"/>
                </a:lnTo>
                <a:lnTo>
                  <a:pt x="4363338" y="1857806"/>
                </a:lnTo>
                <a:lnTo>
                  <a:pt x="4384476" y="1857806"/>
                </a:lnTo>
                <a:lnTo>
                  <a:pt x="4389735" y="1857806"/>
                </a:lnTo>
                <a:lnTo>
                  <a:pt x="4399015" y="1857806"/>
                </a:lnTo>
                <a:lnTo>
                  <a:pt x="4416957" y="1857806"/>
                </a:lnTo>
                <a:lnTo>
                  <a:pt x="4447994" y="1857806"/>
                </a:lnTo>
                <a:lnTo>
                  <a:pt x="4462121" y="1857806"/>
                </a:lnTo>
                <a:lnTo>
                  <a:pt x="4480887" y="1857806"/>
                </a:lnTo>
                <a:lnTo>
                  <a:pt x="4489755" y="1857806"/>
                </a:lnTo>
                <a:lnTo>
                  <a:pt x="4494911" y="1857806"/>
                </a:lnTo>
                <a:lnTo>
                  <a:pt x="4520998" y="1857806"/>
                </a:lnTo>
                <a:lnTo>
                  <a:pt x="4528422" y="1857806"/>
                </a:lnTo>
                <a:lnTo>
                  <a:pt x="4535125" y="1857806"/>
                </a:lnTo>
                <a:lnTo>
                  <a:pt x="4540899" y="1857806"/>
                </a:lnTo>
                <a:lnTo>
                  <a:pt x="4538940" y="1857806"/>
                </a:lnTo>
                <a:lnTo>
                  <a:pt x="4545024" y="1857806"/>
                </a:lnTo>
                <a:lnTo>
                  <a:pt x="4549973" y="1857806"/>
                </a:lnTo>
                <a:lnTo>
                  <a:pt x="4548014" y="1857806"/>
                </a:lnTo>
                <a:lnTo>
                  <a:pt x="4547189" y="1857806"/>
                </a:lnTo>
                <a:lnTo>
                  <a:pt x="4549973" y="1857806"/>
                </a:lnTo>
                <a:lnTo>
                  <a:pt x="4549973" y="1834377"/>
                </a:lnTo>
                <a:lnTo>
                  <a:pt x="4549973" y="1800730"/>
                </a:lnTo>
                <a:lnTo>
                  <a:pt x="4549973" y="1794227"/>
                </a:lnTo>
                <a:lnTo>
                  <a:pt x="4549973" y="1785764"/>
                </a:lnTo>
                <a:lnTo>
                  <a:pt x="4549973" y="1775959"/>
                </a:lnTo>
                <a:lnTo>
                  <a:pt x="4549973" y="1780191"/>
                </a:lnTo>
                <a:lnTo>
                  <a:pt x="4549973" y="1787519"/>
                </a:lnTo>
                <a:lnTo>
                  <a:pt x="4549973" y="1793195"/>
                </a:lnTo>
                <a:lnTo>
                  <a:pt x="4549973" y="1807232"/>
                </a:lnTo>
                <a:lnTo>
                  <a:pt x="4549973" y="1818069"/>
                </a:lnTo>
                <a:lnTo>
                  <a:pt x="4549973" y="1828287"/>
                </a:lnTo>
                <a:lnTo>
                  <a:pt x="4549973" y="1837886"/>
                </a:lnTo>
                <a:lnTo>
                  <a:pt x="4549973" y="1850787"/>
                </a:lnTo>
                <a:lnTo>
                  <a:pt x="4549973" y="1857806"/>
                </a:lnTo>
                <a:close/>
                <a:moveTo>
                  <a:pt x="3411500" y="1857806"/>
                </a:moveTo>
                <a:lnTo>
                  <a:pt x="3420059" y="1857806"/>
                </a:lnTo>
                <a:lnTo>
                  <a:pt x="3423977" y="1857806"/>
                </a:lnTo>
                <a:lnTo>
                  <a:pt x="3426349" y="1857806"/>
                </a:lnTo>
                <a:lnTo>
                  <a:pt x="3426658" y="1857806"/>
                </a:lnTo>
                <a:lnTo>
                  <a:pt x="3416037" y="1857806"/>
                </a:lnTo>
                <a:lnTo>
                  <a:pt x="3396858" y="1857806"/>
                </a:lnTo>
                <a:lnTo>
                  <a:pt x="3377679" y="1857806"/>
                </a:lnTo>
                <a:lnTo>
                  <a:pt x="3372111" y="1857806"/>
                </a:lnTo>
                <a:lnTo>
                  <a:pt x="3368605" y="1857806"/>
                </a:lnTo>
                <a:lnTo>
                  <a:pt x="3371595" y="1857806"/>
                </a:lnTo>
                <a:lnTo>
                  <a:pt x="3378504" y="1857806"/>
                </a:lnTo>
                <a:lnTo>
                  <a:pt x="3384588" y="1857806"/>
                </a:lnTo>
                <a:lnTo>
                  <a:pt x="3383453" y="1857806"/>
                </a:lnTo>
                <a:lnTo>
                  <a:pt x="3379948" y="1855535"/>
                </a:lnTo>
                <a:lnTo>
                  <a:pt x="3390053" y="1843459"/>
                </a:lnTo>
                <a:lnTo>
                  <a:pt x="3394590" y="1840982"/>
                </a:lnTo>
                <a:lnTo>
                  <a:pt x="3399127" y="1840982"/>
                </a:lnTo>
                <a:lnTo>
                  <a:pt x="3403045" y="1849549"/>
                </a:lnTo>
                <a:lnTo>
                  <a:pt x="3403973" y="1857806"/>
                </a:lnTo>
                <a:lnTo>
                  <a:pt x="3408819" y="1857806"/>
                </a:lnTo>
                <a:lnTo>
                  <a:pt x="3411500" y="1857806"/>
                </a:lnTo>
                <a:close/>
                <a:moveTo>
                  <a:pt x="3427998" y="1845007"/>
                </a:moveTo>
                <a:lnTo>
                  <a:pt x="3441712" y="1845833"/>
                </a:lnTo>
                <a:lnTo>
                  <a:pt x="3458314" y="1838092"/>
                </a:lnTo>
                <a:lnTo>
                  <a:pt x="3465944" y="1841292"/>
                </a:lnTo>
                <a:lnTo>
                  <a:pt x="3469656" y="1840673"/>
                </a:lnTo>
                <a:lnTo>
                  <a:pt x="3481823" y="1833345"/>
                </a:lnTo>
                <a:lnTo>
                  <a:pt x="3489660" y="1831280"/>
                </a:lnTo>
                <a:lnTo>
                  <a:pt x="3494919" y="1825810"/>
                </a:lnTo>
                <a:lnTo>
                  <a:pt x="3500384" y="1831693"/>
                </a:lnTo>
                <a:lnTo>
                  <a:pt x="3512345" y="1838505"/>
                </a:lnTo>
                <a:lnTo>
                  <a:pt x="3516057" y="1845730"/>
                </a:lnTo>
                <a:lnTo>
                  <a:pt x="3521110" y="1849033"/>
                </a:lnTo>
                <a:lnTo>
                  <a:pt x="3522862" y="1851303"/>
                </a:lnTo>
                <a:lnTo>
                  <a:pt x="3515541" y="1857806"/>
                </a:lnTo>
                <a:lnTo>
                  <a:pt x="3514613" y="1857806"/>
                </a:lnTo>
                <a:lnTo>
                  <a:pt x="3506777" y="1857806"/>
                </a:lnTo>
                <a:lnTo>
                  <a:pt x="3497394" y="1857806"/>
                </a:lnTo>
                <a:lnTo>
                  <a:pt x="3462232" y="1857806"/>
                </a:lnTo>
                <a:lnTo>
                  <a:pt x="3430679" y="1857806"/>
                </a:lnTo>
                <a:lnTo>
                  <a:pt x="3416965" y="1857806"/>
                </a:lnTo>
                <a:lnTo>
                  <a:pt x="3407788" y="1852232"/>
                </a:lnTo>
                <a:lnTo>
                  <a:pt x="3405932" y="1837679"/>
                </a:lnTo>
                <a:lnTo>
                  <a:pt x="3402220" y="1828390"/>
                </a:lnTo>
                <a:lnTo>
                  <a:pt x="3403870" y="1826017"/>
                </a:lnTo>
                <a:lnTo>
                  <a:pt x="3405726" y="1824778"/>
                </a:lnTo>
                <a:lnTo>
                  <a:pt x="3408201" y="1825088"/>
                </a:lnTo>
                <a:lnTo>
                  <a:pt x="3417687" y="1834996"/>
                </a:lnTo>
                <a:lnTo>
                  <a:pt x="3421915" y="1837783"/>
                </a:lnTo>
                <a:lnTo>
                  <a:pt x="3427998" y="1845007"/>
                </a:lnTo>
                <a:close/>
                <a:moveTo>
                  <a:pt x="4044615" y="1845317"/>
                </a:moveTo>
                <a:lnTo>
                  <a:pt x="4037191" y="1851510"/>
                </a:lnTo>
                <a:lnTo>
                  <a:pt x="4036676" y="1846865"/>
                </a:lnTo>
                <a:lnTo>
                  <a:pt x="4040594" y="1843150"/>
                </a:lnTo>
                <a:lnTo>
                  <a:pt x="4049771" y="1828081"/>
                </a:lnTo>
                <a:lnTo>
                  <a:pt x="4053792" y="1824572"/>
                </a:lnTo>
                <a:lnTo>
                  <a:pt x="4056164" y="1822507"/>
                </a:lnTo>
                <a:lnTo>
                  <a:pt x="4057814" y="1817037"/>
                </a:lnTo>
                <a:lnTo>
                  <a:pt x="4058329" y="1808780"/>
                </a:lnTo>
                <a:lnTo>
                  <a:pt x="4063279" y="1807438"/>
                </a:lnTo>
                <a:lnTo>
                  <a:pt x="4059257" y="1826326"/>
                </a:lnTo>
                <a:lnTo>
                  <a:pt x="4044615" y="1845317"/>
                </a:lnTo>
                <a:close/>
                <a:moveTo>
                  <a:pt x="3631544" y="1837473"/>
                </a:moveTo>
                <a:lnTo>
                  <a:pt x="3629585" y="1839021"/>
                </a:lnTo>
                <a:lnTo>
                  <a:pt x="3621336" y="1823127"/>
                </a:lnTo>
                <a:lnTo>
                  <a:pt x="3623604" y="1818172"/>
                </a:lnTo>
                <a:lnTo>
                  <a:pt x="3620304" y="1810019"/>
                </a:lnTo>
                <a:lnTo>
                  <a:pt x="3625873" y="1809090"/>
                </a:lnTo>
                <a:lnTo>
                  <a:pt x="3630100" y="1803000"/>
                </a:lnTo>
                <a:lnTo>
                  <a:pt x="3631544" y="1805994"/>
                </a:lnTo>
                <a:lnTo>
                  <a:pt x="3631956" y="1817140"/>
                </a:lnTo>
                <a:lnTo>
                  <a:pt x="3635256" y="1823643"/>
                </a:lnTo>
                <a:lnTo>
                  <a:pt x="3631544" y="1837473"/>
                </a:lnTo>
                <a:close/>
                <a:moveTo>
                  <a:pt x="283355" y="0"/>
                </a:moveTo>
                <a:lnTo>
                  <a:pt x="282634" y="0"/>
                </a:lnTo>
                <a:lnTo>
                  <a:pt x="285211" y="0"/>
                </a:lnTo>
                <a:lnTo>
                  <a:pt x="288717" y="0"/>
                </a:lnTo>
                <a:lnTo>
                  <a:pt x="293254" y="0"/>
                </a:lnTo>
                <a:lnTo>
                  <a:pt x="298204" y="0"/>
                </a:lnTo>
                <a:lnTo>
                  <a:pt x="303566" y="0"/>
                </a:lnTo>
                <a:lnTo>
                  <a:pt x="309237" y="0"/>
                </a:lnTo>
                <a:lnTo>
                  <a:pt x="315320" y="0"/>
                </a:lnTo>
                <a:lnTo>
                  <a:pt x="321507" y="0"/>
                </a:lnTo>
                <a:lnTo>
                  <a:pt x="324394" y="0"/>
                </a:lnTo>
                <a:lnTo>
                  <a:pt x="326457" y="0"/>
                </a:lnTo>
                <a:lnTo>
                  <a:pt x="326766" y="0"/>
                </a:lnTo>
                <a:lnTo>
                  <a:pt x="323879" y="0"/>
                </a:lnTo>
                <a:lnTo>
                  <a:pt x="318826" y="0"/>
                </a:lnTo>
                <a:lnTo>
                  <a:pt x="311815" y="0"/>
                </a:lnTo>
                <a:lnTo>
                  <a:pt x="314083" y="0"/>
                </a:lnTo>
                <a:lnTo>
                  <a:pt x="323776" y="0"/>
                </a:lnTo>
                <a:lnTo>
                  <a:pt x="335221" y="0"/>
                </a:lnTo>
                <a:lnTo>
                  <a:pt x="347492" y="0"/>
                </a:lnTo>
                <a:lnTo>
                  <a:pt x="353988" y="0"/>
                </a:lnTo>
                <a:lnTo>
                  <a:pt x="359247" y="0"/>
                </a:lnTo>
                <a:lnTo>
                  <a:pt x="364196" y="0"/>
                </a:lnTo>
                <a:lnTo>
                  <a:pt x="370486" y="0"/>
                </a:lnTo>
                <a:lnTo>
                  <a:pt x="389871" y="0"/>
                </a:lnTo>
                <a:lnTo>
                  <a:pt x="395749" y="0"/>
                </a:lnTo>
                <a:lnTo>
                  <a:pt x="396677" y="0"/>
                </a:lnTo>
                <a:lnTo>
                  <a:pt x="394305" y="0"/>
                </a:lnTo>
                <a:lnTo>
                  <a:pt x="397295" y="0"/>
                </a:lnTo>
                <a:lnTo>
                  <a:pt x="402760" y="0"/>
                </a:lnTo>
                <a:lnTo>
                  <a:pt x="403379" y="0"/>
                </a:lnTo>
                <a:lnTo>
                  <a:pt x="396677" y="0"/>
                </a:lnTo>
                <a:lnTo>
                  <a:pt x="391006" y="0"/>
                </a:lnTo>
                <a:lnTo>
                  <a:pt x="384819" y="0"/>
                </a:lnTo>
                <a:lnTo>
                  <a:pt x="380076" y="0"/>
                </a:lnTo>
                <a:lnTo>
                  <a:pt x="378735" y="0"/>
                </a:lnTo>
                <a:lnTo>
                  <a:pt x="379148" y="0"/>
                </a:lnTo>
                <a:lnTo>
                  <a:pt x="383478" y="0"/>
                </a:lnTo>
                <a:lnTo>
                  <a:pt x="388118" y="0"/>
                </a:lnTo>
                <a:lnTo>
                  <a:pt x="389253" y="0"/>
                </a:lnTo>
                <a:lnTo>
                  <a:pt x="388737" y="0"/>
                </a:lnTo>
                <a:lnTo>
                  <a:pt x="385541" y="0"/>
                </a:lnTo>
                <a:lnTo>
                  <a:pt x="373786" y="0"/>
                </a:lnTo>
                <a:lnTo>
                  <a:pt x="364402" y="0"/>
                </a:lnTo>
                <a:lnTo>
                  <a:pt x="369352" y="0"/>
                </a:lnTo>
                <a:lnTo>
                  <a:pt x="378632" y="0"/>
                </a:lnTo>
                <a:lnTo>
                  <a:pt x="384716" y="0"/>
                </a:lnTo>
                <a:lnTo>
                  <a:pt x="391109" y="0"/>
                </a:lnTo>
                <a:lnTo>
                  <a:pt x="404823" y="0"/>
                </a:lnTo>
                <a:lnTo>
                  <a:pt x="416578" y="0"/>
                </a:lnTo>
                <a:lnTo>
                  <a:pt x="431117" y="0"/>
                </a:lnTo>
                <a:lnTo>
                  <a:pt x="432045" y="0"/>
                </a:lnTo>
                <a:lnTo>
                  <a:pt x="444831" y="0"/>
                </a:lnTo>
                <a:lnTo>
                  <a:pt x="450605" y="0"/>
                </a:lnTo>
                <a:lnTo>
                  <a:pt x="453801" y="0"/>
                </a:lnTo>
                <a:lnTo>
                  <a:pt x="458338" y="0"/>
                </a:lnTo>
                <a:lnTo>
                  <a:pt x="464113" y="0"/>
                </a:lnTo>
                <a:lnTo>
                  <a:pt x="471537" y="0"/>
                </a:lnTo>
                <a:lnTo>
                  <a:pt x="480611" y="0"/>
                </a:lnTo>
                <a:lnTo>
                  <a:pt x="487416" y="0"/>
                </a:lnTo>
                <a:lnTo>
                  <a:pt x="492263" y="0"/>
                </a:lnTo>
                <a:lnTo>
                  <a:pt x="500924" y="0"/>
                </a:lnTo>
                <a:lnTo>
                  <a:pt x="513298" y="0"/>
                </a:lnTo>
                <a:lnTo>
                  <a:pt x="524331" y="0"/>
                </a:lnTo>
                <a:lnTo>
                  <a:pt x="534024" y="0"/>
                </a:lnTo>
                <a:lnTo>
                  <a:pt x="538664" y="0"/>
                </a:lnTo>
                <a:lnTo>
                  <a:pt x="538457" y="0"/>
                </a:lnTo>
                <a:lnTo>
                  <a:pt x="540623" y="0"/>
                </a:lnTo>
                <a:lnTo>
                  <a:pt x="545160" y="0"/>
                </a:lnTo>
                <a:lnTo>
                  <a:pt x="547119" y="0"/>
                </a:lnTo>
                <a:lnTo>
                  <a:pt x="546603" y="0"/>
                </a:lnTo>
                <a:lnTo>
                  <a:pt x="551037" y="0"/>
                </a:lnTo>
                <a:lnTo>
                  <a:pt x="560214" y="0"/>
                </a:lnTo>
                <a:lnTo>
                  <a:pt x="569701" y="0"/>
                </a:lnTo>
                <a:lnTo>
                  <a:pt x="579187" y="0"/>
                </a:lnTo>
                <a:lnTo>
                  <a:pt x="585374" y="0"/>
                </a:lnTo>
                <a:lnTo>
                  <a:pt x="589498" y="0"/>
                </a:lnTo>
                <a:lnTo>
                  <a:pt x="595479" y="0"/>
                </a:lnTo>
                <a:lnTo>
                  <a:pt x="600738" y="0"/>
                </a:lnTo>
                <a:lnTo>
                  <a:pt x="607234" y="0"/>
                </a:lnTo>
                <a:lnTo>
                  <a:pt x="608987" y="0"/>
                </a:lnTo>
                <a:lnTo>
                  <a:pt x="605790" y="0"/>
                </a:lnTo>
                <a:lnTo>
                  <a:pt x="606100" y="0"/>
                </a:lnTo>
                <a:lnTo>
                  <a:pt x="609812" y="0"/>
                </a:lnTo>
                <a:lnTo>
                  <a:pt x="617958" y="0"/>
                </a:lnTo>
                <a:lnTo>
                  <a:pt x="630434" y="0"/>
                </a:lnTo>
                <a:lnTo>
                  <a:pt x="645076" y="0"/>
                </a:lnTo>
                <a:lnTo>
                  <a:pt x="661781" y="0"/>
                </a:lnTo>
                <a:lnTo>
                  <a:pt x="672814" y="0"/>
                </a:lnTo>
                <a:lnTo>
                  <a:pt x="678073" y="0"/>
                </a:lnTo>
                <a:lnTo>
                  <a:pt x="688281" y="0"/>
                </a:lnTo>
                <a:lnTo>
                  <a:pt x="703439" y="0"/>
                </a:lnTo>
                <a:lnTo>
                  <a:pt x="716534" y="0"/>
                </a:lnTo>
                <a:lnTo>
                  <a:pt x="727361" y="0"/>
                </a:lnTo>
                <a:lnTo>
                  <a:pt x="738806" y="0"/>
                </a:lnTo>
                <a:lnTo>
                  <a:pt x="750871" y="0"/>
                </a:lnTo>
                <a:lnTo>
                  <a:pt x="759532" y="0"/>
                </a:lnTo>
                <a:lnTo>
                  <a:pt x="767369" y="0"/>
                </a:lnTo>
                <a:lnTo>
                  <a:pt x="761491" y="0"/>
                </a:lnTo>
                <a:lnTo>
                  <a:pt x="759945" y="0"/>
                </a:lnTo>
                <a:lnTo>
                  <a:pt x="760666" y="0"/>
                </a:lnTo>
                <a:lnTo>
                  <a:pt x="767678" y="0"/>
                </a:lnTo>
                <a:lnTo>
                  <a:pt x="781186" y="0"/>
                </a:lnTo>
                <a:lnTo>
                  <a:pt x="789022" y="0"/>
                </a:lnTo>
                <a:lnTo>
                  <a:pt x="791188" y="0"/>
                </a:lnTo>
                <a:lnTo>
                  <a:pt x="801705" y="0"/>
                </a:lnTo>
                <a:lnTo>
                  <a:pt x="820472" y="0"/>
                </a:lnTo>
                <a:lnTo>
                  <a:pt x="828205" y="0"/>
                </a:lnTo>
                <a:lnTo>
                  <a:pt x="825112" y="0"/>
                </a:lnTo>
                <a:lnTo>
                  <a:pt x="824803" y="0"/>
                </a:lnTo>
                <a:lnTo>
                  <a:pt x="827484" y="0"/>
                </a:lnTo>
                <a:lnTo>
                  <a:pt x="833980" y="0"/>
                </a:lnTo>
                <a:lnTo>
                  <a:pt x="844291" y="0"/>
                </a:lnTo>
                <a:lnTo>
                  <a:pt x="850478" y="0"/>
                </a:lnTo>
                <a:lnTo>
                  <a:pt x="852437" y="0"/>
                </a:lnTo>
                <a:lnTo>
                  <a:pt x="852231" y="0"/>
                </a:lnTo>
                <a:lnTo>
                  <a:pt x="849859" y="0"/>
                </a:lnTo>
                <a:lnTo>
                  <a:pt x="845528" y="0"/>
                </a:lnTo>
                <a:lnTo>
                  <a:pt x="839239" y="0"/>
                </a:lnTo>
                <a:lnTo>
                  <a:pt x="838517" y="0"/>
                </a:lnTo>
                <a:lnTo>
                  <a:pt x="836867" y="0"/>
                </a:lnTo>
                <a:lnTo>
                  <a:pt x="841301" y="0"/>
                </a:lnTo>
                <a:lnTo>
                  <a:pt x="842744" y="0"/>
                </a:lnTo>
                <a:lnTo>
                  <a:pt x="840270" y="0"/>
                </a:lnTo>
                <a:lnTo>
                  <a:pt x="837898" y="0"/>
                </a:lnTo>
                <a:lnTo>
                  <a:pt x="837589" y="0"/>
                </a:lnTo>
                <a:lnTo>
                  <a:pt x="835423" y="0"/>
                </a:lnTo>
                <a:lnTo>
                  <a:pt x="829958" y="0"/>
                </a:lnTo>
                <a:lnTo>
                  <a:pt x="821606" y="0"/>
                </a:lnTo>
                <a:lnTo>
                  <a:pt x="811501" y="0"/>
                </a:lnTo>
                <a:lnTo>
                  <a:pt x="805211" y="0"/>
                </a:lnTo>
                <a:lnTo>
                  <a:pt x="803768" y="0"/>
                </a:lnTo>
                <a:lnTo>
                  <a:pt x="799334" y="0"/>
                </a:lnTo>
                <a:lnTo>
                  <a:pt x="793972" y="0"/>
                </a:lnTo>
                <a:lnTo>
                  <a:pt x="789847" y="0"/>
                </a:lnTo>
                <a:lnTo>
                  <a:pt x="786651" y="0"/>
                </a:lnTo>
                <a:lnTo>
                  <a:pt x="784485" y="0"/>
                </a:lnTo>
                <a:lnTo>
                  <a:pt x="783248" y="0"/>
                </a:lnTo>
                <a:lnTo>
                  <a:pt x="773865" y="0"/>
                </a:lnTo>
                <a:lnTo>
                  <a:pt x="763553" y="0"/>
                </a:lnTo>
                <a:lnTo>
                  <a:pt x="742622" y="0"/>
                </a:lnTo>
                <a:lnTo>
                  <a:pt x="725711" y="0"/>
                </a:lnTo>
                <a:lnTo>
                  <a:pt x="706738" y="0"/>
                </a:lnTo>
                <a:lnTo>
                  <a:pt x="688796" y="0"/>
                </a:lnTo>
                <a:lnTo>
                  <a:pt x="681372" y="0"/>
                </a:lnTo>
                <a:lnTo>
                  <a:pt x="672814" y="0"/>
                </a:lnTo>
                <a:lnTo>
                  <a:pt x="664462" y="0"/>
                </a:lnTo>
                <a:lnTo>
                  <a:pt x="656625" y="0"/>
                </a:lnTo>
                <a:lnTo>
                  <a:pt x="641983" y="0"/>
                </a:lnTo>
                <a:lnTo>
                  <a:pt x="636415" y="0"/>
                </a:lnTo>
                <a:lnTo>
                  <a:pt x="624660" y="0"/>
                </a:lnTo>
                <a:lnTo>
                  <a:pt x="612390" y="0"/>
                </a:lnTo>
                <a:lnTo>
                  <a:pt x="600635" y="0"/>
                </a:lnTo>
                <a:lnTo>
                  <a:pt x="583312" y="0"/>
                </a:lnTo>
                <a:lnTo>
                  <a:pt x="570732" y="0"/>
                </a:lnTo>
                <a:lnTo>
                  <a:pt x="567020" y="0"/>
                </a:lnTo>
                <a:lnTo>
                  <a:pt x="560833" y="0"/>
                </a:lnTo>
                <a:lnTo>
                  <a:pt x="552171" y="0"/>
                </a:lnTo>
                <a:lnTo>
                  <a:pt x="540932" y="0"/>
                </a:lnTo>
                <a:lnTo>
                  <a:pt x="533199" y="0"/>
                </a:lnTo>
                <a:lnTo>
                  <a:pt x="535364" y="0"/>
                </a:lnTo>
                <a:lnTo>
                  <a:pt x="533405" y="0"/>
                </a:lnTo>
                <a:lnTo>
                  <a:pt x="521237" y="0"/>
                </a:lnTo>
                <a:lnTo>
                  <a:pt x="511648" y="0"/>
                </a:lnTo>
                <a:lnTo>
                  <a:pt x="509998" y="0"/>
                </a:lnTo>
                <a:lnTo>
                  <a:pt x="511132" y="0"/>
                </a:lnTo>
                <a:lnTo>
                  <a:pt x="514432" y="0"/>
                </a:lnTo>
                <a:lnTo>
                  <a:pt x="520619" y="0"/>
                </a:lnTo>
                <a:lnTo>
                  <a:pt x="524640" y="0"/>
                </a:lnTo>
                <a:lnTo>
                  <a:pt x="527631" y="0"/>
                </a:lnTo>
                <a:lnTo>
                  <a:pt x="528559" y="0"/>
                </a:lnTo>
                <a:lnTo>
                  <a:pt x="541963" y="0"/>
                </a:lnTo>
                <a:lnTo>
                  <a:pt x="549491" y="0"/>
                </a:lnTo>
                <a:lnTo>
                  <a:pt x="554956" y="0"/>
                </a:lnTo>
                <a:lnTo>
                  <a:pt x="552996" y="0"/>
                </a:lnTo>
                <a:lnTo>
                  <a:pt x="549800" y="0"/>
                </a:lnTo>
                <a:lnTo>
                  <a:pt x="552996" y="0"/>
                </a:lnTo>
                <a:lnTo>
                  <a:pt x="571660" y="0"/>
                </a:lnTo>
                <a:lnTo>
                  <a:pt x="573310" y="0"/>
                </a:lnTo>
                <a:lnTo>
                  <a:pt x="571041" y="0"/>
                </a:lnTo>
                <a:lnTo>
                  <a:pt x="568154" y="0"/>
                </a:lnTo>
                <a:lnTo>
                  <a:pt x="558668" y="0"/>
                </a:lnTo>
                <a:lnTo>
                  <a:pt x="555677" y="0"/>
                </a:lnTo>
                <a:lnTo>
                  <a:pt x="544541" y="0"/>
                </a:lnTo>
                <a:lnTo>
                  <a:pt x="538251" y="0"/>
                </a:lnTo>
                <a:lnTo>
                  <a:pt x="536292" y="0"/>
                </a:lnTo>
                <a:lnTo>
                  <a:pt x="532683" y="0"/>
                </a:lnTo>
                <a:lnTo>
                  <a:pt x="521753" y="0"/>
                </a:lnTo>
                <a:lnTo>
                  <a:pt x="512370" y="0"/>
                </a:lnTo>
                <a:lnTo>
                  <a:pt x="503708" y="0"/>
                </a:lnTo>
                <a:lnTo>
                  <a:pt x="502574" y="0"/>
                </a:lnTo>
                <a:lnTo>
                  <a:pt x="500718" y="0"/>
                </a:lnTo>
                <a:lnTo>
                  <a:pt x="490819" y="0"/>
                </a:lnTo>
                <a:lnTo>
                  <a:pt x="480508" y="0"/>
                </a:lnTo>
                <a:lnTo>
                  <a:pt x="471331" y="0"/>
                </a:lnTo>
                <a:lnTo>
                  <a:pt x="465556" y="0"/>
                </a:lnTo>
                <a:lnTo>
                  <a:pt x="460091" y="0"/>
                </a:lnTo>
                <a:lnTo>
                  <a:pt x="448543" y="0"/>
                </a:lnTo>
                <a:lnTo>
                  <a:pt x="419774" y="0"/>
                </a:lnTo>
                <a:lnTo>
                  <a:pt x="383169" y="0"/>
                </a:lnTo>
                <a:lnTo>
                  <a:pt x="369146" y="0"/>
                </a:lnTo>
                <a:lnTo>
                  <a:pt x="363371" y="0"/>
                </a:lnTo>
                <a:lnTo>
                  <a:pt x="359762" y="0"/>
                </a:lnTo>
                <a:lnTo>
                  <a:pt x="363165" y="0"/>
                </a:lnTo>
                <a:lnTo>
                  <a:pt x="363990" y="0"/>
                </a:lnTo>
                <a:lnTo>
                  <a:pt x="368321" y="0"/>
                </a:lnTo>
                <a:lnTo>
                  <a:pt x="366258" y="0"/>
                </a:lnTo>
                <a:lnTo>
                  <a:pt x="368424" y="0"/>
                </a:lnTo>
                <a:lnTo>
                  <a:pt x="370074" y="0"/>
                </a:lnTo>
                <a:lnTo>
                  <a:pt x="364299" y="0"/>
                </a:lnTo>
                <a:lnTo>
                  <a:pt x="338418" y="0"/>
                </a:lnTo>
                <a:lnTo>
                  <a:pt x="332953" y="0"/>
                </a:lnTo>
                <a:lnTo>
                  <a:pt x="326044" y="0"/>
                </a:lnTo>
                <a:lnTo>
                  <a:pt x="295110" y="0"/>
                </a:lnTo>
                <a:lnTo>
                  <a:pt x="283355" y="0"/>
                </a:lnTo>
                <a:lnTo>
                  <a:pt x="272528" y="0"/>
                </a:lnTo>
                <a:lnTo>
                  <a:pt x="269848" y="0"/>
                </a:lnTo>
                <a:lnTo>
                  <a:pt x="276034" y="0"/>
                </a:lnTo>
                <a:lnTo>
                  <a:pt x="280056" y="0"/>
                </a:lnTo>
                <a:lnTo>
                  <a:pt x="268920" y="0"/>
                </a:lnTo>
                <a:lnTo>
                  <a:pt x="267063" y="0"/>
                </a:lnTo>
                <a:lnTo>
                  <a:pt x="271394" y="0"/>
                </a:lnTo>
                <a:lnTo>
                  <a:pt x="269641" y="0"/>
                </a:lnTo>
                <a:lnTo>
                  <a:pt x="263558" y="0"/>
                </a:lnTo>
                <a:lnTo>
                  <a:pt x="253968" y="0"/>
                </a:lnTo>
                <a:lnTo>
                  <a:pt x="250050" y="0"/>
                </a:lnTo>
                <a:lnTo>
                  <a:pt x="242419" y="0"/>
                </a:lnTo>
                <a:lnTo>
                  <a:pt x="232314" y="0"/>
                </a:lnTo>
                <a:lnTo>
                  <a:pt x="225509" y="0"/>
                </a:lnTo>
                <a:lnTo>
                  <a:pt x="220663" y="0"/>
                </a:lnTo>
                <a:lnTo>
                  <a:pt x="217878" y="0"/>
                </a:lnTo>
                <a:lnTo>
                  <a:pt x="197050" y="0"/>
                </a:lnTo>
                <a:lnTo>
                  <a:pt x="192100" y="0"/>
                </a:lnTo>
                <a:lnTo>
                  <a:pt x="184676" y="0"/>
                </a:lnTo>
                <a:lnTo>
                  <a:pt x="187254" y="0"/>
                </a:lnTo>
                <a:lnTo>
                  <a:pt x="187769" y="0"/>
                </a:lnTo>
                <a:lnTo>
                  <a:pt x="185088" y="0"/>
                </a:lnTo>
                <a:lnTo>
                  <a:pt x="184264" y="0"/>
                </a:lnTo>
                <a:lnTo>
                  <a:pt x="187357" y="0"/>
                </a:lnTo>
                <a:lnTo>
                  <a:pt x="197359" y="0"/>
                </a:lnTo>
                <a:lnTo>
                  <a:pt x="194987" y="0"/>
                </a:lnTo>
                <a:lnTo>
                  <a:pt x="193853" y="0"/>
                </a:lnTo>
                <a:lnTo>
                  <a:pt x="202205" y="0"/>
                </a:lnTo>
                <a:lnTo>
                  <a:pt x="208289" y="0"/>
                </a:lnTo>
                <a:lnTo>
                  <a:pt x="242316" y="0"/>
                </a:lnTo>
                <a:lnTo>
                  <a:pt x="253865" y="0"/>
                </a:lnTo>
                <a:lnTo>
                  <a:pt x="258196" y="0"/>
                </a:lnTo>
                <a:lnTo>
                  <a:pt x="260980" y="0"/>
                </a:lnTo>
                <a:lnTo>
                  <a:pt x="266754" y="0"/>
                </a:lnTo>
                <a:lnTo>
                  <a:pt x="269744" y="0"/>
                </a:lnTo>
                <a:lnTo>
                  <a:pt x="276550" y="0"/>
                </a:lnTo>
                <a:lnTo>
                  <a:pt x="284077" y="0"/>
                </a:lnTo>
                <a:lnTo>
                  <a:pt x="286655" y="0"/>
                </a:lnTo>
                <a:lnTo>
                  <a:pt x="287171" y="0"/>
                </a:lnTo>
                <a:lnTo>
                  <a:pt x="287583" y="0"/>
                </a:lnTo>
                <a:lnTo>
                  <a:pt x="294388" y="0"/>
                </a:lnTo>
                <a:lnTo>
                  <a:pt x="299544" y="0"/>
                </a:lnTo>
                <a:lnTo>
                  <a:pt x="317589" y="0"/>
                </a:lnTo>
                <a:lnTo>
                  <a:pt x="322745" y="0"/>
                </a:lnTo>
                <a:lnTo>
                  <a:pt x="326972" y="0"/>
                </a:lnTo>
                <a:lnTo>
                  <a:pt x="316042" y="0"/>
                </a:lnTo>
                <a:lnTo>
                  <a:pt x="313155" y="0"/>
                </a:lnTo>
                <a:lnTo>
                  <a:pt x="309959" y="0"/>
                </a:lnTo>
                <a:lnTo>
                  <a:pt x="306143" y="0"/>
                </a:lnTo>
                <a:lnTo>
                  <a:pt x="300060" y="0"/>
                </a:lnTo>
                <a:lnTo>
                  <a:pt x="299647" y="0"/>
                </a:lnTo>
                <a:lnTo>
                  <a:pt x="304184" y="0"/>
                </a:lnTo>
                <a:lnTo>
                  <a:pt x="303462" y="0"/>
                </a:lnTo>
                <a:lnTo>
                  <a:pt x="297276" y="0"/>
                </a:lnTo>
                <a:lnTo>
                  <a:pt x="287067" y="0"/>
                </a:lnTo>
                <a:lnTo>
                  <a:pt x="287377" y="0"/>
                </a:lnTo>
                <a:lnTo>
                  <a:pt x="291914" y="0"/>
                </a:lnTo>
                <a:lnTo>
                  <a:pt x="309031" y="0"/>
                </a:lnTo>
                <a:lnTo>
                  <a:pt x="314496" y="0"/>
                </a:lnTo>
                <a:lnTo>
                  <a:pt x="321301" y="0"/>
                </a:lnTo>
                <a:lnTo>
                  <a:pt x="331200" y="0"/>
                </a:lnTo>
                <a:lnTo>
                  <a:pt x="343161" y="0"/>
                </a:lnTo>
                <a:lnTo>
                  <a:pt x="352544" y="0"/>
                </a:lnTo>
                <a:lnTo>
                  <a:pt x="375745" y="0"/>
                </a:lnTo>
                <a:lnTo>
                  <a:pt x="389768" y="0"/>
                </a:lnTo>
                <a:lnTo>
                  <a:pt x="405029" y="0"/>
                </a:lnTo>
                <a:lnTo>
                  <a:pt x="415237" y="0"/>
                </a:lnTo>
                <a:lnTo>
                  <a:pt x="425239" y="0"/>
                </a:lnTo>
                <a:lnTo>
                  <a:pt x="437200" y="0"/>
                </a:lnTo>
                <a:lnTo>
                  <a:pt x="456276" y="2580"/>
                </a:lnTo>
                <a:lnTo>
                  <a:pt x="487416" y="26629"/>
                </a:lnTo>
                <a:lnTo>
                  <a:pt x="484014" y="32512"/>
                </a:lnTo>
                <a:lnTo>
                  <a:pt x="482673" y="41594"/>
                </a:lnTo>
                <a:lnTo>
                  <a:pt x="470403" y="53773"/>
                </a:lnTo>
                <a:lnTo>
                  <a:pt x="468444" y="60792"/>
                </a:lnTo>
                <a:lnTo>
                  <a:pt x="464010" y="69668"/>
                </a:lnTo>
                <a:lnTo>
                  <a:pt x="455451" y="74415"/>
                </a:lnTo>
                <a:lnTo>
                  <a:pt x="448130" y="75241"/>
                </a:lnTo>
                <a:lnTo>
                  <a:pt x="443799" y="74415"/>
                </a:lnTo>
                <a:lnTo>
                  <a:pt x="440912" y="72661"/>
                </a:lnTo>
                <a:lnTo>
                  <a:pt x="435860" y="64301"/>
                </a:lnTo>
                <a:lnTo>
                  <a:pt x="433385" y="61720"/>
                </a:lnTo>
                <a:lnTo>
                  <a:pt x="431220" y="61101"/>
                </a:lnTo>
                <a:lnTo>
                  <a:pt x="415546" y="66881"/>
                </a:lnTo>
                <a:lnTo>
                  <a:pt x="400389" y="73383"/>
                </a:lnTo>
                <a:lnTo>
                  <a:pt x="397605" y="79060"/>
                </a:lnTo>
                <a:lnTo>
                  <a:pt x="393583" y="85769"/>
                </a:lnTo>
                <a:lnTo>
                  <a:pt x="389149" y="88452"/>
                </a:lnTo>
                <a:lnTo>
                  <a:pt x="385644" y="89071"/>
                </a:lnTo>
                <a:lnTo>
                  <a:pt x="382344" y="85149"/>
                </a:lnTo>
                <a:lnTo>
                  <a:pt x="376467" y="79989"/>
                </a:lnTo>
                <a:lnTo>
                  <a:pt x="372033" y="75241"/>
                </a:lnTo>
                <a:lnTo>
                  <a:pt x="373167" y="67500"/>
                </a:lnTo>
                <a:lnTo>
                  <a:pt x="381725" y="56147"/>
                </a:lnTo>
                <a:lnTo>
                  <a:pt x="382860" y="48097"/>
                </a:lnTo>
                <a:lnTo>
                  <a:pt x="381725" y="34473"/>
                </a:lnTo>
                <a:lnTo>
                  <a:pt x="379457" y="26525"/>
                </a:lnTo>
                <a:lnTo>
                  <a:pt x="376879" y="26319"/>
                </a:lnTo>
                <a:lnTo>
                  <a:pt x="372754" y="24977"/>
                </a:lnTo>
                <a:lnTo>
                  <a:pt x="360896" y="26319"/>
                </a:lnTo>
                <a:lnTo>
                  <a:pt x="355019" y="17340"/>
                </a:lnTo>
                <a:lnTo>
                  <a:pt x="352647" y="7638"/>
                </a:lnTo>
                <a:lnTo>
                  <a:pt x="348523" y="4128"/>
                </a:lnTo>
                <a:lnTo>
                  <a:pt x="344605" y="1961"/>
                </a:lnTo>
                <a:lnTo>
                  <a:pt x="335634" y="5367"/>
                </a:lnTo>
                <a:lnTo>
                  <a:pt x="328931" y="3303"/>
                </a:lnTo>
                <a:lnTo>
                  <a:pt x="306350" y="0"/>
                </a:lnTo>
                <a:lnTo>
                  <a:pt x="297688" y="0"/>
                </a:lnTo>
                <a:lnTo>
                  <a:pt x="293151" y="0"/>
                </a:lnTo>
                <a:lnTo>
                  <a:pt x="289027" y="0"/>
                </a:lnTo>
                <a:lnTo>
                  <a:pt x="287377" y="0"/>
                </a:lnTo>
                <a:lnTo>
                  <a:pt x="285005" y="1135"/>
                </a:lnTo>
                <a:lnTo>
                  <a:pt x="283046" y="5986"/>
                </a:lnTo>
                <a:lnTo>
                  <a:pt x="257268" y="0"/>
                </a:lnTo>
                <a:lnTo>
                  <a:pt x="239429" y="0"/>
                </a:lnTo>
                <a:lnTo>
                  <a:pt x="241904" y="0"/>
                </a:lnTo>
                <a:lnTo>
                  <a:pt x="236542" y="0"/>
                </a:lnTo>
                <a:lnTo>
                  <a:pt x="229737" y="0"/>
                </a:lnTo>
                <a:lnTo>
                  <a:pt x="224684" y="0"/>
                </a:lnTo>
                <a:lnTo>
                  <a:pt x="229221" y="0"/>
                </a:lnTo>
                <a:lnTo>
                  <a:pt x="222209" y="0"/>
                </a:lnTo>
                <a:lnTo>
                  <a:pt x="212517" y="0"/>
                </a:lnTo>
                <a:lnTo>
                  <a:pt x="204680" y="0"/>
                </a:lnTo>
                <a:lnTo>
                  <a:pt x="198596" y="0"/>
                </a:lnTo>
                <a:lnTo>
                  <a:pt x="194884" y="0"/>
                </a:lnTo>
                <a:lnTo>
                  <a:pt x="186532" y="0"/>
                </a:lnTo>
                <a:lnTo>
                  <a:pt x="175705" y="0"/>
                </a:lnTo>
                <a:lnTo>
                  <a:pt x="172096" y="0"/>
                </a:lnTo>
                <a:lnTo>
                  <a:pt x="172921" y="0"/>
                </a:lnTo>
                <a:lnTo>
                  <a:pt x="164981" y="0"/>
                </a:lnTo>
                <a:lnTo>
                  <a:pt x="154464" y="0"/>
                </a:lnTo>
                <a:lnTo>
                  <a:pt x="145905" y="0"/>
                </a:lnTo>
                <a:lnTo>
                  <a:pt x="137141" y="0"/>
                </a:lnTo>
                <a:lnTo>
                  <a:pt x="130129" y="0"/>
                </a:lnTo>
                <a:lnTo>
                  <a:pt x="124252" y="0"/>
                </a:lnTo>
                <a:lnTo>
                  <a:pt x="116106" y="0"/>
                </a:lnTo>
                <a:lnTo>
                  <a:pt x="113425" y="0"/>
                </a:lnTo>
                <a:lnTo>
                  <a:pt x="107960" y="0"/>
                </a:lnTo>
                <a:lnTo>
                  <a:pt x="101773" y="0"/>
                </a:lnTo>
                <a:lnTo>
                  <a:pt x="95999" y="0"/>
                </a:lnTo>
                <a:lnTo>
                  <a:pt x="89090" y="0"/>
                </a:lnTo>
                <a:lnTo>
                  <a:pt x="87956" y="0"/>
                </a:lnTo>
                <a:lnTo>
                  <a:pt x="89503" y="0"/>
                </a:lnTo>
                <a:lnTo>
                  <a:pt x="98164" y="0"/>
                </a:lnTo>
                <a:lnTo>
                  <a:pt x="102804" y="0"/>
                </a:lnTo>
                <a:lnTo>
                  <a:pt x="110228" y="0"/>
                </a:lnTo>
                <a:lnTo>
                  <a:pt x="115384" y="0"/>
                </a:lnTo>
                <a:lnTo>
                  <a:pt x="122499" y="0"/>
                </a:lnTo>
                <a:lnTo>
                  <a:pt x="137038" y="0"/>
                </a:lnTo>
                <a:lnTo>
                  <a:pt x="138584" y="0"/>
                </a:lnTo>
                <a:lnTo>
                  <a:pt x="141575" y="0"/>
                </a:lnTo>
                <a:lnTo>
                  <a:pt x="143740" y="0"/>
                </a:lnTo>
                <a:lnTo>
                  <a:pt x="144462" y="0"/>
                </a:lnTo>
                <a:lnTo>
                  <a:pt x="142606" y="0"/>
                </a:lnTo>
                <a:lnTo>
                  <a:pt x="145699" y="0"/>
                </a:lnTo>
                <a:lnTo>
                  <a:pt x="156011" y="0"/>
                </a:lnTo>
                <a:lnTo>
                  <a:pt x="170240" y="0"/>
                </a:lnTo>
                <a:lnTo>
                  <a:pt x="187254" y="0"/>
                </a:lnTo>
                <a:lnTo>
                  <a:pt x="204680" y="0"/>
                </a:lnTo>
                <a:lnTo>
                  <a:pt x="213342" y="0"/>
                </a:lnTo>
                <a:lnTo>
                  <a:pt x="216950" y="0"/>
                </a:lnTo>
                <a:lnTo>
                  <a:pt x="220766" y="0"/>
                </a:lnTo>
                <a:lnTo>
                  <a:pt x="226746" y="0"/>
                </a:lnTo>
                <a:lnTo>
                  <a:pt x="230768" y="0"/>
                </a:lnTo>
                <a:lnTo>
                  <a:pt x="231077" y="0"/>
                </a:lnTo>
                <a:lnTo>
                  <a:pt x="221591" y="0"/>
                </a:lnTo>
                <a:lnTo>
                  <a:pt x="215404" y="0"/>
                </a:lnTo>
                <a:lnTo>
                  <a:pt x="212207" y="0"/>
                </a:lnTo>
                <a:lnTo>
                  <a:pt x="210557" y="0"/>
                </a:lnTo>
                <a:lnTo>
                  <a:pt x="208289" y="0"/>
                </a:lnTo>
                <a:lnTo>
                  <a:pt x="209423" y="0"/>
                </a:lnTo>
                <a:lnTo>
                  <a:pt x="206020" y="0"/>
                </a:lnTo>
                <a:lnTo>
                  <a:pt x="198287" y="0"/>
                </a:lnTo>
                <a:lnTo>
                  <a:pt x="190347" y="0"/>
                </a:lnTo>
                <a:lnTo>
                  <a:pt x="185604" y="0"/>
                </a:lnTo>
                <a:lnTo>
                  <a:pt x="180448" y="0"/>
                </a:lnTo>
                <a:lnTo>
                  <a:pt x="178695" y="0"/>
                </a:lnTo>
                <a:lnTo>
                  <a:pt x="181789" y="0"/>
                </a:lnTo>
                <a:lnTo>
                  <a:pt x="185810" y="0"/>
                </a:lnTo>
                <a:lnTo>
                  <a:pt x="185398" y="0"/>
                </a:lnTo>
                <a:lnTo>
                  <a:pt x="183748" y="0"/>
                </a:lnTo>
                <a:lnTo>
                  <a:pt x="181789" y="0"/>
                </a:lnTo>
                <a:lnTo>
                  <a:pt x="176530" y="0"/>
                </a:lnTo>
                <a:lnTo>
                  <a:pt x="169209" y="0"/>
                </a:lnTo>
                <a:lnTo>
                  <a:pt x="160857" y="0"/>
                </a:lnTo>
                <a:lnTo>
                  <a:pt x="138894" y="0"/>
                </a:lnTo>
                <a:lnTo>
                  <a:pt x="123324" y="0"/>
                </a:lnTo>
                <a:lnTo>
                  <a:pt x="115590" y="0"/>
                </a:lnTo>
                <a:lnTo>
                  <a:pt x="105794" y="0"/>
                </a:lnTo>
                <a:lnTo>
                  <a:pt x="98783" y="0"/>
                </a:lnTo>
                <a:lnTo>
                  <a:pt x="89915" y="0"/>
                </a:lnTo>
                <a:lnTo>
                  <a:pt x="85378" y="0"/>
                </a:lnTo>
                <a:lnTo>
                  <a:pt x="82903" y="0"/>
                </a:lnTo>
                <a:lnTo>
                  <a:pt x="84244" y="0"/>
                </a:lnTo>
                <a:lnTo>
                  <a:pt x="88471" y="0"/>
                </a:lnTo>
                <a:lnTo>
                  <a:pt x="94040" y="0"/>
                </a:lnTo>
                <a:lnTo>
                  <a:pt x="98473" y="0"/>
                </a:lnTo>
                <a:lnTo>
                  <a:pt x="111156" y="0"/>
                </a:lnTo>
                <a:lnTo>
                  <a:pt x="119921" y="0"/>
                </a:lnTo>
                <a:lnTo>
                  <a:pt x="121983" y="0"/>
                </a:lnTo>
                <a:lnTo>
                  <a:pt x="122808" y="0"/>
                </a:lnTo>
                <a:lnTo>
                  <a:pt x="121674" y="0"/>
                </a:lnTo>
                <a:lnTo>
                  <a:pt x="122086" y="0"/>
                </a:lnTo>
                <a:lnTo>
                  <a:pt x="123736" y="0"/>
                </a:lnTo>
                <a:lnTo>
                  <a:pt x="125592" y="0"/>
                </a:lnTo>
                <a:lnTo>
                  <a:pt x="148896" y="0"/>
                </a:lnTo>
                <a:lnTo>
                  <a:pt x="153845" y="0"/>
                </a:lnTo>
                <a:lnTo>
                  <a:pt x="156114" y="0"/>
                </a:lnTo>
                <a:lnTo>
                  <a:pt x="154155" y="0"/>
                </a:lnTo>
                <a:lnTo>
                  <a:pt x="150649" y="0"/>
                </a:lnTo>
                <a:lnTo>
                  <a:pt x="135594" y="0"/>
                </a:lnTo>
                <a:lnTo>
                  <a:pt x="132707" y="0"/>
                </a:lnTo>
                <a:lnTo>
                  <a:pt x="125798" y="0"/>
                </a:lnTo>
                <a:lnTo>
                  <a:pt x="122808" y="0"/>
                </a:lnTo>
                <a:lnTo>
                  <a:pt x="118477" y="0"/>
                </a:lnTo>
                <a:lnTo>
                  <a:pt x="113837" y="0"/>
                </a:lnTo>
                <a:lnTo>
                  <a:pt x="113115" y="0"/>
                </a:lnTo>
                <a:lnTo>
                  <a:pt x="109816" y="0"/>
                </a:lnTo>
                <a:lnTo>
                  <a:pt x="91049" y="0"/>
                </a:lnTo>
                <a:lnTo>
                  <a:pt x="82594" y="0"/>
                </a:lnTo>
                <a:lnTo>
                  <a:pt x="71045" y="0"/>
                </a:lnTo>
                <a:lnTo>
                  <a:pt x="57228" y="0"/>
                </a:lnTo>
                <a:lnTo>
                  <a:pt x="43205" y="0"/>
                </a:lnTo>
                <a:lnTo>
                  <a:pt x="36605" y="0"/>
                </a:lnTo>
                <a:lnTo>
                  <a:pt x="34234" y="0"/>
                </a:lnTo>
                <a:lnTo>
                  <a:pt x="33512" y="0"/>
                </a:lnTo>
                <a:lnTo>
                  <a:pt x="37740" y="0"/>
                </a:lnTo>
                <a:lnTo>
                  <a:pt x="35677" y="0"/>
                </a:lnTo>
                <a:lnTo>
                  <a:pt x="28666" y="0"/>
                </a:lnTo>
                <a:lnTo>
                  <a:pt x="25572" y="0"/>
                </a:lnTo>
                <a:lnTo>
                  <a:pt x="26604" y="0"/>
                </a:lnTo>
                <a:lnTo>
                  <a:pt x="23201" y="0"/>
                </a:lnTo>
                <a:lnTo>
                  <a:pt x="15467" y="0"/>
                </a:lnTo>
                <a:lnTo>
                  <a:pt x="7940" y="0"/>
                </a:lnTo>
                <a:lnTo>
                  <a:pt x="722" y="0"/>
                </a:lnTo>
                <a:lnTo>
                  <a:pt x="0" y="0"/>
                </a:lnTo>
                <a:lnTo>
                  <a:pt x="2372" y="0"/>
                </a:lnTo>
                <a:lnTo>
                  <a:pt x="11446" y="0"/>
                </a:lnTo>
                <a:lnTo>
                  <a:pt x="14539" y="0"/>
                </a:lnTo>
                <a:lnTo>
                  <a:pt x="20932" y="0"/>
                </a:lnTo>
                <a:lnTo>
                  <a:pt x="30728" y="0"/>
                </a:lnTo>
                <a:lnTo>
                  <a:pt x="36502" y="0"/>
                </a:lnTo>
                <a:lnTo>
                  <a:pt x="38358" y="0"/>
                </a:lnTo>
                <a:lnTo>
                  <a:pt x="39183" y="0"/>
                </a:lnTo>
                <a:lnTo>
                  <a:pt x="34234" y="0"/>
                </a:lnTo>
                <a:lnTo>
                  <a:pt x="35059" y="0"/>
                </a:lnTo>
                <a:lnTo>
                  <a:pt x="44339" y="0"/>
                </a:lnTo>
                <a:lnTo>
                  <a:pt x="43308" y="0"/>
                </a:lnTo>
                <a:lnTo>
                  <a:pt x="45679" y="0"/>
                </a:lnTo>
                <a:lnTo>
                  <a:pt x="55888" y="0"/>
                </a:lnTo>
                <a:lnTo>
                  <a:pt x="63621" y="0"/>
                </a:lnTo>
                <a:lnTo>
                  <a:pt x="66096" y="0"/>
                </a:lnTo>
                <a:lnTo>
                  <a:pt x="69602" y="0"/>
                </a:lnTo>
                <a:lnTo>
                  <a:pt x="75995" y="0"/>
                </a:lnTo>
                <a:lnTo>
                  <a:pt x="89193" y="0"/>
                </a:lnTo>
                <a:lnTo>
                  <a:pt x="94864" y="0"/>
                </a:lnTo>
                <a:lnTo>
                  <a:pt x="102804" y="0"/>
                </a:lnTo>
                <a:lnTo>
                  <a:pt x="111466" y="0"/>
                </a:lnTo>
                <a:lnTo>
                  <a:pt x="115487" y="0"/>
                </a:lnTo>
                <a:lnTo>
                  <a:pt x="143018" y="0"/>
                </a:lnTo>
                <a:lnTo>
                  <a:pt x="149102" y="0"/>
                </a:lnTo>
                <a:lnTo>
                  <a:pt x="154876" y="0"/>
                </a:lnTo>
                <a:lnTo>
                  <a:pt x="159104" y="0"/>
                </a:lnTo>
                <a:lnTo>
                  <a:pt x="163332" y="0"/>
                </a:lnTo>
                <a:lnTo>
                  <a:pt x="166322" y="0"/>
                </a:lnTo>
                <a:lnTo>
                  <a:pt x="169828" y="0"/>
                </a:lnTo>
                <a:lnTo>
                  <a:pt x="171787" y="0"/>
                </a:lnTo>
                <a:lnTo>
                  <a:pt x="175293" y="0"/>
                </a:lnTo>
                <a:lnTo>
                  <a:pt x="181170" y="0"/>
                </a:lnTo>
                <a:lnTo>
                  <a:pt x="187976" y="0"/>
                </a:lnTo>
                <a:lnTo>
                  <a:pt x="196947" y="0"/>
                </a:lnTo>
                <a:lnTo>
                  <a:pt x="202515" y="0"/>
                </a:lnTo>
                <a:lnTo>
                  <a:pt x="208805" y="0"/>
                </a:lnTo>
                <a:lnTo>
                  <a:pt x="214270" y="0"/>
                </a:lnTo>
                <a:lnTo>
                  <a:pt x="217775" y="0"/>
                </a:lnTo>
                <a:lnTo>
                  <a:pt x="219425" y="0"/>
                </a:lnTo>
                <a:lnTo>
                  <a:pt x="217878" y="0"/>
                </a:lnTo>
                <a:lnTo>
                  <a:pt x="213857" y="0"/>
                </a:lnTo>
                <a:lnTo>
                  <a:pt x="214991" y="0"/>
                </a:lnTo>
                <a:lnTo>
                  <a:pt x="222519" y="0"/>
                </a:lnTo>
                <a:lnTo>
                  <a:pt x="233552" y="0"/>
                </a:lnTo>
                <a:lnTo>
                  <a:pt x="241904" y="0"/>
                </a:lnTo>
                <a:lnTo>
                  <a:pt x="247369" y="0"/>
                </a:lnTo>
                <a:lnTo>
                  <a:pt x="252731" y="0"/>
                </a:lnTo>
                <a:lnTo>
                  <a:pt x="259433" y="0"/>
                </a:lnTo>
                <a:lnTo>
                  <a:pt x="266032" y="0"/>
                </a:lnTo>
                <a:lnTo>
                  <a:pt x="271188" y="0"/>
                </a:lnTo>
                <a:lnTo>
                  <a:pt x="283355" y="0"/>
                </a:lnTo>
                <a:close/>
              </a:path>
            </a:pathLst>
          </a:custGeom>
          <a:solidFill>
            <a:srgbClr val="E8E9EA"/>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ap - Indonesia"/>
          <p:cNvSpPr/>
          <p:nvPr/>
        </p:nvSpPr>
        <p:spPr>
          <a:xfrm>
            <a:off x="584965" y="1114025"/>
            <a:ext cx="4719388" cy="1707014"/>
          </a:xfrm>
          <a:custGeom>
            <a:avLst/>
            <a:gdLst/>
            <a:ahLst/>
            <a:cxnLst/>
            <a:rect l="l" t="t" r="r" b="b"/>
            <a:pathLst>
              <a:path w="4719388" h="1707014">
                <a:moveTo>
                  <a:pt x="234583" y="429773"/>
                </a:moveTo>
                <a:lnTo>
                  <a:pt x="256855" y="458775"/>
                </a:lnTo>
                <a:lnTo>
                  <a:pt x="265929" y="462697"/>
                </a:lnTo>
                <a:lnTo>
                  <a:pt x="277993" y="475908"/>
                </a:lnTo>
                <a:lnTo>
                  <a:pt x="280983" y="480449"/>
                </a:lnTo>
                <a:lnTo>
                  <a:pt x="277890" y="489738"/>
                </a:lnTo>
                <a:lnTo>
                  <a:pt x="275209" y="516160"/>
                </a:lnTo>
                <a:lnTo>
                  <a:pt x="269435" y="522766"/>
                </a:lnTo>
                <a:lnTo>
                  <a:pt x="255411" y="519463"/>
                </a:lnTo>
                <a:lnTo>
                  <a:pt x="255308" y="514819"/>
                </a:lnTo>
                <a:lnTo>
                  <a:pt x="247162" y="494899"/>
                </a:lnTo>
                <a:lnTo>
                  <a:pt x="232417" y="483855"/>
                </a:lnTo>
                <a:lnTo>
                  <a:pt x="226643" y="483236"/>
                </a:lnTo>
                <a:lnTo>
                  <a:pt x="222931" y="471883"/>
                </a:lnTo>
                <a:lnTo>
                  <a:pt x="215507" y="458465"/>
                </a:lnTo>
                <a:lnTo>
                  <a:pt x="193028" y="433901"/>
                </a:lnTo>
                <a:lnTo>
                  <a:pt x="210042" y="434004"/>
                </a:lnTo>
                <a:lnTo>
                  <a:pt x="218291" y="428018"/>
                </a:lnTo>
                <a:lnTo>
                  <a:pt x="220250" y="423270"/>
                </a:lnTo>
                <a:lnTo>
                  <a:pt x="221590" y="422032"/>
                </a:lnTo>
                <a:lnTo>
                  <a:pt x="234583" y="429773"/>
                </a:lnTo>
                <a:close/>
                <a:moveTo>
                  <a:pt x="408019" y="764487"/>
                </a:moveTo>
                <a:lnTo>
                  <a:pt x="398533" y="765003"/>
                </a:lnTo>
                <a:lnTo>
                  <a:pt x="378116" y="752721"/>
                </a:lnTo>
                <a:lnTo>
                  <a:pt x="373373" y="747148"/>
                </a:lnTo>
                <a:lnTo>
                  <a:pt x="372136" y="739716"/>
                </a:lnTo>
                <a:lnTo>
                  <a:pt x="352647" y="711127"/>
                </a:lnTo>
                <a:lnTo>
                  <a:pt x="350069" y="704625"/>
                </a:lnTo>
                <a:lnTo>
                  <a:pt x="357700" y="681196"/>
                </a:lnTo>
                <a:lnTo>
                  <a:pt x="377601" y="675519"/>
                </a:lnTo>
                <a:lnTo>
                  <a:pt x="384200" y="679441"/>
                </a:lnTo>
                <a:lnTo>
                  <a:pt x="386468" y="689969"/>
                </a:lnTo>
                <a:lnTo>
                  <a:pt x="397811" y="709063"/>
                </a:lnTo>
                <a:lnTo>
                  <a:pt x="401523" y="719281"/>
                </a:lnTo>
                <a:lnTo>
                  <a:pt x="404410" y="723822"/>
                </a:lnTo>
                <a:lnTo>
                  <a:pt x="405544" y="727331"/>
                </a:lnTo>
                <a:lnTo>
                  <a:pt x="404616" y="729808"/>
                </a:lnTo>
                <a:lnTo>
                  <a:pt x="412762" y="741884"/>
                </a:lnTo>
                <a:lnTo>
                  <a:pt x="418640" y="749005"/>
                </a:lnTo>
                <a:lnTo>
                  <a:pt x="419052" y="760359"/>
                </a:lnTo>
                <a:lnTo>
                  <a:pt x="408019" y="764487"/>
                </a:lnTo>
                <a:close/>
                <a:moveTo>
                  <a:pt x="2210128" y="1470040"/>
                </a:moveTo>
                <a:lnTo>
                  <a:pt x="2197033" y="1491405"/>
                </a:lnTo>
                <a:lnTo>
                  <a:pt x="2201673" y="1494811"/>
                </a:lnTo>
                <a:lnTo>
                  <a:pt x="2204560" y="1498114"/>
                </a:lnTo>
                <a:lnTo>
                  <a:pt x="2182906" y="1502552"/>
                </a:lnTo>
                <a:lnTo>
                  <a:pt x="2173935" y="1500178"/>
                </a:lnTo>
                <a:lnTo>
                  <a:pt x="2168677" y="1500797"/>
                </a:lnTo>
                <a:lnTo>
                  <a:pt x="2146817" y="1496772"/>
                </a:lnTo>
                <a:lnTo>
                  <a:pt x="2131143" y="1491921"/>
                </a:lnTo>
                <a:lnTo>
                  <a:pt x="2129287" y="1487999"/>
                </a:lnTo>
                <a:lnTo>
                  <a:pt x="2130525" y="1483355"/>
                </a:lnTo>
                <a:lnTo>
                  <a:pt x="2135165" y="1484903"/>
                </a:lnTo>
                <a:lnTo>
                  <a:pt x="2147332" y="1485625"/>
                </a:lnTo>
                <a:lnTo>
                  <a:pt x="2151869" y="1483561"/>
                </a:lnTo>
                <a:lnTo>
                  <a:pt x="2152075" y="1469731"/>
                </a:lnTo>
                <a:lnTo>
                  <a:pt x="2150323" y="1451772"/>
                </a:lnTo>
                <a:lnTo>
                  <a:pt x="2166718" y="1437116"/>
                </a:lnTo>
                <a:lnTo>
                  <a:pt x="2175379" y="1431233"/>
                </a:lnTo>
                <a:lnTo>
                  <a:pt x="2185484" y="1427724"/>
                </a:lnTo>
                <a:lnTo>
                  <a:pt x="2210747" y="1435878"/>
                </a:lnTo>
                <a:lnTo>
                  <a:pt x="2214974" y="1438045"/>
                </a:lnTo>
                <a:lnTo>
                  <a:pt x="2218171" y="1441348"/>
                </a:lnTo>
                <a:lnTo>
                  <a:pt x="2219718" y="1446611"/>
                </a:lnTo>
                <a:lnTo>
                  <a:pt x="2210128" y="1470040"/>
                </a:lnTo>
                <a:close/>
                <a:moveTo>
                  <a:pt x="2087114" y="1422666"/>
                </a:moveTo>
                <a:lnTo>
                  <a:pt x="2097529" y="1428137"/>
                </a:lnTo>
                <a:lnTo>
                  <a:pt x="2112171" y="1444238"/>
                </a:lnTo>
                <a:lnTo>
                  <a:pt x="2113511" y="1448676"/>
                </a:lnTo>
                <a:lnTo>
                  <a:pt x="2109077" y="1452907"/>
                </a:lnTo>
                <a:lnTo>
                  <a:pt x="2098663" y="1459719"/>
                </a:lnTo>
                <a:lnTo>
                  <a:pt x="2075359" y="1470247"/>
                </a:lnTo>
                <a:lnTo>
                  <a:pt x="2071338" y="1475201"/>
                </a:lnTo>
                <a:lnTo>
                  <a:pt x="2066388" y="1484903"/>
                </a:lnTo>
                <a:lnTo>
                  <a:pt x="2065254" y="1489031"/>
                </a:lnTo>
                <a:lnTo>
                  <a:pt x="2063604" y="1491302"/>
                </a:lnTo>
                <a:lnTo>
                  <a:pt x="2060923" y="1492850"/>
                </a:lnTo>
                <a:lnTo>
                  <a:pt x="2055871" y="1494295"/>
                </a:lnTo>
                <a:lnTo>
                  <a:pt x="2050406" y="1492231"/>
                </a:lnTo>
                <a:lnTo>
                  <a:pt x="2055355" y="1486038"/>
                </a:lnTo>
                <a:lnTo>
                  <a:pt x="2055561" y="1478607"/>
                </a:lnTo>
                <a:lnTo>
                  <a:pt x="2051849" y="1471589"/>
                </a:lnTo>
                <a:lnTo>
                  <a:pt x="2046591" y="1465809"/>
                </a:lnTo>
                <a:lnTo>
                  <a:pt x="2035970" y="1457862"/>
                </a:lnTo>
                <a:lnTo>
                  <a:pt x="2024628" y="1450946"/>
                </a:lnTo>
                <a:lnTo>
                  <a:pt x="2013182" y="1447334"/>
                </a:lnTo>
                <a:lnTo>
                  <a:pt x="2001015" y="1445683"/>
                </a:lnTo>
                <a:lnTo>
                  <a:pt x="1996684" y="1442277"/>
                </a:lnTo>
                <a:lnTo>
                  <a:pt x="1989569" y="1433607"/>
                </a:lnTo>
                <a:lnTo>
                  <a:pt x="1987197" y="1428859"/>
                </a:lnTo>
                <a:lnTo>
                  <a:pt x="1986063" y="1423802"/>
                </a:lnTo>
                <a:lnTo>
                  <a:pt x="1986785" y="1418951"/>
                </a:lnTo>
                <a:lnTo>
                  <a:pt x="1989775" y="1418744"/>
                </a:lnTo>
                <a:lnTo>
                  <a:pt x="2001736" y="1419880"/>
                </a:lnTo>
                <a:lnTo>
                  <a:pt x="2023700" y="1425556"/>
                </a:lnTo>
                <a:lnTo>
                  <a:pt x="2034526" y="1425969"/>
                </a:lnTo>
                <a:lnTo>
                  <a:pt x="2040713" y="1424627"/>
                </a:lnTo>
                <a:lnTo>
                  <a:pt x="2056799" y="1413481"/>
                </a:lnTo>
                <a:lnTo>
                  <a:pt x="2060614" y="1413584"/>
                </a:lnTo>
                <a:lnTo>
                  <a:pt x="2075978" y="1418538"/>
                </a:lnTo>
                <a:lnTo>
                  <a:pt x="2087114" y="1422666"/>
                </a:lnTo>
                <a:close/>
                <a:moveTo>
                  <a:pt x="1117644" y="753237"/>
                </a:moveTo>
                <a:lnTo>
                  <a:pt x="1121150" y="760359"/>
                </a:lnTo>
                <a:lnTo>
                  <a:pt x="1125996" y="766758"/>
                </a:lnTo>
                <a:lnTo>
                  <a:pt x="1129605" y="773673"/>
                </a:lnTo>
                <a:lnTo>
                  <a:pt x="1134451" y="806907"/>
                </a:lnTo>
                <a:lnTo>
                  <a:pt x="1150640" y="835393"/>
                </a:lnTo>
                <a:lnTo>
                  <a:pt x="1197247" y="846540"/>
                </a:lnTo>
                <a:lnTo>
                  <a:pt x="1189617" y="851185"/>
                </a:lnTo>
                <a:lnTo>
                  <a:pt x="1185802" y="855313"/>
                </a:lnTo>
                <a:lnTo>
                  <a:pt x="1182915" y="860061"/>
                </a:lnTo>
                <a:lnTo>
                  <a:pt x="1176006" y="879878"/>
                </a:lnTo>
                <a:lnTo>
                  <a:pt x="1176728" y="884006"/>
                </a:lnTo>
                <a:lnTo>
                  <a:pt x="1180749" y="890715"/>
                </a:lnTo>
                <a:lnTo>
                  <a:pt x="1181677" y="898043"/>
                </a:lnTo>
                <a:lnTo>
                  <a:pt x="1175903" y="897940"/>
                </a:lnTo>
                <a:lnTo>
                  <a:pt x="1169304" y="896391"/>
                </a:lnTo>
                <a:lnTo>
                  <a:pt x="1164045" y="893605"/>
                </a:lnTo>
                <a:lnTo>
                  <a:pt x="1159199" y="889992"/>
                </a:lnTo>
                <a:lnTo>
                  <a:pt x="1153837" y="887206"/>
                </a:lnTo>
                <a:lnTo>
                  <a:pt x="1148165" y="885348"/>
                </a:lnTo>
                <a:lnTo>
                  <a:pt x="1138679" y="879671"/>
                </a:lnTo>
                <a:lnTo>
                  <a:pt x="1125893" y="875646"/>
                </a:lnTo>
                <a:lnTo>
                  <a:pt x="1112798" y="872550"/>
                </a:lnTo>
                <a:lnTo>
                  <a:pt x="1106405" y="864189"/>
                </a:lnTo>
                <a:lnTo>
                  <a:pt x="1103414" y="853765"/>
                </a:lnTo>
                <a:lnTo>
                  <a:pt x="1106611" y="838283"/>
                </a:lnTo>
                <a:lnTo>
                  <a:pt x="1103414" y="834052"/>
                </a:lnTo>
                <a:lnTo>
                  <a:pt x="1098671" y="830233"/>
                </a:lnTo>
                <a:lnTo>
                  <a:pt x="1093000" y="819086"/>
                </a:lnTo>
                <a:lnTo>
                  <a:pt x="1090834" y="806081"/>
                </a:lnTo>
                <a:lnTo>
                  <a:pt x="1082482" y="801127"/>
                </a:lnTo>
                <a:lnTo>
                  <a:pt x="1071552" y="798031"/>
                </a:lnTo>
                <a:lnTo>
                  <a:pt x="1066809" y="795554"/>
                </a:lnTo>
                <a:lnTo>
                  <a:pt x="1045155" y="800302"/>
                </a:lnTo>
                <a:lnTo>
                  <a:pt x="1040000" y="799166"/>
                </a:lnTo>
                <a:lnTo>
                  <a:pt x="1035360" y="795554"/>
                </a:lnTo>
                <a:lnTo>
                  <a:pt x="1023502" y="791838"/>
                </a:lnTo>
                <a:lnTo>
                  <a:pt x="1024017" y="784613"/>
                </a:lnTo>
                <a:lnTo>
                  <a:pt x="1029482" y="778834"/>
                </a:lnTo>
                <a:lnTo>
                  <a:pt x="1042371" y="773054"/>
                </a:lnTo>
                <a:lnTo>
                  <a:pt x="1048455" y="768100"/>
                </a:lnTo>
                <a:lnTo>
                  <a:pt x="1049692" y="761700"/>
                </a:lnTo>
                <a:lnTo>
                  <a:pt x="1047321" y="756953"/>
                </a:lnTo>
                <a:lnTo>
                  <a:pt x="1048249" y="751999"/>
                </a:lnTo>
                <a:lnTo>
                  <a:pt x="1052373" y="747251"/>
                </a:lnTo>
                <a:lnTo>
                  <a:pt x="1057220" y="743535"/>
                </a:lnTo>
                <a:lnTo>
                  <a:pt x="1070109" y="738581"/>
                </a:lnTo>
                <a:lnTo>
                  <a:pt x="1075780" y="747148"/>
                </a:lnTo>
                <a:lnTo>
                  <a:pt x="1078667" y="754372"/>
                </a:lnTo>
                <a:lnTo>
                  <a:pt x="1082070" y="759636"/>
                </a:lnTo>
                <a:lnTo>
                  <a:pt x="1087535" y="752205"/>
                </a:lnTo>
                <a:lnTo>
                  <a:pt x="1084029" y="739304"/>
                </a:lnTo>
                <a:lnTo>
                  <a:pt x="1093928" y="736414"/>
                </a:lnTo>
                <a:lnTo>
                  <a:pt x="1103621" y="736310"/>
                </a:lnTo>
                <a:lnTo>
                  <a:pt x="1110942" y="739820"/>
                </a:lnTo>
                <a:lnTo>
                  <a:pt x="1115685" y="745393"/>
                </a:lnTo>
                <a:lnTo>
                  <a:pt x="1117644" y="753237"/>
                </a:lnTo>
                <a:close/>
                <a:moveTo>
                  <a:pt x="2884385" y="1050692"/>
                </a:moveTo>
                <a:lnTo>
                  <a:pt x="2886757" y="1072883"/>
                </a:lnTo>
                <a:lnTo>
                  <a:pt x="2886035" y="1078766"/>
                </a:lnTo>
                <a:lnTo>
                  <a:pt x="2880158" y="1070199"/>
                </a:lnTo>
                <a:lnTo>
                  <a:pt x="2878095" y="1068445"/>
                </a:lnTo>
                <a:lnTo>
                  <a:pt x="2876549" y="1070199"/>
                </a:lnTo>
                <a:lnTo>
                  <a:pt x="2874486" y="1071128"/>
                </a:lnTo>
                <a:lnTo>
                  <a:pt x="2871496" y="1071025"/>
                </a:lnTo>
                <a:lnTo>
                  <a:pt x="2867681" y="1079695"/>
                </a:lnTo>
                <a:lnTo>
                  <a:pt x="2867372" y="1087745"/>
                </a:lnTo>
                <a:lnTo>
                  <a:pt x="2864484" y="1093216"/>
                </a:lnTo>
                <a:lnTo>
                  <a:pt x="2862938" y="1111278"/>
                </a:lnTo>
                <a:lnTo>
                  <a:pt x="2863866" y="1116232"/>
                </a:lnTo>
                <a:lnTo>
                  <a:pt x="2868403" y="1113755"/>
                </a:lnTo>
                <a:lnTo>
                  <a:pt x="2871084" y="1113135"/>
                </a:lnTo>
                <a:lnTo>
                  <a:pt x="2881292" y="1120154"/>
                </a:lnTo>
                <a:lnTo>
                  <a:pt x="2886654" y="1125211"/>
                </a:lnTo>
                <a:lnTo>
                  <a:pt x="2885107" y="1131404"/>
                </a:lnTo>
                <a:lnTo>
                  <a:pt x="2878302" y="1137596"/>
                </a:lnTo>
                <a:lnTo>
                  <a:pt x="2870259" y="1140280"/>
                </a:lnTo>
                <a:lnTo>
                  <a:pt x="2864381" y="1137700"/>
                </a:lnTo>
                <a:lnTo>
                  <a:pt x="2862628" y="1138938"/>
                </a:lnTo>
                <a:lnTo>
                  <a:pt x="2859123" y="1142138"/>
                </a:lnTo>
                <a:lnTo>
                  <a:pt x="2856442" y="1146266"/>
                </a:lnTo>
                <a:lnTo>
                  <a:pt x="2857163" y="1150601"/>
                </a:lnTo>
                <a:lnTo>
                  <a:pt x="2850358" y="1162883"/>
                </a:lnTo>
                <a:lnTo>
                  <a:pt x="2846440" y="1166289"/>
                </a:lnTo>
                <a:lnTo>
                  <a:pt x="2838294" y="1162574"/>
                </a:lnTo>
                <a:lnTo>
                  <a:pt x="2833241" y="1165773"/>
                </a:lnTo>
                <a:lnTo>
                  <a:pt x="2829220" y="1165464"/>
                </a:lnTo>
                <a:lnTo>
                  <a:pt x="2823033" y="1153285"/>
                </a:lnTo>
                <a:lnTo>
                  <a:pt x="2823136" y="1147505"/>
                </a:lnTo>
                <a:lnTo>
                  <a:pt x="2828910" y="1141002"/>
                </a:lnTo>
                <a:lnTo>
                  <a:pt x="2829014" y="1136358"/>
                </a:lnTo>
                <a:lnTo>
                  <a:pt x="2831798" y="1131197"/>
                </a:lnTo>
                <a:lnTo>
                  <a:pt x="2838088" y="1124076"/>
                </a:lnTo>
                <a:lnTo>
                  <a:pt x="2841800" y="1118709"/>
                </a:lnTo>
                <a:lnTo>
                  <a:pt x="2841903" y="1115303"/>
                </a:lnTo>
                <a:lnTo>
                  <a:pt x="2844584" y="1102401"/>
                </a:lnTo>
                <a:lnTo>
                  <a:pt x="2845615" y="1097034"/>
                </a:lnTo>
                <a:lnTo>
                  <a:pt x="2847368" y="1091255"/>
                </a:lnTo>
                <a:lnTo>
                  <a:pt x="2850255" y="1079592"/>
                </a:lnTo>
                <a:lnTo>
                  <a:pt x="2850667" y="1057608"/>
                </a:lnTo>
                <a:lnTo>
                  <a:pt x="2860360" y="1039546"/>
                </a:lnTo>
                <a:lnTo>
                  <a:pt x="2869743" y="1034591"/>
                </a:lnTo>
                <a:lnTo>
                  <a:pt x="2873558" y="1033766"/>
                </a:lnTo>
                <a:lnTo>
                  <a:pt x="2872940" y="1038617"/>
                </a:lnTo>
                <a:lnTo>
                  <a:pt x="2884385" y="1050692"/>
                </a:lnTo>
                <a:close/>
                <a:moveTo>
                  <a:pt x="2829220" y="1124798"/>
                </a:moveTo>
                <a:lnTo>
                  <a:pt x="2826539" y="1131713"/>
                </a:lnTo>
                <a:lnTo>
                  <a:pt x="2820868" y="1137080"/>
                </a:lnTo>
                <a:lnTo>
                  <a:pt x="2816331" y="1137390"/>
                </a:lnTo>
                <a:lnTo>
                  <a:pt x="2811587" y="1136358"/>
                </a:lnTo>
                <a:lnTo>
                  <a:pt x="2803132" y="1131610"/>
                </a:lnTo>
                <a:lnTo>
                  <a:pt x="2800967" y="1136564"/>
                </a:lnTo>
                <a:lnTo>
                  <a:pt x="2794368" y="1136358"/>
                </a:lnTo>
                <a:lnTo>
                  <a:pt x="2791893" y="1130062"/>
                </a:lnTo>
                <a:lnTo>
                  <a:pt x="2796636" y="1111278"/>
                </a:lnTo>
                <a:lnTo>
                  <a:pt x="2803545" y="1104259"/>
                </a:lnTo>
                <a:lnTo>
                  <a:pt x="2802926" y="1096931"/>
                </a:lnTo>
                <a:lnTo>
                  <a:pt x="2797152" y="1081243"/>
                </a:lnTo>
                <a:lnTo>
                  <a:pt x="2800761" y="1072986"/>
                </a:lnTo>
                <a:lnTo>
                  <a:pt x="2816743" y="1066793"/>
                </a:lnTo>
                <a:lnTo>
                  <a:pt x="2830766" y="1059259"/>
                </a:lnTo>
                <a:lnTo>
                  <a:pt x="2835097" y="1057711"/>
                </a:lnTo>
                <a:lnTo>
                  <a:pt x="2839016" y="1063491"/>
                </a:lnTo>
                <a:lnTo>
                  <a:pt x="2841078" y="1090222"/>
                </a:lnTo>
                <a:lnTo>
                  <a:pt x="2826023" y="1111381"/>
                </a:lnTo>
                <a:lnTo>
                  <a:pt x="2829220" y="1124798"/>
                </a:lnTo>
                <a:close/>
                <a:moveTo>
                  <a:pt x="1351711" y="200127"/>
                </a:moveTo>
                <a:lnTo>
                  <a:pt x="1337687" y="203946"/>
                </a:lnTo>
                <a:lnTo>
                  <a:pt x="1329438" y="198579"/>
                </a:lnTo>
                <a:lnTo>
                  <a:pt x="1338306" y="192077"/>
                </a:lnTo>
                <a:lnTo>
                  <a:pt x="1341400" y="191664"/>
                </a:lnTo>
                <a:lnTo>
                  <a:pt x="1343462" y="190322"/>
                </a:lnTo>
                <a:lnTo>
                  <a:pt x="1344184" y="187742"/>
                </a:lnTo>
                <a:lnTo>
                  <a:pt x="1328201" y="183407"/>
                </a:lnTo>
                <a:lnTo>
                  <a:pt x="1323767" y="179588"/>
                </a:lnTo>
                <a:lnTo>
                  <a:pt x="1319333" y="169886"/>
                </a:lnTo>
                <a:lnTo>
                  <a:pt x="1319540" y="163693"/>
                </a:lnTo>
                <a:lnTo>
                  <a:pt x="1339956" y="147489"/>
                </a:lnTo>
                <a:lnTo>
                  <a:pt x="1344699" y="145735"/>
                </a:lnTo>
                <a:lnTo>
                  <a:pt x="1345524" y="152443"/>
                </a:lnTo>
                <a:lnTo>
                  <a:pt x="1359651" y="169577"/>
                </a:lnTo>
                <a:lnTo>
                  <a:pt x="1360269" y="180930"/>
                </a:lnTo>
                <a:lnTo>
                  <a:pt x="1359754" y="185058"/>
                </a:lnTo>
                <a:lnTo>
                  <a:pt x="1351711" y="200127"/>
                </a:lnTo>
                <a:close/>
                <a:moveTo>
                  <a:pt x="1340472" y="890405"/>
                </a:moveTo>
                <a:lnTo>
                  <a:pt x="1338925" y="901242"/>
                </a:lnTo>
                <a:lnTo>
                  <a:pt x="1336347" y="905371"/>
                </a:lnTo>
                <a:lnTo>
                  <a:pt x="1327789" y="910738"/>
                </a:lnTo>
                <a:lnTo>
                  <a:pt x="1324798" y="914041"/>
                </a:lnTo>
                <a:lnTo>
                  <a:pt x="1316755" y="913524"/>
                </a:lnTo>
                <a:lnTo>
                  <a:pt x="1315724" y="907848"/>
                </a:lnTo>
                <a:lnTo>
                  <a:pt x="1313043" y="903926"/>
                </a:lnTo>
                <a:lnTo>
                  <a:pt x="1304485" y="899488"/>
                </a:lnTo>
                <a:lnTo>
                  <a:pt x="1302320" y="900623"/>
                </a:lnTo>
                <a:lnTo>
                  <a:pt x="1300773" y="907229"/>
                </a:lnTo>
                <a:lnTo>
                  <a:pt x="1284069" y="911873"/>
                </a:lnTo>
                <a:lnTo>
                  <a:pt x="1279325" y="912183"/>
                </a:lnTo>
                <a:lnTo>
                  <a:pt x="1281697" y="903513"/>
                </a:lnTo>
                <a:lnTo>
                  <a:pt x="1277366" y="896598"/>
                </a:lnTo>
                <a:lnTo>
                  <a:pt x="1277057" y="888238"/>
                </a:lnTo>
                <a:lnTo>
                  <a:pt x="1276232" y="884522"/>
                </a:lnTo>
                <a:lnTo>
                  <a:pt x="1274067" y="882355"/>
                </a:lnTo>
                <a:lnTo>
                  <a:pt x="1278397" y="876472"/>
                </a:lnTo>
                <a:lnTo>
                  <a:pt x="1277676" y="869969"/>
                </a:lnTo>
                <a:lnTo>
                  <a:pt x="1282213" y="862951"/>
                </a:lnTo>
                <a:lnTo>
                  <a:pt x="1284687" y="845818"/>
                </a:lnTo>
                <a:lnTo>
                  <a:pt x="1302423" y="842102"/>
                </a:lnTo>
                <a:lnTo>
                  <a:pt x="1306238" y="845199"/>
                </a:lnTo>
                <a:lnTo>
                  <a:pt x="1326757" y="849017"/>
                </a:lnTo>
                <a:lnTo>
                  <a:pt x="1341296" y="859338"/>
                </a:lnTo>
                <a:lnTo>
                  <a:pt x="1349133" y="873066"/>
                </a:lnTo>
                <a:lnTo>
                  <a:pt x="1340472" y="890405"/>
                </a:lnTo>
                <a:close/>
                <a:moveTo>
                  <a:pt x="4142676" y="648168"/>
                </a:moveTo>
                <a:lnTo>
                  <a:pt x="4164639" y="652193"/>
                </a:lnTo>
                <a:lnTo>
                  <a:pt x="4172578" y="651987"/>
                </a:lnTo>
                <a:lnTo>
                  <a:pt x="4180415" y="656631"/>
                </a:lnTo>
                <a:lnTo>
                  <a:pt x="4189901" y="654464"/>
                </a:lnTo>
                <a:lnTo>
                  <a:pt x="4195366" y="655909"/>
                </a:lnTo>
                <a:lnTo>
                  <a:pt x="4213411" y="671597"/>
                </a:lnTo>
                <a:lnTo>
                  <a:pt x="4222279" y="681918"/>
                </a:lnTo>
                <a:lnTo>
                  <a:pt x="4235477" y="690897"/>
                </a:lnTo>
                <a:lnTo>
                  <a:pt x="4244964" y="693891"/>
                </a:lnTo>
                <a:lnTo>
                  <a:pt x="4237746" y="702044"/>
                </a:lnTo>
                <a:lnTo>
                  <a:pt x="4223310" y="706379"/>
                </a:lnTo>
                <a:lnTo>
                  <a:pt x="4217639" y="706586"/>
                </a:lnTo>
                <a:lnTo>
                  <a:pt x="4206606" y="701735"/>
                </a:lnTo>
                <a:lnTo>
                  <a:pt x="4197532" y="702560"/>
                </a:lnTo>
                <a:lnTo>
                  <a:pt x="4189695" y="696471"/>
                </a:lnTo>
                <a:lnTo>
                  <a:pt x="4188355" y="687079"/>
                </a:lnTo>
                <a:lnTo>
                  <a:pt x="4180209" y="665920"/>
                </a:lnTo>
                <a:lnTo>
                  <a:pt x="4169794" y="672010"/>
                </a:lnTo>
                <a:lnTo>
                  <a:pt x="4157215" y="662205"/>
                </a:lnTo>
                <a:lnTo>
                  <a:pt x="4153812" y="661998"/>
                </a:lnTo>
                <a:lnTo>
                  <a:pt x="4152987" y="663650"/>
                </a:lnTo>
                <a:lnTo>
                  <a:pt x="4147728" y="660347"/>
                </a:lnTo>
                <a:lnTo>
                  <a:pt x="4143191" y="653741"/>
                </a:lnTo>
                <a:lnTo>
                  <a:pt x="4142676" y="648168"/>
                </a:lnTo>
                <a:close/>
                <a:moveTo>
                  <a:pt x="4152059" y="745290"/>
                </a:moveTo>
                <a:lnTo>
                  <a:pt x="4192789" y="750450"/>
                </a:lnTo>
                <a:lnTo>
                  <a:pt x="4203822" y="749831"/>
                </a:lnTo>
                <a:lnTo>
                  <a:pt x="4227125" y="751792"/>
                </a:lnTo>
                <a:lnTo>
                  <a:pt x="4246511" y="758707"/>
                </a:lnTo>
                <a:lnTo>
                  <a:pt x="4280435" y="759946"/>
                </a:lnTo>
                <a:lnTo>
                  <a:pt x="4290540" y="762010"/>
                </a:lnTo>
                <a:lnTo>
                  <a:pt x="4298377" y="766758"/>
                </a:lnTo>
                <a:lnTo>
                  <a:pt x="4279404" y="770680"/>
                </a:lnTo>
                <a:lnTo>
                  <a:pt x="4270433" y="774292"/>
                </a:lnTo>
                <a:lnTo>
                  <a:pt x="4253832" y="776047"/>
                </a:lnTo>
                <a:lnTo>
                  <a:pt x="4239911" y="774189"/>
                </a:lnTo>
                <a:lnTo>
                  <a:pt x="4229806" y="776460"/>
                </a:lnTo>
                <a:lnTo>
                  <a:pt x="4226197" y="772847"/>
                </a:lnTo>
                <a:lnTo>
                  <a:pt x="4211349" y="769235"/>
                </a:lnTo>
                <a:lnTo>
                  <a:pt x="4192479" y="761804"/>
                </a:lnTo>
                <a:lnTo>
                  <a:pt x="4153502" y="753134"/>
                </a:lnTo>
                <a:lnTo>
                  <a:pt x="4151646" y="747767"/>
                </a:lnTo>
                <a:lnTo>
                  <a:pt x="4152059" y="745290"/>
                </a:lnTo>
                <a:close/>
                <a:moveTo>
                  <a:pt x="3671448" y="581390"/>
                </a:moveTo>
                <a:lnTo>
                  <a:pt x="3689390" y="585828"/>
                </a:lnTo>
                <a:lnTo>
                  <a:pt x="3693411" y="585106"/>
                </a:lnTo>
                <a:lnTo>
                  <a:pt x="3719293" y="596459"/>
                </a:lnTo>
                <a:lnTo>
                  <a:pt x="3723417" y="602032"/>
                </a:lnTo>
                <a:lnTo>
                  <a:pt x="3721974" y="605851"/>
                </a:lnTo>
                <a:lnTo>
                  <a:pt x="3725789" y="610909"/>
                </a:lnTo>
                <a:lnTo>
                  <a:pt x="3717334" y="618753"/>
                </a:lnTo>
                <a:lnTo>
                  <a:pt x="3713209" y="619578"/>
                </a:lnTo>
                <a:lnTo>
                  <a:pt x="3709085" y="616688"/>
                </a:lnTo>
                <a:lnTo>
                  <a:pt x="3700836" y="615037"/>
                </a:lnTo>
                <a:lnTo>
                  <a:pt x="3691246" y="618237"/>
                </a:lnTo>
                <a:lnTo>
                  <a:pt x="3685162" y="615863"/>
                </a:lnTo>
                <a:lnTo>
                  <a:pt x="3680110" y="608638"/>
                </a:lnTo>
                <a:lnTo>
                  <a:pt x="3670933" y="604303"/>
                </a:lnTo>
                <a:lnTo>
                  <a:pt x="3658044" y="589337"/>
                </a:lnTo>
                <a:lnTo>
                  <a:pt x="3651754" y="589853"/>
                </a:lnTo>
                <a:lnTo>
                  <a:pt x="3653404" y="595737"/>
                </a:lnTo>
                <a:lnTo>
                  <a:pt x="3658869" y="599659"/>
                </a:lnTo>
                <a:lnTo>
                  <a:pt x="3666086" y="611012"/>
                </a:lnTo>
                <a:lnTo>
                  <a:pt x="3670314" y="612147"/>
                </a:lnTo>
                <a:lnTo>
                  <a:pt x="3674542" y="611734"/>
                </a:lnTo>
                <a:lnTo>
                  <a:pt x="3680316" y="616482"/>
                </a:lnTo>
                <a:lnTo>
                  <a:pt x="3680007" y="623913"/>
                </a:lnTo>
                <a:lnTo>
                  <a:pt x="3664952" y="626803"/>
                </a:lnTo>
                <a:lnTo>
                  <a:pt x="3659797" y="621436"/>
                </a:lnTo>
                <a:lnTo>
                  <a:pt x="3658662" y="611631"/>
                </a:lnTo>
                <a:lnTo>
                  <a:pt x="3650207" y="614934"/>
                </a:lnTo>
                <a:lnTo>
                  <a:pt x="3646907" y="618340"/>
                </a:lnTo>
                <a:lnTo>
                  <a:pt x="3644433" y="618753"/>
                </a:lnTo>
                <a:lnTo>
                  <a:pt x="3638761" y="608535"/>
                </a:lnTo>
                <a:lnTo>
                  <a:pt x="3622779" y="608019"/>
                </a:lnTo>
                <a:lnTo>
                  <a:pt x="3612055" y="602652"/>
                </a:lnTo>
                <a:lnTo>
                  <a:pt x="3617314" y="596975"/>
                </a:lnTo>
                <a:lnTo>
                  <a:pt x="3618036" y="591402"/>
                </a:lnTo>
                <a:lnTo>
                  <a:pt x="3625047" y="588512"/>
                </a:lnTo>
                <a:lnTo>
                  <a:pt x="3632059" y="591092"/>
                </a:lnTo>
                <a:lnTo>
                  <a:pt x="3639174" y="587170"/>
                </a:lnTo>
                <a:lnTo>
                  <a:pt x="3644123" y="588202"/>
                </a:lnTo>
                <a:lnTo>
                  <a:pt x="3647835" y="585622"/>
                </a:lnTo>
                <a:lnTo>
                  <a:pt x="3662065" y="584074"/>
                </a:lnTo>
                <a:lnTo>
                  <a:pt x="3671448" y="581390"/>
                </a:lnTo>
                <a:close/>
                <a:moveTo>
                  <a:pt x="3428204" y="369187"/>
                </a:moveTo>
                <a:lnTo>
                  <a:pt x="3411912" y="370942"/>
                </a:lnTo>
                <a:lnTo>
                  <a:pt x="3408200" y="365988"/>
                </a:lnTo>
                <a:lnTo>
                  <a:pt x="3403870" y="343901"/>
                </a:lnTo>
                <a:lnTo>
                  <a:pt x="3415418" y="326148"/>
                </a:lnTo>
                <a:lnTo>
                  <a:pt x="3430060" y="315621"/>
                </a:lnTo>
                <a:lnTo>
                  <a:pt x="3440062" y="313040"/>
                </a:lnTo>
                <a:lnTo>
                  <a:pt x="3443465" y="312834"/>
                </a:lnTo>
                <a:lnTo>
                  <a:pt x="3452333" y="325632"/>
                </a:lnTo>
                <a:lnTo>
                  <a:pt x="3445630" y="351435"/>
                </a:lnTo>
                <a:lnTo>
                  <a:pt x="3437897" y="364543"/>
                </a:lnTo>
                <a:lnTo>
                  <a:pt x="3428204" y="369187"/>
                </a:lnTo>
                <a:close/>
                <a:moveTo>
                  <a:pt x="3397167" y="752411"/>
                </a:moveTo>
                <a:lnTo>
                  <a:pt x="3390877" y="756540"/>
                </a:lnTo>
                <a:lnTo>
                  <a:pt x="3387681" y="757675"/>
                </a:lnTo>
                <a:lnTo>
                  <a:pt x="3372523" y="754889"/>
                </a:lnTo>
                <a:lnTo>
                  <a:pt x="3354685" y="755508"/>
                </a:lnTo>
                <a:lnTo>
                  <a:pt x="3336227" y="759430"/>
                </a:lnTo>
                <a:lnTo>
                  <a:pt x="3325504" y="756127"/>
                </a:lnTo>
                <a:lnTo>
                  <a:pt x="3318698" y="750760"/>
                </a:lnTo>
                <a:lnTo>
                  <a:pt x="3319007" y="745083"/>
                </a:lnTo>
                <a:lnTo>
                  <a:pt x="3325400" y="731047"/>
                </a:lnTo>
                <a:lnTo>
                  <a:pt x="3339321" y="720416"/>
                </a:lnTo>
                <a:lnTo>
                  <a:pt x="3344992" y="718455"/>
                </a:lnTo>
                <a:lnTo>
                  <a:pt x="3354891" y="721345"/>
                </a:lnTo>
                <a:lnTo>
                  <a:pt x="3371595" y="729499"/>
                </a:lnTo>
                <a:lnTo>
                  <a:pt x="3384794" y="739097"/>
                </a:lnTo>
                <a:lnTo>
                  <a:pt x="3396755" y="746528"/>
                </a:lnTo>
                <a:lnTo>
                  <a:pt x="3397167" y="752411"/>
                </a:lnTo>
                <a:close/>
                <a:moveTo>
                  <a:pt x="3180836" y="833948"/>
                </a:moveTo>
                <a:lnTo>
                  <a:pt x="3179083" y="835806"/>
                </a:lnTo>
                <a:lnTo>
                  <a:pt x="3172896" y="830233"/>
                </a:lnTo>
                <a:lnTo>
                  <a:pt x="3168772" y="814545"/>
                </a:lnTo>
                <a:lnTo>
                  <a:pt x="3165163" y="810313"/>
                </a:lnTo>
                <a:lnTo>
                  <a:pt x="3161038" y="795347"/>
                </a:lnTo>
                <a:lnTo>
                  <a:pt x="3162069" y="791116"/>
                </a:lnTo>
                <a:lnTo>
                  <a:pt x="3167225" y="784820"/>
                </a:lnTo>
                <a:lnTo>
                  <a:pt x="3171349" y="784923"/>
                </a:lnTo>
                <a:lnTo>
                  <a:pt x="3174443" y="788639"/>
                </a:lnTo>
                <a:lnTo>
                  <a:pt x="3172690" y="804740"/>
                </a:lnTo>
                <a:lnTo>
                  <a:pt x="3181970" y="825176"/>
                </a:lnTo>
                <a:lnTo>
                  <a:pt x="3180836" y="833948"/>
                </a:lnTo>
                <a:close/>
                <a:moveTo>
                  <a:pt x="3177639" y="765726"/>
                </a:moveTo>
                <a:lnTo>
                  <a:pt x="3209398" y="769132"/>
                </a:lnTo>
                <a:lnTo>
                  <a:pt x="3204861" y="772847"/>
                </a:lnTo>
                <a:lnTo>
                  <a:pt x="3170628" y="778834"/>
                </a:lnTo>
                <a:lnTo>
                  <a:pt x="3158563" y="777698"/>
                </a:lnTo>
                <a:lnTo>
                  <a:pt x="3121443" y="781207"/>
                </a:lnTo>
                <a:lnTo>
                  <a:pt x="3116699" y="781001"/>
                </a:lnTo>
                <a:lnTo>
                  <a:pt x="3115978" y="775221"/>
                </a:lnTo>
                <a:lnTo>
                  <a:pt x="3111956" y="771196"/>
                </a:lnTo>
                <a:lnTo>
                  <a:pt x="3117937" y="767687"/>
                </a:lnTo>
                <a:lnTo>
                  <a:pt x="3125773" y="766861"/>
                </a:lnTo>
                <a:lnTo>
                  <a:pt x="3146293" y="768203"/>
                </a:lnTo>
                <a:lnTo>
                  <a:pt x="3177639" y="765726"/>
                </a:lnTo>
                <a:close/>
                <a:moveTo>
                  <a:pt x="3068958" y="756953"/>
                </a:moveTo>
                <a:lnTo>
                  <a:pt x="3078547" y="760668"/>
                </a:lnTo>
                <a:lnTo>
                  <a:pt x="3081950" y="760668"/>
                </a:lnTo>
                <a:lnTo>
                  <a:pt x="3085147" y="756333"/>
                </a:lnTo>
                <a:lnTo>
                  <a:pt x="3087106" y="755714"/>
                </a:lnTo>
                <a:lnTo>
                  <a:pt x="3091437" y="757778"/>
                </a:lnTo>
                <a:lnTo>
                  <a:pt x="3092468" y="764694"/>
                </a:lnTo>
                <a:lnTo>
                  <a:pt x="3098655" y="763765"/>
                </a:lnTo>
                <a:lnTo>
                  <a:pt x="3103501" y="766139"/>
                </a:lnTo>
                <a:lnTo>
                  <a:pt x="3105048" y="767790"/>
                </a:lnTo>
                <a:lnTo>
                  <a:pt x="3104429" y="774705"/>
                </a:lnTo>
                <a:lnTo>
                  <a:pt x="3085972" y="775944"/>
                </a:lnTo>
                <a:lnTo>
                  <a:pt x="3072773" y="781517"/>
                </a:lnTo>
                <a:lnTo>
                  <a:pt x="3054935" y="776460"/>
                </a:lnTo>
                <a:lnTo>
                  <a:pt x="3034827" y="785129"/>
                </a:lnTo>
                <a:lnTo>
                  <a:pt x="3022660" y="788123"/>
                </a:lnTo>
                <a:lnTo>
                  <a:pt x="3012039" y="787916"/>
                </a:lnTo>
                <a:lnTo>
                  <a:pt x="3002966" y="772847"/>
                </a:lnTo>
                <a:lnTo>
                  <a:pt x="3008224" y="755198"/>
                </a:lnTo>
                <a:lnTo>
                  <a:pt x="3012039" y="752205"/>
                </a:lnTo>
                <a:lnTo>
                  <a:pt x="3018742" y="750657"/>
                </a:lnTo>
                <a:lnTo>
                  <a:pt x="3037405" y="749831"/>
                </a:lnTo>
                <a:lnTo>
                  <a:pt x="3068958" y="756953"/>
                </a:lnTo>
                <a:close/>
                <a:moveTo>
                  <a:pt x="3724345" y="1406669"/>
                </a:moveTo>
                <a:lnTo>
                  <a:pt x="3722592" y="1407804"/>
                </a:lnTo>
                <a:lnTo>
                  <a:pt x="3709806" y="1406462"/>
                </a:lnTo>
                <a:lnTo>
                  <a:pt x="3702485" y="1406359"/>
                </a:lnTo>
                <a:lnTo>
                  <a:pt x="3703413" y="1398618"/>
                </a:lnTo>
                <a:lnTo>
                  <a:pt x="3699701" y="1392735"/>
                </a:lnTo>
                <a:lnTo>
                  <a:pt x="3704857" y="1384169"/>
                </a:lnTo>
                <a:lnTo>
                  <a:pt x="3704960" y="1374157"/>
                </a:lnTo>
                <a:lnTo>
                  <a:pt x="3710322" y="1372815"/>
                </a:lnTo>
                <a:lnTo>
                  <a:pt x="3711044" y="1367139"/>
                </a:lnTo>
                <a:lnTo>
                  <a:pt x="3717540" y="1352070"/>
                </a:lnTo>
                <a:lnTo>
                  <a:pt x="3721355" y="1348664"/>
                </a:lnTo>
                <a:lnTo>
                  <a:pt x="3726717" y="1347322"/>
                </a:lnTo>
                <a:lnTo>
                  <a:pt x="3733110" y="1338549"/>
                </a:lnTo>
                <a:lnTo>
                  <a:pt x="3736719" y="1335969"/>
                </a:lnTo>
                <a:lnTo>
                  <a:pt x="3740534" y="1329363"/>
                </a:lnTo>
                <a:lnTo>
                  <a:pt x="3745896" y="1326267"/>
                </a:lnTo>
                <a:lnTo>
                  <a:pt x="3745484" y="1320487"/>
                </a:lnTo>
                <a:lnTo>
                  <a:pt x="3748577" y="1317494"/>
                </a:lnTo>
                <a:lnTo>
                  <a:pt x="3757032" y="1315120"/>
                </a:lnTo>
                <a:lnTo>
                  <a:pt x="3763013" y="1317907"/>
                </a:lnTo>
                <a:lnTo>
                  <a:pt x="3766622" y="1323790"/>
                </a:lnTo>
                <a:lnTo>
                  <a:pt x="3757135" y="1331015"/>
                </a:lnTo>
                <a:lnTo>
                  <a:pt x="3761982" y="1348767"/>
                </a:lnTo>
                <a:lnTo>
                  <a:pt x="3755073" y="1368068"/>
                </a:lnTo>
                <a:lnTo>
                  <a:pt x="3750536" y="1373847"/>
                </a:lnTo>
                <a:lnTo>
                  <a:pt x="3742081" y="1378905"/>
                </a:lnTo>
                <a:lnTo>
                  <a:pt x="3739606" y="1383653"/>
                </a:lnTo>
                <a:lnTo>
                  <a:pt x="3729604" y="1393148"/>
                </a:lnTo>
                <a:lnTo>
                  <a:pt x="3726614" y="1401302"/>
                </a:lnTo>
                <a:lnTo>
                  <a:pt x="3726098" y="1404708"/>
                </a:lnTo>
                <a:lnTo>
                  <a:pt x="3724345" y="1406669"/>
                </a:lnTo>
                <a:close/>
                <a:moveTo>
                  <a:pt x="3257758" y="1372402"/>
                </a:moveTo>
                <a:lnTo>
                  <a:pt x="3259099" y="1377460"/>
                </a:lnTo>
                <a:lnTo>
                  <a:pt x="3258996" y="1379627"/>
                </a:lnTo>
                <a:lnTo>
                  <a:pt x="3246622" y="1381279"/>
                </a:lnTo>
                <a:lnTo>
                  <a:pt x="3234661" y="1386852"/>
                </a:lnTo>
                <a:lnTo>
                  <a:pt x="3228577" y="1393251"/>
                </a:lnTo>
                <a:lnTo>
                  <a:pt x="3223834" y="1401508"/>
                </a:lnTo>
                <a:lnTo>
                  <a:pt x="3207439" y="1398205"/>
                </a:lnTo>
                <a:lnTo>
                  <a:pt x="3192797" y="1397586"/>
                </a:lnTo>
                <a:lnTo>
                  <a:pt x="3186301" y="1394696"/>
                </a:lnTo>
                <a:lnTo>
                  <a:pt x="3179289" y="1394903"/>
                </a:lnTo>
                <a:lnTo>
                  <a:pt x="3170215" y="1397483"/>
                </a:lnTo>
                <a:lnTo>
                  <a:pt x="3157223" y="1404501"/>
                </a:lnTo>
                <a:lnTo>
                  <a:pt x="3154336" y="1405121"/>
                </a:lnTo>
                <a:lnTo>
                  <a:pt x="3155367" y="1394387"/>
                </a:lnTo>
                <a:lnTo>
                  <a:pt x="3158976" y="1387781"/>
                </a:lnTo>
                <a:lnTo>
                  <a:pt x="3172587" y="1371886"/>
                </a:lnTo>
                <a:lnTo>
                  <a:pt x="3183929" y="1375396"/>
                </a:lnTo>
                <a:lnTo>
                  <a:pt x="3197231" y="1376428"/>
                </a:lnTo>
                <a:lnTo>
                  <a:pt x="3212182" y="1373331"/>
                </a:lnTo>
                <a:lnTo>
                  <a:pt x="3222906" y="1366210"/>
                </a:lnTo>
                <a:lnTo>
                  <a:pt x="3238064" y="1362494"/>
                </a:lnTo>
                <a:lnTo>
                  <a:pt x="3250025" y="1371783"/>
                </a:lnTo>
                <a:lnTo>
                  <a:pt x="3257758" y="1372402"/>
                </a:lnTo>
                <a:close/>
                <a:moveTo>
                  <a:pt x="3028331" y="1421221"/>
                </a:moveTo>
                <a:lnTo>
                  <a:pt x="3030806" y="1427517"/>
                </a:lnTo>
                <a:lnTo>
                  <a:pt x="3038746" y="1424008"/>
                </a:lnTo>
                <a:lnTo>
                  <a:pt x="3046479" y="1423183"/>
                </a:lnTo>
                <a:lnTo>
                  <a:pt x="3064215" y="1423802"/>
                </a:lnTo>
                <a:lnTo>
                  <a:pt x="3077207" y="1425247"/>
                </a:lnTo>
                <a:lnTo>
                  <a:pt x="3084940" y="1427827"/>
                </a:lnTo>
                <a:lnTo>
                  <a:pt x="3085662" y="1440316"/>
                </a:lnTo>
                <a:lnTo>
                  <a:pt x="3082053" y="1443102"/>
                </a:lnTo>
                <a:lnTo>
                  <a:pt x="3014720" y="1452598"/>
                </a:lnTo>
                <a:lnTo>
                  <a:pt x="3008224" y="1449501"/>
                </a:lnTo>
                <a:lnTo>
                  <a:pt x="3005646" y="1446508"/>
                </a:lnTo>
                <a:lnTo>
                  <a:pt x="3012864" y="1437219"/>
                </a:lnTo>
                <a:lnTo>
                  <a:pt x="3009565" y="1432781"/>
                </a:lnTo>
                <a:lnTo>
                  <a:pt x="3013380" y="1425556"/>
                </a:lnTo>
                <a:lnTo>
                  <a:pt x="3021423" y="1420602"/>
                </a:lnTo>
                <a:lnTo>
                  <a:pt x="3028331" y="1421221"/>
                </a:lnTo>
                <a:close/>
                <a:moveTo>
                  <a:pt x="3690937" y="716804"/>
                </a:moveTo>
                <a:lnTo>
                  <a:pt x="3687328" y="719590"/>
                </a:lnTo>
                <a:lnTo>
                  <a:pt x="3674748" y="716907"/>
                </a:lnTo>
                <a:lnTo>
                  <a:pt x="3668252" y="710508"/>
                </a:lnTo>
                <a:lnTo>
                  <a:pt x="3663818" y="702044"/>
                </a:lnTo>
                <a:lnTo>
                  <a:pt x="3661034" y="694923"/>
                </a:lnTo>
                <a:lnTo>
                  <a:pt x="3660209" y="689349"/>
                </a:lnTo>
                <a:lnTo>
                  <a:pt x="3656497" y="682537"/>
                </a:lnTo>
                <a:lnTo>
                  <a:pt x="3657012" y="680060"/>
                </a:lnTo>
                <a:lnTo>
                  <a:pt x="3680110" y="672835"/>
                </a:lnTo>
                <a:lnTo>
                  <a:pt x="3684441" y="675416"/>
                </a:lnTo>
                <a:lnTo>
                  <a:pt x="3694133" y="675725"/>
                </a:lnTo>
                <a:lnTo>
                  <a:pt x="3698361" y="680886"/>
                </a:lnTo>
                <a:lnTo>
                  <a:pt x="3695474" y="703592"/>
                </a:lnTo>
                <a:lnTo>
                  <a:pt x="3690937" y="716804"/>
                </a:lnTo>
                <a:close/>
                <a:moveTo>
                  <a:pt x="132604" y="41285"/>
                </a:moveTo>
                <a:lnTo>
                  <a:pt x="145183" y="42214"/>
                </a:lnTo>
                <a:lnTo>
                  <a:pt x="168693" y="36640"/>
                </a:lnTo>
                <a:lnTo>
                  <a:pt x="181582" y="37156"/>
                </a:lnTo>
                <a:lnTo>
                  <a:pt x="193750" y="41182"/>
                </a:lnTo>
                <a:lnTo>
                  <a:pt x="204473" y="43555"/>
                </a:lnTo>
                <a:lnTo>
                  <a:pt x="231386" y="40562"/>
                </a:lnTo>
                <a:lnTo>
                  <a:pt x="236439" y="41388"/>
                </a:lnTo>
                <a:lnTo>
                  <a:pt x="241285" y="43659"/>
                </a:lnTo>
                <a:lnTo>
                  <a:pt x="245513" y="47374"/>
                </a:lnTo>
                <a:lnTo>
                  <a:pt x="257783" y="60792"/>
                </a:lnTo>
                <a:lnTo>
                  <a:pt x="278509" y="77306"/>
                </a:lnTo>
                <a:lnTo>
                  <a:pt x="284592" y="87936"/>
                </a:lnTo>
                <a:lnTo>
                  <a:pt x="287995" y="99806"/>
                </a:lnTo>
                <a:lnTo>
                  <a:pt x="290161" y="102592"/>
                </a:lnTo>
                <a:lnTo>
                  <a:pt x="313567" y="125299"/>
                </a:lnTo>
                <a:lnTo>
                  <a:pt x="316145" y="134897"/>
                </a:lnTo>
                <a:lnTo>
                  <a:pt x="312845" y="148005"/>
                </a:lnTo>
                <a:lnTo>
                  <a:pt x="319651" y="158533"/>
                </a:lnTo>
                <a:lnTo>
                  <a:pt x="342439" y="168338"/>
                </a:lnTo>
                <a:lnTo>
                  <a:pt x="355947" y="175563"/>
                </a:lnTo>
                <a:lnTo>
                  <a:pt x="358834" y="179898"/>
                </a:lnTo>
                <a:lnTo>
                  <a:pt x="360793" y="185161"/>
                </a:lnTo>
                <a:lnTo>
                  <a:pt x="368217" y="193006"/>
                </a:lnTo>
                <a:lnTo>
                  <a:pt x="377601" y="198063"/>
                </a:lnTo>
                <a:lnTo>
                  <a:pt x="406678" y="211377"/>
                </a:lnTo>
                <a:lnTo>
                  <a:pt x="444830" y="239244"/>
                </a:lnTo>
                <a:lnTo>
                  <a:pt x="466587" y="252455"/>
                </a:lnTo>
                <a:lnTo>
                  <a:pt x="484632" y="272582"/>
                </a:lnTo>
                <a:lnTo>
                  <a:pt x="491025" y="282180"/>
                </a:lnTo>
                <a:lnTo>
                  <a:pt x="496387" y="292605"/>
                </a:lnTo>
                <a:lnTo>
                  <a:pt x="507317" y="307673"/>
                </a:lnTo>
                <a:lnTo>
                  <a:pt x="525877" y="326355"/>
                </a:lnTo>
                <a:lnTo>
                  <a:pt x="530621" y="332135"/>
                </a:lnTo>
                <a:lnTo>
                  <a:pt x="535570" y="340288"/>
                </a:lnTo>
                <a:lnTo>
                  <a:pt x="541344" y="348029"/>
                </a:lnTo>
                <a:lnTo>
                  <a:pt x="548253" y="355047"/>
                </a:lnTo>
                <a:lnTo>
                  <a:pt x="556502" y="360414"/>
                </a:lnTo>
                <a:lnTo>
                  <a:pt x="564854" y="362169"/>
                </a:lnTo>
                <a:lnTo>
                  <a:pt x="578465" y="375690"/>
                </a:lnTo>
                <a:lnTo>
                  <a:pt x="585786" y="379921"/>
                </a:lnTo>
                <a:lnTo>
                  <a:pt x="584652" y="369291"/>
                </a:lnTo>
                <a:lnTo>
                  <a:pt x="578465" y="360105"/>
                </a:lnTo>
                <a:lnTo>
                  <a:pt x="578568" y="354531"/>
                </a:lnTo>
                <a:lnTo>
                  <a:pt x="579599" y="349474"/>
                </a:lnTo>
                <a:lnTo>
                  <a:pt x="584652" y="345346"/>
                </a:lnTo>
                <a:lnTo>
                  <a:pt x="590736" y="344107"/>
                </a:lnTo>
                <a:lnTo>
                  <a:pt x="602078" y="348029"/>
                </a:lnTo>
                <a:lnTo>
                  <a:pt x="620535" y="364027"/>
                </a:lnTo>
                <a:lnTo>
                  <a:pt x="628372" y="373316"/>
                </a:lnTo>
                <a:lnTo>
                  <a:pt x="634249" y="386217"/>
                </a:lnTo>
                <a:lnTo>
                  <a:pt x="639096" y="399635"/>
                </a:lnTo>
                <a:lnTo>
                  <a:pt x="646520" y="406240"/>
                </a:lnTo>
                <a:lnTo>
                  <a:pt x="656625" y="408511"/>
                </a:lnTo>
                <a:lnTo>
                  <a:pt x="667864" y="409543"/>
                </a:lnTo>
                <a:lnTo>
                  <a:pt x="678279" y="413672"/>
                </a:lnTo>
                <a:lnTo>
                  <a:pt x="702510" y="432146"/>
                </a:lnTo>
                <a:lnTo>
                  <a:pt x="710553" y="440816"/>
                </a:lnTo>
                <a:lnTo>
                  <a:pt x="716637" y="451034"/>
                </a:lnTo>
                <a:lnTo>
                  <a:pt x="720864" y="463110"/>
                </a:lnTo>
                <a:lnTo>
                  <a:pt x="723442" y="475805"/>
                </a:lnTo>
                <a:lnTo>
                  <a:pt x="725092" y="478798"/>
                </a:lnTo>
                <a:lnTo>
                  <a:pt x="740662" y="494073"/>
                </a:lnTo>
                <a:lnTo>
                  <a:pt x="748808" y="500576"/>
                </a:lnTo>
                <a:lnTo>
                  <a:pt x="758810" y="503672"/>
                </a:lnTo>
                <a:lnTo>
                  <a:pt x="787991" y="507181"/>
                </a:lnTo>
                <a:lnTo>
                  <a:pt x="798302" y="512445"/>
                </a:lnTo>
                <a:lnTo>
                  <a:pt x="806861" y="521218"/>
                </a:lnTo>
                <a:lnTo>
                  <a:pt x="810470" y="530197"/>
                </a:lnTo>
                <a:lnTo>
                  <a:pt x="804386" y="538145"/>
                </a:lnTo>
                <a:lnTo>
                  <a:pt x="781495" y="550220"/>
                </a:lnTo>
                <a:lnTo>
                  <a:pt x="757160" y="558684"/>
                </a:lnTo>
                <a:lnTo>
                  <a:pt x="780876" y="555794"/>
                </a:lnTo>
                <a:lnTo>
                  <a:pt x="792837" y="552181"/>
                </a:lnTo>
                <a:lnTo>
                  <a:pt x="803870" y="546711"/>
                </a:lnTo>
                <a:lnTo>
                  <a:pt x="814800" y="539693"/>
                </a:lnTo>
                <a:lnTo>
                  <a:pt x="832123" y="529888"/>
                </a:lnTo>
                <a:lnTo>
                  <a:pt x="838516" y="527927"/>
                </a:lnTo>
                <a:lnTo>
                  <a:pt x="846044" y="528649"/>
                </a:lnTo>
                <a:lnTo>
                  <a:pt x="852952" y="531436"/>
                </a:lnTo>
                <a:lnTo>
                  <a:pt x="863264" y="541034"/>
                </a:lnTo>
                <a:lnTo>
                  <a:pt x="872956" y="551149"/>
                </a:lnTo>
                <a:lnTo>
                  <a:pt x="880174" y="563018"/>
                </a:lnTo>
                <a:lnTo>
                  <a:pt x="884711" y="576126"/>
                </a:lnTo>
                <a:lnTo>
                  <a:pt x="876359" y="583041"/>
                </a:lnTo>
                <a:lnTo>
                  <a:pt x="864295" y="588099"/>
                </a:lnTo>
                <a:lnTo>
                  <a:pt x="847797" y="600794"/>
                </a:lnTo>
                <a:lnTo>
                  <a:pt x="846044" y="605748"/>
                </a:lnTo>
                <a:lnTo>
                  <a:pt x="849343" y="609051"/>
                </a:lnTo>
                <a:lnTo>
                  <a:pt x="845322" y="618340"/>
                </a:lnTo>
                <a:lnTo>
                  <a:pt x="854602" y="624120"/>
                </a:lnTo>
                <a:lnTo>
                  <a:pt x="856046" y="629074"/>
                </a:lnTo>
                <a:lnTo>
                  <a:pt x="848003" y="636092"/>
                </a:lnTo>
                <a:lnTo>
                  <a:pt x="848828" y="640427"/>
                </a:lnTo>
                <a:lnTo>
                  <a:pt x="858520" y="658902"/>
                </a:lnTo>
                <a:lnTo>
                  <a:pt x="863161" y="663134"/>
                </a:lnTo>
                <a:lnTo>
                  <a:pt x="877906" y="672526"/>
                </a:lnTo>
                <a:lnTo>
                  <a:pt x="900488" y="682021"/>
                </a:lnTo>
                <a:lnTo>
                  <a:pt x="912964" y="686356"/>
                </a:lnTo>
                <a:lnTo>
                  <a:pt x="927194" y="689762"/>
                </a:lnTo>
                <a:lnTo>
                  <a:pt x="933278" y="689659"/>
                </a:lnTo>
                <a:lnTo>
                  <a:pt x="943898" y="688111"/>
                </a:lnTo>
                <a:lnTo>
                  <a:pt x="945960" y="691826"/>
                </a:lnTo>
                <a:lnTo>
                  <a:pt x="950601" y="710095"/>
                </a:lnTo>
                <a:lnTo>
                  <a:pt x="952766" y="721551"/>
                </a:lnTo>
                <a:lnTo>
                  <a:pt x="955962" y="746116"/>
                </a:lnTo>
                <a:lnTo>
                  <a:pt x="960190" y="756333"/>
                </a:lnTo>
                <a:lnTo>
                  <a:pt x="959881" y="768719"/>
                </a:lnTo>
                <a:lnTo>
                  <a:pt x="965346" y="779350"/>
                </a:lnTo>
                <a:lnTo>
                  <a:pt x="976379" y="786058"/>
                </a:lnTo>
                <a:lnTo>
                  <a:pt x="988237" y="791632"/>
                </a:lnTo>
                <a:lnTo>
                  <a:pt x="993805" y="796999"/>
                </a:lnTo>
                <a:lnTo>
                  <a:pt x="993805" y="805152"/>
                </a:lnTo>
                <a:lnTo>
                  <a:pt x="991846" y="811552"/>
                </a:lnTo>
                <a:lnTo>
                  <a:pt x="987824" y="816609"/>
                </a:lnTo>
                <a:lnTo>
                  <a:pt x="975554" y="827240"/>
                </a:lnTo>
                <a:lnTo>
                  <a:pt x="973389" y="831781"/>
                </a:lnTo>
                <a:lnTo>
                  <a:pt x="971739" y="843444"/>
                </a:lnTo>
                <a:lnTo>
                  <a:pt x="973801" y="848811"/>
                </a:lnTo>
                <a:lnTo>
                  <a:pt x="978647" y="849121"/>
                </a:lnTo>
                <a:lnTo>
                  <a:pt x="982566" y="846334"/>
                </a:lnTo>
                <a:lnTo>
                  <a:pt x="997208" y="830646"/>
                </a:lnTo>
                <a:lnTo>
                  <a:pt x="1001229" y="827859"/>
                </a:lnTo>
                <a:lnTo>
                  <a:pt x="1006797" y="825692"/>
                </a:lnTo>
                <a:lnTo>
                  <a:pt x="1012468" y="824350"/>
                </a:lnTo>
                <a:lnTo>
                  <a:pt x="1039381" y="824143"/>
                </a:lnTo>
                <a:lnTo>
                  <a:pt x="1050723" y="826620"/>
                </a:lnTo>
                <a:lnTo>
                  <a:pt x="1060829" y="831781"/>
                </a:lnTo>
                <a:lnTo>
                  <a:pt x="1069799" y="838180"/>
                </a:lnTo>
                <a:lnTo>
                  <a:pt x="1102486" y="879052"/>
                </a:lnTo>
                <a:lnTo>
                  <a:pt x="1117438" y="901552"/>
                </a:lnTo>
                <a:lnTo>
                  <a:pt x="1118675" y="907229"/>
                </a:lnTo>
                <a:lnTo>
                  <a:pt x="1118881" y="913008"/>
                </a:lnTo>
                <a:lnTo>
                  <a:pt x="1116407" y="917550"/>
                </a:lnTo>
                <a:lnTo>
                  <a:pt x="1102692" y="932928"/>
                </a:lnTo>
                <a:lnTo>
                  <a:pt x="1101043" y="937160"/>
                </a:lnTo>
                <a:lnTo>
                  <a:pt x="1096815" y="953983"/>
                </a:lnTo>
                <a:lnTo>
                  <a:pt x="1097640" y="966059"/>
                </a:lnTo>
                <a:lnTo>
                  <a:pt x="1102177" y="971116"/>
                </a:lnTo>
                <a:lnTo>
                  <a:pt x="1105683" y="976587"/>
                </a:lnTo>
                <a:lnTo>
                  <a:pt x="1105477" y="981541"/>
                </a:lnTo>
                <a:lnTo>
                  <a:pt x="1096506" y="1006415"/>
                </a:lnTo>
                <a:lnTo>
                  <a:pt x="1095475" y="1010646"/>
                </a:lnTo>
                <a:lnTo>
                  <a:pt x="1101249" y="1051002"/>
                </a:lnTo>
                <a:lnTo>
                  <a:pt x="1101661" y="1061943"/>
                </a:lnTo>
                <a:lnTo>
                  <a:pt x="1100424" y="1075773"/>
                </a:lnTo>
                <a:lnTo>
                  <a:pt x="1101249" y="1098067"/>
                </a:lnTo>
                <a:lnTo>
                  <a:pt x="1093928" y="1166909"/>
                </a:lnTo>
                <a:lnTo>
                  <a:pt x="1092587" y="1170934"/>
                </a:lnTo>
                <a:lnTo>
                  <a:pt x="1086916" y="1181461"/>
                </a:lnTo>
                <a:lnTo>
                  <a:pt x="1079595" y="1181461"/>
                </a:lnTo>
                <a:lnTo>
                  <a:pt x="1073615" y="1179604"/>
                </a:lnTo>
                <a:lnTo>
                  <a:pt x="1069387" y="1175578"/>
                </a:lnTo>
                <a:lnTo>
                  <a:pt x="1067118" y="1170521"/>
                </a:lnTo>
                <a:lnTo>
                  <a:pt x="1063716" y="1166496"/>
                </a:lnTo>
                <a:lnTo>
                  <a:pt x="1045774" y="1153801"/>
                </a:lnTo>
                <a:lnTo>
                  <a:pt x="1041134" y="1155865"/>
                </a:lnTo>
                <a:lnTo>
                  <a:pt x="1022986" y="1171656"/>
                </a:lnTo>
                <a:lnTo>
                  <a:pt x="1018140" y="1174030"/>
                </a:lnTo>
                <a:lnTo>
                  <a:pt x="1012159" y="1172069"/>
                </a:lnTo>
                <a:lnTo>
                  <a:pt x="1002570" y="1167321"/>
                </a:lnTo>
                <a:lnTo>
                  <a:pt x="972667" y="1150704"/>
                </a:lnTo>
                <a:lnTo>
                  <a:pt x="970811" y="1156071"/>
                </a:lnTo>
                <a:lnTo>
                  <a:pt x="970398" y="1163296"/>
                </a:lnTo>
                <a:lnTo>
                  <a:pt x="976379" y="1181255"/>
                </a:lnTo>
                <a:lnTo>
                  <a:pt x="977204" y="1189202"/>
                </a:lnTo>
                <a:lnTo>
                  <a:pt x="971739" y="1190750"/>
                </a:lnTo>
                <a:lnTo>
                  <a:pt x="968748" y="1190441"/>
                </a:lnTo>
                <a:lnTo>
                  <a:pt x="956272" y="1179913"/>
                </a:lnTo>
                <a:lnTo>
                  <a:pt x="944826" y="1168353"/>
                </a:lnTo>
                <a:lnTo>
                  <a:pt x="931731" y="1152665"/>
                </a:lnTo>
                <a:lnTo>
                  <a:pt x="922141" y="1145234"/>
                </a:lnTo>
                <a:lnTo>
                  <a:pt x="913583" y="1136874"/>
                </a:lnTo>
                <a:lnTo>
                  <a:pt x="889248" y="1105291"/>
                </a:lnTo>
                <a:lnTo>
                  <a:pt x="882958" y="1100440"/>
                </a:lnTo>
                <a:lnTo>
                  <a:pt x="845425" y="1078043"/>
                </a:lnTo>
                <a:lnTo>
                  <a:pt x="837795" y="1072780"/>
                </a:lnTo>
                <a:lnTo>
                  <a:pt x="828205" y="1063594"/>
                </a:lnTo>
                <a:lnTo>
                  <a:pt x="817894" y="1055337"/>
                </a:lnTo>
                <a:lnTo>
                  <a:pt x="795209" y="1042436"/>
                </a:lnTo>
                <a:lnTo>
                  <a:pt x="755923" y="1009511"/>
                </a:lnTo>
                <a:lnTo>
                  <a:pt x="738806" y="990623"/>
                </a:lnTo>
                <a:lnTo>
                  <a:pt x="719833" y="960279"/>
                </a:lnTo>
                <a:lnTo>
                  <a:pt x="713646" y="952435"/>
                </a:lnTo>
                <a:lnTo>
                  <a:pt x="681681" y="929625"/>
                </a:lnTo>
                <a:lnTo>
                  <a:pt x="664255" y="915795"/>
                </a:lnTo>
                <a:lnTo>
                  <a:pt x="657037" y="907848"/>
                </a:lnTo>
                <a:lnTo>
                  <a:pt x="640024" y="880187"/>
                </a:lnTo>
                <a:lnTo>
                  <a:pt x="635074" y="870795"/>
                </a:lnTo>
                <a:lnTo>
                  <a:pt x="628887" y="862641"/>
                </a:lnTo>
                <a:lnTo>
                  <a:pt x="618576" y="855933"/>
                </a:lnTo>
                <a:lnTo>
                  <a:pt x="609605" y="848088"/>
                </a:lnTo>
                <a:lnTo>
                  <a:pt x="591560" y="823008"/>
                </a:lnTo>
                <a:lnTo>
                  <a:pt x="585992" y="813100"/>
                </a:lnTo>
                <a:lnTo>
                  <a:pt x="581662" y="802263"/>
                </a:lnTo>
                <a:lnTo>
                  <a:pt x="582383" y="780588"/>
                </a:lnTo>
                <a:lnTo>
                  <a:pt x="544438" y="715049"/>
                </a:lnTo>
                <a:lnTo>
                  <a:pt x="534848" y="694613"/>
                </a:lnTo>
                <a:lnTo>
                  <a:pt x="525980" y="666333"/>
                </a:lnTo>
                <a:lnTo>
                  <a:pt x="524021" y="663443"/>
                </a:lnTo>
                <a:lnTo>
                  <a:pt x="503296" y="638053"/>
                </a:lnTo>
                <a:lnTo>
                  <a:pt x="495974" y="629899"/>
                </a:lnTo>
                <a:lnTo>
                  <a:pt x="487107" y="622262"/>
                </a:lnTo>
                <a:lnTo>
                  <a:pt x="479786" y="613386"/>
                </a:lnTo>
                <a:lnTo>
                  <a:pt x="465453" y="584383"/>
                </a:lnTo>
                <a:lnTo>
                  <a:pt x="460194" y="576333"/>
                </a:lnTo>
                <a:lnTo>
                  <a:pt x="452770" y="570450"/>
                </a:lnTo>
                <a:lnTo>
                  <a:pt x="425651" y="559406"/>
                </a:lnTo>
                <a:lnTo>
                  <a:pt x="415443" y="553317"/>
                </a:lnTo>
                <a:lnTo>
                  <a:pt x="407503" y="544647"/>
                </a:lnTo>
                <a:lnTo>
                  <a:pt x="402657" y="533603"/>
                </a:lnTo>
                <a:lnTo>
                  <a:pt x="397295" y="510174"/>
                </a:lnTo>
                <a:lnTo>
                  <a:pt x="384509" y="474463"/>
                </a:lnTo>
                <a:lnTo>
                  <a:pt x="370073" y="426676"/>
                </a:lnTo>
                <a:lnTo>
                  <a:pt x="360484" y="405311"/>
                </a:lnTo>
                <a:lnTo>
                  <a:pt x="349348" y="388488"/>
                </a:lnTo>
                <a:lnTo>
                  <a:pt x="346151" y="384669"/>
                </a:lnTo>
                <a:lnTo>
                  <a:pt x="296966" y="354428"/>
                </a:lnTo>
                <a:lnTo>
                  <a:pt x="288511" y="349990"/>
                </a:lnTo>
                <a:lnTo>
                  <a:pt x="279643" y="347307"/>
                </a:lnTo>
                <a:lnTo>
                  <a:pt x="266857" y="345346"/>
                </a:lnTo>
                <a:lnTo>
                  <a:pt x="257164" y="337502"/>
                </a:lnTo>
                <a:lnTo>
                  <a:pt x="253143" y="323568"/>
                </a:lnTo>
                <a:lnTo>
                  <a:pt x="250978" y="304783"/>
                </a:lnTo>
                <a:lnTo>
                  <a:pt x="248503" y="293533"/>
                </a:lnTo>
                <a:lnTo>
                  <a:pt x="245822" y="287134"/>
                </a:lnTo>
                <a:lnTo>
                  <a:pt x="225199" y="273923"/>
                </a:lnTo>
                <a:lnTo>
                  <a:pt x="217156" y="263396"/>
                </a:lnTo>
                <a:lnTo>
                  <a:pt x="210454" y="251836"/>
                </a:lnTo>
                <a:lnTo>
                  <a:pt x="204267" y="242857"/>
                </a:lnTo>
                <a:lnTo>
                  <a:pt x="181685" y="211996"/>
                </a:lnTo>
                <a:lnTo>
                  <a:pt x="173952" y="203843"/>
                </a:lnTo>
                <a:lnTo>
                  <a:pt x="164362" y="198166"/>
                </a:lnTo>
                <a:lnTo>
                  <a:pt x="135903" y="192180"/>
                </a:lnTo>
                <a:lnTo>
                  <a:pt x="127654" y="187122"/>
                </a:lnTo>
                <a:lnTo>
                  <a:pt x="113837" y="169577"/>
                </a:lnTo>
                <a:lnTo>
                  <a:pt x="105485" y="160597"/>
                </a:lnTo>
                <a:lnTo>
                  <a:pt x="80531" y="140987"/>
                </a:lnTo>
                <a:lnTo>
                  <a:pt x="38358" y="99806"/>
                </a:lnTo>
                <a:lnTo>
                  <a:pt x="29697" y="89588"/>
                </a:lnTo>
                <a:lnTo>
                  <a:pt x="23200" y="78854"/>
                </a:lnTo>
                <a:lnTo>
                  <a:pt x="17942" y="67397"/>
                </a:lnTo>
                <a:lnTo>
                  <a:pt x="0" y="35608"/>
                </a:lnTo>
                <a:lnTo>
                  <a:pt x="1444" y="29209"/>
                </a:lnTo>
                <a:lnTo>
                  <a:pt x="4125" y="22500"/>
                </a:lnTo>
                <a:lnTo>
                  <a:pt x="3712" y="17030"/>
                </a:lnTo>
                <a:lnTo>
                  <a:pt x="1753" y="11560"/>
                </a:lnTo>
                <a:lnTo>
                  <a:pt x="2165" y="6606"/>
                </a:lnTo>
                <a:lnTo>
                  <a:pt x="7527" y="3716"/>
                </a:lnTo>
                <a:lnTo>
                  <a:pt x="19488" y="0"/>
                </a:lnTo>
                <a:lnTo>
                  <a:pt x="31965" y="413"/>
                </a:lnTo>
                <a:lnTo>
                  <a:pt x="43514" y="2064"/>
                </a:lnTo>
                <a:lnTo>
                  <a:pt x="54650" y="5161"/>
                </a:lnTo>
                <a:lnTo>
                  <a:pt x="65374" y="11766"/>
                </a:lnTo>
                <a:lnTo>
                  <a:pt x="84553" y="28693"/>
                </a:lnTo>
                <a:lnTo>
                  <a:pt x="95483" y="34576"/>
                </a:lnTo>
                <a:lnTo>
                  <a:pt x="107650" y="37363"/>
                </a:lnTo>
                <a:lnTo>
                  <a:pt x="132604" y="41285"/>
                </a:lnTo>
                <a:close/>
                <a:moveTo>
                  <a:pt x="2843449" y="1469834"/>
                </a:moveTo>
                <a:lnTo>
                  <a:pt x="2828910" y="1473446"/>
                </a:lnTo>
                <a:lnTo>
                  <a:pt x="2819836" y="1476956"/>
                </a:lnTo>
                <a:lnTo>
                  <a:pt x="2811175" y="1481497"/>
                </a:lnTo>
                <a:lnTo>
                  <a:pt x="2805710" y="1482529"/>
                </a:lnTo>
                <a:lnTo>
                  <a:pt x="2795811" y="1482839"/>
                </a:lnTo>
                <a:lnTo>
                  <a:pt x="2781891" y="1482013"/>
                </a:lnTo>
                <a:lnTo>
                  <a:pt x="2772404" y="1483561"/>
                </a:lnTo>
                <a:lnTo>
                  <a:pt x="2746111" y="1495431"/>
                </a:lnTo>
                <a:lnTo>
                  <a:pt x="2735696" y="1496463"/>
                </a:lnTo>
                <a:lnTo>
                  <a:pt x="2726725" y="1499456"/>
                </a:lnTo>
                <a:lnTo>
                  <a:pt x="2723632" y="1494811"/>
                </a:lnTo>
                <a:lnTo>
                  <a:pt x="2719920" y="1491405"/>
                </a:lnTo>
                <a:lnTo>
                  <a:pt x="2711155" y="1490476"/>
                </a:lnTo>
                <a:lnTo>
                  <a:pt x="2702391" y="1490786"/>
                </a:lnTo>
                <a:lnTo>
                  <a:pt x="2693420" y="1501314"/>
                </a:lnTo>
                <a:lnTo>
                  <a:pt x="2679293" y="1499146"/>
                </a:lnTo>
                <a:lnTo>
                  <a:pt x="2673828" y="1499972"/>
                </a:lnTo>
                <a:lnTo>
                  <a:pt x="2668466" y="1502242"/>
                </a:lnTo>
                <a:lnTo>
                  <a:pt x="2663208" y="1503171"/>
                </a:lnTo>
                <a:lnTo>
                  <a:pt x="2657743" y="1502449"/>
                </a:lnTo>
                <a:lnTo>
                  <a:pt x="2637017" y="1494295"/>
                </a:lnTo>
                <a:lnTo>
                  <a:pt x="2613198" y="1489444"/>
                </a:lnTo>
                <a:lnTo>
                  <a:pt x="2589482" y="1491302"/>
                </a:lnTo>
                <a:lnTo>
                  <a:pt x="2568962" y="1486864"/>
                </a:lnTo>
                <a:lnTo>
                  <a:pt x="2557723" y="1490270"/>
                </a:lnTo>
                <a:lnTo>
                  <a:pt x="2547102" y="1495224"/>
                </a:lnTo>
                <a:lnTo>
                  <a:pt x="2544009" y="1490064"/>
                </a:lnTo>
                <a:lnTo>
                  <a:pt x="2540090" y="1485522"/>
                </a:lnTo>
                <a:lnTo>
                  <a:pt x="2536688" y="1478710"/>
                </a:lnTo>
                <a:lnTo>
                  <a:pt x="2536585" y="1470969"/>
                </a:lnTo>
                <a:lnTo>
                  <a:pt x="2537719" y="1465602"/>
                </a:lnTo>
                <a:lnTo>
                  <a:pt x="2540812" y="1460648"/>
                </a:lnTo>
                <a:lnTo>
                  <a:pt x="2542668" y="1455488"/>
                </a:lnTo>
                <a:lnTo>
                  <a:pt x="2543596" y="1450017"/>
                </a:lnTo>
                <a:lnTo>
                  <a:pt x="2548030" y="1452598"/>
                </a:lnTo>
                <a:lnTo>
                  <a:pt x="2552773" y="1451669"/>
                </a:lnTo>
                <a:lnTo>
                  <a:pt x="2566694" y="1445683"/>
                </a:lnTo>
                <a:lnTo>
                  <a:pt x="2580305" y="1436600"/>
                </a:lnTo>
                <a:lnTo>
                  <a:pt x="2592987" y="1433297"/>
                </a:lnTo>
                <a:lnTo>
                  <a:pt x="2600308" y="1432368"/>
                </a:lnTo>
                <a:lnTo>
                  <a:pt x="2606598" y="1434123"/>
                </a:lnTo>
                <a:lnTo>
                  <a:pt x="2612888" y="1433504"/>
                </a:lnTo>
                <a:lnTo>
                  <a:pt x="2619384" y="1431439"/>
                </a:lnTo>
                <a:lnTo>
                  <a:pt x="2629696" y="1438458"/>
                </a:lnTo>
                <a:lnTo>
                  <a:pt x="2633923" y="1439800"/>
                </a:lnTo>
                <a:lnTo>
                  <a:pt x="2647844" y="1440419"/>
                </a:lnTo>
                <a:lnTo>
                  <a:pt x="2660527" y="1444444"/>
                </a:lnTo>
                <a:lnTo>
                  <a:pt x="2671766" y="1450430"/>
                </a:lnTo>
                <a:lnTo>
                  <a:pt x="2688161" y="1456004"/>
                </a:lnTo>
                <a:lnTo>
                  <a:pt x="2697957" y="1463538"/>
                </a:lnTo>
                <a:lnTo>
                  <a:pt x="2705484" y="1466325"/>
                </a:lnTo>
                <a:lnTo>
                  <a:pt x="2710949" y="1467047"/>
                </a:lnTo>
                <a:lnTo>
                  <a:pt x="2716105" y="1466015"/>
                </a:lnTo>
                <a:lnTo>
                  <a:pt x="2722498" y="1460958"/>
                </a:lnTo>
                <a:lnTo>
                  <a:pt x="2730025" y="1458894"/>
                </a:lnTo>
                <a:lnTo>
                  <a:pt x="2736624" y="1458997"/>
                </a:lnTo>
                <a:lnTo>
                  <a:pt x="2748585" y="1457655"/>
                </a:lnTo>
                <a:lnTo>
                  <a:pt x="2753638" y="1456417"/>
                </a:lnTo>
                <a:lnTo>
                  <a:pt x="2759309" y="1453630"/>
                </a:lnTo>
                <a:lnTo>
                  <a:pt x="2764774" y="1455384"/>
                </a:lnTo>
                <a:lnTo>
                  <a:pt x="2769620" y="1457965"/>
                </a:lnTo>
                <a:lnTo>
                  <a:pt x="2789831" y="1471176"/>
                </a:lnTo>
                <a:lnTo>
                  <a:pt x="2796017" y="1471485"/>
                </a:lnTo>
                <a:lnTo>
                  <a:pt x="2807360" y="1468699"/>
                </a:lnTo>
                <a:lnTo>
                  <a:pt x="2810866" y="1465086"/>
                </a:lnTo>
                <a:lnTo>
                  <a:pt x="2812619" y="1459719"/>
                </a:lnTo>
                <a:lnTo>
                  <a:pt x="2815712" y="1455178"/>
                </a:lnTo>
                <a:lnTo>
                  <a:pt x="2820043" y="1451256"/>
                </a:lnTo>
                <a:lnTo>
                  <a:pt x="2824992" y="1448160"/>
                </a:lnTo>
                <a:lnTo>
                  <a:pt x="2840047" y="1443102"/>
                </a:lnTo>
                <a:lnTo>
                  <a:pt x="2850358" y="1438045"/>
                </a:lnTo>
                <a:lnTo>
                  <a:pt x="2857473" y="1429582"/>
                </a:lnTo>
                <a:lnTo>
                  <a:pt x="2840975" y="1425866"/>
                </a:lnTo>
                <a:lnTo>
                  <a:pt x="2844377" y="1419777"/>
                </a:lnTo>
                <a:lnTo>
                  <a:pt x="2849946" y="1416267"/>
                </a:lnTo>
                <a:lnTo>
                  <a:pt x="2857267" y="1417609"/>
                </a:lnTo>
                <a:lnTo>
                  <a:pt x="2863556" y="1422357"/>
                </a:lnTo>
                <a:lnTo>
                  <a:pt x="2866444" y="1440625"/>
                </a:lnTo>
                <a:lnTo>
                  <a:pt x="2861185" y="1443206"/>
                </a:lnTo>
                <a:lnTo>
                  <a:pt x="2857988" y="1445992"/>
                </a:lnTo>
                <a:lnTo>
                  <a:pt x="2855720" y="1449605"/>
                </a:lnTo>
                <a:lnTo>
                  <a:pt x="2846337" y="1456313"/>
                </a:lnTo>
                <a:lnTo>
                  <a:pt x="2850049" y="1464673"/>
                </a:lnTo>
                <a:lnTo>
                  <a:pt x="2847265" y="1468183"/>
                </a:lnTo>
                <a:lnTo>
                  <a:pt x="2843449" y="1469834"/>
                </a:lnTo>
                <a:close/>
                <a:moveTo>
                  <a:pt x="2557826" y="1548584"/>
                </a:moveTo>
                <a:lnTo>
                  <a:pt x="2562466" y="1553229"/>
                </a:lnTo>
                <a:lnTo>
                  <a:pt x="2579273" y="1562105"/>
                </a:lnTo>
                <a:lnTo>
                  <a:pt x="2582057" y="1565924"/>
                </a:lnTo>
                <a:lnTo>
                  <a:pt x="2583089" y="1572117"/>
                </a:lnTo>
                <a:lnTo>
                  <a:pt x="2586491" y="1576761"/>
                </a:lnTo>
                <a:lnTo>
                  <a:pt x="2594122" y="1577484"/>
                </a:lnTo>
                <a:lnTo>
                  <a:pt x="2602268" y="1576555"/>
                </a:lnTo>
                <a:lnTo>
                  <a:pt x="2608454" y="1579445"/>
                </a:lnTo>
                <a:lnTo>
                  <a:pt x="2613816" y="1584089"/>
                </a:lnTo>
                <a:lnTo>
                  <a:pt x="2621756" y="1593069"/>
                </a:lnTo>
                <a:lnTo>
                  <a:pt x="2628665" y="1603080"/>
                </a:lnTo>
                <a:lnTo>
                  <a:pt x="2637326" y="1608653"/>
                </a:lnTo>
                <a:lnTo>
                  <a:pt x="2642379" y="1616910"/>
                </a:lnTo>
                <a:lnTo>
                  <a:pt x="2639388" y="1624238"/>
                </a:lnTo>
                <a:lnTo>
                  <a:pt x="2628458" y="1634456"/>
                </a:lnTo>
                <a:lnTo>
                  <a:pt x="2622478" y="1636624"/>
                </a:lnTo>
                <a:lnTo>
                  <a:pt x="2614435" y="1637449"/>
                </a:lnTo>
                <a:lnTo>
                  <a:pt x="2601752" y="1643436"/>
                </a:lnTo>
                <a:lnTo>
                  <a:pt x="2597215" y="1640236"/>
                </a:lnTo>
                <a:lnTo>
                  <a:pt x="2582779" y="1638069"/>
                </a:lnTo>
                <a:lnTo>
                  <a:pt x="2571437" y="1633734"/>
                </a:lnTo>
                <a:lnTo>
                  <a:pt x="2561847" y="1625787"/>
                </a:lnTo>
                <a:lnTo>
                  <a:pt x="2556279" y="1617220"/>
                </a:lnTo>
                <a:lnTo>
                  <a:pt x="2549371" y="1609686"/>
                </a:lnTo>
                <a:lnTo>
                  <a:pt x="2537203" y="1604525"/>
                </a:lnTo>
                <a:lnTo>
                  <a:pt x="2515343" y="1589766"/>
                </a:lnTo>
                <a:lnTo>
                  <a:pt x="2501835" y="1588424"/>
                </a:lnTo>
                <a:lnTo>
                  <a:pt x="2496370" y="1589456"/>
                </a:lnTo>
                <a:lnTo>
                  <a:pt x="2490802" y="1589559"/>
                </a:lnTo>
                <a:lnTo>
                  <a:pt x="2462137" y="1582851"/>
                </a:lnTo>
                <a:lnTo>
                  <a:pt x="2457703" y="1578929"/>
                </a:lnTo>
                <a:lnTo>
                  <a:pt x="2454197" y="1573974"/>
                </a:lnTo>
                <a:lnTo>
                  <a:pt x="2451001" y="1569020"/>
                </a:lnTo>
                <a:lnTo>
                  <a:pt x="2449145" y="1563447"/>
                </a:lnTo>
                <a:lnTo>
                  <a:pt x="2452754" y="1558596"/>
                </a:lnTo>
                <a:lnTo>
                  <a:pt x="2456569" y="1555293"/>
                </a:lnTo>
                <a:lnTo>
                  <a:pt x="2472551" y="1549513"/>
                </a:lnTo>
                <a:lnTo>
                  <a:pt x="2483894" y="1547759"/>
                </a:lnTo>
                <a:lnTo>
                  <a:pt x="2497092" y="1548068"/>
                </a:lnTo>
                <a:lnTo>
                  <a:pt x="2516787" y="1546211"/>
                </a:lnTo>
                <a:lnTo>
                  <a:pt x="2535347" y="1549100"/>
                </a:lnTo>
                <a:lnTo>
                  <a:pt x="2541122" y="1547036"/>
                </a:lnTo>
                <a:lnTo>
                  <a:pt x="2550505" y="1540947"/>
                </a:lnTo>
                <a:lnTo>
                  <a:pt x="2553804" y="1543114"/>
                </a:lnTo>
                <a:lnTo>
                  <a:pt x="2557826" y="1548584"/>
                </a:lnTo>
                <a:close/>
                <a:moveTo>
                  <a:pt x="2375212" y="1439490"/>
                </a:moveTo>
                <a:lnTo>
                  <a:pt x="2380368" y="1443515"/>
                </a:lnTo>
                <a:lnTo>
                  <a:pt x="2385111" y="1443206"/>
                </a:lnTo>
                <a:lnTo>
                  <a:pt x="2394907" y="1436910"/>
                </a:lnTo>
                <a:lnTo>
                  <a:pt x="2400888" y="1434639"/>
                </a:lnTo>
                <a:lnTo>
                  <a:pt x="2407177" y="1434536"/>
                </a:lnTo>
                <a:lnTo>
                  <a:pt x="2413364" y="1435671"/>
                </a:lnTo>
                <a:lnTo>
                  <a:pt x="2419448" y="1440006"/>
                </a:lnTo>
                <a:lnTo>
                  <a:pt x="2421613" y="1447231"/>
                </a:lnTo>
                <a:lnTo>
                  <a:pt x="2423882" y="1449501"/>
                </a:lnTo>
                <a:lnTo>
                  <a:pt x="2427388" y="1440832"/>
                </a:lnTo>
                <a:lnTo>
                  <a:pt x="2432131" y="1438251"/>
                </a:lnTo>
                <a:lnTo>
                  <a:pt x="2437493" y="1436910"/>
                </a:lnTo>
                <a:lnTo>
                  <a:pt x="2445742" y="1437426"/>
                </a:lnTo>
                <a:lnTo>
                  <a:pt x="2452135" y="1441554"/>
                </a:lnTo>
                <a:lnTo>
                  <a:pt x="2457909" y="1453836"/>
                </a:lnTo>
                <a:lnTo>
                  <a:pt x="2457703" y="1464570"/>
                </a:lnTo>
                <a:lnTo>
                  <a:pt x="2459765" y="1468596"/>
                </a:lnTo>
                <a:lnTo>
                  <a:pt x="2463787" y="1471485"/>
                </a:lnTo>
                <a:lnTo>
                  <a:pt x="2466777" y="1475614"/>
                </a:lnTo>
                <a:lnTo>
                  <a:pt x="2464096" y="1479949"/>
                </a:lnTo>
                <a:lnTo>
                  <a:pt x="2461518" y="1482013"/>
                </a:lnTo>
                <a:lnTo>
                  <a:pt x="2453991" y="1484077"/>
                </a:lnTo>
                <a:lnTo>
                  <a:pt x="2450382" y="1483148"/>
                </a:lnTo>
                <a:lnTo>
                  <a:pt x="2447082" y="1480258"/>
                </a:lnTo>
                <a:lnTo>
                  <a:pt x="2443370" y="1479226"/>
                </a:lnTo>
                <a:lnTo>
                  <a:pt x="2434915" y="1480155"/>
                </a:lnTo>
                <a:lnTo>
                  <a:pt x="2427181" y="1482529"/>
                </a:lnTo>
                <a:lnTo>
                  <a:pt x="2428213" y="1486554"/>
                </a:lnTo>
                <a:lnTo>
                  <a:pt x="2434606" y="1488309"/>
                </a:lnTo>
                <a:lnTo>
                  <a:pt x="2436565" y="1490167"/>
                </a:lnTo>
                <a:lnTo>
                  <a:pt x="2436152" y="1492644"/>
                </a:lnTo>
                <a:lnTo>
                  <a:pt x="2433574" y="1493160"/>
                </a:lnTo>
                <a:lnTo>
                  <a:pt x="2425325" y="1489754"/>
                </a:lnTo>
                <a:lnTo>
                  <a:pt x="2419757" y="1490476"/>
                </a:lnTo>
                <a:lnTo>
                  <a:pt x="2399650" y="1495018"/>
                </a:lnTo>
                <a:lnTo>
                  <a:pt x="2394288" y="1494914"/>
                </a:lnTo>
                <a:lnTo>
                  <a:pt x="2391298" y="1490580"/>
                </a:lnTo>
                <a:lnTo>
                  <a:pt x="2391504" y="1479330"/>
                </a:lnTo>
                <a:lnTo>
                  <a:pt x="2389339" y="1476336"/>
                </a:lnTo>
                <a:lnTo>
                  <a:pt x="2374387" y="1490064"/>
                </a:lnTo>
                <a:lnTo>
                  <a:pt x="2369851" y="1493469"/>
                </a:lnTo>
                <a:lnTo>
                  <a:pt x="2363870" y="1495018"/>
                </a:lnTo>
                <a:lnTo>
                  <a:pt x="2357580" y="1494502"/>
                </a:lnTo>
                <a:lnTo>
                  <a:pt x="2335926" y="1502759"/>
                </a:lnTo>
                <a:lnTo>
                  <a:pt x="2329121" y="1501623"/>
                </a:lnTo>
                <a:lnTo>
                  <a:pt x="2322625" y="1501623"/>
                </a:lnTo>
                <a:lnTo>
                  <a:pt x="2299527" y="1510706"/>
                </a:lnTo>
                <a:lnTo>
                  <a:pt x="2287154" y="1513183"/>
                </a:lnTo>
                <a:lnTo>
                  <a:pt x="2280761" y="1513389"/>
                </a:lnTo>
                <a:lnTo>
                  <a:pt x="2274471" y="1512564"/>
                </a:lnTo>
                <a:lnTo>
                  <a:pt x="2268800" y="1513389"/>
                </a:lnTo>
                <a:lnTo>
                  <a:pt x="2263747" y="1517002"/>
                </a:lnTo>
                <a:lnTo>
                  <a:pt x="2253436" y="1520098"/>
                </a:lnTo>
                <a:lnTo>
                  <a:pt x="2242815" y="1517724"/>
                </a:lnTo>
                <a:lnTo>
                  <a:pt x="2233844" y="1514628"/>
                </a:lnTo>
                <a:lnTo>
                  <a:pt x="2225286" y="1510499"/>
                </a:lnTo>
                <a:lnTo>
                  <a:pt x="2223224" y="1505236"/>
                </a:lnTo>
                <a:lnTo>
                  <a:pt x="2223636" y="1498940"/>
                </a:lnTo>
                <a:lnTo>
                  <a:pt x="2227245" y="1490373"/>
                </a:lnTo>
                <a:lnTo>
                  <a:pt x="2224770" y="1475304"/>
                </a:lnTo>
                <a:lnTo>
                  <a:pt x="2226626" y="1468389"/>
                </a:lnTo>
                <a:lnTo>
                  <a:pt x="2230132" y="1461577"/>
                </a:lnTo>
                <a:lnTo>
                  <a:pt x="2235391" y="1459100"/>
                </a:lnTo>
                <a:lnTo>
                  <a:pt x="2242299" y="1458584"/>
                </a:lnTo>
                <a:lnTo>
                  <a:pt x="2253745" y="1452495"/>
                </a:lnTo>
                <a:lnTo>
                  <a:pt x="2264159" y="1444547"/>
                </a:lnTo>
                <a:lnTo>
                  <a:pt x="2270243" y="1445373"/>
                </a:lnTo>
                <a:lnTo>
                  <a:pt x="2283957" y="1450946"/>
                </a:lnTo>
                <a:lnTo>
                  <a:pt x="2292000" y="1451566"/>
                </a:lnTo>
                <a:lnTo>
                  <a:pt x="2305611" y="1450637"/>
                </a:lnTo>
                <a:lnTo>
                  <a:pt x="2311282" y="1454146"/>
                </a:lnTo>
                <a:lnTo>
                  <a:pt x="2313448" y="1461990"/>
                </a:lnTo>
                <a:lnTo>
                  <a:pt x="2316541" y="1464777"/>
                </a:lnTo>
                <a:lnTo>
                  <a:pt x="2320562" y="1466841"/>
                </a:lnTo>
                <a:lnTo>
                  <a:pt x="2330255" y="1480052"/>
                </a:lnTo>
                <a:lnTo>
                  <a:pt x="2339226" y="1479330"/>
                </a:lnTo>
                <a:lnTo>
                  <a:pt x="2347166" y="1481807"/>
                </a:lnTo>
                <a:lnTo>
                  <a:pt x="2360983" y="1473756"/>
                </a:lnTo>
                <a:lnTo>
                  <a:pt x="2371500" y="1473963"/>
                </a:lnTo>
                <a:lnTo>
                  <a:pt x="2374491" y="1467770"/>
                </a:lnTo>
                <a:lnTo>
                  <a:pt x="2368201" y="1461164"/>
                </a:lnTo>
                <a:lnTo>
                  <a:pt x="2360570" y="1455694"/>
                </a:lnTo>
                <a:lnTo>
                  <a:pt x="2356549" y="1454559"/>
                </a:lnTo>
                <a:lnTo>
                  <a:pt x="2352115" y="1454868"/>
                </a:lnTo>
                <a:lnTo>
                  <a:pt x="2348094" y="1454043"/>
                </a:lnTo>
                <a:lnTo>
                  <a:pt x="2331183" y="1441967"/>
                </a:lnTo>
                <a:lnTo>
                  <a:pt x="2326131" y="1435465"/>
                </a:lnTo>
                <a:lnTo>
                  <a:pt x="2323243" y="1427827"/>
                </a:lnTo>
                <a:lnTo>
                  <a:pt x="2324996" y="1422150"/>
                </a:lnTo>
                <a:lnTo>
                  <a:pt x="2336648" y="1417093"/>
                </a:lnTo>
                <a:lnTo>
                  <a:pt x="2342113" y="1415854"/>
                </a:lnTo>
                <a:lnTo>
                  <a:pt x="2362323" y="1419260"/>
                </a:lnTo>
                <a:lnTo>
                  <a:pt x="2365829" y="1422150"/>
                </a:lnTo>
                <a:lnTo>
                  <a:pt x="2371191" y="1434226"/>
                </a:lnTo>
                <a:lnTo>
                  <a:pt x="2375212" y="1439490"/>
                </a:lnTo>
                <a:close/>
                <a:moveTo>
                  <a:pt x="3060606" y="478282"/>
                </a:moveTo>
                <a:lnTo>
                  <a:pt x="3040911" y="495725"/>
                </a:lnTo>
                <a:lnTo>
                  <a:pt x="3034931" y="504188"/>
                </a:lnTo>
                <a:lnTo>
                  <a:pt x="3029672" y="513374"/>
                </a:lnTo>
                <a:lnTo>
                  <a:pt x="3021938" y="523489"/>
                </a:lnTo>
                <a:lnTo>
                  <a:pt x="3013071" y="532365"/>
                </a:lnTo>
                <a:lnTo>
                  <a:pt x="3008534" y="535048"/>
                </a:lnTo>
                <a:lnTo>
                  <a:pt x="2997604" y="539899"/>
                </a:lnTo>
                <a:lnTo>
                  <a:pt x="2991314" y="541757"/>
                </a:lnTo>
                <a:lnTo>
                  <a:pt x="2979353" y="542273"/>
                </a:lnTo>
                <a:lnTo>
                  <a:pt x="2943572" y="549395"/>
                </a:lnTo>
                <a:lnTo>
                  <a:pt x="2931817" y="550323"/>
                </a:lnTo>
                <a:lnTo>
                  <a:pt x="2920062" y="550014"/>
                </a:lnTo>
                <a:lnTo>
                  <a:pt x="2897790" y="548156"/>
                </a:lnTo>
                <a:lnTo>
                  <a:pt x="2893150" y="547227"/>
                </a:lnTo>
                <a:lnTo>
                  <a:pt x="2884282" y="538041"/>
                </a:lnTo>
                <a:lnTo>
                  <a:pt x="2874383" y="530817"/>
                </a:lnTo>
                <a:lnTo>
                  <a:pt x="2865516" y="529991"/>
                </a:lnTo>
                <a:lnTo>
                  <a:pt x="2856545" y="530817"/>
                </a:lnTo>
                <a:lnTo>
                  <a:pt x="2791687" y="531333"/>
                </a:lnTo>
                <a:lnTo>
                  <a:pt x="2769002" y="532674"/>
                </a:lnTo>
                <a:lnTo>
                  <a:pt x="2746420" y="535874"/>
                </a:lnTo>
                <a:lnTo>
                  <a:pt x="2734149" y="534429"/>
                </a:lnTo>
                <a:lnTo>
                  <a:pt x="2721982" y="530817"/>
                </a:lnTo>
                <a:lnTo>
                  <a:pt x="2712805" y="529578"/>
                </a:lnTo>
                <a:lnTo>
                  <a:pt x="2703525" y="529888"/>
                </a:lnTo>
                <a:lnTo>
                  <a:pt x="2660939" y="535358"/>
                </a:lnTo>
                <a:lnTo>
                  <a:pt x="2650215" y="534842"/>
                </a:lnTo>
                <a:lnTo>
                  <a:pt x="2628665" y="527823"/>
                </a:lnTo>
                <a:lnTo>
                  <a:pt x="2616188" y="526482"/>
                </a:lnTo>
                <a:lnTo>
                  <a:pt x="2603917" y="528339"/>
                </a:lnTo>
                <a:lnTo>
                  <a:pt x="2592472" y="534635"/>
                </a:lnTo>
                <a:lnTo>
                  <a:pt x="2588141" y="538867"/>
                </a:lnTo>
                <a:lnTo>
                  <a:pt x="2576283" y="553213"/>
                </a:lnTo>
                <a:lnTo>
                  <a:pt x="2569581" y="563741"/>
                </a:lnTo>
                <a:lnTo>
                  <a:pt x="2564528" y="576849"/>
                </a:lnTo>
                <a:lnTo>
                  <a:pt x="2560197" y="590266"/>
                </a:lnTo>
                <a:lnTo>
                  <a:pt x="2557826" y="601207"/>
                </a:lnTo>
                <a:lnTo>
                  <a:pt x="2557723" y="612663"/>
                </a:lnTo>
                <a:lnTo>
                  <a:pt x="2559785" y="625565"/>
                </a:lnTo>
                <a:lnTo>
                  <a:pt x="2562982" y="638363"/>
                </a:lnTo>
                <a:lnTo>
                  <a:pt x="2566487" y="648065"/>
                </a:lnTo>
                <a:lnTo>
                  <a:pt x="2581336" y="670565"/>
                </a:lnTo>
                <a:lnTo>
                  <a:pt x="2584326" y="673764"/>
                </a:lnTo>
                <a:lnTo>
                  <a:pt x="2600308" y="680163"/>
                </a:lnTo>
                <a:lnTo>
                  <a:pt x="2609898" y="688214"/>
                </a:lnTo>
                <a:lnTo>
                  <a:pt x="2618869" y="710817"/>
                </a:lnTo>
                <a:lnTo>
                  <a:pt x="2625262" y="722377"/>
                </a:lnTo>
                <a:lnTo>
                  <a:pt x="2631655" y="722480"/>
                </a:lnTo>
                <a:lnTo>
                  <a:pt x="2638667" y="721758"/>
                </a:lnTo>
                <a:lnTo>
                  <a:pt x="2650937" y="723203"/>
                </a:lnTo>
                <a:lnTo>
                  <a:pt x="2663104" y="726196"/>
                </a:lnTo>
                <a:lnTo>
                  <a:pt x="2674962" y="719177"/>
                </a:lnTo>
                <a:lnTo>
                  <a:pt x="2681562" y="706070"/>
                </a:lnTo>
                <a:lnTo>
                  <a:pt x="2688161" y="696368"/>
                </a:lnTo>
                <a:lnTo>
                  <a:pt x="2704040" y="677893"/>
                </a:lnTo>
                <a:lnTo>
                  <a:pt x="2713114" y="669326"/>
                </a:lnTo>
                <a:lnTo>
                  <a:pt x="2718992" y="666540"/>
                </a:lnTo>
                <a:lnTo>
                  <a:pt x="2724869" y="667675"/>
                </a:lnTo>
                <a:lnTo>
                  <a:pt x="2729819" y="672629"/>
                </a:lnTo>
                <a:lnTo>
                  <a:pt x="2735696" y="676551"/>
                </a:lnTo>
                <a:lnTo>
                  <a:pt x="2747554" y="678615"/>
                </a:lnTo>
                <a:lnTo>
                  <a:pt x="2759618" y="677274"/>
                </a:lnTo>
                <a:lnTo>
                  <a:pt x="2772404" y="671287"/>
                </a:lnTo>
                <a:lnTo>
                  <a:pt x="2776941" y="667572"/>
                </a:lnTo>
                <a:lnTo>
                  <a:pt x="2780757" y="662927"/>
                </a:lnTo>
                <a:lnTo>
                  <a:pt x="2791583" y="659108"/>
                </a:lnTo>
                <a:lnTo>
                  <a:pt x="2817362" y="659108"/>
                </a:lnTo>
                <a:lnTo>
                  <a:pt x="2830663" y="660450"/>
                </a:lnTo>
                <a:lnTo>
                  <a:pt x="2854379" y="658902"/>
                </a:lnTo>
                <a:lnTo>
                  <a:pt x="2854070" y="655496"/>
                </a:lnTo>
                <a:lnTo>
                  <a:pt x="2849430" y="651884"/>
                </a:lnTo>
                <a:lnTo>
                  <a:pt x="2848193" y="648994"/>
                </a:lnTo>
                <a:lnTo>
                  <a:pt x="2852626" y="647136"/>
                </a:lnTo>
                <a:lnTo>
                  <a:pt x="2867887" y="642904"/>
                </a:lnTo>
                <a:lnTo>
                  <a:pt x="2883457" y="639911"/>
                </a:lnTo>
                <a:lnTo>
                  <a:pt x="2894800" y="642078"/>
                </a:lnTo>
                <a:lnTo>
                  <a:pt x="2905008" y="647961"/>
                </a:lnTo>
                <a:lnTo>
                  <a:pt x="2908823" y="653948"/>
                </a:lnTo>
                <a:lnTo>
                  <a:pt x="2910576" y="661276"/>
                </a:lnTo>
                <a:lnTo>
                  <a:pt x="2906658" y="680267"/>
                </a:lnTo>
                <a:lnTo>
                  <a:pt x="2904802" y="684602"/>
                </a:lnTo>
                <a:lnTo>
                  <a:pt x="2896759" y="686872"/>
                </a:lnTo>
                <a:lnTo>
                  <a:pt x="2889129" y="684395"/>
                </a:lnTo>
                <a:lnTo>
                  <a:pt x="2881601" y="674590"/>
                </a:lnTo>
                <a:lnTo>
                  <a:pt x="2870878" y="670978"/>
                </a:lnTo>
                <a:lnTo>
                  <a:pt x="2855823" y="673971"/>
                </a:lnTo>
                <a:lnTo>
                  <a:pt x="2850667" y="676757"/>
                </a:lnTo>
                <a:lnTo>
                  <a:pt x="2845924" y="680680"/>
                </a:lnTo>
                <a:lnTo>
                  <a:pt x="2837469" y="690794"/>
                </a:lnTo>
                <a:lnTo>
                  <a:pt x="2830354" y="702251"/>
                </a:lnTo>
                <a:lnTo>
                  <a:pt x="2814990" y="720106"/>
                </a:lnTo>
                <a:lnTo>
                  <a:pt x="2797152" y="735588"/>
                </a:lnTo>
                <a:lnTo>
                  <a:pt x="2788593" y="741471"/>
                </a:lnTo>
                <a:lnTo>
                  <a:pt x="2779004" y="745496"/>
                </a:lnTo>
                <a:lnTo>
                  <a:pt x="2748173" y="755714"/>
                </a:lnTo>
                <a:lnTo>
                  <a:pt x="2740027" y="763352"/>
                </a:lnTo>
                <a:lnTo>
                  <a:pt x="2733737" y="773260"/>
                </a:lnTo>
                <a:lnTo>
                  <a:pt x="2726725" y="776563"/>
                </a:lnTo>
                <a:lnTo>
                  <a:pt x="2718682" y="777698"/>
                </a:lnTo>
                <a:lnTo>
                  <a:pt x="2712599" y="775840"/>
                </a:lnTo>
                <a:lnTo>
                  <a:pt x="2700328" y="770267"/>
                </a:lnTo>
                <a:lnTo>
                  <a:pt x="2696204" y="774808"/>
                </a:lnTo>
                <a:lnTo>
                  <a:pt x="2695585" y="781827"/>
                </a:lnTo>
                <a:lnTo>
                  <a:pt x="2701669" y="784304"/>
                </a:lnTo>
                <a:lnTo>
                  <a:pt x="2711361" y="792045"/>
                </a:lnTo>
                <a:lnTo>
                  <a:pt x="2718889" y="802985"/>
                </a:lnTo>
                <a:lnTo>
                  <a:pt x="2723735" y="805359"/>
                </a:lnTo>
                <a:lnTo>
                  <a:pt x="2734459" y="808868"/>
                </a:lnTo>
                <a:lnTo>
                  <a:pt x="2738996" y="812274"/>
                </a:lnTo>
                <a:lnTo>
                  <a:pt x="2747039" y="821666"/>
                </a:lnTo>
                <a:lnTo>
                  <a:pt x="2759825" y="843341"/>
                </a:lnTo>
                <a:lnTo>
                  <a:pt x="2764155" y="855107"/>
                </a:lnTo>
                <a:lnTo>
                  <a:pt x="2771270" y="864809"/>
                </a:lnTo>
                <a:lnTo>
                  <a:pt x="2792821" y="881116"/>
                </a:lnTo>
                <a:lnTo>
                  <a:pt x="2793955" y="885657"/>
                </a:lnTo>
                <a:lnTo>
                  <a:pt x="2792615" y="891024"/>
                </a:lnTo>
                <a:lnTo>
                  <a:pt x="2794368" y="895979"/>
                </a:lnTo>
                <a:lnTo>
                  <a:pt x="2801998" y="905268"/>
                </a:lnTo>
                <a:lnTo>
                  <a:pt x="2803854" y="911357"/>
                </a:lnTo>
                <a:lnTo>
                  <a:pt x="2795399" y="918995"/>
                </a:lnTo>
                <a:lnTo>
                  <a:pt x="2794986" y="930142"/>
                </a:lnTo>
                <a:lnTo>
                  <a:pt x="2789831" y="945004"/>
                </a:lnTo>
                <a:lnTo>
                  <a:pt x="2788593" y="950061"/>
                </a:lnTo>
                <a:lnTo>
                  <a:pt x="2788799" y="954603"/>
                </a:lnTo>
                <a:lnTo>
                  <a:pt x="2792408" y="958938"/>
                </a:lnTo>
                <a:lnTo>
                  <a:pt x="2796636" y="962240"/>
                </a:lnTo>
                <a:lnTo>
                  <a:pt x="2802410" y="963995"/>
                </a:lnTo>
                <a:lnTo>
                  <a:pt x="2807566" y="966988"/>
                </a:lnTo>
                <a:lnTo>
                  <a:pt x="2817259" y="978651"/>
                </a:lnTo>
                <a:lnTo>
                  <a:pt x="2822414" y="981644"/>
                </a:lnTo>
                <a:lnTo>
                  <a:pt x="2825611" y="985876"/>
                </a:lnTo>
                <a:lnTo>
                  <a:pt x="2825301" y="992275"/>
                </a:lnTo>
                <a:lnTo>
                  <a:pt x="2829735" y="995990"/>
                </a:lnTo>
                <a:lnTo>
                  <a:pt x="2833860" y="1002493"/>
                </a:lnTo>
                <a:lnTo>
                  <a:pt x="2840047" y="1004144"/>
                </a:lnTo>
                <a:lnTo>
                  <a:pt x="2843037" y="1002286"/>
                </a:lnTo>
                <a:lnTo>
                  <a:pt x="2844996" y="999396"/>
                </a:lnTo>
                <a:lnTo>
                  <a:pt x="2850152" y="1000532"/>
                </a:lnTo>
                <a:lnTo>
                  <a:pt x="2853142" y="1005073"/>
                </a:lnTo>
                <a:lnTo>
                  <a:pt x="2854895" y="1010956"/>
                </a:lnTo>
                <a:lnTo>
                  <a:pt x="2855514" y="1017458"/>
                </a:lnTo>
                <a:lnTo>
                  <a:pt x="2855204" y="1029844"/>
                </a:lnTo>
                <a:lnTo>
                  <a:pt x="2852626" y="1034282"/>
                </a:lnTo>
                <a:lnTo>
                  <a:pt x="2847058" y="1034075"/>
                </a:lnTo>
                <a:lnTo>
                  <a:pt x="2836953" y="1029018"/>
                </a:lnTo>
                <a:lnTo>
                  <a:pt x="2836438" y="1032630"/>
                </a:lnTo>
                <a:lnTo>
                  <a:pt x="2837159" y="1036243"/>
                </a:lnTo>
                <a:lnTo>
                  <a:pt x="2832004" y="1037378"/>
                </a:lnTo>
                <a:lnTo>
                  <a:pt x="2826126" y="1036862"/>
                </a:lnTo>
                <a:lnTo>
                  <a:pt x="2811278" y="1037378"/>
                </a:lnTo>
                <a:lnTo>
                  <a:pt x="2784056" y="1045016"/>
                </a:lnTo>
                <a:lnTo>
                  <a:pt x="2774467" y="1049557"/>
                </a:lnTo>
                <a:lnTo>
                  <a:pt x="2768280" y="1057814"/>
                </a:lnTo>
                <a:lnTo>
                  <a:pt x="2767867" y="1063491"/>
                </a:lnTo>
                <a:lnTo>
                  <a:pt x="2770239" y="1075566"/>
                </a:lnTo>
                <a:lnTo>
                  <a:pt x="2766630" y="1079695"/>
                </a:lnTo>
                <a:lnTo>
                  <a:pt x="2754153" y="1081346"/>
                </a:lnTo>
                <a:lnTo>
                  <a:pt x="2736727" y="1078147"/>
                </a:lnTo>
                <a:lnTo>
                  <a:pt x="2726210" y="1074947"/>
                </a:lnTo>
                <a:lnTo>
                  <a:pt x="2720332" y="1072264"/>
                </a:lnTo>
                <a:lnTo>
                  <a:pt x="2712599" y="1064110"/>
                </a:lnTo>
                <a:lnTo>
                  <a:pt x="2709815" y="1053789"/>
                </a:lnTo>
                <a:lnTo>
                  <a:pt x="2715383" y="1023032"/>
                </a:lnTo>
                <a:lnTo>
                  <a:pt x="2717033" y="1019110"/>
                </a:lnTo>
                <a:lnTo>
                  <a:pt x="2719714" y="1015601"/>
                </a:lnTo>
                <a:lnTo>
                  <a:pt x="2722704" y="1009924"/>
                </a:lnTo>
                <a:lnTo>
                  <a:pt x="2723323" y="1003422"/>
                </a:lnTo>
                <a:lnTo>
                  <a:pt x="2714970" y="995371"/>
                </a:lnTo>
                <a:lnTo>
                  <a:pt x="2702494" y="992172"/>
                </a:lnTo>
                <a:lnTo>
                  <a:pt x="2691873" y="985463"/>
                </a:lnTo>
                <a:lnTo>
                  <a:pt x="2650731" y="947997"/>
                </a:lnTo>
                <a:lnTo>
                  <a:pt x="2648462" y="944385"/>
                </a:lnTo>
                <a:lnTo>
                  <a:pt x="2648359" y="938089"/>
                </a:lnTo>
                <a:lnTo>
                  <a:pt x="2650009" y="932309"/>
                </a:lnTo>
                <a:lnTo>
                  <a:pt x="2663517" y="911770"/>
                </a:lnTo>
                <a:lnTo>
                  <a:pt x="2665167" y="907848"/>
                </a:lnTo>
                <a:lnTo>
                  <a:pt x="2666816" y="891644"/>
                </a:lnTo>
                <a:lnTo>
                  <a:pt x="2666507" y="878329"/>
                </a:lnTo>
                <a:lnTo>
                  <a:pt x="2664960" y="865015"/>
                </a:lnTo>
                <a:lnTo>
                  <a:pt x="2658567" y="856552"/>
                </a:lnTo>
                <a:lnTo>
                  <a:pt x="2647122" y="854075"/>
                </a:lnTo>
                <a:lnTo>
                  <a:pt x="2635367" y="853662"/>
                </a:lnTo>
                <a:lnTo>
                  <a:pt x="2623921" y="856345"/>
                </a:lnTo>
                <a:lnTo>
                  <a:pt x="2612579" y="863054"/>
                </a:lnTo>
                <a:lnTo>
                  <a:pt x="2591647" y="877194"/>
                </a:lnTo>
                <a:lnTo>
                  <a:pt x="2583398" y="885348"/>
                </a:lnTo>
                <a:lnTo>
                  <a:pt x="2582676" y="896082"/>
                </a:lnTo>
                <a:lnTo>
                  <a:pt x="2587419" y="906506"/>
                </a:lnTo>
                <a:lnTo>
                  <a:pt x="2593606" y="916105"/>
                </a:lnTo>
                <a:lnTo>
                  <a:pt x="2596906" y="926529"/>
                </a:lnTo>
                <a:lnTo>
                  <a:pt x="2601546" y="963582"/>
                </a:lnTo>
                <a:lnTo>
                  <a:pt x="2601340" y="967814"/>
                </a:lnTo>
                <a:lnTo>
                  <a:pt x="2595978" y="978548"/>
                </a:lnTo>
                <a:lnTo>
                  <a:pt x="2593812" y="1002699"/>
                </a:lnTo>
                <a:lnTo>
                  <a:pt x="2596184" y="1036656"/>
                </a:lnTo>
                <a:lnTo>
                  <a:pt x="2599793" y="1057504"/>
                </a:lnTo>
                <a:lnTo>
                  <a:pt x="2598246" y="1068858"/>
                </a:lnTo>
                <a:lnTo>
                  <a:pt x="2588450" y="1093216"/>
                </a:lnTo>
                <a:lnTo>
                  <a:pt x="2585460" y="1106633"/>
                </a:lnTo>
                <a:lnTo>
                  <a:pt x="2585254" y="1112103"/>
                </a:lnTo>
                <a:lnTo>
                  <a:pt x="2596803" y="1137596"/>
                </a:lnTo>
                <a:lnTo>
                  <a:pt x="2599484" y="1147608"/>
                </a:lnTo>
                <a:lnTo>
                  <a:pt x="2600824" y="1158032"/>
                </a:lnTo>
                <a:lnTo>
                  <a:pt x="2588657" y="1152975"/>
                </a:lnTo>
                <a:lnTo>
                  <a:pt x="2582882" y="1153181"/>
                </a:lnTo>
                <a:lnTo>
                  <a:pt x="2577211" y="1154730"/>
                </a:lnTo>
                <a:lnTo>
                  <a:pt x="2564425" y="1156381"/>
                </a:lnTo>
                <a:lnTo>
                  <a:pt x="2551536" y="1156691"/>
                </a:lnTo>
                <a:lnTo>
                  <a:pt x="2546999" y="1158548"/>
                </a:lnTo>
                <a:lnTo>
                  <a:pt x="2537719" y="1165360"/>
                </a:lnTo>
                <a:lnTo>
                  <a:pt x="2532151" y="1168044"/>
                </a:lnTo>
                <a:lnTo>
                  <a:pt x="2527304" y="1168560"/>
                </a:lnTo>
                <a:lnTo>
                  <a:pt x="2510806" y="1160097"/>
                </a:lnTo>
                <a:lnTo>
                  <a:pt x="2501114" y="1150911"/>
                </a:lnTo>
                <a:lnTo>
                  <a:pt x="2492143" y="1140899"/>
                </a:lnTo>
                <a:lnTo>
                  <a:pt x="2490493" y="1129443"/>
                </a:lnTo>
                <a:lnTo>
                  <a:pt x="2493689" y="1117780"/>
                </a:lnTo>
                <a:lnTo>
                  <a:pt x="2498123" y="1105188"/>
                </a:lnTo>
                <a:lnTo>
                  <a:pt x="2506991" y="1084339"/>
                </a:lnTo>
                <a:lnTo>
                  <a:pt x="2506579" y="1070406"/>
                </a:lnTo>
                <a:lnTo>
                  <a:pt x="2509569" y="1058949"/>
                </a:lnTo>
                <a:lnTo>
                  <a:pt x="2514621" y="1047803"/>
                </a:lnTo>
                <a:lnTo>
                  <a:pt x="2516477" y="1037585"/>
                </a:lnTo>
                <a:lnTo>
                  <a:pt x="2517715" y="997332"/>
                </a:lnTo>
                <a:lnTo>
                  <a:pt x="2516374" y="993823"/>
                </a:lnTo>
                <a:lnTo>
                  <a:pt x="2504310" y="969981"/>
                </a:lnTo>
                <a:lnTo>
                  <a:pt x="2502867" y="965956"/>
                </a:lnTo>
                <a:lnTo>
                  <a:pt x="2502763" y="959454"/>
                </a:lnTo>
                <a:lnTo>
                  <a:pt x="2504104" y="953364"/>
                </a:lnTo>
                <a:lnTo>
                  <a:pt x="2504413" y="947791"/>
                </a:lnTo>
                <a:lnTo>
                  <a:pt x="2501526" y="943559"/>
                </a:lnTo>
                <a:lnTo>
                  <a:pt x="2496680" y="939637"/>
                </a:lnTo>
                <a:lnTo>
                  <a:pt x="2490699" y="937986"/>
                </a:lnTo>
                <a:lnTo>
                  <a:pt x="2478119" y="939637"/>
                </a:lnTo>
                <a:lnTo>
                  <a:pt x="2452857" y="946139"/>
                </a:lnTo>
                <a:lnTo>
                  <a:pt x="2445329" y="940463"/>
                </a:lnTo>
                <a:lnTo>
                  <a:pt x="2439761" y="931690"/>
                </a:lnTo>
                <a:lnTo>
                  <a:pt x="2436152" y="919511"/>
                </a:lnTo>
                <a:lnTo>
                  <a:pt x="2433987" y="906816"/>
                </a:lnTo>
                <a:lnTo>
                  <a:pt x="2435018" y="894843"/>
                </a:lnTo>
                <a:lnTo>
                  <a:pt x="2438730" y="883284"/>
                </a:lnTo>
                <a:lnTo>
                  <a:pt x="2435740" y="875130"/>
                </a:lnTo>
                <a:lnTo>
                  <a:pt x="2431100" y="866357"/>
                </a:lnTo>
                <a:lnTo>
                  <a:pt x="2430997" y="861816"/>
                </a:lnTo>
                <a:lnTo>
                  <a:pt x="2433678" y="857790"/>
                </a:lnTo>
                <a:lnTo>
                  <a:pt x="2438215" y="854488"/>
                </a:lnTo>
                <a:lnTo>
                  <a:pt x="2443886" y="852527"/>
                </a:lnTo>
                <a:lnTo>
                  <a:pt x="2449041" y="849017"/>
                </a:lnTo>
                <a:lnTo>
                  <a:pt x="2462859" y="837251"/>
                </a:lnTo>
                <a:lnTo>
                  <a:pt x="2467292" y="826827"/>
                </a:lnTo>
                <a:lnTo>
                  <a:pt x="2467602" y="814029"/>
                </a:lnTo>
                <a:lnTo>
                  <a:pt x="2471108" y="801850"/>
                </a:lnTo>
                <a:lnTo>
                  <a:pt x="2478222" y="790600"/>
                </a:lnTo>
                <a:lnTo>
                  <a:pt x="2486575" y="780175"/>
                </a:lnTo>
                <a:lnTo>
                  <a:pt x="2489256" y="769338"/>
                </a:lnTo>
                <a:lnTo>
                  <a:pt x="2485131" y="752308"/>
                </a:lnTo>
                <a:lnTo>
                  <a:pt x="2486781" y="744464"/>
                </a:lnTo>
                <a:lnTo>
                  <a:pt x="2485337" y="735382"/>
                </a:lnTo>
                <a:lnTo>
                  <a:pt x="2485234" y="726299"/>
                </a:lnTo>
                <a:lnTo>
                  <a:pt x="2490390" y="709269"/>
                </a:lnTo>
                <a:lnTo>
                  <a:pt x="2505754" y="674590"/>
                </a:lnTo>
                <a:lnTo>
                  <a:pt x="2520808" y="656115"/>
                </a:lnTo>
                <a:lnTo>
                  <a:pt x="2526686" y="651264"/>
                </a:lnTo>
                <a:lnTo>
                  <a:pt x="2534522" y="659831"/>
                </a:lnTo>
                <a:lnTo>
                  <a:pt x="2540400" y="669946"/>
                </a:lnTo>
                <a:lnTo>
                  <a:pt x="2540503" y="660760"/>
                </a:lnTo>
                <a:lnTo>
                  <a:pt x="2538956" y="651780"/>
                </a:lnTo>
                <a:lnTo>
                  <a:pt x="2532976" y="630932"/>
                </a:lnTo>
                <a:lnTo>
                  <a:pt x="2527820" y="590060"/>
                </a:lnTo>
                <a:lnTo>
                  <a:pt x="2529264" y="586241"/>
                </a:lnTo>
                <a:lnTo>
                  <a:pt x="2534522" y="586860"/>
                </a:lnTo>
                <a:lnTo>
                  <a:pt x="2539781" y="583248"/>
                </a:lnTo>
                <a:lnTo>
                  <a:pt x="2542668" y="576849"/>
                </a:lnTo>
                <a:lnTo>
                  <a:pt x="2537100" y="561677"/>
                </a:lnTo>
                <a:lnTo>
                  <a:pt x="2536791" y="556310"/>
                </a:lnTo>
                <a:lnTo>
                  <a:pt x="2547515" y="535048"/>
                </a:lnTo>
                <a:lnTo>
                  <a:pt x="2556279" y="527307"/>
                </a:lnTo>
                <a:lnTo>
                  <a:pt x="2560094" y="522456"/>
                </a:lnTo>
                <a:lnTo>
                  <a:pt x="2562260" y="509452"/>
                </a:lnTo>
                <a:lnTo>
                  <a:pt x="2566900" y="504601"/>
                </a:lnTo>
                <a:lnTo>
                  <a:pt x="2572674" y="501092"/>
                </a:lnTo>
                <a:lnTo>
                  <a:pt x="2580201" y="492112"/>
                </a:lnTo>
                <a:lnTo>
                  <a:pt x="2584326" y="480759"/>
                </a:lnTo>
                <a:lnTo>
                  <a:pt x="2586801" y="479933"/>
                </a:lnTo>
                <a:lnTo>
                  <a:pt x="2589688" y="479520"/>
                </a:lnTo>
                <a:lnTo>
                  <a:pt x="2594328" y="489326"/>
                </a:lnTo>
                <a:lnTo>
                  <a:pt x="2599380" y="493351"/>
                </a:lnTo>
                <a:lnTo>
                  <a:pt x="2609795" y="496550"/>
                </a:lnTo>
                <a:lnTo>
                  <a:pt x="2618663" y="492835"/>
                </a:lnTo>
                <a:lnTo>
                  <a:pt x="2621034" y="487881"/>
                </a:lnTo>
                <a:lnTo>
                  <a:pt x="2624437" y="483546"/>
                </a:lnTo>
                <a:lnTo>
                  <a:pt x="2629799" y="479108"/>
                </a:lnTo>
                <a:lnTo>
                  <a:pt x="2634336" y="474050"/>
                </a:lnTo>
                <a:lnTo>
                  <a:pt x="2639388" y="462387"/>
                </a:lnTo>
                <a:lnTo>
                  <a:pt x="2645988" y="451653"/>
                </a:lnTo>
                <a:lnTo>
                  <a:pt x="2650525" y="447938"/>
                </a:lnTo>
                <a:lnTo>
                  <a:pt x="2655990" y="445564"/>
                </a:lnTo>
                <a:lnTo>
                  <a:pt x="2662176" y="444119"/>
                </a:lnTo>
                <a:lnTo>
                  <a:pt x="2668054" y="443912"/>
                </a:lnTo>
                <a:lnTo>
                  <a:pt x="2681046" y="450724"/>
                </a:lnTo>
                <a:lnTo>
                  <a:pt x="2688676" y="451963"/>
                </a:lnTo>
                <a:lnTo>
                  <a:pt x="2696410" y="451447"/>
                </a:lnTo>
                <a:lnTo>
                  <a:pt x="2701256" y="452582"/>
                </a:lnTo>
                <a:lnTo>
                  <a:pt x="2704968" y="455679"/>
                </a:lnTo>
                <a:lnTo>
                  <a:pt x="2708371" y="461665"/>
                </a:lnTo>
                <a:lnTo>
                  <a:pt x="2712496" y="466929"/>
                </a:lnTo>
                <a:lnTo>
                  <a:pt x="2716414" y="469509"/>
                </a:lnTo>
                <a:lnTo>
                  <a:pt x="2720642" y="470747"/>
                </a:lnTo>
                <a:lnTo>
                  <a:pt x="2748998" y="468580"/>
                </a:lnTo>
                <a:lnTo>
                  <a:pt x="2773848" y="474566"/>
                </a:lnTo>
                <a:lnTo>
                  <a:pt x="2807772" y="475908"/>
                </a:lnTo>
                <a:lnTo>
                  <a:pt x="2819321" y="479417"/>
                </a:lnTo>
                <a:lnTo>
                  <a:pt x="2830457" y="483855"/>
                </a:lnTo>
                <a:lnTo>
                  <a:pt x="2844171" y="491906"/>
                </a:lnTo>
                <a:lnTo>
                  <a:pt x="2849121" y="493660"/>
                </a:lnTo>
                <a:lnTo>
                  <a:pt x="2854689" y="493248"/>
                </a:lnTo>
                <a:lnTo>
                  <a:pt x="2861700" y="485713"/>
                </a:lnTo>
                <a:lnTo>
                  <a:pt x="2867165" y="484062"/>
                </a:lnTo>
                <a:lnTo>
                  <a:pt x="2872734" y="483752"/>
                </a:lnTo>
                <a:lnTo>
                  <a:pt x="2894490" y="485197"/>
                </a:lnTo>
                <a:lnTo>
                  <a:pt x="2953162" y="494486"/>
                </a:lnTo>
                <a:lnTo>
                  <a:pt x="2961823" y="493248"/>
                </a:lnTo>
                <a:lnTo>
                  <a:pt x="2997191" y="475495"/>
                </a:lnTo>
                <a:lnTo>
                  <a:pt x="3011318" y="458672"/>
                </a:lnTo>
                <a:lnTo>
                  <a:pt x="3024001" y="454027"/>
                </a:lnTo>
                <a:lnTo>
                  <a:pt x="3028228" y="446390"/>
                </a:lnTo>
                <a:lnTo>
                  <a:pt x="3030806" y="437307"/>
                </a:lnTo>
                <a:lnTo>
                  <a:pt x="3035343" y="434830"/>
                </a:lnTo>
                <a:lnTo>
                  <a:pt x="3045964" y="432250"/>
                </a:lnTo>
                <a:lnTo>
                  <a:pt x="3050191" y="429463"/>
                </a:lnTo>
                <a:lnTo>
                  <a:pt x="3057719" y="418316"/>
                </a:lnTo>
                <a:lnTo>
                  <a:pt x="3066586" y="408408"/>
                </a:lnTo>
                <a:lnTo>
                  <a:pt x="3070917" y="405415"/>
                </a:lnTo>
                <a:lnTo>
                  <a:pt x="3083497" y="406963"/>
                </a:lnTo>
                <a:lnTo>
                  <a:pt x="3089065" y="411298"/>
                </a:lnTo>
                <a:lnTo>
                  <a:pt x="3096180" y="425954"/>
                </a:lnTo>
                <a:lnTo>
                  <a:pt x="3094942" y="428328"/>
                </a:lnTo>
                <a:lnTo>
                  <a:pt x="3086590" y="435656"/>
                </a:lnTo>
                <a:lnTo>
                  <a:pt x="3084116" y="438649"/>
                </a:lnTo>
                <a:lnTo>
                  <a:pt x="3074939" y="459188"/>
                </a:lnTo>
                <a:lnTo>
                  <a:pt x="3068649" y="469199"/>
                </a:lnTo>
                <a:lnTo>
                  <a:pt x="3060606" y="478282"/>
                </a:lnTo>
                <a:close/>
                <a:moveTo>
                  <a:pt x="1254578" y="1201072"/>
                </a:moveTo>
                <a:lnTo>
                  <a:pt x="1264993" y="1212838"/>
                </a:lnTo>
                <a:lnTo>
                  <a:pt x="1274067" y="1219134"/>
                </a:lnTo>
                <a:lnTo>
                  <a:pt x="1284790" y="1222539"/>
                </a:lnTo>
                <a:lnTo>
                  <a:pt x="1296030" y="1222849"/>
                </a:lnTo>
                <a:lnTo>
                  <a:pt x="1307166" y="1224294"/>
                </a:lnTo>
                <a:lnTo>
                  <a:pt x="1320055" y="1228835"/>
                </a:lnTo>
                <a:lnTo>
                  <a:pt x="1333357" y="1230900"/>
                </a:lnTo>
                <a:lnTo>
                  <a:pt x="1339440" y="1230074"/>
                </a:lnTo>
                <a:lnTo>
                  <a:pt x="1345318" y="1227803"/>
                </a:lnTo>
                <a:lnTo>
                  <a:pt x="1349545" y="1227597"/>
                </a:lnTo>
                <a:lnTo>
                  <a:pt x="1353154" y="1229764"/>
                </a:lnTo>
                <a:lnTo>
                  <a:pt x="1362332" y="1239776"/>
                </a:lnTo>
                <a:lnTo>
                  <a:pt x="1372333" y="1248858"/>
                </a:lnTo>
                <a:lnTo>
                  <a:pt x="1374602" y="1253503"/>
                </a:lnTo>
                <a:lnTo>
                  <a:pt x="1381407" y="1275487"/>
                </a:lnTo>
                <a:lnTo>
                  <a:pt x="1389038" y="1281886"/>
                </a:lnTo>
                <a:lnTo>
                  <a:pt x="1399555" y="1283641"/>
                </a:lnTo>
                <a:lnTo>
                  <a:pt x="1411826" y="1283641"/>
                </a:lnTo>
                <a:lnTo>
                  <a:pt x="1424096" y="1284570"/>
                </a:lnTo>
                <a:lnTo>
                  <a:pt x="1452556" y="1289730"/>
                </a:lnTo>
                <a:lnTo>
                  <a:pt x="1463898" y="1289008"/>
                </a:lnTo>
                <a:lnTo>
                  <a:pt x="1473900" y="1283847"/>
                </a:lnTo>
                <a:lnTo>
                  <a:pt x="1482768" y="1287253"/>
                </a:lnTo>
                <a:lnTo>
                  <a:pt x="1506896" y="1293343"/>
                </a:lnTo>
                <a:lnTo>
                  <a:pt x="1518754" y="1294787"/>
                </a:lnTo>
                <a:lnTo>
                  <a:pt x="1532262" y="1293033"/>
                </a:lnTo>
                <a:lnTo>
                  <a:pt x="1545770" y="1292620"/>
                </a:lnTo>
                <a:lnTo>
                  <a:pt x="1552266" y="1294375"/>
                </a:lnTo>
                <a:lnTo>
                  <a:pt x="1558453" y="1297058"/>
                </a:lnTo>
                <a:lnTo>
                  <a:pt x="1563815" y="1298090"/>
                </a:lnTo>
                <a:lnTo>
                  <a:pt x="1569280" y="1297987"/>
                </a:lnTo>
                <a:lnTo>
                  <a:pt x="1579075" y="1292826"/>
                </a:lnTo>
                <a:lnTo>
                  <a:pt x="1585572" y="1283434"/>
                </a:lnTo>
                <a:lnTo>
                  <a:pt x="1590727" y="1271462"/>
                </a:lnTo>
                <a:lnTo>
                  <a:pt x="1594852" y="1259076"/>
                </a:lnTo>
                <a:lnTo>
                  <a:pt x="1597636" y="1253709"/>
                </a:lnTo>
                <a:lnTo>
                  <a:pt x="1601348" y="1248962"/>
                </a:lnTo>
                <a:lnTo>
                  <a:pt x="1606194" y="1245968"/>
                </a:lnTo>
                <a:lnTo>
                  <a:pt x="1611453" y="1244007"/>
                </a:lnTo>
                <a:lnTo>
                  <a:pt x="1625579" y="1245246"/>
                </a:lnTo>
                <a:lnTo>
                  <a:pt x="1628570" y="1248239"/>
                </a:lnTo>
                <a:lnTo>
                  <a:pt x="1644346" y="1269294"/>
                </a:lnTo>
                <a:lnTo>
                  <a:pt x="1647233" y="1271152"/>
                </a:lnTo>
                <a:lnTo>
                  <a:pt x="1663731" y="1272494"/>
                </a:lnTo>
                <a:lnTo>
                  <a:pt x="1668371" y="1271771"/>
                </a:lnTo>
                <a:lnTo>
                  <a:pt x="1678373" y="1267540"/>
                </a:lnTo>
                <a:lnTo>
                  <a:pt x="1684148" y="1267127"/>
                </a:lnTo>
                <a:lnTo>
                  <a:pt x="1694872" y="1272391"/>
                </a:lnTo>
                <a:lnTo>
                  <a:pt x="1699409" y="1276829"/>
                </a:lnTo>
                <a:lnTo>
                  <a:pt x="1704564" y="1280028"/>
                </a:lnTo>
                <a:lnTo>
                  <a:pt x="1730549" y="1283434"/>
                </a:lnTo>
                <a:lnTo>
                  <a:pt x="1740551" y="1292414"/>
                </a:lnTo>
                <a:lnTo>
                  <a:pt x="1745706" y="1293652"/>
                </a:lnTo>
                <a:lnTo>
                  <a:pt x="1763751" y="1292517"/>
                </a:lnTo>
                <a:lnTo>
                  <a:pt x="1776331" y="1293446"/>
                </a:lnTo>
                <a:lnTo>
                  <a:pt x="1787158" y="1295820"/>
                </a:lnTo>
                <a:lnTo>
                  <a:pt x="1792107" y="1308721"/>
                </a:lnTo>
                <a:lnTo>
                  <a:pt x="1796129" y="1321829"/>
                </a:lnTo>
                <a:lnTo>
                  <a:pt x="1798500" y="1326267"/>
                </a:lnTo>
                <a:lnTo>
                  <a:pt x="1809121" y="1330808"/>
                </a:lnTo>
                <a:lnTo>
                  <a:pt x="1813452" y="1334834"/>
                </a:lnTo>
                <a:lnTo>
                  <a:pt x="1812317" y="1348045"/>
                </a:lnTo>
                <a:lnTo>
                  <a:pt x="1813555" y="1360430"/>
                </a:lnTo>
                <a:lnTo>
                  <a:pt x="1836137" y="1371370"/>
                </a:lnTo>
                <a:lnTo>
                  <a:pt x="1860265" y="1377563"/>
                </a:lnTo>
                <a:lnTo>
                  <a:pt x="1886043" y="1378182"/>
                </a:lnTo>
                <a:lnTo>
                  <a:pt x="1911719" y="1376015"/>
                </a:lnTo>
                <a:lnTo>
                  <a:pt x="1925020" y="1373331"/>
                </a:lnTo>
                <a:lnTo>
                  <a:pt x="1941621" y="1368687"/>
                </a:lnTo>
                <a:lnTo>
                  <a:pt x="1945127" y="1368790"/>
                </a:lnTo>
                <a:lnTo>
                  <a:pt x="1977299" y="1383033"/>
                </a:lnTo>
                <a:lnTo>
                  <a:pt x="1979980" y="1385201"/>
                </a:lnTo>
                <a:lnTo>
                  <a:pt x="1983588" y="1395935"/>
                </a:lnTo>
                <a:lnTo>
                  <a:pt x="1983485" y="1407185"/>
                </a:lnTo>
                <a:lnTo>
                  <a:pt x="1977505" y="1433813"/>
                </a:lnTo>
                <a:lnTo>
                  <a:pt x="1977092" y="1441141"/>
                </a:lnTo>
                <a:lnTo>
                  <a:pt x="1977711" y="1448469"/>
                </a:lnTo>
                <a:lnTo>
                  <a:pt x="1984104" y="1464364"/>
                </a:lnTo>
                <a:lnTo>
                  <a:pt x="1987507" y="1469008"/>
                </a:lnTo>
                <a:lnTo>
                  <a:pt x="1999159" y="1477369"/>
                </a:lnTo>
                <a:lnTo>
                  <a:pt x="1999571" y="1481703"/>
                </a:lnTo>
                <a:lnTo>
                  <a:pt x="1998024" y="1486141"/>
                </a:lnTo>
                <a:lnTo>
                  <a:pt x="1985135" y="1483148"/>
                </a:lnTo>
                <a:lnTo>
                  <a:pt x="1977299" y="1479433"/>
                </a:lnTo>
                <a:lnTo>
                  <a:pt x="1972762" y="1473446"/>
                </a:lnTo>
                <a:lnTo>
                  <a:pt x="1966369" y="1470144"/>
                </a:lnTo>
                <a:lnTo>
                  <a:pt x="1954304" y="1471279"/>
                </a:lnTo>
                <a:lnTo>
                  <a:pt x="1931619" y="1465293"/>
                </a:lnTo>
                <a:lnTo>
                  <a:pt x="1906150" y="1456004"/>
                </a:lnTo>
                <a:lnTo>
                  <a:pt x="1860781" y="1436290"/>
                </a:lnTo>
                <a:lnTo>
                  <a:pt x="1848510" y="1436394"/>
                </a:lnTo>
                <a:lnTo>
                  <a:pt x="1836652" y="1438974"/>
                </a:lnTo>
                <a:lnTo>
                  <a:pt x="1824175" y="1443928"/>
                </a:lnTo>
                <a:lnTo>
                  <a:pt x="1811183" y="1447540"/>
                </a:lnTo>
                <a:lnTo>
                  <a:pt x="1801594" y="1448882"/>
                </a:lnTo>
                <a:lnTo>
                  <a:pt x="1792004" y="1447953"/>
                </a:lnTo>
                <a:lnTo>
                  <a:pt x="1767876" y="1443206"/>
                </a:lnTo>
                <a:lnTo>
                  <a:pt x="1743438" y="1440109"/>
                </a:lnTo>
                <a:lnTo>
                  <a:pt x="1681054" y="1438148"/>
                </a:lnTo>
                <a:lnTo>
                  <a:pt x="1663422" y="1433710"/>
                </a:lnTo>
                <a:lnTo>
                  <a:pt x="1634138" y="1431439"/>
                </a:lnTo>
                <a:lnTo>
                  <a:pt x="1610937" y="1427517"/>
                </a:lnTo>
                <a:lnTo>
                  <a:pt x="1587943" y="1422047"/>
                </a:lnTo>
                <a:lnTo>
                  <a:pt x="1529375" y="1395419"/>
                </a:lnTo>
                <a:lnTo>
                  <a:pt x="1510196" y="1388916"/>
                </a:lnTo>
                <a:lnTo>
                  <a:pt x="1451318" y="1376221"/>
                </a:lnTo>
                <a:lnTo>
                  <a:pt x="1442244" y="1375189"/>
                </a:lnTo>
                <a:lnTo>
                  <a:pt x="1420900" y="1376118"/>
                </a:lnTo>
                <a:lnTo>
                  <a:pt x="1407392" y="1372402"/>
                </a:lnTo>
                <a:lnTo>
                  <a:pt x="1395534" y="1372299"/>
                </a:lnTo>
                <a:lnTo>
                  <a:pt x="1378005" y="1376428"/>
                </a:lnTo>
                <a:lnTo>
                  <a:pt x="1372540" y="1379421"/>
                </a:lnTo>
                <a:lnTo>
                  <a:pt x="1365734" y="1385717"/>
                </a:lnTo>
                <a:lnTo>
                  <a:pt x="1353773" y="1385407"/>
                </a:lnTo>
                <a:lnTo>
                  <a:pt x="1341915" y="1384169"/>
                </a:lnTo>
                <a:lnTo>
                  <a:pt x="1310569" y="1378182"/>
                </a:lnTo>
                <a:lnTo>
                  <a:pt x="1298917" y="1374467"/>
                </a:lnTo>
                <a:lnTo>
                  <a:pt x="1287781" y="1369100"/>
                </a:lnTo>
                <a:lnTo>
                  <a:pt x="1277676" y="1361978"/>
                </a:lnTo>
                <a:lnTo>
                  <a:pt x="1272417" y="1359398"/>
                </a:lnTo>
                <a:lnTo>
                  <a:pt x="1245401" y="1352173"/>
                </a:lnTo>
                <a:lnTo>
                  <a:pt x="1223335" y="1349593"/>
                </a:lnTo>
                <a:lnTo>
                  <a:pt x="1177965" y="1346393"/>
                </a:lnTo>
                <a:lnTo>
                  <a:pt x="1168066" y="1344123"/>
                </a:lnTo>
                <a:lnTo>
                  <a:pt x="1159817" y="1341542"/>
                </a:lnTo>
                <a:lnTo>
                  <a:pt x="1155280" y="1335659"/>
                </a:lnTo>
                <a:lnTo>
                  <a:pt x="1155899" y="1328125"/>
                </a:lnTo>
                <a:lnTo>
                  <a:pt x="1159095" y="1321726"/>
                </a:lnTo>
                <a:lnTo>
                  <a:pt x="1163632" y="1315223"/>
                </a:lnTo>
                <a:lnTo>
                  <a:pt x="1166520" y="1309031"/>
                </a:lnTo>
                <a:lnTo>
                  <a:pt x="1133317" y="1296026"/>
                </a:lnTo>
                <a:lnTo>
                  <a:pt x="1107126" y="1288904"/>
                </a:lnTo>
                <a:lnTo>
                  <a:pt x="1095887" y="1287563"/>
                </a:lnTo>
                <a:lnTo>
                  <a:pt x="1084545" y="1287563"/>
                </a:lnTo>
                <a:lnTo>
                  <a:pt x="1071759" y="1289008"/>
                </a:lnTo>
                <a:lnTo>
                  <a:pt x="1059076" y="1288388"/>
                </a:lnTo>
                <a:lnTo>
                  <a:pt x="1053198" y="1286221"/>
                </a:lnTo>
                <a:lnTo>
                  <a:pt x="1047114" y="1285498"/>
                </a:lnTo>
                <a:lnTo>
                  <a:pt x="1041031" y="1287047"/>
                </a:lnTo>
                <a:lnTo>
                  <a:pt x="1036081" y="1286427"/>
                </a:lnTo>
                <a:lnTo>
                  <a:pt x="1034844" y="1280544"/>
                </a:lnTo>
                <a:lnTo>
                  <a:pt x="1037937" y="1275487"/>
                </a:lnTo>
                <a:lnTo>
                  <a:pt x="1044434" y="1269810"/>
                </a:lnTo>
                <a:lnTo>
                  <a:pt x="1048043" y="1268778"/>
                </a:lnTo>
                <a:lnTo>
                  <a:pt x="1049692" y="1277758"/>
                </a:lnTo>
                <a:lnTo>
                  <a:pt x="1051548" y="1279512"/>
                </a:lnTo>
                <a:lnTo>
                  <a:pt x="1057220" y="1281473"/>
                </a:lnTo>
                <a:lnTo>
                  <a:pt x="1059694" y="1280957"/>
                </a:lnTo>
                <a:lnTo>
                  <a:pt x="1069696" y="1269501"/>
                </a:lnTo>
                <a:lnTo>
                  <a:pt x="1072480" y="1263927"/>
                </a:lnTo>
                <a:lnTo>
                  <a:pt x="1077327" y="1248755"/>
                </a:lnTo>
                <a:lnTo>
                  <a:pt x="1082585" y="1251645"/>
                </a:lnTo>
                <a:lnTo>
                  <a:pt x="1087844" y="1249787"/>
                </a:lnTo>
                <a:lnTo>
                  <a:pt x="1090938" y="1247413"/>
                </a:lnTo>
                <a:lnTo>
                  <a:pt x="1099290" y="1212218"/>
                </a:lnTo>
                <a:lnTo>
                  <a:pt x="1106301" y="1202000"/>
                </a:lnTo>
                <a:lnTo>
                  <a:pt x="1115891" y="1193434"/>
                </a:lnTo>
                <a:lnTo>
                  <a:pt x="1120634" y="1191370"/>
                </a:lnTo>
                <a:lnTo>
                  <a:pt x="1130017" y="1196633"/>
                </a:lnTo>
                <a:lnTo>
                  <a:pt x="1148990" y="1198594"/>
                </a:lnTo>
                <a:lnTo>
                  <a:pt x="1160230" y="1202104"/>
                </a:lnTo>
                <a:lnTo>
                  <a:pt x="1171572" y="1202516"/>
                </a:lnTo>
                <a:lnTo>
                  <a:pt x="1182605" y="1204168"/>
                </a:lnTo>
                <a:lnTo>
                  <a:pt x="1197969" y="1210361"/>
                </a:lnTo>
                <a:lnTo>
                  <a:pt x="1203434" y="1209741"/>
                </a:lnTo>
                <a:lnTo>
                  <a:pt x="1209002" y="1207780"/>
                </a:lnTo>
                <a:lnTo>
                  <a:pt x="1217251" y="1201072"/>
                </a:lnTo>
                <a:lnTo>
                  <a:pt x="1220757" y="1190338"/>
                </a:lnTo>
                <a:lnTo>
                  <a:pt x="1232718" y="1195808"/>
                </a:lnTo>
                <a:lnTo>
                  <a:pt x="1250247" y="1197975"/>
                </a:lnTo>
                <a:lnTo>
                  <a:pt x="1254578" y="1201072"/>
                </a:lnTo>
                <a:close/>
                <a:moveTo>
                  <a:pt x="1487098" y="371664"/>
                </a:moveTo>
                <a:lnTo>
                  <a:pt x="1477818" y="385288"/>
                </a:lnTo>
                <a:lnTo>
                  <a:pt x="1478849" y="390243"/>
                </a:lnTo>
                <a:lnTo>
                  <a:pt x="1481118" y="394577"/>
                </a:lnTo>
                <a:lnTo>
                  <a:pt x="1487820" y="397571"/>
                </a:lnTo>
                <a:lnTo>
                  <a:pt x="1489676" y="414291"/>
                </a:lnTo>
                <a:lnTo>
                  <a:pt x="1498132" y="423786"/>
                </a:lnTo>
                <a:lnTo>
                  <a:pt x="1506587" y="432456"/>
                </a:lnTo>
                <a:lnTo>
                  <a:pt x="1512877" y="436688"/>
                </a:lnTo>
                <a:lnTo>
                  <a:pt x="1519682" y="442880"/>
                </a:lnTo>
                <a:lnTo>
                  <a:pt x="1524529" y="448557"/>
                </a:lnTo>
                <a:lnTo>
                  <a:pt x="1529581" y="453408"/>
                </a:lnTo>
                <a:lnTo>
                  <a:pt x="1537211" y="458156"/>
                </a:lnTo>
                <a:lnTo>
                  <a:pt x="1557834" y="478179"/>
                </a:lnTo>
                <a:lnTo>
                  <a:pt x="1566496" y="484062"/>
                </a:lnTo>
                <a:lnTo>
                  <a:pt x="1572889" y="489945"/>
                </a:lnTo>
                <a:lnTo>
                  <a:pt x="1577529" y="492009"/>
                </a:lnTo>
                <a:lnTo>
                  <a:pt x="1588768" y="490358"/>
                </a:lnTo>
                <a:lnTo>
                  <a:pt x="1622074" y="476011"/>
                </a:lnTo>
                <a:lnTo>
                  <a:pt x="1628054" y="475082"/>
                </a:lnTo>
                <a:lnTo>
                  <a:pt x="1638881" y="472502"/>
                </a:lnTo>
                <a:lnTo>
                  <a:pt x="1658060" y="473328"/>
                </a:lnTo>
                <a:lnTo>
                  <a:pt x="1678270" y="478179"/>
                </a:lnTo>
                <a:lnTo>
                  <a:pt x="1684870" y="478385"/>
                </a:lnTo>
                <a:lnTo>
                  <a:pt x="1691056" y="475392"/>
                </a:lnTo>
                <a:lnTo>
                  <a:pt x="1699718" y="476321"/>
                </a:lnTo>
                <a:lnTo>
                  <a:pt x="1707864" y="477869"/>
                </a:lnTo>
                <a:lnTo>
                  <a:pt x="1711885" y="476527"/>
                </a:lnTo>
                <a:lnTo>
                  <a:pt x="1723640" y="466103"/>
                </a:lnTo>
                <a:lnTo>
                  <a:pt x="1739726" y="463007"/>
                </a:lnTo>
                <a:lnTo>
                  <a:pt x="1744881" y="452582"/>
                </a:lnTo>
                <a:lnTo>
                  <a:pt x="1748800" y="442880"/>
                </a:lnTo>
                <a:lnTo>
                  <a:pt x="1750759" y="432456"/>
                </a:lnTo>
                <a:lnTo>
                  <a:pt x="1757461" y="428224"/>
                </a:lnTo>
                <a:lnTo>
                  <a:pt x="1766845" y="424612"/>
                </a:lnTo>
                <a:lnTo>
                  <a:pt x="1780662" y="420071"/>
                </a:lnTo>
                <a:lnTo>
                  <a:pt x="1828816" y="419245"/>
                </a:lnTo>
                <a:lnTo>
                  <a:pt x="1833456" y="421206"/>
                </a:lnTo>
                <a:lnTo>
                  <a:pt x="1834487" y="426573"/>
                </a:lnTo>
                <a:lnTo>
                  <a:pt x="1833456" y="430598"/>
                </a:lnTo>
                <a:lnTo>
                  <a:pt x="1835415" y="432972"/>
                </a:lnTo>
                <a:lnTo>
                  <a:pt x="1841808" y="433179"/>
                </a:lnTo>
                <a:lnTo>
                  <a:pt x="1847685" y="435656"/>
                </a:lnTo>
                <a:lnTo>
                  <a:pt x="1871711" y="444016"/>
                </a:lnTo>
                <a:lnTo>
                  <a:pt x="1881919" y="446596"/>
                </a:lnTo>
                <a:lnTo>
                  <a:pt x="1887590" y="445977"/>
                </a:lnTo>
                <a:lnTo>
                  <a:pt x="1898829" y="453408"/>
                </a:lnTo>
                <a:lnTo>
                  <a:pt x="1905016" y="450828"/>
                </a:lnTo>
                <a:lnTo>
                  <a:pt x="1913059" y="445667"/>
                </a:lnTo>
                <a:lnTo>
                  <a:pt x="1920793" y="438546"/>
                </a:lnTo>
                <a:lnTo>
                  <a:pt x="1927701" y="432972"/>
                </a:lnTo>
                <a:lnTo>
                  <a:pt x="1937806" y="430805"/>
                </a:lnTo>
                <a:lnTo>
                  <a:pt x="1950798" y="431114"/>
                </a:lnTo>
                <a:lnTo>
                  <a:pt x="1966162" y="429153"/>
                </a:lnTo>
                <a:lnTo>
                  <a:pt x="1977711" y="426160"/>
                </a:lnTo>
                <a:lnTo>
                  <a:pt x="1990703" y="431114"/>
                </a:lnTo>
                <a:lnTo>
                  <a:pt x="1994106" y="429566"/>
                </a:lnTo>
                <a:lnTo>
                  <a:pt x="1996271" y="424715"/>
                </a:lnTo>
                <a:lnTo>
                  <a:pt x="2002974" y="414084"/>
                </a:lnTo>
                <a:lnTo>
                  <a:pt x="2005964" y="406963"/>
                </a:lnTo>
                <a:lnTo>
                  <a:pt x="2008542" y="393236"/>
                </a:lnTo>
                <a:lnTo>
                  <a:pt x="2010398" y="389933"/>
                </a:lnTo>
                <a:lnTo>
                  <a:pt x="2015244" y="388075"/>
                </a:lnTo>
                <a:lnTo>
                  <a:pt x="2020297" y="385495"/>
                </a:lnTo>
                <a:lnTo>
                  <a:pt x="2021637" y="381366"/>
                </a:lnTo>
                <a:lnTo>
                  <a:pt x="2023493" y="376619"/>
                </a:lnTo>
                <a:lnTo>
                  <a:pt x="2021947" y="372593"/>
                </a:lnTo>
                <a:lnTo>
                  <a:pt x="2019059" y="369187"/>
                </a:lnTo>
                <a:lnTo>
                  <a:pt x="2016069" y="357834"/>
                </a:lnTo>
                <a:lnTo>
                  <a:pt x="2016997" y="352570"/>
                </a:lnTo>
                <a:lnTo>
                  <a:pt x="2018853" y="348752"/>
                </a:lnTo>
                <a:lnTo>
                  <a:pt x="2024009" y="346791"/>
                </a:lnTo>
                <a:lnTo>
                  <a:pt x="2037723" y="338327"/>
                </a:lnTo>
                <a:lnTo>
                  <a:pt x="2049890" y="328522"/>
                </a:lnTo>
                <a:lnTo>
                  <a:pt x="2056490" y="323671"/>
                </a:lnTo>
                <a:lnTo>
                  <a:pt x="2059377" y="320575"/>
                </a:lnTo>
                <a:lnTo>
                  <a:pt x="2059583" y="316034"/>
                </a:lnTo>
                <a:lnTo>
                  <a:pt x="2054324" y="311389"/>
                </a:lnTo>
                <a:lnTo>
                  <a:pt x="2049272" y="309118"/>
                </a:lnTo>
                <a:lnTo>
                  <a:pt x="2048859" y="303648"/>
                </a:lnTo>
                <a:lnTo>
                  <a:pt x="2049065" y="299933"/>
                </a:lnTo>
                <a:lnTo>
                  <a:pt x="2050612" y="296320"/>
                </a:lnTo>
                <a:lnTo>
                  <a:pt x="2049890" y="292914"/>
                </a:lnTo>
                <a:lnTo>
                  <a:pt x="2049787" y="287754"/>
                </a:lnTo>
                <a:lnTo>
                  <a:pt x="2053087" y="282180"/>
                </a:lnTo>
                <a:lnTo>
                  <a:pt x="2060511" y="274026"/>
                </a:lnTo>
                <a:lnTo>
                  <a:pt x="2066388" y="268659"/>
                </a:lnTo>
                <a:lnTo>
                  <a:pt x="2072885" y="271962"/>
                </a:lnTo>
                <a:lnTo>
                  <a:pt x="2080515" y="270414"/>
                </a:lnTo>
                <a:lnTo>
                  <a:pt x="2087733" y="267834"/>
                </a:lnTo>
                <a:lnTo>
                  <a:pt x="2091754" y="258132"/>
                </a:lnTo>
                <a:lnTo>
                  <a:pt x="2092373" y="253487"/>
                </a:lnTo>
                <a:lnTo>
                  <a:pt x="2091445" y="249772"/>
                </a:lnTo>
                <a:lnTo>
                  <a:pt x="2093920" y="236045"/>
                </a:lnTo>
                <a:lnTo>
                  <a:pt x="2094538" y="233980"/>
                </a:lnTo>
                <a:lnTo>
                  <a:pt x="2099281" y="225311"/>
                </a:lnTo>
                <a:lnTo>
                  <a:pt x="2099797" y="219531"/>
                </a:lnTo>
                <a:lnTo>
                  <a:pt x="2097116" y="205907"/>
                </a:lnTo>
                <a:lnTo>
                  <a:pt x="2098766" y="195689"/>
                </a:lnTo>
                <a:lnTo>
                  <a:pt x="2099488" y="174427"/>
                </a:lnTo>
                <a:lnTo>
                  <a:pt x="2102375" y="170609"/>
                </a:lnTo>
                <a:lnTo>
                  <a:pt x="2105675" y="159668"/>
                </a:lnTo>
                <a:lnTo>
                  <a:pt x="2110933" y="148212"/>
                </a:lnTo>
                <a:lnTo>
                  <a:pt x="2121554" y="141916"/>
                </a:lnTo>
                <a:lnTo>
                  <a:pt x="2127225" y="133762"/>
                </a:lnTo>
                <a:lnTo>
                  <a:pt x="2129700" y="132214"/>
                </a:lnTo>
                <a:lnTo>
                  <a:pt x="2133309" y="132111"/>
                </a:lnTo>
                <a:lnTo>
                  <a:pt x="2146301" y="138097"/>
                </a:lnTo>
                <a:lnTo>
                  <a:pt x="2157850" y="131492"/>
                </a:lnTo>
                <a:lnTo>
                  <a:pt x="2168367" y="130666"/>
                </a:lnTo>
                <a:lnTo>
                  <a:pt x="2177029" y="131595"/>
                </a:lnTo>
                <a:lnTo>
                  <a:pt x="2181978" y="134381"/>
                </a:lnTo>
                <a:lnTo>
                  <a:pt x="2186825" y="136342"/>
                </a:lnTo>
                <a:lnTo>
                  <a:pt x="2197136" y="129840"/>
                </a:lnTo>
                <a:lnTo>
                  <a:pt x="2201054" y="130975"/>
                </a:lnTo>
                <a:lnTo>
                  <a:pt x="2204766" y="133246"/>
                </a:lnTo>
                <a:lnTo>
                  <a:pt x="2209922" y="133143"/>
                </a:lnTo>
                <a:lnTo>
                  <a:pt x="2216006" y="131492"/>
                </a:lnTo>
                <a:lnTo>
                  <a:pt x="2231060" y="133040"/>
                </a:lnTo>
                <a:lnTo>
                  <a:pt x="2257560" y="133349"/>
                </a:lnTo>
                <a:lnTo>
                  <a:pt x="2275811" y="137271"/>
                </a:lnTo>
                <a:lnTo>
                  <a:pt x="2293650" y="148212"/>
                </a:lnTo>
                <a:lnTo>
                  <a:pt x="2302518" y="150482"/>
                </a:lnTo>
                <a:lnTo>
                  <a:pt x="2306333" y="150482"/>
                </a:lnTo>
                <a:lnTo>
                  <a:pt x="2305508" y="151411"/>
                </a:lnTo>
                <a:lnTo>
                  <a:pt x="2298393" y="154404"/>
                </a:lnTo>
                <a:lnTo>
                  <a:pt x="2295093" y="160287"/>
                </a:lnTo>
                <a:lnTo>
                  <a:pt x="2304786" y="169370"/>
                </a:lnTo>
                <a:lnTo>
                  <a:pt x="2305508" y="175356"/>
                </a:lnTo>
                <a:lnTo>
                  <a:pt x="2313035" y="180723"/>
                </a:lnTo>
                <a:lnTo>
                  <a:pt x="2322212" y="189083"/>
                </a:lnTo>
                <a:lnTo>
                  <a:pt x="2322625" y="191870"/>
                </a:lnTo>
                <a:lnTo>
                  <a:pt x="2325718" y="195586"/>
                </a:lnTo>
                <a:lnTo>
                  <a:pt x="2327265" y="200230"/>
                </a:lnTo>
                <a:lnTo>
                  <a:pt x="2320769" y="204772"/>
                </a:lnTo>
                <a:lnTo>
                  <a:pt x="2312107" y="205701"/>
                </a:lnTo>
                <a:lnTo>
                  <a:pt x="2305611" y="201366"/>
                </a:lnTo>
                <a:lnTo>
                  <a:pt x="2299734" y="195999"/>
                </a:lnTo>
                <a:lnTo>
                  <a:pt x="2298187" y="202604"/>
                </a:lnTo>
                <a:lnTo>
                  <a:pt x="2293547" y="206423"/>
                </a:lnTo>
                <a:lnTo>
                  <a:pt x="2276842" y="205391"/>
                </a:lnTo>
                <a:lnTo>
                  <a:pt x="2264881" y="205391"/>
                </a:lnTo>
                <a:lnTo>
                  <a:pt x="2252920" y="207042"/>
                </a:lnTo>
                <a:lnTo>
                  <a:pt x="2258901" y="208074"/>
                </a:lnTo>
                <a:lnTo>
                  <a:pt x="2264263" y="210242"/>
                </a:lnTo>
                <a:lnTo>
                  <a:pt x="2282823" y="227272"/>
                </a:lnTo>
                <a:lnTo>
                  <a:pt x="2286844" y="233671"/>
                </a:lnTo>
                <a:lnTo>
                  <a:pt x="2280348" y="246159"/>
                </a:lnTo>
                <a:lnTo>
                  <a:pt x="2283442" y="251320"/>
                </a:lnTo>
                <a:lnTo>
                  <a:pt x="2290660" y="254313"/>
                </a:lnTo>
                <a:lnTo>
                  <a:pt x="2299424" y="260506"/>
                </a:lnTo>
                <a:lnTo>
                  <a:pt x="2305611" y="261228"/>
                </a:lnTo>
                <a:lnTo>
                  <a:pt x="2310148" y="264737"/>
                </a:lnTo>
                <a:lnTo>
                  <a:pt x="2310251" y="270827"/>
                </a:lnTo>
                <a:lnTo>
                  <a:pt x="2312932" y="276400"/>
                </a:lnTo>
                <a:lnTo>
                  <a:pt x="2305817" y="278671"/>
                </a:lnTo>
                <a:lnTo>
                  <a:pt x="2312829" y="280116"/>
                </a:lnTo>
                <a:lnTo>
                  <a:pt x="2319119" y="283006"/>
                </a:lnTo>
                <a:lnTo>
                  <a:pt x="2315716" y="285896"/>
                </a:lnTo>
                <a:lnTo>
                  <a:pt x="2313035" y="289405"/>
                </a:lnTo>
                <a:lnTo>
                  <a:pt x="2315922" y="291263"/>
                </a:lnTo>
                <a:lnTo>
                  <a:pt x="2324481" y="294462"/>
                </a:lnTo>
                <a:lnTo>
                  <a:pt x="2328193" y="297455"/>
                </a:lnTo>
                <a:lnTo>
                  <a:pt x="2330152" y="305506"/>
                </a:lnTo>
                <a:lnTo>
                  <a:pt x="2338504" y="318614"/>
                </a:lnTo>
                <a:lnTo>
                  <a:pt x="2353765" y="335540"/>
                </a:lnTo>
                <a:lnTo>
                  <a:pt x="2357168" y="341733"/>
                </a:lnTo>
                <a:lnTo>
                  <a:pt x="2357064" y="347410"/>
                </a:lnTo>
                <a:lnTo>
                  <a:pt x="2354590" y="352364"/>
                </a:lnTo>
                <a:lnTo>
                  <a:pt x="2345825" y="358041"/>
                </a:lnTo>
                <a:lnTo>
                  <a:pt x="2338813" y="365575"/>
                </a:lnTo>
                <a:lnTo>
                  <a:pt x="2337989" y="368259"/>
                </a:lnTo>
                <a:lnTo>
                  <a:pt x="2328502" y="371768"/>
                </a:lnTo>
                <a:lnTo>
                  <a:pt x="2332833" y="374348"/>
                </a:lnTo>
                <a:lnTo>
                  <a:pt x="2336339" y="377857"/>
                </a:lnTo>
                <a:lnTo>
                  <a:pt x="2342835" y="388282"/>
                </a:lnTo>
                <a:lnTo>
                  <a:pt x="2358508" y="405311"/>
                </a:lnTo>
                <a:lnTo>
                  <a:pt x="2366448" y="411711"/>
                </a:lnTo>
                <a:lnTo>
                  <a:pt x="2398928" y="434830"/>
                </a:lnTo>
                <a:lnTo>
                  <a:pt x="2416148" y="444841"/>
                </a:lnTo>
                <a:lnTo>
                  <a:pt x="2438215" y="467858"/>
                </a:lnTo>
                <a:lnTo>
                  <a:pt x="2449557" y="473225"/>
                </a:lnTo>
                <a:lnTo>
                  <a:pt x="2451825" y="479624"/>
                </a:lnTo>
                <a:lnTo>
                  <a:pt x="2442236" y="489429"/>
                </a:lnTo>
                <a:lnTo>
                  <a:pt x="2428316" y="494383"/>
                </a:lnTo>
                <a:lnTo>
                  <a:pt x="2405425" y="496963"/>
                </a:lnTo>
                <a:lnTo>
                  <a:pt x="2382430" y="493557"/>
                </a:lnTo>
                <a:lnTo>
                  <a:pt x="2370469" y="490770"/>
                </a:lnTo>
                <a:lnTo>
                  <a:pt x="2360158" y="485094"/>
                </a:lnTo>
                <a:lnTo>
                  <a:pt x="2351909" y="473741"/>
                </a:lnTo>
                <a:lnTo>
                  <a:pt x="2341185" y="467548"/>
                </a:lnTo>
                <a:lnTo>
                  <a:pt x="2345310" y="474463"/>
                </a:lnTo>
                <a:lnTo>
                  <a:pt x="2347887" y="481481"/>
                </a:lnTo>
                <a:lnTo>
                  <a:pt x="2346547" y="489119"/>
                </a:lnTo>
                <a:lnTo>
                  <a:pt x="2342319" y="495209"/>
                </a:lnTo>
                <a:lnTo>
                  <a:pt x="2335101" y="499543"/>
                </a:lnTo>
                <a:lnTo>
                  <a:pt x="2327265" y="503156"/>
                </a:lnTo>
                <a:lnTo>
                  <a:pt x="2323965" y="505633"/>
                </a:lnTo>
                <a:lnTo>
                  <a:pt x="2304167" y="545782"/>
                </a:lnTo>
                <a:lnTo>
                  <a:pt x="2300971" y="556619"/>
                </a:lnTo>
                <a:lnTo>
                  <a:pt x="2294990" y="601620"/>
                </a:lnTo>
                <a:lnTo>
                  <a:pt x="2294887" y="614418"/>
                </a:lnTo>
                <a:lnTo>
                  <a:pt x="2303755" y="638156"/>
                </a:lnTo>
                <a:lnTo>
                  <a:pt x="2304580" y="650645"/>
                </a:lnTo>
                <a:lnTo>
                  <a:pt x="2306333" y="656115"/>
                </a:lnTo>
                <a:lnTo>
                  <a:pt x="2305095" y="660553"/>
                </a:lnTo>
                <a:lnTo>
                  <a:pt x="2300971" y="663237"/>
                </a:lnTo>
                <a:lnTo>
                  <a:pt x="2283957" y="670462"/>
                </a:lnTo>
                <a:lnTo>
                  <a:pt x="2271996" y="676551"/>
                </a:lnTo>
                <a:lnTo>
                  <a:pt x="2262200" y="685118"/>
                </a:lnTo>
                <a:lnTo>
                  <a:pt x="2254364" y="695852"/>
                </a:lnTo>
                <a:lnTo>
                  <a:pt x="2247455" y="703592"/>
                </a:lnTo>
                <a:lnTo>
                  <a:pt x="2238278" y="707308"/>
                </a:lnTo>
                <a:lnTo>
                  <a:pt x="2231576" y="706689"/>
                </a:lnTo>
                <a:lnTo>
                  <a:pt x="2226214" y="703180"/>
                </a:lnTo>
                <a:lnTo>
                  <a:pt x="2222502" y="696264"/>
                </a:lnTo>
                <a:lnTo>
                  <a:pt x="2220336" y="688730"/>
                </a:lnTo>
                <a:lnTo>
                  <a:pt x="2218893" y="694303"/>
                </a:lnTo>
                <a:lnTo>
                  <a:pt x="2219202" y="699774"/>
                </a:lnTo>
                <a:lnTo>
                  <a:pt x="2222296" y="705553"/>
                </a:lnTo>
                <a:lnTo>
                  <a:pt x="2223533" y="711746"/>
                </a:lnTo>
                <a:lnTo>
                  <a:pt x="2221677" y="717939"/>
                </a:lnTo>
                <a:lnTo>
                  <a:pt x="2217759" y="722996"/>
                </a:lnTo>
                <a:lnTo>
                  <a:pt x="2207138" y="728466"/>
                </a:lnTo>
                <a:lnTo>
                  <a:pt x="2201157" y="733111"/>
                </a:lnTo>
                <a:lnTo>
                  <a:pt x="2200229" y="741265"/>
                </a:lnTo>
                <a:lnTo>
                  <a:pt x="2197445" y="745909"/>
                </a:lnTo>
                <a:lnTo>
                  <a:pt x="2193321" y="749522"/>
                </a:lnTo>
                <a:lnTo>
                  <a:pt x="2178266" y="757675"/>
                </a:lnTo>
                <a:lnTo>
                  <a:pt x="2174967" y="760978"/>
                </a:lnTo>
                <a:lnTo>
                  <a:pt x="2172389" y="765210"/>
                </a:lnTo>
                <a:lnTo>
                  <a:pt x="2180432" y="764590"/>
                </a:lnTo>
                <a:lnTo>
                  <a:pt x="2187753" y="765210"/>
                </a:lnTo>
                <a:lnTo>
                  <a:pt x="2188371" y="773363"/>
                </a:lnTo>
                <a:lnTo>
                  <a:pt x="2190640" y="779453"/>
                </a:lnTo>
                <a:lnTo>
                  <a:pt x="2187753" y="792870"/>
                </a:lnTo>
                <a:lnTo>
                  <a:pt x="2176410" y="801850"/>
                </a:lnTo>
                <a:lnTo>
                  <a:pt x="2182081" y="803708"/>
                </a:lnTo>
                <a:lnTo>
                  <a:pt x="2187134" y="806701"/>
                </a:lnTo>
                <a:lnTo>
                  <a:pt x="2198476" y="808868"/>
                </a:lnTo>
                <a:lnTo>
                  <a:pt x="2202292" y="818364"/>
                </a:lnTo>
                <a:lnTo>
                  <a:pt x="2200642" y="829820"/>
                </a:lnTo>
                <a:lnTo>
                  <a:pt x="2198579" y="840141"/>
                </a:lnTo>
                <a:lnTo>
                  <a:pt x="2190434" y="842928"/>
                </a:lnTo>
                <a:lnTo>
                  <a:pt x="2185381" y="841070"/>
                </a:lnTo>
                <a:lnTo>
                  <a:pt x="2180432" y="841276"/>
                </a:lnTo>
                <a:lnTo>
                  <a:pt x="2176719" y="844373"/>
                </a:lnTo>
                <a:lnTo>
                  <a:pt x="2175688" y="849637"/>
                </a:lnTo>
                <a:lnTo>
                  <a:pt x="2182700" y="847056"/>
                </a:lnTo>
                <a:lnTo>
                  <a:pt x="2182391" y="860371"/>
                </a:lnTo>
                <a:lnTo>
                  <a:pt x="2180432" y="873375"/>
                </a:lnTo>
                <a:lnTo>
                  <a:pt x="2178163" y="880497"/>
                </a:lnTo>
                <a:lnTo>
                  <a:pt x="2173832" y="886380"/>
                </a:lnTo>
                <a:lnTo>
                  <a:pt x="2167336" y="888238"/>
                </a:lnTo>
                <a:lnTo>
                  <a:pt x="2161149" y="883903"/>
                </a:lnTo>
                <a:lnTo>
                  <a:pt x="2159912" y="888960"/>
                </a:lnTo>
                <a:lnTo>
                  <a:pt x="2161768" y="893192"/>
                </a:lnTo>
                <a:lnTo>
                  <a:pt x="2170533" y="903616"/>
                </a:lnTo>
                <a:lnTo>
                  <a:pt x="2165171" y="905990"/>
                </a:lnTo>
                <a:lnTo>
                  <a:pt x="2161253" y="909499"/>
                </a:lnTo>
                <a:lnTo>
                  <a:pt x="2159500" y="914660"/>
                </a:lnTo>
                <a:lnTo>
                  <a:pt x="2150013" y="926529"/>
                </a:lnTo>
                <a:lnTo>
                  <a:pt x="2145786" y="935302"/>
                </a:lnTo>
                <a:lnTo>
                  <a:pt x="2143930" y="944591"/>
                </a:lnTo>
                <a:lnTo>
                  <a:pt x="2139496" y="952022"/>
                </a:lnTo>
                <a:lnTo>
                  <a:pt x="2067523" y="984224"/>
                </a:lnTo>
                <a:lnTo>
                  <a:pt x="2009367" y="1011369"/>
                </a:lnTo>
                <a:lnTo>
                  <a:pt x="2005139" y="1009511"/>
                </a:lnTo>
                <a:lnTo>
                  <a:pt x="2002252" y="1005383"/>
                </a:lnTo>
                <a:lnTo>
                  <a:pt x="2000293" y="963169"/>
                </a:lnTo>
                <a:lnTo>
                  <a:pt x="1993075" y="941598"/>
                </a:lnTo>
                <a:lnTo>
                  <a:pt x="1992044" y="929522"/>
                </a:lnTo>
                <a:lnTo>
                  <a:pt x="1983795" y="940359"/>
                </a:lnTo>
                <a:lnTo>
                  <a:pt x="1978742" y="939224"/>
                </a:lnTo>
                <a:lnTo>
                  <a:pt x="1973277" y="936437"/>
                </a:lnTo>
                <a:lnTo>
                  <a:pt x="1969256" y="932928"/>
                </a:lnTo>
                <a:lnTo>
                  <a:pt x="1968946" y="928284"/>
                </a:lnTo>
                <a:lnTo>
                  <a:pt x="1973277" y="914866"/>
                </a:lnTo>
                <a:lnTo>
                  <a:pt x="1968018" y="922194"/>
                </a:lnTo>
                <a:lnTo>
                  <a:pt x="1962141" y="927871"/>
                </a:lnTo>
                <a:lnTo>
                  <a:pt x="1956160" y="927148"/>
                </a:lnTo>
                <a:lnTo>
                  <a:pt x="1951005" y="924362"/>
                </a:lnTo>
                <a:lnTo>
                  <a:pt x="1949046" y="920027"/>
                </a:lnTo>
                <a:lnTo>
                  <a:pt x="1946262" y="919408"/>
                </a:lnTo>
                <a:lnTo>
                  <a:pt x="1933579" y="931277"/>
                </a:lnTo>
                <a:lnTo>
                  <a:pt x="1916771" y="937676"/>
                </a:lnTo>
                <a:lnTo>
                  <a:pt x="1907388" y="937573"/>
                </a:lnTo>
                <a:lnTo>
                  <a:pt x="1900067" y="933960"/>
                </a:lnTo>
                <a:lnTo>
                  <a:pt x="1900376" y="924878"/>
                </a:lnTo>
                <a:lnTo>
                  <a:pt x="1899654" y="916002"/>
                </a:lnTo>
                <a:lnTo>
                  <a:pt x="1897592" y="910841"/>
                </a:lnTo>
                <a:lnTo>
                  <a:pt x="1893055" y="908983"/>
                </a:lnTo>
                <a:lnTo>
                  <a:pt x="1888931" y="909602"/>
                </a:lnTo>
                <a:lnTo>
                  <a:pt x="1876866" y="914247"/>
                </a:lnTo>
                <a:lnTo>
                  <a:pt x="1872536" y="913731"/>
                </a:lnTo>
                <a:lnTo>
                  <a:pt x="1870061" y="916002"/>
                </a:lnTo>
                <a:lnTo>
                  <a:pt x="1838199" y="883696"/>
                </a:lnTo>
                <a:lnTo>
                  <a:pt x="1831703" y="909912"/>
                </a:lnTo>
                <a:lnTo>
                  <a:pt x="1809740" y="923846"/>
                </a:lnTo>
                <a:lnTo>
                  <a:pt x="1793448" y="931896"/>
                </a:lnTo>
                <a:lnTo>
                  <a:pt x="1777362" y="928903"/>
                </a:lnTo>
                <a:lnTo>
                  <a:pt x="1760967" y="923742"/>
                </a:lnTo>
                <a:lnTo>
                  <a:pt x="1744675" y="929935"/>
                </a:lnTo>
                <a:lnTo>
                  <a:pt x="1726940" y="945314"/>
                </a:lnTo>
                <a:lnTo>
                  <a:pt x="1721990" y="947687"/>
                </a:lnTo>
                <a:lnTo>
                  <a:pt x="1716938" y="947584"/>
                </a:lnTo>
                <a:lnTo>
                  <a:pt x="1713226" y="945623"/>
                </a:lnTo>
                <a:lnTo>
                  <a:pt x="1714463" y="933960"/>
                </a:lnTo>
                <a:lnTo>
                  <a:pt x="1714669" y="922401"/>
                </a:lnTo>
                <a:lnTo>
                  <a:pt x="1713329" y="896495"/>
                </a:lnTo>
                <a:lnTo>
                  <a:pt x="1711885" y="891437"/>
                </a:lnTo>
                <a:lnTo>
                  <a:pt x="1706833" y="884316"/>
                </a:lnTo>
                <a:lnTo>
                  <a:pt x="1700130" y="879155"/>
                </a:lnTo>
                <a:lnTo>
                  <a:pt x="1696315" y="882974"/>
                </a:lnTo>
                <a:lnTo>
                  <a:pt x="1692912" y="888031"/>
                </a:lnTo>
                <a:lnTo>
                  <a:pt x="1679508" y="887825"/>
                </a:lnTo>
                <a:lnTo>
                  <a:pt x="1666412" y="883800"/>
                </a:lnTo>
                <a:lnTo>
                  <a:pt x="1655173" y="886070"/>
                </a:lnTo>
                <a:lnTo>
                  <a:pt x="1633004" y="896391"/>
                </a:lnTo>
                <a:lnTo>
                  <a:pt x="1621249" y="897940"/>
                </a:lnTo>
                <a:lnTo>
                  <a:pt x="1614959" y="895669"/>
                </a:lnTo>
                <a:lnTo>
                  <a:pt x="1610937" y="890095"/>
                </a:lnTo>
                <a:lnTo>
                  <a:pt x="1613206" y="885038"/>
                </a:lnTo>
                <a:lnTo>
                  <a:pt x="1618052" y="881219"/>
                </a:lnTo>
                <a:lnTo>
                  <a:pt x="1608978" y="884212"/>
                </a:lnTo>
                <a:lnTo>
                  <a:pt x="1601245" y="889476"/>
                </a:lnTo>
                <a:lnTo>
                  <a:pt x="1597842" y="892779"/>
                </a:lnTo>
                <a:lnTo>
                  <a:pt x="1594233" y="891128"/>
                </a:lnTo>
                <a:lnTo>
                  <a:pt x="1584540" y="879362"/>
                </a:lnTo>
                <a:lnTo>
                  <a:pt x="1564330" y="883800"/>
                </a:lnTo>
                <a:lnTo>
                  <a:pt x="1561546" y="885141"/>
                </a:lnTo>
                <a:lnTo>
                  <a:pt x="1556597" y="889063"/>
                </a:lnTo>
                <a:lnTo>
                  <a:pt x="1551750" y="887102"/>
                </a:lnTo>
                <a:lnTo>
                  <a:pt x="1549379" y="882871"/>
                </a:lnTo>
                <a:lnTo>
                  <a:pt x="1548451" y="858513"/>
                </a:lnTo>
                <a:lnTo>
                  <a:pt x="1538140" y="811552"/>
                </a:lnTo>
                <a:lnTo>
                  <a:pt x="1535355" y="787503"/>
                </a:lnTo>
                <a:lnTo>
                  <a:pt x="1533087" y="781827"/>
                </a:lnTo>
                <a:lnTo>
                  <a:pt x="1521229" y="773260"/>
                </a:lnTo>
                <a:lnTo>
                  <a:pt x="1521641" y="760875"/>
                </a:lnTo>
                <a:lnTo>
                  <a:pt x="1527725" y="750554"/>
                </a:lnTo>
                <a:lnTo>
                  <a:pt x="1529066" y="738478"/>
                </a:lnTo>
                <a:lnTo>
                  <a:pt x="1527313" y="725370"/>
                </a:lnTo>
                <a:lnTo>
                  <a:pt x="1523601" y="712572"/>
                </a:lnTo>
                <a:lnTo>
                  <a:pt x="1518960" y="702870"/>
                </a:lnTo>
                <a:lnTo>
                  <a:pt x="1512258" y="694613"/>
                </a:lnTo>
                <a:lnTo>
                  <a:pt x="1503390" y="685324"/>
                </a:lnTo>
                <a:lnTo>
                  <a:pt x="1492563" y="678409"/>
                </a:lnTo>
                <a:lnTo>
                  <a:pt x="1469054" y="670668"/>
                </a:lnTo>
                <a:lnTo>
                  <a:pt x="1456577" y="671287"/>
                </a:lnTo>
                <a:lnTo>
                  <a:pt x="1452040" y="668294"/>
                </a:lnTo>
                <a:lnTo>
                  <a:pt x="1448947" y="664269"/>
                </a:lnTo>
                <a:lnTo>
                  <a:pt x="1450184" y="656528"/>
                </a:lnTo>
                <a:lnTo>
                  <a:pt x="1454412" y="651161"/>
                </a:lnTo>
                <a:lnTo>
                  <a:pt x="1459980" y="649819"/>
                </a:lnTo>
                <a:lnTo>
                  <a:pt x="1460701" y="646826"/>
                </a:lnTo>
                <a:lnTo>
                  <a:pt x="1448740" y="640530"/>
                </a:lnTo>
                <a:lnTo>
                  <a:pt x="1438842" y="632067"/>
                </a:lnTo>
                <a:lnTo>
                  <a:pt x="1435645" y="626906"/>
                </a:lnTo>
                <a:lnTo>
                  <a:pt x="1434717" y="621333"/>
                </a:lnTo>
                <a:lnTo>
                  <a:pt x="1434820" y="608328"/>
                </a:lnTo>
                <a:lnTo>
                  <a:pt x="1437707" y="600175"/>
                </a:lnTo>
                <a:lnTo>
                  <a:pt x="1439254" y="595633"/>
                </a:lnTo>
                <a:lnTo>
                  <a:pt x="1442347" y="581906"/>
                </a:lnTo>
                <a:lnTo>
                  <a:pt x="1448843" y="577778"/>
                </a:lnTo>
                <a:lnTo>
                  <a:pt x="1447709" y="575197"/>
                </a:lnTo>
                <a:lnTo>
                  <a:pt x="1444925" y="573340"/>
                </a:lnTo>
                <a:lnTo>
                  <a:pt x="1440904" y="568902"/>
                </a:lnTo>
                <a:lnTo>
                  <a:pt x="1437604" y="563638"/>
                </a:lnTo>
                <a:lnTo>
                  <a:pt x="1429974" y="554865"/>
                </a:lnTo>
                <a:lnTo>
                  <a:pt x="1416569" y="544234"/>
                </a:lnTo>
                <a:lnTo>
                  <a:pt x="1414301" y="525966"/>
                </a:lnTo>
                <a:lnTo>
                  <a:pt x="1412548" y="499027"/>
                </a:lnTo>
                <a:lnTo>
                  <a:pt x="1413682" y="486745"/>
                </a:lnTo>
                <a:lnTo>
                  <a:pt x="1418013" y="463832"/>
                </a:lnTo>
                <a:lnTo>
                  <a:pt x="1425437" y="456711"/>
                </a:lnTo>
                <a:lnTo>
                  <a:pt x="1431314" y="454646"/>
                </a:lnTo>
                <a:lnTo>
                  <a:pt x="1435851" y="451550"/>
                </a:lnTo>
                <a:lnTo>
                  <a:pt x="1432139" y="451137"/>
                </a:lnTo>
                <a:lnTo>
                  <a:pt x="1428943" y="452273"/>
                </a:lnTo>
                <a:lnTo>
                  <a:pt x="1423271" y="452995"/>
                </a:lnTo>
                <a:lnTo>
                  <a:pt x="1427912" y="432559"/>
                </a:lnTo>
                <a:lnTo>
                  <a:pt x="1430077" y="426573"/>
                </a:lnTo>
                <a:lnTo>
                  <a:pt x="1439460" y="415117"/>
                </a:lnTo>
                <a:lnTo>
                  <a:pt x="1450390" y="405002"/>
                </a:lnTo>
                <a:lnTo>
                  <a:pt x="1455030" y="393029"/>
                </a:lnTo>
                <a:lnTo>
                  <a:pt x="1461320" y="382502"/>
                </a:lnTo>
                <a:lnTo>
                  <a:pt x="1487098" y="371664"/>
                </a:lnTo>
                <a:close/>
                <a:moveTo>
                  <a:pt x="3353860" y="493454"/>
                </a:moveTo>
                <a:lnTo>
                  <a:pt x="3361284" y="495725"/>
                </a:lnTo>
                <a:lnTo>
                  <a:pt x="3369120" y="495105"/>
                </a:lnTo>
                <a:lnTo>
                  <a:pt x="3373039" y="490461"/>
                </a:lnTo>
                <a:lnTo>
                  <a:pt x="3374070" y="484475"/>
                </a:lnTo>
                <a:lnTo>
                  <a:pt x="3377988" y="473328"/>
                </a:lnTo>
                <a:lnTo>
                  <a:pt x="3387062" y="465793"/>
                </a:lnTo>
                <a:lnTo>
                  <a:pt x="3393455" y="464658"/>
                </a:lnTo>
                <a:lnTo>
                  <a:pt x="3397992" y="461458"/>
                </a:lnTo>
                <a:lnTo>
                  <a:pt x="3397167" y="453202"/>
                </a:lnTo>
                <a:lnTo>
                  <a:pt x="3397580" y="445048"/>
                </a:lnTo>
                <a:lnTo>
                  <a:pt x="3404282" y="436378"/>
                </a:lnTo>
                <a:lnTo>
                  <a:pt x="3425111" y="424302"/>
                </a:lnTo>
                <a:lnTo>
                  <a:pt x="3436969" y="420071"/>
                </a:lnTo>
                <a:lnTo>
                  <a:pt x="3452333" y="418626"/>
                </a:lnTo>
                <a:lnTo>
                  <a:pt x="3454086" y="423270"/>
                </a:lnTo>
                <a:lnTo>
                  <a:pt x="3452333" y="429876"/>
                </a:lnTo>
                <a:lnTo>
                  <a:pt x="3455323" y="439887"/>
                </a:lnTo>
                <a:lnTo>
                  <a:pt x="3453879" y="466825"/>
                </a:lnTo>
                <a:lnTo>
                  <a:pt x="3450374" y="470644"/>
                </a:lnTo>
                <a:lnTo>
                  <a:pt x="3434494" y="479933"/>
                </a:lnTo>
                <a:lnTo>
                  <a:pt x="3417068" y="487365"/>
                </a:lnTo>
                <a:lnTo>
                  <a:pt x="3412222" y="490461"/>
                </a:lnTo>
                <a:lnTo>
                  <a:pt x="3407891" y="497892"/>
                </a:lnTo>
                <a:lnTo>
                  <a:pt x="3408303" y="505220"/>
                </a:lnTo>
                <a:lnTo>
                  <a:pt x="3422430" y="515025"/>
                </a:lnTo>
                <a:lnTo>
                  <a:pt x="3444393" y="524211"/>
                </a:lnTo>
                <a:lnTo>
                  <a:pt x="3448930" y="528546"/>
                </a:lnTo>
                <a:lnTo>
                  <a:pt x="3451920" y="535771"/>
                </a:lnTo>
                <a:lnTo>
                  <a:pt x="3452745" y="543821"/>
                </a:lnTo>
                <a:lnTo>
                  <a:pt x="3458004" y="547640"/>
                </a:lnTo>
                <a:lnTo>
                  <a:pt x="3465428" y="549498"/>
                </a:lnTo>
                <a:lnTo>
                  <a:pt x="3470378" y="553317"/>
                </a:lnTo>
                <a:lnTo>
                  <a:pt x="3474193" y="558684"/>
                </a:lnTo>
                <a:lnTo>
                  <a:pt x="3437072" y="546092"/>
                </a:lnTo>
                <a:lnTo>
                  <a:pt x="3427379" y="540518"/>
                </a:lnTo>
                <a:lnTo>
                  <a:pt x="3415728" y="539899"/>
                </a:lnTo>
                <a:lnTo>
                  <a:pt x="3404179" y="538248"/>
                </a:lnTo>
                <a:lnTo>
                  <a:pt x="3392321" y="533397"/>
                </a:lnTo>
                <a:lnTo>
                  <a:pt x="3379638" y="532261"/>
                </a:lnTo>
                <a:lnTo>
                  <a:pt x="3373554" y="535771"/>
                </a:lnTo>
                <a:lnTo>
                  <a:pt x="3371183" y="542583"/>
                </a:lnTo>
                <a:lnTo>
                  <a:pt x="3369739" y="550220"/>
                </a:lnTo>
                <a:lnTo>
                  <a:pt x="3372626" y="559716"/>
                </a:lnTo>
                <a:lnTo>
                  <a:pt x="3372317" y="565392"/>
                </a:lnTo>
                <a:lnTo>
                  <a:pt x="3369945" y="575817"/>
                </a:lnTo>
                <a:lnTo>
                  <a:pt x="3379122" y="606574"/>
                </a:lnTo>
                <a:lnTo>
                  <a:pt x="3390568" y="631035"/>
                </a:lnTo>
                <a:lnTo>
                  <a:pt x="3407582" y="656528"/>
                </a:lnTo>
                <a:lnTo>
                  <a:pt x="3415934" y="665198"/>
                </a:lnTo>
                <a:lnTo>
                  <a:pt x="3425214" y="673145"/>
                </a:lnTo>
                <a:lnTo>
                  <a:pt x="3410056" y="670771"/>
                </a:lnTo>
                <a:lnTo>
                  <a:pt x="3405416" y="662308"/>
                </a:lnTo>
                <a:lnTo>
                  <a:pt x="3386134" y="653845"/>
                </a:lnTo>
                <a:lnTo>
                  <a:pt x="3382525" y="648787"/>
                </a:lnTo>
                <a:lnTo>
                  <a:pt x="3369945" y="624739"/>
                </a:lnTo>
                <a:lnTo>
                  <a:pt x="3366233" y="620198"/>
                </a:lnTo>
                <a:lnTo>
                  <a:pt x="3354685" y="611941"/>
                </a:lnTo>
                <a:lnTo>
                  <a:pt x="3349632" y="605954"/>
                </a:lnTo>
                <a:lnTo>
                  <a:pt x="3347879" y="597801"/>
                </a:lnTo>
                <a:lnTo>
                  <a:pt x="3349116" y="589234"/>
                </a:lnTo>
                <a:lnTo>
                  <a:pt x="3348498" y="577365"/>
                </a:lnTo>
                <a:lnTo>
                  <a:pt x="3348910" y="565599"/>
                </a:lnTo>
                <a:lnTo>
                  <a:pt x="3351385" y="551252"/>
                </a:lnTo>
                <a:lnTo>
                  <a:pt x="3347260" y="546195"/>
                </a:lnTo>
                <a:lnTo>
                  <a:pt x="3341795" y="541447"/>
                </a:lnTo>
                <a:lnTo>
                  <a:pt x="3335506" y="530404"/>
                </a:lnTo>
                <a:lnTo>
                  <a:pt x="3333650" y="517915"/>
                </a:lnTo>
                <a:lnTo>
                  <a:pt x="3334165" y="510690"/>
                </a:lnTo>
                <a:lnTo>
                  <a:pt x="3336743" y="504291"/>
                </a:lnTo>
                <a:lnTo>
                  <a:pt x="3340249" y="498821"/>
                </a:lnTo>
                <a:lnTo>
                  <a:pt x="3340971" y="493454"/>
                </a:lnTo>
                <a:lnTo>
                  <a:pt x="3331897" y="485610"/>
                </a:lnTo>
                <a:lnTo>
                  <a:pt x="3322513" y="463316"/>
                </a:lnTo>
                <a:lnTo>
                  <a:pt x="3321585" y="451757"/>
                </a:lnTo>
                <a:lnTo>
                  <a:pt x="3333650" y="429566"/>
                </a:lnTo>
                <a:lnTo>
                  <a:pt x="3333443" y="418729"/>
                </a:lnTo>
                <a:lnTo>
                  <a:pt x="3335815" y="412330"/>
                </a:lnTo>
                <a:lnTo>
                  <a:pt x="3337155" y="405518"/>
                </a:lnTo>
                <a:lnTo>
                  <a:pt x="3343445" y="390655"/>
                </a:lnTo>
                <a:lnTo>
                  <a:pt x="3353653" y="378064"/>
                </a:lnTo>
                <a:lnTo>
                  <a:pt x="3371080" y="360414"/>
                </a:lnTo>
                <a:lnTo>
                  <a:pt x="3377679" y="356492"/>
                </a:lnTo>
                <a:lnTo>
                  <a:pt x="3385103" y="354015"/>
                </a:lnTo>
                <a:lnTo>
                  <a:pt x="3385825" y="358350"/>
                </a:lnTo>
                <a:lnTo>
                  <a:pt x="3384587" y="362169"/>
                </a:lnTo>
                <a:lnTo>
                  <a:pt x="3371801" y="380128"/>
                </a:lnTo>
                <a:lnTo>
                  <a:pt x="3370048" y="384256"/>
                </a:lnTo>
                <a:lnTo>
                  <a:pt x="3369739" y="391791"/>
                </a:lnTo>
                <a:lnTo>
                  <a:pt x="3375823" y="396229"/>
                </a:lnTo>
                <a:lnTo>
                  <a:pt x="3382525" y="405415"/>
                </a:lnTo>
                <a:lnTo>
                  <a:pt x="3383866" y="417594"/>
                </a:lnTo>
                <a:lnTo>
                  <a:pt x="3384072" y="430495"/>
                </a:lnTo>
                <a:lnTo>
                  <a:pt x="3382628" y="443500"/>
                </a:lnTo>
                <a:lnTo>
                  <a:pt x="3380154" y="447835"/>
                </a:lnTo>
                <a:lnTo>
                  <a:pt x="3369533" y="460942"/>
                </a:lnTo>
                <a:lnTo>
                  <a:pt x="3345611" y="476321"/>
                </a:lnTo>
                <a:lnTo>
                  <a:pt x="3343548" y="480140"/>
                </a:lnTo>
                <a:lnTo>
                  <a:pt x="3343651" y="484371"/>
                </a:lnTo>
                <a:lnTo>
                  <a:pt x="3348085" y="489429"/>
                </a:lnTo>
                <a:lnTo>
                  <a:pt x="3353860" y="493454"/>
                </a:lnTo>
                <a:close/>
                <a:moveTo>
                  <a:pt x="3562355" y="876781"/>
                </a:moveTo>
                <a:lnTo>
                  <a:pt x="3585967" y="888238"/>
                </a:lnTo>
                <a:lnTo>
                  <a:pt x="3598238" y="889889"/>
                </a:lnTo>
                <a:lnTo>
                  <a:pt x="3618964" y="888444"/>
                </a:lnTo>
                <a:lnTo>
                  <a:pt x="3626697" y="889476"/>
                </a:lnTo>
                <a:lnTo>
                  <a:pt x="3646392" y="904132"/>
                </a:lnTo>
                <a:lnTo>
                  <a:pt x="3652166" y="914144"/>
                </a:lnTo>
                <a:lnTo>
                  <a:pt x="3653816" y="922814"/>
                </a:lnTo>
                <a:lnTo>
                  <a:pt x="3656806" y="931070"/>
                </a:lnTo>
                <a:lnTo>
                  <a:pt x="3661653" y="933031"/>
                </a:lnTo>
                <a:lnTo>
                  <a:pt x="3667324" y="933857"/>
                </a:lnTo>
                <a:lnTo>
                  <a:pt x="3674851" y="945623"/>
                </a:lnTo>
                <a:lnTo>
                  <a:pt x="3676295" y="949442"/>
                </a:lnTo>
                <a:lnTo>
                  <a:pt x="3670623" y="979167"/>
                </a:lnTo>
                <a:lnTo>
                  <a:pt x="3647423" y="967917"/>
                </a:lnTo>
                <a:lnTo>
                  <a:pt x="3625047" y="955119"/>
                </a:lnTo>
                <a:lnTo>
                  <a:pt x="3615458" y="950371"/>
                </a:lnTo>
                <a:lnTo>
                  <a:pt x="3589680" y="939637"/>
                </a:lnTo>
                <a:lnTo>
                  <a:pt x="3585658" y="935921"/>
                </a:lnTo>
                <a:lnTo>
                  <a:pt x="3582771" y="931070"/>
                </a:lnTo>
                <a:lnTo>
                  <a:pt x="3571532" y="924362"/>
                </a:lnTo>
                <a:lnTo>
                  <a:pt x="3549156" y="923330"/>
                </a:lnTo>
                <a:lnTo>
                  <a:pt x="3540701" y="923536"/>
                </a:lnTo>
                <a:lnTo>
                  <a:pt x="3537298" y="924568"/>
                </a:lnTo>
                <a:lnTo>
                  <a:pt x="3538123" y="928077"/>
                </a:lnTo>
                <a:lnTo>
                  <a:pt x="3538329" y="935405"/>
                </a:lnTo>
                <a:lnTo>
                  <a:pt x="3532761" y="937366"/>
                </a:lnTo>
                <a:lnTo>
                  <a:pt x="3518841" y="932825"/>
                </a:lnTo>
                <a:lnTo>
                  <a:pt x="3506364" y="931174"/>
                </a:lnTo>
                <a:lnTo>
                  <a:pt x="3495640" y="926632"/>
                </a:lnTo>
                <a:lnTo>
                  <a:pt x="3481101" y="924258"/>
                </a:lnTo>
                <a:lnTo>
                  <a:pt x="3479555" y="921988"/>
                </a:lnTo>
                <a:lnTo>
                  <a:pt x="3480792" y="918685"/>
                </a:lnTo>
                <a:lnTo>
                  <a:pt x="3480173" y="915485"/>
                </a:lnTo>
                <a:lnTo>
                  <a:pt x="3476771" y="914247"/>
                </a:lnTo>
                <a:lnTo>
                  <a:pt x="3470378" y="914866"/>
                </a:lnTo>
                <a:lnTo>
                  <a:pt x="3464088" y="918066"/>
                </a:lnTo>
                <a:lnTo>
                  <a:pt x="3458829" y="921575"/>
                </a:lnTo>
                <a:lnTo>
                  <a:pt x="3451199" y="931586"/>
                </a:lnTo>
                <a:lnTo>
                  <a:pt x="3447280" y="935302"/>
                </a:lnTo>
                <a:lnTo>
                  <a:pt x="3434700" y="936953"/>
                </a:lnTo>
                <a:lnTo>
                  <a:pt x="3429442" y="936025"/>
                </a:lnTo>
                <a:lnTo>
                  <a:pt x="3424595" y="933547"/>
                </a:lnTo>
                <a:lnTo>
                  <a:pt x="3410263" y="915485"/>
                </a:lnTo>
                <a:lnTo>
                  <a:pt x="3405416" y="911563"/>
                </a:lnTo>
                <a:lnTo>
                  <a:pt x="3400054" y="908364"/>
                </a:lnTo>
                <a:lnTo>
                  <a:pt x="3395002" y="906816"/>
                </a:lnTo>
                <a:lnTo>
                  <a:pt x="3389846" y="909602"/>
                </a:lnTo>
                <a:lnTo>
                  <a:pt x="3387165" y="915279"/>
                </a:lnTo>
                <a:lnTo>
                  <a:pt x="3385928" y="921885"/>
                </a:lnTo>
                <a:lnTo>
                  <a:pt x="3384484" y="925807"/>
                </a:lnTo>
                <a:lnTo>
                  <a:pt x="3378298" y="936437"/>
                </a:lnTo>
                <a:lnTo>
                  <a:pt x="3373142" y="942837"/>
                </a:lnTo>
                <a:lnTo>
                  <a:pt x="3371286" y="941804"/>
                </a:lnTo>
                <a:lnTo>
                  <a:pt x="3373967" y="931586"/>
                </a:lnTo>
                <a:lnTo>
                  <a:pt x="3373967" y="925807"/>
                </a:lnTo>
                <a:lnTo>
                  <a:pt x="3370770" y="919717"/>
                </a:lnTo>
                <a:lnTo>
                  <a:pt x="3368811" y="913524"/>
                </a:lnTo>
                <a:lnTo>
                  <a:pt x="3393043" y="883903"/>
                </a:lnTo>
                <a:lnTo>
                  <a:pt x="3401910" y="876781"/>
                </a:lnTo>
                <a:lnTo>
                  <a:pt x="3440165" y="874304"/>
                </a:lnTo>
                <a:lnTo>
                  <a:pt x="3462953" y="875852"/>
                </a:lnTo>
                <a:lnTo>
                  <a:pt x="3475327" y="875130"/>
                </a:lnTo>
                <a:lnTo>
                  <a:pt x="3483576" y="872962"/>
                </a:lnTo>
                <a:lnTo>
                  <a:pt x="3490485" y="873891"/>
                </a:lnTo>
                <a:lnTo>
                  <a:pt x="3492134" y="879774"/>
                </a:lnTo>
                <a:lnTo>
                  <a:pt x="3496465" y="884109"/>
                </a:lnTo>
                <a:lnTo>
                  <a:pt x="3502446" y="883696"/>
                </a:lnTo>
                <a:lnTo>
                  <a:pt x="3513376" y="879155"/>
                </a:lnTo>
                <a:lnTo>
                  <a:pt x="3522759" y="872137"/>
                </a:lnTo>
                <a:lnTo>
                  <a:pt x="3528533" y="869040"/>
                </a:lnTo>
                <a:lnTo>
                  <a:pt x="3534411" y="868524"/>
                </a:lnTo>
                <a:lnTo>
                  <a:pt x="3540495" y="868937"/>
                </a:lnTo>
                <a:lnTo>
                  <a:pt x="3546372" y="870589"/>
                </a:lnTo>
                <a:lnTo>
                  <a:pt x="3562355" y="876781"/>
                </a:lnTo>
                <a:close/>
                <a:moveTo>
                  <a:pt x="3263945" y="899694"/>
                </a:moveTo>
                <a:lnTo>
                  <a:pt x="3280856" y="907745"/>
                </a:lnTo>
                <a:lnTo>
                  <a:pt x="3284774" y="913008"/>
                </a:lnTo>
                <a:lnTo>
                  <a:pt x="3287764" y="919304"/>
                </a:lnTo>
                <a:lnTo>
                  <a:pt x="3291167" y="922710"/>
                </a:lnTo>
                <a:lnTo>
                  <a:pt x="3295085" y="925497"/>
                </a:lnTo>
                <a:lnTo>
                  <a:pt x="3301684" y="930967"/>
                </a:lnTo>
                <a:lnTo>
                  <a:pt x="3303437" y="939224"/>
                </a:lnTo>
                <a:lnTo>
                  <a:pt x="3301994" y="955944"/>
                </a:lnTo>
                <a:lnTo>
                  <a:pt x="3294260" y="957389"/>
                </a:lnTo>
                <a:lnTo>
                  <a:pt x="3287042" y="959866"/>
                </a:lnTo>
                <a:lnTo>
                  <a:pt x="3272194" y="969568"/>
                </a:lnTo>
                <a:lnTo>
                  <a:pt x="3264873" y="971426"/>
                </a:lnTo>
                <a:lnTo>
                  <a:pt x="3257036" y="972045"/>
                </a:lnTo>
                <a:lnTo>
                  <a:pt x="3251468" y="974626"/>
                </a:lnTo>
                <a:lnTo>
                  <a:pt x="3245900" y="975658"/>
                </a:lnTo>
                <a:lnTo>
                  <a:pt x="3231567" y="970291"/>
                </a:lnTo>
                <a:lnTo>
                  <a:pt x="3217544" y="963995"/>
                </a:lnTo>
                <a:lnTo>
                  <a:pt x="3197334" y="953054"/>
                </a:lnTo>
                <a:lnTo>
                  <a:pt x="3193519" y="950371"/>
                </a:lnTo>
                <a:lnTo>
                  <a:pt x="3190322" y="944591"/>
                </a:lnTo>
                <a:lnTo>
                  <a:pt x="3181042" y="934064"/>
                </a:lnTo>
                <a:lnTo>
                  <a:pt x="3178670" y="927355"/>
                </a:lnTo>
                <a:lnTo>
                  <a:pt x="3177845" y="908261"/>
                </a:lnTo>
                <a:lnTo>
                  <a:pt x="3180320" y="903823"/>
                </a:lnTo>
                <a:lnTo>
                  <a:pt x="3184238" y="901449"/>
                </a:lnTo>
                <a:lnTo>
                  <a:pt x="3197849" y="905887"/>
                </a:lnTo>
                <a:lnTo>
                  <a:pt x="3206717" y="901242"/>
                </a:lnTo>
                <a:lnTo>
                  <a:pt x="3232392" y="897320"/>
                </a:lnTo>
                <a:lnTo>
                  <a:pt x="3258480" y="897733"/>
                </a:lnTo>
                <a:lnTo>
                  <a:pt x="3263945" y="899694"/>
                </a:lnTo>
                <a:close/>
                <a:moveTo>
                  <a:pt x="3064009" y="1503894"/>
                </a:moveTo>
                <a:lnTo>
                  <a:pt x="3063287" y="1513183"/>
                </a:lnTo>
                <a:lnTo>
                  <a:pt x="3065555" y="1515350"/>
                </a:lnTo>
                <a:lnTo>
                  <a:pt x="3069267" y="1516486"/>
                </a:lnTo>
                <a:lnTo>
                  <a:pt x="3082363" y="1510293"/>
                </a:lnTo>
                <a:lnTo>
                  <a:pt x="3084837" y="1511428"/>
                </a:lnTo>
                <a:lnTo>
                  <a:pt x="3087415" y="1514318"/>
                </a:lnTo>
                <a:lnTo>
                  <a:pt x="3087415" y="1522575"/>
                </a:lnTo>
                <a:lnTo>
                  <a:pt x="3082363" y="1529490"/>
                </a:lnTo>
                <a:lnTo>
                  <a:pt x="3069783" y="1530006"/>
                </a:lnTo>
                <a:lnTo>
                  <a:pt x="3067927" y="1531967"/>
                </a:lnTo>
                <a:lnTo>
                  <a:pt x="3067824" y="1536199"/>
                </a:lnTo>
                <a:lnTo>
                  <a:pt x="3068752" y="1540224"/>
                </a:lnTo>
                <a:lnTo>
                  <a:pt x="3071742" y="1543527"/>
                </a:lnTo>
                <a:lnTo>
                  <a:pt x="3075557" y="1549307"/>
                </a:lnTo>
                <a:lnTo>
                  <a:pt x="3079063" y="1562724"/>
                </a:lnTo>
                <a:lnTo>
                  <a:pt x="3071845" y="1568195"/>
                </a:lnTo>
                <a:lnTo>
                  <a:pt x="3068236" y="1578619"/>
                </a:lnTo>
                <a:lnTo>
                  <a:pt x="3055759" y="1588321"/>
                </a:lnTo>
                <a:lnTo>
                  <a:pt x="3041942" y="1604215"/>
                </a:lnTo>
                <a:lnTo>
                  <a:pt x="3031012" y="1612369"/>
                </a:lnTo>
                <a:lnTo>
                  <a:pt x="3021320" y="1621968"/>
                </a:lnTo>
                <a:lnTo>
                  <a:pt x="3013071" y="1628470"/>
                </a:lnTo>
                <a:lnTo>
                  <a:pt x="3002656" y="1630637"/>
                </a:lnTo>
                <a:lnTo>
                  <a:pt x="2987086" y="1631979"/>
                </a:lnTo>
                <a:lnTo>
                  <a:pt x="2965948" y="1643539"/>
                </a:lnTo>
                <a:lnTo>
                  <a:pt x="2954296" y="1648596"/>
                </a:lnTo>
                <a:lnTo>
                  <a:pt x="2942851" y="1648906"/>
                </a:lnTo>
                <a:lnTo>
                  <a:pt x="2932230" y="1645190"/>
                </a:lnTo>
                <a:lnTo>
                  <a:pt x="2928208" y="1640959"/>
                </a:lnTo>
                <a:lnTo>
                  <a:pt x="2929136" y="1635282"/>
                </a:lnTo>
                <a:lnTo>
                  <a:pt x="2932642" y="1630431"/>
                </a:lnTo>
                <a:lnTo>
                  <a:pt x="2936973" y="1626406"/>
                </a:lnTo>
                <a:lnTo>
                  <a:pt x="2939654" y="1621245"/>
                </a:lnTo>
                <a:lnTo>
                  <a:pt x="2927590" y="1614640"/>
                </a:lnTo>
                <a:lnTo>
                  <a:pt x="2926559" y="1609686"/>
                </a:lnTo>
                <a:lnTo>
                  <a:pt x="2931405" y="1596371"/>
                </a:lnTo>
                <a:lnTo>
                  <a:pt x="2934498" y="1582644"/>
                </a:lnTo>
                <a:lnTo>
                  <a:pt x="2938932" y="1573355"/>
                </a:lnTo>
                <a:lnTo>
                  <a:pt x="2956255" y="1556635"/>
                </a:lnTo>
                <a:lnTo>
                  <a:pt x="2966567" y="1548378"/>
                </a:lnTo>
                <a:lnTo>
                  <a:pt x="2972650" y="1545178"/>
                </a:lnTo>
                <a:lnTo>
                  <a:pt x="2974300" y="1548584"/>
                </a:lnTo>
                <a:lnTo>
                  <a:pt x="2978218" y="1552816"/>
                </a:lnTo>
                <a:lnTo>
                  <a:pt x="2980899" y="1553539"/>
                </a:lnTo>
                <a:lnTo>
                  <a:pt x="2982858" y="1552610"/>
                </a:lnTo>
                <a:lnTo>
                  <a:pt x="2998016" y="1554055"/>
                </a:lnTo>
                <a:lnTo>
                  <a:pt x="3001831" y="1552610"/>
                </a:lnTo>
                <a:lnTo>
                  <a:pt x="3007709" y="1546004"/>
                </a:lnTo>
                <a:lnTo>
                  <a:pt x="3011524" y="1542288"/>
                </a:lnTo>
                <a:lnTo>
                  <a:pt x="3014102" y="1534548"/>
                </a:lnTo>
                <a:lnTo>
                  <a:pt x="3014720" y="1529490"/>
                </a:lnTo>
                <a:lnTo>
                  <a:pt x="3028228" y="1525878"/>
                </a:lnTo>
                <a:lnTo>
                  <a:pt x="3035549" y="1521956"/>
                </a:lnTo>
                <a:lnTo>
                  <a:pt x="3041942" y="1516279"/>
                </a:lnTo>
                <a:lnTo>
                  <a:pt x="3060709" y="1506577"/>
                </a:lnTo>
                <a:lnTo>
                  <a:pt x="3064009" y="1503894"/>
                </a:lnTo>
                <a:close/>
                <a:moveTo>
                  <a:pt x="4077096" y="1170005"/>
                </a:moveTo>
                <a:lnTo>
                  <a:pt x="4076271" y="1174030"/>
                </a:lnTo>
                <a:lnTo>
                  <a:pt x="4076168" y="1181358"/>
                </a:lnTo>
                <a:lnTo>
                  <a:pt x="4077921" y="1188170"/>
                </a:lnTo>
                <a:lnTo>
                  <a:pt x="4073487" y="1195085"/>
                </a:lnTo>
                <a:lnTo>
                  <a:pt x="4077611" y="1205406"/>
                </a:lnTo>
                <a:lnTo>
                  <a:pt x="4078230" y="1210567"/>
                </a:lnTo>
                <a:lnTo>
                  <a:pt x="4078024" y="1217895"/>
                </a:lnTo>
                <a:lnTo>
                  <a:pt x="4076786" y="1221095"/>
                </a:lnTo>
                <a:lnTo>
                  <a:pt x="4073693" y="1230693"/>
                </a:lnTo>
                <a:lnTo>
                  <a:pt x="4070599" y="1234099"/>
                </a:lnTo>
                <a:lnTo>
                  <a:pt x="4068228" y="1235028"/>
                </a:lnTo>
                <a:lnTo>
                  <a:pt x="4065856" y="1237918"/>
                </a:lnTo>
                <a:lnTo>
                  <a:pt x="4045543" y="1234822"/>
                </a:lnTo>
                <a:lnTo>
                  <a:pt x="4036778" y="1228216"/>
                </a:lnTo>
                <a:lnTo>
                  <a:pt x="4028942" y="1220991"/>
                </a:lnTo>
                <a:lnTo>
                  <a:pt x="4027292" y="1217998"/>
                </a:lnTo>
                <a:lnTo>
                  <a:pt x="4018115" y="1209535"/>
                </a:lnTo>
                <a:lnTo>
                  <a:pt x="4016053" y="1206748"/>
                </a:lnTo>
                <a:lnTo>
                  <a:pt x="4015846" y="1202310"/>
                </a:lnTo>
                <a:lnTo>
                  <a:pt x="4023271" y="1201072"/>
                </a:lnTo>
                <a:lnTo>
                  <a:pt x="4031210" y="1201278"/>
                </a:lnTo>
                <a:lnTo>
                  <a:pt x="4030901" y="1197253"/>
                </a:lnTo>
                <a:lnTo>
                  <a:pt x="4035438" y="1183010"/>
                </a:lnTo>
                <a:lnTo>
                  <a:pt x="4023374" y="1173824"/>
                </a:lnTo>
                <a:lnTo>
                  <a:pt x="4021208" y="1170005"/>
                </a:lnTo>
                <a:lnTo>
                  <a:pt x="4025539" y="1167425"/>
                </a:lnTo>
                <a:lnTo>
                  <a:pt x="4035232" y="1170624"/>
                </a:lnTo>
                <a:lnTo>
                  <a:pt x="4047090" y="1154626"/>
                </a:lnTo>
                <a:lnTo>
                  <a:pt x="4050596" y="1151220"/>
                </a:lnTo>
                <a:lnTo>
                  <a:pt x="4052245" y="1142241"/>
                </a:lnTo>
                <a:lnTo>
                  <a:pt x="4058948" y="1141106"/>
                </a:lnTo>
                <a:lnTo>
                  <a:pt x="4063691" y="1142344"/>
                </a:lnTo>
                <a:lnTo>
                  <a:pt x="4066681" y="1147814"/>
                </a:lnTo>
                <a:lnTo>
                  <a:pt x="4067919" y="1152665"/>
                </a:lnTo>
                <a:lnTo>
                  <a:pt x="4066681" y="1157000"/>
                </a:lnTo>
                <a:lnTo>
                  <a:pt x="4072352" y="1159271"/>
                </a:lnTo>
                <a:lnTo>
                  <a:pt x="4077096" y="1170005"/>
                </a:lnTo>
                <a:close/>
                <a:moveTo>
                  <a:pt x="4055442" y="1245865"/>
                </a:moveTo>
                <a:lnTo>
                  <a:pt x="4053689" y="1253193"/>
                </a:lnTo>
                <a:lnTo>
                  <a:pt x="4052039" y="1261244"/>
                </a:lnTo>
                <a:lnTo>
                  <a:pt x="4042553" y="1270430"/>
                </a:lnTo>
                <a:lnTo>
                  <a:pt x="4036778" y="1284363"/>
                </a:lnTo>
                <a:lnTo>
                  <a:pt x="4033376" y="1287872"/>
                </a:lnTo>
                <a:lnTo>
                  <a:pt x="4020693" y="1294065"/>
                </a:lnTo>
                <a:lnTo>
                  <a:pt x="4009453" y="1286324"/>
                </a:lnTo>
                <a:lnTo>
                  <a:pt x="4006154" y="1279615"/>
                </a:lnTo>
                <a:lnTo>
                  <a:pt x="4011103" y="1248962"/>
                </a:lnTo>
                <a:lnTo>
                  <a:pt x="4015949" y="1249891"/>
                </a:lnTo>
                <a:lnTo>
                  <a:pt x="4019146" y="1249684"/>
                </a:lnTo>
                <a:lnTo>
                  <a:pt x="4020177" y="1247723"/>
                </a:lnTo>
                <a:lnTo>
                  <a:pt x="4012959" y="1244214"/>
                </a:lnTo>
                <a:lnTo>
                  <a:pt x="4011516" y="1226565"/>
                </a:lnTo>
                <a:lnTo>
                  <a:pt x="4011928" y="1219959"/>
                </a:lnTo>
                <a:lnTo>
                  <a:pt x="4017393" y="1218411"/>
                </a:lnTo>
                <a:lnTo>
                  <a:pt x="4024199" y="1223572"/>
                </a:lnTo>
                <a:lnTo>
                  <a:pt x="4032860" y="1232861"/>
                </a:lnTo>
                <a:lnTo>
                  <a:pt x="4042862" y="1240189"/>
                </a:lnTo>
                <a:lnTo>
                  <a:pt x="4055442" y="1245865"/>
                </a:lnTo>
                <a:close/>
                <a:moveTo>
                  <a:pt x="4467688" y="1434949"/>
                </a:moveTo>
                <a:lnTo>
                  <a:pt x="4443044" y="1448469"/>
                </a:lnTo>
                <a:lnTo>
                  <a:pt x="4410770" y="1446095"/>
                </a:lnTo>
                <a:lnTo>
                  <a:pt x="4399324" y="1445889"/>
                </a:lnTo>
                <a:lnTo>
                  <a:pt x="4380352" y="1449192"/>
                </a:lnTo>
                <a:lnTo>
                  <a:pt x="4376433" y="1446508"/>
                </a:lnTo>
                <a:lnTo>
                  <a:pt x="4380042" y="1433710"/>
                </a:lnTo>
                <a:lnTo>
                  <a:pt x="4395303" y="1399650"/>
                </a:lnTo>
                <a:lnTo>
                  <a:pt x="4413348" y="1369719"/>
                </a:lnTo>
                <a:lnTo>
                  <a:pt x="4420978" y="1361875"/>
                </a:lnTo>
                <a:lnTo>
                  <a:pt x="4431599" y="1354547"/>
                </a:lnTo>
                <a:lnTo>
                  <a:pt x="4443044" y="1348664"/>
                </a:lnTo>
                <a:lnTo>
                  <a:pt x="4468616" y="1342678"/>
                </a:lnTo>
                <a:lnTo>
                  <a:pt x="4491920" y="1343710"/>
                </a:lnTo>
                <a:lnTo>
                  <a:pt x="4495220" y="1346290"/>
                </a:lnTo>
                <a:lnTo>
                  <a:pt x="4505222" y="1356301"/>
                </a:lnTo>
                <a:lnTo>
                  <a:pt x="4511821" y="1364146"/>
                </a:lnTo>
                <a:lnTo>
                  <a:pt x="4514502" y="1375292"/>
                </a:lnTo>
                <a:lnTo>
                  <a:pt x="4504603" y="1394490"/>
                </a:lnTo>
                <a:lnTo>
                  <a:pt x="4493570" y="1412758"/>
                </a:lnTo>
                <a:lnTo>
                  <a:pt x="4475628" y="1427105"/>
                </a:lnTo>
                <a:lnTo>
                  <a:pt x="4467688" y="1434949"/>
                </a:lnTo>
                <a:close/>
                <a:moveTo>
                  <a:pt x="4719078" y="850359"/>
                </a:moveTo>
                <a:lnTo>
                  <a:pt x="4719078" y="850772"/>
                </a:lnTo>
                <a:lnTo>
                  <a:pt x="4719078" y="857687"/>
                </a:lnTo>
                <a:lnTo>
                  <a:pt x="4719181" y="870279"/>
                </a:lnTo>
                <a:lnTo>
                  <a:pt x="4719181" y="891334"/>
                </a:lnTo>
                <a:lnTo>
                  <a:pt x="4719181" y="912286"/>
                </a:lnTo>
                <a:lnTo>
                  <a:pt x="4719181" y="933238"/>
                </a:lnTo>
                <a:lnTo>
                  <a:pt x="4719181" y="954293"/>
                </a:lnTo>
                <a:lnTo>
                  <a:pt x="4719181" y="975245"/>
                </a:lnTo>
                <a:lnTo>
                  <a:pt x="4719181" y="996197"/>
                </a:lnTo>
                <a:lnTo>
                  <a:pt x="4719181" y="1017149"/>
                </a:lnTo>
                <a:lnTo>
                  <a:pt x="4719181" y="1038204"/>
                </a:lnTo>
                <a:lnTo>
                  <a:pt x="4719181" y="1059156"/>
                </a:lnTo>
                <a:lnTo>
                  <a:pt x="4719181" y="1080108"/>
                </a:lnTo>
                <a:lnTo>
                  <a:pt x="4719285" y="1101163"/>
                </a:lnTo>
                <a:lnTo>
                  <a:pt x="4719285" y="1122115"/>
                </a:lnTo>
                <a:lnTo>
                  <a:pt x="4719285" y="1143067"/>
                </a:lnTo>
                <a:lnTo>
                  <a:pt x="4719285" y="1164122"/>
                </a:lnTo>
                <a:lnTo>
                  <a:pt x="4719285" y="1185074"/>
                </a:lnTo>
                <a:lnTo>
                  <a:pt x="4719285" y="1206026"/>
                </a:lnTo>
                <a:lnTo>
                  <a:pt x="4719285" y="1226978"/>
                </a:lnTo>
                <a:lnTo>
                  <a:pt x="4719285" y="1235957"/>
                </a:lnTo>
                <a:lnTo>
                  <a:pt x="4716088" y="1246897"/>
                </a:lnTo>
                <a:lnTo>
                  <a:pt x="4708973" y="1263411"/>
                </a:lnTo>
                <a:lnTo>
                  <a:pt x="4707633" y="1276622"/>
                </a:lnTo>
                <a:lnTo>
                  <a:pt x="4713613" y="1286943"/>
                </a:lnTo>
                <a:lnTo>
                  <a:pt x="4719285" y="1293652"/>
                </a:lnTo>
                <a:lnTo>
                  <a:pt x="4719285" y="1310992"/>
                </a:lnTo>
                <a:lnTo>
                  <a:pt x="4719285" y="1331944"/>
                </a:lnTo>
                <a:lnTo>
                  <a:pt x="4719285" y="1352896"/>
                </a:lnTo>
                <a:lnTo>
                  <a:pt x="4719285" y="1373951"/>
                </a:lnTo>
                <a:lnTo>
                  <a:pt x="4719388" y="1394903"/>
                </a:lnTo>
                <a:lnTo>
                  <a:pt x="4719388" y="1415854"/>
                </a:lnTo>
                <a:lnTo>
                  <a:pt x="4719388" y="1436806"/>
                </a:lnTo>
                <a:lnTo>
                  <a:pt x="4719388" y="1457862"/>
                </a:lnTo>
                <a:lnTo>
                  <a:pt x="4719388" y="1478813"/>
                </a:lnTo>
                <a:lnTo>
                  <a:pt x="4719388" y="1499765"/>
                </a:lnTo>
                <a:lnTo>
                  <a:pt x="4719388" y="1520821"/>
                </a:lnTo>
                <a:lnTo>
                  <a:pt x="4719388" y="1522162"/>
                </a:lnTo>
                <a:lnTo>
                  <a:pt x="4714129" y="1518653"/>
                </a:lnTo>
                <a:lnTo>
                  <a:pt x="4699899" y="1507197"/>
                </a:lnTo>
                <a:lnTo>
                  <a:pt x="4687010" y="1494089"/>
                </a:lnTo>
                <a:lnTo>
                  <a:pt x="4678658" y="1481807"/>
                </a:lnTo>
                <a:lnTo>
                  <a:pt x="4669275" y="1470660"/>
                </a:lnTo>
                <a:lnTo>
                  <a:pt x="4629267" y="1437735"/>
                </a:lnTo>
                <a:lnTo>
                  <a:pt x="4619059" y="1426898"/>
                </a:lnTo>
                <a:lnTo>
                  <a:pt x="4616996" y="1423905"/>
                </a:lnTo>
                <a:lnTo>
                  <a:pt x="4618027" y="1421015"/>
                </a:lnTo>
                <a:lnTo>
                  <a:pt x="4622564" y="1415338"/>
                </a:lnTo>
                <a:lnTo>
                  <a:pt x="4630813" y="1398825"/>
                </a:lnTo>
                <a:lnTo>
                  <a:pt x="4622255" y="1409043"/>
                </a:lnTo>
                <a:lnTo>
                  <a:pt x="4612047" y="1417093"/>
                </a:lnTo>
                <a:lnTo>
                  <a:pt x="4597199" y="1417609"/>
                </a:lnTo>
                <a:lnTo>
                  <a:pt x="4582556" y="1419570"/>
                </a:lnTo>
                <a:lnTo>
                  <a:pt x="4569152" y="1424524"/>
                </a:lnTo>
                <a:lnTo>
                  <a:pt x="4555438" y="1426176"/>
                </a:lnTo>
                <a:lnTo>
                  <a:pt x="4548529" y="1423802"/>
                </a:lnTo>
                <a:lnTo>
                  <a:pt x="4544405" y="1417712"/>
                </a:lnTo>
                <a:lnTo>
                  <a:pt x="4542239" y="1411520"/>
                </a:lnTo>
                <a:lnTo>
                  <a:pt x="4541311" y="1404811"/>
                </a:lnTo>
                <a:lnTo>
                  <a:pt x="4535537" y="1415545"/>
                </a:lnTo>
                <a:lnTo>
                  <a:pt x="4524194" y="1421428"/>
                </a:lnTo>
                <a:lnTo>
                  <a:pt x="4508727" y="1433710"/>
                </a:lnTo>
                <a:lnTo>
                  <a:pt x="4504397" y="1431233"/>
                </a:lnTo>
                <a:lnTo>
                  <a:pt x="4501716" y="1426485"/>
                </a:lnTo>
                <a:lnTo>
                  <a:pt x="4500788" y="1421634"/>
                </a:lnTo>
                <a:lnTo>
                  <a:pt x="4503778" y="1416474"/>
                </a:lnTo>
                <a:lnTo>
                  <a:pt x="4505840" y="1410900"/>
                </a:lnTo>
                <a:lnTo>
                  <a:pt x="4509037" y="1397689"/>
                </a:lnTo>
                <a:lnTo>
                  <a:pt x="4515945" y="1389948"/>
                </a:lnTo>
                <a:lnTo>
                  <a:pt x="4520379" y="1374776"/>
                </a:lnTo>
                <a:lnTo>
                  <a:pt x="4523266" y="1369409"/>
                </a:lnTo>
                <a:lnTo>
                  <a:pt x="4524710" y="1364042"/>
                </a:lnTo>
                <a:lnTo>
                  <a:pt x="4520689" y="1357953"/>
                </a:lnTo>
                <a:lnTo>
                  <a:pt x="4513883" y="1355889"/>
                </a:lnTo>
                <a:lnTo>
                  <a:pt x="4509243" y="1352173"/>
                </a:lnTo>
                <a:lnTo>
                  <a:pt x="4503881" y="1341955"/>
                </a:lnTo>
                <a:lnTo>
                  <a:pt x="4500478" y="1338549"/>
                </a:lnTo>
                <a:lnTo>
                  <a:pt x="4494395" y="1334317"/>
                </a:lnTo>
                <a:lnTo>
                  <a:pt x="4489651" y="1329363"/>
                </a:lnTo>
                <a:lnTo>
                  <a:pt x="4494807" y="1325751"/>
                </a:lnTo>
                <a:lnTo>
                  <a:pt x="4501716" y="1324203"/>
                </a:lnTo>
                <a:lnTo>
                  <a:pt x="4507284" y="1324512"/>
                </a:lnTo>
                <a:lnTo>
                  <a:pt x="4517492" y="1326783"/>
                </a:lnTo>
                <a:lnTo>
                  <a:pt x="4522029" y="1326886"/>
                </a:lnTo>
                <a:lnTo>
                  <a:pt x="4533887" y="1323067"/>
                </a:lnTo>
                <a:lnTo>
                  <a:pt x="4527288" y="1324306"/>
                </a:lnTo>
                <a:lnTo>
                  <a:pt x="4520689" y="1324203"/>
                </a:lnTo>
                <a:lnTo>
                  <a:pt x="4499757" y="1317494"/>
                </a:lnTo>
                <a:lnTo>
                  <a:pt x="4486764" y="1310682"/>
                </a:lnTo>
                <a:lnTo>
                  <a:pt x="4474494" y="1296955"/>
                </a:lnTo>
                <a:lnTo>
                  <a:pt x="4474391" y="1294271"/>
                </a:lnTo>
                <a:lnTo>
                  <a:pt x="4483052" y="1291794"/>
                </a:lnTo>
                <a:lnTo>
                  <a:pt x="4501716" y="1288801"/>
                </a:lnTo>
                <a:lnTo>
                  <a:pt x="4495838" y="1281783"/>
                </a:lnTo>
                <a:lnTo>
                  <a:pt x="4487486" y="1275693"/>
                </a:lnTo>
                <a:lnTo>
                  <a:pt x="4484496" y="1264856"/>
                </a:lnTo>
                <a:lnTo>
                  <a:pt x="4478721" y="1258044"/>
                </a:lnTo>
                <a:lnTo>
                  <a:pt x="4466348" y="1247104"/>
                </a:lnTo>
                <a:lnTo>
                  <a:pt x="4457790" y="1235647"/>
                </a:lnTo>
                <a:lnTo>
                  <a:pt x="4450468" y="1212528"/>
                </a:lnTo>
                <a:lnTo>
                  <a:pt x="4443044" y="1194982"/>
                </a:lnTo>
                <a:lnTo>
                  <a:pt x="4444900" y="1188686"/>
                </a:lnTo>
                <a:lnTo>
                  <a:pt x="4451190" y="1184145"/>
                </a:lnTo>
                <a:lnTo>
                  <a:pt x="4441704" y="1183629"/>
                </a:lnTo>
                <a:lnTo>
                  <a:pt x="4433145" y="1180326"/>
                </a:lnTo>
                <a:lnTo>
                  <a:pt x="4437682" y="1171759"/>
                </a:lnTo>
                <a:lnTo>
                  <a:pt x="4447581" y="1166805"/>
                </a:lnTo>
                <a:lnTo>
                  <a:pt x="4438507" y="1168044"/>
                </a:lnTo>
                <a:lnTo>
                  <a:pt x="4429743" y="1170521"/>
                </a:lnTo>
                <a:lnTo>
                  <a:pt x="4425618" y="1171037"/>
                </a:lnTo>
                <a:lnTo>
                  <a:pt x="4421494" y="1170211"/>
                </a:lnTo>
                <a:lnTo>
                  <a:pt x="4419328" y="1166805"/>
                </a:lnTo>
                <a:lnTo>
                  <a:pt x="4419019" y="1161954"/>
                </a:lnTo>
                <a:lnTo>
                  <a:pt x="4420359" y="1153388"/>
                </a:lnTo>
                <a:lnTo>
                  <a:pt x="4418813" y="1145028"/>
                </a:lnTo>
                <a:lnTo>
                  <a:pt x="4410976" y="1141209"/>
                </a:lnTo>
                <a:lnTo>
                  <a:pt x="4404480" y="1135223"/>
                </a:lnTo>
                <a:lnTo>
                  <a:pt x="4400871" y="1133055"/>
                </a:lnTo>
                <a:lnTo>
                  <a:pt x="4396025" y="1133158"/>
                </a:lnTo>
                <a:lnTo>
                  <a:pt x="4391385" y="1129236"/>
                </a:lnTo>
                <a:lnTo>
                  <a:pt x="4387673" y="1123457"/>
                </a:lnTo>
                <a:lnTo>
                  <a:pt x="4341065" y="1098479"/>
                </a:lnTo>
                <a:lnTo>
                  <a:pt x="4338281" y="1091358"/>
                </a:lnTo>
                <a:lnTo>
                  <a:pt x="4333951" y="1094557"/>
                </a:lnTo>
                <a:lnTo>
                  <a:pt x="4329620" y="1096002"/>
                </a:lnTo>
                <a:lnTo>
                  <a:pt x="4324258" y="1091977"/>
                </a:lnTo>
                <a:lnTo>
                  <a:pt x="4318587" y="1089190"/>
                </a:lnTo>
                <a:lnTo>
                  <a:pt x="4312503" y="1089706"/>
                </a:lnTo>
                <a:lnTo>
                  <a:pt x="4306832" y="1087436"/>
                </a:lnTo>
                <a:lnTo>
                  <a:pt x="4300851" y="1086197"/>
                </a:lnTo>
                <a:lnTo>
                  <a:pt x="4294664" y="1085991"/>
                </a:lnTo>
                <a:lnTo>
                  <a:pt x="4270124" y="1078353"/>
                </a:lnTo>
                <a:lnTo>
                  <a:pt x="4246923" y="1066174"/>
                </a:lnTo>
                <a:lnTo>
                  <a:pt x="4228053" y="1061014"/>
                </a:lnTo>
                <a:lnTo>
                  <a:pt x="4216298" y="1054202"/>
                </a:lnTo>
                <a:lnTo>
                  <a:pt x="4204234" y="1048628"/>
                </a:lnTo>
                <a:lnTo>
                  <a:pt x="4177115" y="1043158"/>
                </a:lnTo>
                <a:lnTo>
                  <a:pt x="4149584" y="1039546"/>
                </a:lnTo>
                <a:lnTo>
                  <a:pt x="4139685" y="1039442"/>
                </a:lnTo>
                <a:lnTo>
                  <a:pt x="4131333" y="1040578"/>
                </a:lnTo>
                <a:lnTo>
                  <a:pt x="4123393" y="1040371"/>
                </a:lnTo>
                <a:lnTo>
                  <a:pt x="4077817" y="1013949"/>
                </a:lnTo>
                <a:lnTo>
                  <a:pt x="4070187" y="1001977"/>
                </a:lnTo>
                <a:lnTo>
                  <a:pt x="4070909" y="994958"/>
                </a:lnTo>
                <a:lnTo>
                  <a:pt x="4072971" y="989178"/>
                </a:lnTo>
                <a:lnTo>
                  <a:pt x="4091531" y="987424"/>
                </a:lnTo>
                <a:lnTo>
                  <a:pt x="4078436" y="985772"/>
                </a:lnTo>
                <a:lnTo>
                  <a:pt x="4073074" y="986598"/>
                </a:lnTo>
                <a:lnTo>
                  <a:pt x="4062247" y="991346"/>
                </a:lnTo>
                <a:lnTo>
                  <a:pt x="4056473" y="991656"/>
                </a:lnTo>
                <a:lnTo>
                  <a:pt x="4048224" y="988559"/>
                </a:lnTo>
                <a:lnTo>
                  <a:pt x="4040387" y="984534"/>
                </a:lnTo>
                <a:lnTo>
                  <a:pt x="4027498" y="988250"/>
                </a:lnTo>
                <a:lnTo>
                  <a:pt x="4020899" y="982160"/>
                </a:lnTo>
                <a:lnTo>
                  <a:pt x="4018630" y="975761"/>
                </a:lnTo>
                <a:lnTo>
                  <a:pt x="4015228" y="972871"/>
                </a:lnTo>
                <a:lnTo>
                  <a:pt x="4010381" y="973181"/>
                </a:lnTo>
                <a:lnTo>
                  <a:pt x="4003885" y="975451"/>
                </a:lnTo>
                <a:lnTo>
                  <a:pt x="3997389" y="975038"/>
                </a:lnTo>
                <a:lnTo>
                  <a:pt x="3993161" y="970704"/>
                </a:lnTo>
                <a:lnTo>
                  <a:pt x="3990171" y="964924"/>
                </a:lnTo>
                <a:lnTo>
                  <a:pt x="3985737" y="960795"/>
                </a:lnTo>
                <a:lnTo>
                  <a:pt x="3980272" y="957699"/>
                </a:lnTo>
                <a:lnTo>
                  <a:pt x="3971508" y="950268"/>
                </a:lnTo>
                <a:lnTo>
                  <a:pt x="3966868" y="940050"/>
                </a:lnTo>
                <a:lnTo>
                  <a:pt x="3967383" y="922504"/>
                </a:lnTo>
                <a:lnTo>
                  <a:pt x="3968827" y="916208"/>
                </a:lnTo>
                <a:lnTo>
                  <a:pt x="3977591" y="905990"/>
                </a:lnTo>
                <a:lnTo>
                  <a:pt x="3983778" y="896288"/>
                </a:lnTo>
                <a:lnTo>
                  <a:pt x="3976045" y="895153"/>
                </a:lnTo>
                <a:lnTo>
                  <a:pt x="3969136" y="899591"/>
                </a:lnTo>
                <a:lnTo>
                  <a:pt x="3966249" y="904235"/>
                </a:lnTo>
                <a:lnTo>
                  <a:pt x="3965115" y="909809"/>
                </a:lnTo>
                <a:lnTo>
                  <a:pt x="3964290" y="928181"/>
                </a:lnTo>
                <a:lnTo>
                  <a:pt x="3958722" y="933547"/>
                </a:lnTo>
                <a:lnTo>
                  <a:pt x="3950370" y="933135"/>
                </a:lnTo>
                <a:lnTo>
                  <a:pt x="3952844" y="943869"/>
                </a:lnTo>
                <a:lnTo>
                  <a:pt x="3949441" y="954190"/>
                </a:lnTo>
                <a:lnTo>
                  <a:pt x="3939749" y="966162"/>
                </a:lnTo>
                <a:lnTo>
                  <a:pt x="3938924" y="971633"/>
                </a:lnTo>
                <a:lnTo>
                  <a:pt x="3940471" y="977619"/>
                </a:lnTo>
                <a:lnTo>
                  <a:pt x="3938305" y="983399"/>
                </a:lnTo>
                <a:lnTo>
                  <a:pt x="3922632" y="1000222"/>
                </a:lnTo>
                <a:lnTo>
                  <a:pt x="3917373" y="1001048"/>
                </a:lnTo>
                <a:lnTo>
                  <a:pt x="3905721" y="1000945"/>
                </a:lnTo>
                <a:lnTo>
                  <a:pt x="3893760" y="1003628"/>
                </a:lnTo>
                <a:lnTo>
                  <a:pt x="3888089" y="999706"/>
                </a:lnTo>
                <a:lnTo>
                  <a:pt x="3883552" y="994545"/>
                </a:lnTo>
                <a:lnTo>
                  <a:pt x="3880149" y="988559"/>
                </a:lnTo>
                <a:lnTo>
                  <a:pt x="3875406" y="976071"/>
                </a:lnTo>
                <a:lnTo>
                  <a:pt x="3871591" y="963272"/>
                </a:lnTo>
                <a:lnTo>
                  <a:pt x="3883552" y="947481"/>
                </a:lnTo>
                <a:lnTo>
                  <a:pt x="3879428" y="933238"/>
                </a:lnTo>
                <a:lnTo>
                  <a:pt x="3871282" y="921059"/>
                </a:lnTo>
                <a:lnTo>
                  <a:pt x="3850968" y="904132"/>
                </a:lnTo>
                <a:lnTo>
                  <a:pt x="3829727" y="888031"/>
                </a:lnTo>
                <a:lnTo>
                  <a:pt x="3820138" y="884728"/>
                </a:lnTo>
                <a:lnTo>
                  <a:pt x="3804361" y="883387"/>
                </a:lnTo>
                <a:lnTo>
                  <a:pt x="3799412" y="881839"/>
                </a:lnTo>
                <a:lnTo>
                  <a:pt x="3794462" y="875749"/>
                </a:lnTo>
                <a:lnTo>
                  <a:pt x="3790853" y="868834"/>
                </a:lnTo>
                <a:lnTo>
                  <a:pt x="3800752" y="865841"/>
                </a:lnTo>
                <a:lnTo>
                  <a:pt x="3817663" y="857584"/>
                </a:lnTo>
                <a:lnTo>
                  <a:pt x="3827149" y="857997"/>
                </a:lnTo>
                <a:lnTo>
                  <a:pt x="3853134" y="862435"/>
                </a:lnTo>
                <a:lnTo>
                  <a:pt x="3861177" y="866460"/>
                </a:lnTo>
                <a:lnTo>
                  <a:pt x="3868601" y="868834"/>
                </a:lnTo>
                <a:lnTo>
                  <a:pt x="3886336" y="855313"/>
                </a:lnTo>
                <a:lnTo>
                  <a:pt x="3900463" y="837664"/>
                </a:lnTo>
                <a:lnTo>
                  <a:pt x="3909227" y="833845"/>
                </a:lnTo>
                <a:lnTo>
                  <a:pt x="3916651" y="832607"/>
                </a:lnTo>
                <a:lnTo>
                  <a:pt x="3924282" y="834258"/>
                </a:lnTo>
                <a:lnTo>
                  <a:pt x="3939336" y="840451"/>
                </a:lnTo>
                <a:lnTo>
                  <a:pt x="3951298" y="843341"/>
                </a:lnTo>
                <a:lnTo>
                  <a:pt x="3959753" y="843857"/>
                </a:lnTo>
                <a:lnTo>
                  <a:pt x="3964187" y="849430"/>
                </a:lnTo>
                <a:lnTo>
                  <a:pt x="3969136" y="851907"/>
                </a:lnTo>
                <a:lnTo>
                  <a:pt x="3970270" y="843547"/>
                </a:lnTo>
                <a:lnTo>
                  <a:pt x="3974601" y="833948"/>
                </a:lnTo>
                <a:lnTo>
                  <a:pt x="3983056" y="830955"/>
                </a:lnTo>
                <a:lnTo>
                  <a:pt x="3987490" y="830233"/>
                </a:lnTo>
                <a:lnTo>
                  <a:pt x="3990274" y="827756"/>
                </a:lnTo>
                <a:lnTo>
                  <a:pt x="3989656" y="818776"/>
                </a:lnTo>
                <a:lnTo>
                  <a:pt x="3978519" y="817744"/>
                </a:lnTo>
                <a:lnTo>
                  <a:pt x="3984603" y="810107"/>
                </a:lnTo>
                <a:lnTo>
                  <a:pt x="3989965" y="806391"/>
                </a:lnTo>
                <a:lnTo>
                  <a:pt x="3991924" y="802572"/>
                </a:lnTo>
                <a:lnTo>
                  <a:pt x="3992027" y="797928"/>
                </a:lnTo>
                <a:lnTo>
                  <a:pt x="3970167" y="806907"/>
                </a:lnTo>
                <a:lnTo>
                  <a:pt x="3947276" y="810726"/>
                </a:lnTo>
                <a:lnTo>
                  <a:pt x="3933665" y="809694"/>
                </a:lnTo>
                <a:lnTo>
                  <a:pt x="3920157" y="809487"/>
                </a:lnTo>
                <a:lnTo>
                  <a:pt x="3893142" y="815577"/>
                </a:lnTo>
                <a:lnTo>
                  <a:pt x="3882830" y="815267"/>
                </a:lnTo>
                <a:lnTo>
                  <a:pt x="3858908" y="812893"/>
                </a:lnTo>
                <a:lnTo>
                  <a:pt x="3845710" y="809900"/>
                </a:lnTo>
                <a:lnTo>
                  <a:pt x="3835398" y="812171"/>
                </a:lnTo>
                <a:lnTo>
                  <a:pt x="3825603" y="812377"/>
                </a:lnTo>
                <a:lnTo>
                  <a:pt x="3815188" y="805565"/>
                </a:lnTo>
                <a:lnTo>
                  <a:pt x="3806423" y="796896"/>
                </a:lnTo>
                <a:lnTo>
                  <a:pt x="3802093" y="790806"/>
                </a:lnTo>
                <a:lnTo>
                  <a:pt x="3796215" y="786368"/>
                </a:lnTo>
                <a:lnTo>
                  <a:pt x="3793637" y="780485"/>
                </a:lnTo>
                <a:lnTo>
                  <a:pt x="3787244" y="757985"/>
                </a:lnTo>
                <a:lnTo>
                  <a:pt x="3786626" y="741987"/>
                </a:lnTo>
                <a:lnTo>
                  <a:pt x="3776314" y="741677"/>
                </a:lnTo>
                <a:lnTo>
                  <a:pt x="3766106" y="740026"/>
                </a:lnTo>
                <a:lnTo>
                  <a:pt x="3721046" y="724751"/>
                </a:lnTo>
                <a:lnTo>
                  <a:pt x="3715581" y="728570"/>
                </a:lnTo>
                <a:lnTo>
                  <a:pt x="3709188" y="730427"/>
                </a:lnTo>
                <a:lnTo>
                  <a:pt x="3702898" y="731150"/>
                </a:lnTo>
                <a:lnTo>
                  <a:pt x="3696608" y="730427"/>
                </a:lnTo>
                <a:lnTo>
                  <a:pt x="3690318" y="728054"/>
                </a:lnTo>
                <a:lnTo>
                  <a:pt x="3690834" y="723822"/>
                </a:lnTo>
                <a:lnTo>
                  <a:pt x="3695474" y="713501"/>
                </a:lnTo>
                <a:lnTo>
                  <a:pt x="3700114" y="709682"/>
                </a:lnTo>
                <a:lnTo>
                  <a:pt x="3706404" y="706792"/>
                </a:lnTo>
                <a:lnTo>
                  <a:pt x="3710425" y="701322"/>
                </a:lnTo>
                <a:lnTo>
                  <a:pt x="3716921" y="684911"/>
                </a:lnTo>
                <a:lnTo>
                  <a:pt x="3717437" y="679338"/>
                </a:lnTo>
                <a:lnTo>
                  <a:pt x="3716715" y="673558"/>
                </a:lnTo>
                <a:lnTo>
                  <a:pt x="3717231" y="669223"/>
                </a:lnTo>
                <a:lnTo>
                  <a:pt x="3721252" y="667056"/>
                </a:lnTo>
                <a:lnTo>
                  <a:pt x="3738369" y="661689"/>
                </a:lnTo>
                <a:lnTo>
                  <a:pt x="3773633" y="653638"/>
                </a:lnTo>
                <a:lnTo>
                  <a:pt x="3782604" y="648787"/>
                </a:lnTo>
                <a:lnTo>
                  <a:pt x="3789925" y="641046"/>
                </a:lnTo>
                <a:lnTo>
                  <a:pt x="3798587" y="636402"/>
                </a:lnTo>
                <a:lnTo>
                  <a:pt x="3802505" y="631654"/>
                </a:lnTo>
                <a:lnTo>
                  <a:pt x="3807042" y="627835"/>
                </a:lnTo>
                <a:lnTo>
                  <a:pt x="3834470" y="617617"/>
                </a:lnTo>
                <a:lnTo>
                  <a:pt x="3846225" y="616792"/>
                </a:lnTo>
                <a:lnTo>
                  <a:pt x="3858289" y="618030"/>
                </a:lnTo>
                <a:lnTo>
                  <a:pt x="3882109" y="624016"/>
                </a:lnTo>
                <a:lnTo>
                  <a:pt x="3904897" y="633822"/>
                </a:lnTo>
                <a:lnTo>
                  <a:pt x="3924591" y="646620"/>
                </a:lnTo>
                <a:lnTo>
                  <a:pt x="3945729" y="655909"/>
                </a:lnTo>
                <a:lnTo>
                  <a:pt x="3971611" y="657457"/>
                </a:lnTo>
                <a:lnTo>
                  <a:pt x="3984603" y="656425"/>
                </a:lnTo>
                <a:lnTo>
                  <a:pt x="3997492" y="657767"/>
                </a:lnTo>
                <a:lnTo>
                  <a:pt x="4002648" y="660450"/>
                </a:lnTo>
                <a:lnTo>
                  <a:pt x="4011619" y="668397"/>
                </a:lnTo>
                <a:lnTo>
                  <a:pt x="4009041" y="673558"/>
                </a:lnTo>
                <a:lnTo>
                  <a:pt x="4007494" y="684395"/>
                </a:lnTo>
                <a:lnTo>
                  <a:pt x="4012031" y="694716"/>
                </a:lnTo>
                <a:lnTo>
                  <a:pt x="4019455" y="705141"/>
                </a:lnTo>
                <a:lnTo>
                  <a:pt x="4025539" y="716287"/>
                </a:lnTo>
                <a:lnTo>
                  <a:pt x="4026879" y="721654"/>
                </a:lnTo>
                <a:lnTo>
                  <a:pt x="4024508" y="733111"/>
                </a:lnTo>
                <a:lnTo>
                  <a:pt x="4022446" y="738788"/>
                </a:lnTo>
                <a:lnTo>
                  <a:pt x="4015021" y="748283"/>
                </a:lnTo>
                <a:lnTo>
                  <a:pt x="4011000" y="758604"/>
                </a:lnTo>
                <a:lnTo>
                  <a:pt x="4013578" y="771402"/>
                </a:lnTo>
                <a:lnTo>
                  <a:pt x="4015021" y="784201"/>
                </a:lnTo>
                <a:lnTo>
                  <a:pt x="4014815" y="795967"/>
                </a:lnTo>
                <a:lnTo>
                  <a:pt x="4016156" y="807526"/>
                </a:lnTo>
                <a:lnTo>
                  <a:pt x="4020177" y="819292"/>
                </a:lnTo>
                <a:lnTo>
                  <a:pt x="4037397" y="851494"/>
                </a:lnTo>
                <a:lnTo>
                  <a:pt x="4047502" y="873272"/>
                </a:lnTo>
                <a:lnTo>
                  <a:pt x="4050699" y="861093"/>
                </a:lnTo>
                <a:lnTo>
                  <a:pt x="4049874" y="847572"/>
                </a:lnTo>
                <a:lnTo>
                  <a:pt x="4053483" y="842721"/>
                </a:lnTo>
                <a:lnTo>
                  <a:pt x="4058535" y="840038"/>
                </a:lnTo>
                <a:lnTo>
                  <a:pt x="4064722" y="842825"/>
                </a:lnTo>
                <a:lnTo>
                  <a:pt x="4066578" y="848295"/>
                </a:lnTo>
                <a:lnTo>
                  <a:pt x="4066991" y="860267"/>
                </a:lnTo>
                <a:lnTo>
                  <a:pt x="4072456" y="883800"/>
                </a:lnTo>
                <a:lnTo>
                  <a:pt x="4079467" y="884832"/>
                </a:lnTo>
                <a:lnTo>
                  <a:pt x="4086994" y="881219"/>
                </a:lnTo>
                <a:lnTo>
                  <a:pt x="4088232" y="888444"/>
                </a:lnTo>
                <a:lnTo>
                  <a:pt x="4088026" y="901758"/>
                </a:lnTo>
                <a:lnTo>
                  <a:pt x="4091531" y="912286"/>
                </a:lnTo>
                <a:lnTo>
                  <a:pt x="4094625" y="916414"/>
                </a:lnTo>
                <a:lnTo>
                  <a:pt x="4106998" y="924981"/>
                </a:lnTo>
                <a:lnTo>
                  <a:pt x="4112670" y="926632"/>
                </a:lnTo>
                <a:lnTo>
                  <a:pt x="4129168" y="928697"/>
                </a:lnTo>
                <a:lnTo>
                  <a:pt x="4141541" y="929316"/>
                </a:lnTo>
                <a:lnTo>
                  <a:pt x="4153399" y="926219"/>
                </a:lnTo>
                <a:lnTo>
                  <a:pt x="4161030" y="918375"/>
                </a:lnTo>
                <a:lnTo>
                  <a:pt x="4167938" y="909809"/>
                </a:lnTo>
                <a:lnTo>
                  <a:pt x="4191757" y="890095"/>
                </a:lnTo>
                <a:lnTo>
                  <a:pt x="4198666" y="880703"/>
                </a:lnTo>
                <a:lnTo>
                  <a:pt x="4205368" y="866254"/>
                </a:lnTo>
                <a:lnTo>
                  <a:pt x="4207637" y="863157"/>
                </a:lnTo>
                <a:lnTo>
                  <a:pt x="4231353" y="847572"/>
                </a:lnTo>
                <a:lnTo>
                  <a:pt x="4234137" y="841999"/>
                </a:lnTo>
                <a:lnTo>
                  <a:pt x="4237540" y="831368"/>
                </a:lnTo>
                <a:lnTo>
                  <a:pt x="4242592" y="820944"/>
                </a:lnTo>
                <a:lnTo>
                  <a:pt x="4246511" y="815577"/>
                </a:lnTo>
                <a:lnTo>
                  <a:pt x="4269402" y="810519"/>
                </a:lnTo>
                <a:lnTo>
                  <a:pt x="4293221" y="807836"/>
                </a:lnTo>
                <a:lnTo>
                  <a:pt x="4316834" y="798237"/>
                </a:lnTo>
                <a:lnTo>
                  <a:pt x="4327042" y="789980"/>
                </a:lnTo>
                <a:lnTo>
                  <a:pt x="4327558" y="784613"/>
                </a:lnTo>
                <a:lnTo>
                  <a:pt x="4322299" y="775118"/>
                </a:lnTo>
                <a:lnTo>
                  <a:pt x="4322093" y="770990"/>
                </a:lnTo>
                <a:lnTo>
                  <a:pt x="4327558" y="766964"/>
                </a:lnTo>
                <a:lnTo>
                  <a:pt x="4348696" y="754992"/>
                </a:lnTo>
                <a:lnTo>
                  <a:pt x="4373030" y="742606"/>
                </a:lnTo>
                <a:lnTo>
                  <a:pt x="4392519" y="734040"/>
                </a:lnTo>
                <a:lnTo>
                  <a:pt x="4403346" y="734143"/>
                </a:lnTo>
                <a:lnTo>
                  <a:pt x="4413348" y="741677"/>
                </a:lnTo>
                <a:lnTo>
                  <a:pt x="4423968" y="747767"/>
                </a:lnTo>
                <a:lnTo>
                  <a:pt x="4479546" y="765829"/>
                </a:lnTo>
                <a:lnTo>
                  <a:pt x="4488414" y="771506"/>
                </a:lnTo>
                <a:lnTo>
                  <a:pt x="4496148" y="778937"/>
                </a:lnTo>
                <a:lnTo>
                  <a:pt x="4507284" y="784097"/>
                </a:lnTo>
                <a:lnTo>
                  <a:pt x="4519657" y="786574"/>
                </a:lnTo>
                <a:lnTo>
                  <a:pt x="4531000" y="791425"/>
                </a:lnTo>
                <a:lnTo>
                  <a:pt x="4541724" y="797618"/>
                </a:lnTo>
                <a:lnTo>
                  <a:pt x="4565337" y="809281"/>
                </a:lnTo>
                <a:lnTo>
                  <a:pt x="4597095" y="823318"/>
                </a:lnTo>
                <a:lnTo>
                  <a:pt x="4605138" y="824143"/>
                </a:lnTo>
                <a:lnTo>
                  <a:pt x="4634732" y="823524"/>
                </a:lnTo>
                <a:lnTo>
                  <a:pt x="4639784" y="826208"/>
                </a:lnTo>
                <a:lnTo>
                  <a:pt x="4644631" y="829923"/>
                </a:lnTo>
                <a:lnTo>
                  <a:pt x="4649168" y="830749"/>
                </a:lnTo>
                <a:lnTo>
                  <a:pt x="4682989" y="833432"/>
                </a:lnTo>
                <a:lnTo>
                  <a:pt x="4688144" y="836116"/>
                </a:lnTo>
                <a:lnTo>
                  <a:pt x="4693094" y="839832"/>
                </a:lnTo>
                <a:lnTo>
                  <a:pt x="4695775" y="850049"/>
                </a:lnTo>
                <a:lnTo>
                  <a:pt x="4719078" y="850359"/>
                </a:lnTo>
                <a:close/>
                <a:moveTo>
                  <a:pt x="4504809" y="1446818"/>
                </a:moveTo>
                <a:lnTo>
                  <a:pt x="4499757" y="1448160"/>
                </a:lnTo>
                <a:lnTo>
                  <a:pt x="4473772" y="1444960"/>
                </a:lnTo>
                <a:lnTo>
                  <a:pt x="4470988" y="1440728"/>
                </a:lnTo>
                <a:lnTo>
                  <a:pt x="4470576" y="1438561"/>
                </a:lnTo>
                <a:lnTo>
                  <a:pt x="4476556" y="1434329"/>
                </a:lnTo>
                <a:lnTo>
                  <a:pt x="4482330" y="1427208"/>
                </a:lnTo>
                <a:lnTo>
                  <a:pt x="4491198" y="1424524"/>
                </a:lnTo>
                <a:lnTo>
                  <a:pt x="4494601" y="1424627"/>
                </a:lnTo>
                <a:lnTo>
                  <a:pt x="4505118" y="1441554"/>
                </a:lnTo>
                <a:lnTo>
                  <a:pt x="4504809" y="1446818"/>
                </a:lnTo>
                <a:close/>
                <a:moveTo>
                  <a:pt x="670339" y="366504"/>
                </a:moveTo>
                <a:lnTo>
                  <a:pt x="675907" y="374864"/>
                </a:lnTo>
                <a:lnTo>
                  <a:pt x="677144" y="380437"/>
                </a:lnTo>
                <a:lnTo>
                  <a:pt x="673020" y="386630"/>
                </a:lnTo>
                <a:lnTo>
                  <a:pt x="671473" y="396332"/>
                </a:lnTo>
                <a:lnTo>
                  <a:pt x="659512" y="403866"/>
                </a:lnTo>
                <a:lnTo>
                  <a:pt x="648994" y="402112"/>
                </a:lnTo>
                <a:lnTo>
                  <a:pt x="645592" y="399428"/>
                </a:lnTo>
                <a:lnTo>
                  <a:pt x="638889" y="384772"/>
                </a:lnTo>
                <a:lnTo>
                  <a:pt x="639611" y="372284"/>
                </a:lnTo>
                <a:lnTo>
                  <a:pt x="643736" y="367536"/>
                </a:lnTo>
                <a:lnTo>
                  <a:pt x="653531" y="368259"/>
                </a:lnTo>
                <a:lnTo>
                  <a:pt x="663430" y="361447"/>
                </a:lnTo>
                <a:lnTo>
                  <a:pt x="670339" y="366504"/>
                </a:lnTo>
                <a:close/>
                <a:moveTo>
                  <a:pt x="744477" y="478798"/>
                </a:moveTo>
                <a:lnTo>
                  <a:pt x="739734" y="481894"/>
                </a:lnTo>
                <a:lnTo>
                  <a:pt x="733960" y="477043"/>
                </a:lnTo>
                <a:lnTo>
                  <a:pt x="729320" y="469922"/>
                </a:lnTo>
                <a:lnTo>
                  <a:pt x="726742" y="462594"/>
                </a:lnTo>
                <a:lnTo>
                  <a:pt x="724576" y="450518"/>
                </a:lnTo>
                <a:lnTo>
                  <a:pt x="724061" y="441848"/>
                </a:lnTo>
                <a:lnTo>
                  <a:pt x="726845" y="436791"/>
                </a:lnTo>
                <a:lnTo>
                  <a:pt x="728907" y="436997"/>
                </a:lnTo>
                <a:lnTo>
                  <a:pt x="737466" y="442055"/>
                </a:lnTo>
                <a:lnTo>
                  <a:pt x="743034" y="450828"/>
                </a:lnTo>
                <a:lnTo>
                  <a:pt x="746127" y="453614"/>
                </a:lnTo>
                <a:lnTo>
                  <a:pt x="746746" y="461665"/>
                </a:lnTo>
                <a:lnTo>
                  <a:pt x="744683" y="470851"/>
                </a:lnTo>
                <a:lnTo>
                  <a:pt x="744477" y="478798"/>
                </a:lnTo>
                <a:close/>
                <a:moveTo>
                  <a:pt x="751180" y="430392"/>
                </a:moveTo>
                <a:lnTo>
                  <a:pt x="751901" y="443603"/>
                </a:lnTo>
                <a:lnTo>
                  <a:pt x="744271" y="440197"/>
                </a:lnTo>
                <a:lnTo>
                  <a:pt x="738290" y="434933"/>
                </a:lnTo>
                <a:lnTo>
                  <a:pt x="728701" y="431011"/>
                </a:lnTo>
                <a:lnTo>
                  <a:pt x="717049" y="429773"/>
                </a:lnTo>
                <a:lnTo>
                  <a:pt x="708594" y="426263"/>
                </a:lnTo>
                <a:lnTo>
                  <a:pt x="702613" y="420174"/>
                </a:lnTo>
                <a:lnTo>
                  <a:pt x="702304" y="417284"/>
                </a:lnTo>
                <a:lnTo>
                  <a:pt x="702923" y="415013"/>
                </a:lnTo>
                <a:lnTo>
                  <a:pt x="704779" y="413259"/>
                </a:lnTo>
                <a:lnTo>
                  <a:pt x="748911" y="425128"/>
                </a:lnTo>
                <a:lnTo>
                  <a:pt x="751180" y="430392"/>
                </a:lnTo>
                <a:close/>
                <a:moveTo>
                  <a:pt x="806448" y="503878"/>
                </a:moveTo>
                <a:lnTo>
                  <a:pt x="804489" y="507904"/>
                </a:lnTo>
                <a:lnTo>
                  <a:pt x="800571" y="504910"/>
                </a:lnTo>
                <a:lnTo>
                  <a:pt x="780464" y="500472"/>
                </a:lnTo>
                <a:lnTo>
                  <a:pt x="773761" y="500060"/>
                </a:lnTo>
                <a:lnTo>
                  <a:pt x="756335" y="495105"/>
                </a:lnTo>
                <a:lnTo>
                  <a:pt x="750973" y="492525"/>
                </a:lnTo>
                <a:lnTo>
                  <a:pt x="747261" y="489119"/>
                </a:lnTo>
                <a:lnTo>
                  <a:pt x="748499" y="482926"/>
                </a:lnTo>
                <a:lnTo>
                  <a:pt x="751077" y="479108"/>
                </a:lnTo>
                <a:lnTo>
                  <a:pt x="752726" y="468580"/>
                </a:lnTo>
                <a:lnTo>
                  <a:pt x="757057" y="464348"/>
                </a:lnTo>
                <a:lnTo>
                  <a:pt x="765719" y="472192"/>
                </a:lnTo>
                <a:lnTo>
                  <a:pt x="775308" y="478901"/>
                </a:lnTo>
                <a:lnTo>
                  <a:pt x="780876" y="481998"/>
                </a:lnTo>
                <a:lnTo>
                  <a:pt x="797787" y="488809"/>
                </a:lnTo>
                <a:lnTo>
                  <a:pt x="803767" y="492319"/>
                </a:lnTo>
                <a:lnTo>
                  <a:pt x="806448" y="503878"/>
                </a:lnTo>
                <a:close/>
                <a:moveTo>
                  <a:pt x="820678" y="491183"/>
                </a:moveTo>
                <a:lnTo>
                  <a:pt x="817688" y="494073"/>
                </a:lnTo>
                <a:lnTo>
                  <a:pt x="812532" y="493454"/>
                </a:lnTo>
                <a:lnTo>
                  <a:pt x="806964" y="489945"/>
                </a:lnTo>
                <a:lnTo>
                  <a:pt x="799849" y="483649"/>
                </a:lnTo>
                <a:lnTo>
                  <a:pt x="791806" y="478075"/>
                </a:lnTo>
                <a:lnTo>
                  <a:pt x="781701" y="474566"/>
                </a:lnTo>
                <a:lnTo>
                  <a:pt x="775308" y="473534"/>
                </a:lnTo>
                <a:lnTo>
                  <a:pt x="772833" y="472192"/>
                </a:lnTo>
                <a:lnTo>
                  <a:pt x="775308" y="461355"/>
                </a:lnTo>
                <a:lnTo>
                  <a:pt x="781907" y="460736"/>
                </a:lnTo>
                <a:lnTo>
                  <a:pt x="803458" y="470747"/>
                </a:lnTo>
                <a:lnTo>
                  <a:pt x="810573" y="476218"/>
                </a:lnTo>
                <a:lnTo>
                  <a:pt x="820678" y="491183"/>
                </a:lnTo>
                <a:close/>
                <a:moveTo>
                  <a:pt x="832845" y="525037"/>
                </a:moveTo>
                <a:lnTo>
                  <a:pt x="821297" y="525656"/>
                </a:lnTo>
                <a:lnTo>
                  <a:pt x="817997" y="524314"/>
                </a:lnTo>
                <a:lnTo>
                  <a:pt x="819337" y="514612"/>
                </a:lnTo>
                <a:lnTo>
                  <a:pt x="822843" y="508729"/>
                </a:lnTo>
                <a:lnTo>
                  <a:pt x="828102" y="508832"/>
                </a:lnTo>
                <a:lnTo>
                  <a:pt x="833980" y="517605"/>
                </a:lnTo>
                <a:lnTo>
                  <a:pt x="832845" y="525037"/>
                </a:lnTo>
                <a:close/>
                <a:moveTo>
                  <a:pt x="849962" y="512445"/>
                </a:moveTo>
                <a:lnTo>
                  <a:pt x="847900" y="513787"/>
                </a:lnTo>
                <a:lnTo>
                  <a:pt x="839032" y="500679"/>
                </a:lnTo>
                <a:lnTo>
                  <a:pt x="841301" y="493144"/>
                </a:lnTo>
                <a:lnTo>
                  <a:pt x="843363" y="491183"/>
                </a:lnTo>
                <a:lnTo>
                  <a:pt x="848209" y="495828"/>
                </a:lnTo>
                <a:lnTo>
                  <a:pt x="852024" y="500679"/>
                </a:lnTo>
                <a:lnTo>
                  <a:pt x="854808" y="506355"/>
                </a:lnTo>
                <a:lnTo>
                  <a:pt x="849962" y="512445"/>
                </a:lnTo>
                <a:close/>
                <a:moveTo>
                  <a:pt x="909252" y="459085"/>
                </a:moveTo>
                <a:lnTo>
                  <a:pt x="915748" y="463626"/>
                </a:lnTo>
                <a:lnTo>
                  <a:pt x="921110" y="460633"/>
                </a:lnTo>
                <a:lnTo>
                  <a:pt x="920904" y="464555"/>
                </a:lnTo>
                <a:lnTo>
                  <a:pt x="919770" y="468270"/>
                </a:lnTo>
                <a:lnTo>
                  <a:pt x="913480" y="478798"/>
                </a:lnTo>
                <a:lnTo>
                  <a:pt x="902962" y="476424"/>
                </a:lnTo>
                <a:lnTo>
                  <a:pt x="900488" y="473018"/>
                </a:lnTo>
                <a:lnTo>
                  <a:pt x="899663" y="470438"/>
                </a:lnTo>
                <a:lnTo>
                  <a:pt x="901209" y="468786"/>
                </a:lnTo>
                <a:lnTo>
                  <a:pt x="902034" y="463626"/>
                </a:lnTo>
                <a:lnTo>
                  <a:pt x="906674" y="463626"/>
                </a:lnTo>
                <a:lnTo>
                  <a:pt x="909252" y="459085"/>
                </a:lnTo>
                <a:close/>
                <a:moveTo>
                  <a:pt x="966996" y="455472"/>
                </a:moveTo>
                <a:lnTo>
                  <a:pt x="967614" y="463213"/>
                </a:lnTo>
                <a:lnTo>
                  <a:pt x="973492" y="466929"/>
                </a:lnTo>
                <a:lnTo>
                  <a:pt x="975038" y="472605"/>
                </a:lnTo>
                <a:lnTo>
                  <a:pt x="974007" y="481791"/>
                </a:lnTo>
                <a:lnTo>
                  <a:pt x="968439" y="492319"/>
                </a:lnTo>
                <a:lnTo>
                  <a:pt x="965964" y="495105"/>
                </a:lnTo>
                <a:lnTo>
                  <a:pt x="958643" y="492938"/>
                </a:lnTo>
                <a:lnTo>
                  <a:pt x="956272" y="489429"/>
                </a:lnTo>
                <a:lnTo>
                  <a:pt x="955241" y="486745"/>
                </a:lnTo>
                <a:lnTo>
                  <a:pt x="956272" y="484681"/>
                </a:lnTo>
                <a:lnTo>
                  <a:pt x="950910" y="482307"/>
                </a:lnTo>
                <a:lnTo>
                  <a:pt x="954313" y="478179"/>
                </a:lnTo>
                <a:lnTo>
                  <a:pt x="951941" y="472605"/>
                </a:lnTo>
                <a:lnTo>
                  <a:pt x="936990" y="476114"/>
                </a:lnTo>
                <a:lnTo>
                  <a:pt x="932659" y="476218"/>
                </a:lnTo>
                <a:lnTo>
                  <a:pt x="931834" y="469819"/>
                </a:lnTo>
                <a:lnTo>
                  <a:pt x="932453" y="467135"/>
                </a:lnTo>
                <a:lnTo>
                  <a:pt x="944001" y="459085"/>
                </a:lnTo>
                <a:lnTo>
                  <a:pt x="950807" y="457536"/>
                </a:lnTo>
                <a:lnTo>
                  <a:pt x="958231" y="459188"/>
                </a:lnTo>
                <a:lnTo>
                  <a:pt x="966996" y="455472"/>
                </a:lnTo>
                <a:close/>
                <a:moveTo>
                  <a:pt x="986999" y="599142"/>
                </a:moveTo>
                <a:lnTo>
                  <a:pt x="989990" y="600794"/>
                </a:lnTo>
                <a:lnTo>
                  <a:pt x="993599" y="595530"/>
                </a:lnTo>
                <a:lnTo>
                  <a:pt x="1000404" y="602858"/>
                </a:lnTo>
                <a:lnTo>
                  <a:pt x="1004632" y="606470"/>
                </a:lnTo>
                <a:lnTo>
                  <a:pt x="1010303" y="610186"/>
                </a:lnTo>
                <a:lnTo>
                  <a:pt x="1004735" y="610289"/>
                </a:lnTo>
                <a:lnTo>
                  <a:pt x="1002466" y="613695"/>
                </a:lnTo>
                <a:lnTo>
                  <a:pt x="1000920" y="614315"/>
                </a:lnTo>
                <a:lnTo>
                  <a:pt x="979060" y="602548"/>
                </a:lnTo>
                <a:lnTo>
                  <a:pt x="965139" y="606367"/>
                </a:lnTo>
                <a:lnTo>
                  <a:pt x="955550" y="602858"/>
                </a:lnTo>
                <a:lnTo>
                  <a:pt x="952766" y="600484"/>
                </a:lnTo>
                <a:lnTo>
                  <a:pt x="957922" y="593982"/>
                </a:lnTo>
                <a:lnTo>
                  <a:pt x="962665" y="579119"/>
                </a:lnTo>
                <a:lnTo>
                  <a:pt x="972254" y="582835"/>
                </a:lnTo>
                <a:lnTo>
                  <a:pt x="974523" y="587480"/>
                </a:lnTo>
                <a:lnTo>
                  <a:pt x="974007" y="588821"/>
                </a:lnTo>
                <a:lnTo>
                  <a:pt x="980194" y="591608"/>
                </a:lnTo>
                <a:lnTo>
                  <a:pt x="986999" y="599142"/>
                </a:lnTo>
                <a:close/>
                <a:moveTo>
                  <a:pt x="955550" y="615553"/>
                </a:moveTo>
                <a:lnTo>
                  <a:pt x="965243" y="625565"/>
                </a:lnTo>
                <a:lnTo>
                  <a:pt x="967511" y="629177"/>
                </a:lnTo>
                <a:lnTo>
                  <a:pt x="962768" y="634750"/>
                </a:lnTo>
                <a:lnTo>
                  <a:pt x="958953" y="642594"/>
                </a:lnTo>
                <a:lnTo>
                  <a:pt x="956684" y="644246"/>
                </a:lnTo>
                <a:lnTo>
                  <a:pt x="949363" y="641253"/>
                </a:lnTo>
                <a:lnTo>
                  <a:pt x="944104" y="648994"/>
                </a:lnTo>
                <a:lnTo>
                  <a:pt x="940702" y="636608"/>
                </a:lnTo>
                <a:lnTo>
                  <a:pt x="933174" y="628764"/>
                </a:lnTo>
                <a:lnTo>
                  <a:pt x="937815" y="620817"/>
                </a:lnTo>
                <a:lnTo>
                  <a:pt x="939567" y="620198"/>
                </a:lnTo>
                <a:lnTo>
                  <a:pt x="941836" y="620507"/>
                </a:lnTo>
                <a:lnTo>
                  <a:pt x="944208" y="622571"/>
                </a:lnTo>
                <a:lnTo>
                  <a:pt x="955550" y="615553"/>
                </a:lnTo>
                <a:close/>
                <a:moveTo>
                  <a:pt x="879556" y="616895"/>
                </a:moveTo>
                <a:lnTo>
                  <a:pt x="866048" y="620507"/>
                </a:lnTo>
                <a:lnTo>
                  <a:pt x="851096" y="617927"/>
                </a:lnTo>
                <a:lnTo>
                  <a:pt x="852952" y="611631"/>
                </a:lnTo>
                <a:lnTo>
                  <a:pt x="860170" y="604509"/>
                </a:lnTo>
                <a:lnTo>
                  <a:pt x="866563" y="604819"/>
                </a:lnTo>
                <a:lnTo>
                  <a:pt x="878215" y="609567"/>
                </a:lnTo>
                <a:lnTo>
                  <a:pt x="882340" y="613799"/>
                </a:lnTo>
                <a:lnTo>
                  <a:pt x="879556" y="616895"/>
                </a:lnTo>
                <a:close/>
                <a:moveTo>
                  <a:pt x="1495451" y="702870"/>
                </a:moveTo>
                <a:lnTo>
                  <a:pt x="1474931" y="713398"/>
                </a:lnTo>
                <a:lnTo>
                  <a:pt x="1470085" y="712881"/>
                </a:lnTo>
                <a:lnTo>
                  <a:pt x="1466373" y="709063"/>
                </a:lnTo>
                <a:lnTo>
                  <a:pt x="1468641" y="688730"/>
                </a:lnTo>
                <a:lnTo>
                  <a:pt x="1471322" y="682641"/>
                </a:lnTo>
                <a:lnTo>
                  <a:pt x="1485655" y="682021"/>
                </a:lnTo>
                <a:lnTo>
                  <a:pt x="1494420" y="684911"/>
                </a:lnTo>
                <a:lnTo>
                  <a:pt x="1498853" y="688214"/>
                </a:lnTo>
                <a:lnTo>
                  <a:pt x="1500709" y="695026"/>
                </a:lnTo>
                <a:lnTo>
                  <a:pt x="1499678" y="699154"/>
                </a:lnTo>
                <a:lnTo>
                  <a:pt x="1495451" y="702870"/>
                </a:lnTo>
                <a:close/>
                <a:moveTo>
                  <a:pt x="1921824" y="1314294"/>
                </a:moveTo>
                <a:lnTo>
                  <a:pt x="1919865" y="1315843"/>
                </a:lnTo>
                <a:lnTo>
                  <a:pt x="1902335" y="1315017"/>
                </a:lnTo>
                <a:lnTo>
                  <a:pt x="1890993" y="1323377"/>
                </a:lnTo>
                <a:lnTo>
                  <a:pt x="1883259" y="1325957"/>
                </a:lnTo>
                <a:lnTo>
                  <a:pt x="1855109" y="1325957"/>
                </a:lnTo>
                <a:lnTo>
                  <a:pt x="1851810" y="1324822"/>
                </a:lnTo>
                <a:lnTo>
                  <a:pt x="1849335" y="1324925"/>
                </a:lnTo>
                <a:lnTo>
                  <a:pt x="1847788" y="1326577"/>
                </a:lnTo>
                <a:lnTo>
                  <a:pt x="1838818" y="1325338"/>
                </a:lnTo>
                <a:lnTo>
                  <a:pt x="1810358" y="1317907"/>
                </a:lnTo>
                <a:lnTo>
                  <a:pt x="1806440" y="1310992"/>
                </a:lnTo>
                <a:lnTo>
                  <a:pt x="1810874" y="1303560"/>
                </a:lnTo>
                <a:lnTo>
                  <a:pt x="1821082" y="1293136"/>
                </a:lnTo>
                <a:lnTo>
                  <a:pt x="1841602" y="1291072"/>
                </a:lnTo>
                <a:lnTo>
                  <a:pt x="1935228" y="1290349"/>
                </a:lnTo>
                <a:lnTo>
                  <a:pt x="1945437" y="1299329"/>
                </a:lnTo>
                <a:lnTo>
                  <a:pt x="1946365" y="1302322"/>
                </a:lnTo>
                <a:lnTo>
                  <a:pt x="1925948" y="1308515"/>
                </a:lnTo>
                <a:lnTo>
                  <a:pt x="1921824" y="1314294"/>
                </a:lnTo>
                <a:close/>
                <a:moveTo>
                  <a:pt x="4099574" y="696161"/>
                </a:moveTo>
                <a:lnTo>
                  <a:pt x="4094625" y="698019"/>
                </a:lnTo>
                <a:lnTo>
                  <a:pt x="4088954" y="695955"/>
                </a:lnTo>
                <a:lnTo>
                  <a:pt x="4083489" y="688111"/>
                </a:lnTo>
                <a:lnTo>
                  <a:pt x="4085448" y="682021"/>
                </a:lnTo>
                <a:lnTo>
                  <a:pt x="4091738" y="677790"/>
                </a:lnTo>
                <a:lnTo>
                  <a:pt x="4097100" y="682021"/>
                </a:lnTo>
                <a:lnTo>
                  <a:pt x="4098749" y="687388"/>
                </a:lnTo>
                <a:lnTo>
                  <a:pt x="4102771" y="687698"/>
                </a:lnTo>
                <a:lnTo>
                  <a:pt x="4099574" y="696161"/>
                </a:lnTo>
                <a:close/>
                <a:moveTo>
                  <a:pt x="3304056" y="632067"/>
                </a:moveTo>
                <a:lnTo>
                  <a:pt x="3297560" y="634750"/>
                </a:lnTo>
                <a:lnTo>
                  <a:pt x="3290548" y="634750"/>
                </a:lnTo>
                <a:lnTo>
                  <a:pt x="3289001" y="623707"/>
                </a:lnTo>
                <a:lnTo>
                  <a:pt x="3291270" y="609773"/>
                </a:lnTo>
                <a:lnTo>
                  <a:pt x="3297869" y="607399"/>
                </a:lnTo>
                <a:lnTo>
                  <a:pt x="3308181" y="610289"/>
                </a:lnTo>
                <a:lnTo>
                  <a:pt x="3304365" y="613902"/>
                </a:lnTo>
                <a:lnTo>
                  <a:pt x="3307253" y="621333"/>
                </a:lnTo>
                <a:lnTo>
                  <a:pt x="3304056" y="632067"/>
                </a:lnTo>
                <a:close/>
                <a:moveTo>
                  <a:pt x="3336743" y="613902"/>
                </a:moveTo>
                <a:lnTo>
                  <a:pt x="3348601" y="629280"/>
                </a:lnTo>
                <a:lnTo>
                  <a:pt x="3340661" y="643936"/>
                </a:lnTo>
                <a:lnTo>
                  <a:pt x="3346229" y="652090"/>
                </a:lnTo>
                <a:lnTo>
                  <a:pt x="3361181" y="652606"/>
                </a:lnTo>
                <a:lnTo>
                  <a:pt x="3364687" y="655702"/>
                </a:lnTo>
                <a:lnTo>
                  <a:pt x="3367264" y="659418"/>
                </a:lnTo>
                <a:lnTo>
                  <a:pt x="3369017" y="664475"/>
                </a:lnTo>
                <a:lnTo>
                  <a:pt x="3365099" y="668501"/>
                </a:lnTo>
                <a:lnTo>
                  <a:pt x="3356747" y="672216"/>
                </a:lnTo>
                <a:lnTo>
                  <a:pt x="3347157" y="666849"/>
                </a:lnTo>
                <a:lnTo>
                  <a:pt x="3344580" y="661895"/>
                </a:lnTo>
                <a:lnTo>
                  <a:pt x="3342620" y="660037"/>
                </a:lnTo>
                <a:lnTo>
                  <a:pt x="3329628" y="663753"/>
                </a:lnTo>
                <a:lnTo>
                  <a:pt x="3326019" y="664166"/>
                </a:lnTo>
                <a:lnTo>
                  <a:pt x="3323441" y="657251"/>
                </a:lnTo>
                <a:lnTo>
                  <a:pt x="3326638" y="647342"/>
                </a:lnTo>
                <a:lnTo>
                  <a:pt x="3317564" y="642904"/>
                </a:lnTo>
                <a:lnTo>
                  <a:pt x="3309212" y="632583"/>
                </a:lnTo>
                <a:lnTo>
                  <a:pt x="3308902" y="628455"/>
                </a:lnTo>
                <a:lnTo>
                  <a:pt x="3312202" y="621333"/>
                </a:lnTo>
                <a:lnTo>
                  <a:pt x="3311790" y="615656"/>
                </a:lnTo>
                <a:lnTo>
                  <a:pt x="3316533" y="615243"/>
                </a:lnTo>
                <a:lnTo>
                  <a:pt x="3325194" y="622881"/>
                </a:lnTo>
                <a:lnTo>
                  <a:pt x="3329009" y="615656"/>
                </a:lnTo>
                <a:lnTo>
                  <a:pt x="3332618" y="612663"/>
                </a:lnTo>
                <a:lnTo>
                  <a:pt x="3336743" y="613902"/>
                </a:lnTo>
                <a:close/>
                <a:moveTo>
                  <a:pt x="3889326" y="1190131"/>
                </a:moveTo>
                <a:lnTo>
                  <a:pt x="3880974" y="1199007"/>
                </a:lnTo>
                <a:lnTo>
                  <a:pt x="3888914" y="1178055"/>
                </a:lnTo>
                <a:lnTo>
                  <a:pt x="3890564" y="1167528"/>
                </a:lnTo>
                <a:lnTo>
                  <a:pt x="3897885" y="1161129"/>
                </a:lnTo>
                <a:lnTo>
                  <a:pt x="3908815" y="1129133"/>
                </a:lnTo>
                <a:lnTo>
                  <a:pt x="3911186" y="1129856"/>
                </a:lnTo>
                <a:lnTo>
                  <a:pt x="3914795" y="1132952"/>
                </a:lnTo>
                <a:lnTo>
                  <a:pt x="3909330" y="1156484"/>
                </a:lnTo>
                <a:lnTo>
                  <a:pt x="3893967" y="1172998"/>
                </a:lnTo>
                <a:lnTo>
                  <a:pt x="3889326" y="1190131"/>
                </a:lnTo>
                <a:close/>
                <a:moveTo>
                  <a:pt x="3877056" y="1184867"/>
                </a:moveTo>
                <a:lnTo>
                  <a:pt x="3870766" y="1194776"/>
                </a:lnTo>
                <a:lnTo>
                  <a:pt x="3866538" y="1191266"/>
                </a:lnTo>
                <a:lnTo>
                  <a:pt x="3864064" y="1191266"/>
                </a:lnTo>
                <a:lnTo>
                  <a:pt x="3862620" y="1185383"/>
                </a:lnTo>
                <a:lnTo>
                  <a:pt x="3864064" y="1173308"/>
                </a:lnTo>
                <a:lnTo>
                  <a:pt x="3858805" y="1159684"/>
                </a:lnTo>
                <a:lnTo>
                  <a:pt x="3865817" y="1159890"/>
                </a:lnTo>
                <a:lnTo>
                  <a:pt x="3867776" y="1163915"/>
                </a:lnTo>
                <a:lnTo>
                  <a:pt x="3869941" y="1165360"/>
                </a:lnTo>
                <a:lnTo>
                  <a:pt x="3876747" y="1178468"/>
                </a:lnTo>
                <a:lnTo>
                  <a:pt x="3877056" y="1184867"/>
                </a:lnTo>
                <a:close/>
                <a:moveTo>
                  <a:pt x="3409850" y="960279"/>
                </a:moveTo>
                <a:lnTo>
                  <a:pt x="3407169" y="963995"/>
                </a:lnTo>
                <a:lnTo>
                  <a:pt x="3401189" y="966472"/>
                </a:lnTo>
                <a:lnTo>
                  <a:pt x="3396136" y="966266"/>
                </a:lnTo>
                <a:lnTo>
                  <a:pt x="3397786" y="962653"/>
                </a:lnTo>
                <a:lnTo>
                  <a:pt x="3396549" y="960486"/>
                </a:lnTo>
                <a:lnTo>
                  <a:pt x="3392836" y="961415"/>
                </a:lnTo>
                <a:lnTo>
                  <a:pt x="3386753" y="964408"/>
                </a:lnTo>
                <a:lnTo>
                  <a:pt x="3379122" y="970188"/>
                </a:lnTo>
                <a:lnTo>
                  <a:pt x="3374585" y="967298"/>
                </a:lnTo>
                <a:lnTo>
                  <a:pt x="3373657" y="962756"/>
                </a:lnTo>
                <a:lnTo>
                  <a:pt x="3373967" y="960692"/>
                </a:lnTo>
                <a:lnTo>
                  <a:pt x="3383041" y="952642"/>
                </a:lnTo>
                <a:lnTo>
                  <a:pt x="3393661" y="951197"/>
                </a:lnTo>
                <a:lnTo>
                  <a:pt x="3408613" y="943456"/>
                </a:lnTo>
                <a:lnTo>
                  <a:pt x="3415315" y="943869"/>
                </a:lnTo>
                <a:lnTo>
                  <a:pt x="3413768" y="948823"/>
                </a:lnTo>
                <a:lnTo>
                  <a:pt x="3411397" y="952332"/>
                </a:lnTo>
                <a:lnTo>
                  <a:pt x="3409953" y="955944"/>
                </a:lnTo>
                <a:lnTo>
                  <a:pt x="3409850" y="960279"/>
                </a:lnTo>
                <a:close/>
                <a:moveTo>
                  <a:pt x="3259408" y="164726"/>
                </a:moveTo>
                <a:lnTo>
                  <a:pt x="3255180" y="166790"/>
                </a:lnTo>
                <a:lnTo>
                  <a:pt x="3248478" y="166067"/>
                </a:lnTo>
                <a:lnTo>
                  <a:pt x="3247756" y="160804"/>
                </a:lnTo>
                <a:lnTo>
                  <a:pt x="3254562" y="151411"/>
                </a:lnTo>
                <a:lnTo>
                  <a:pt x="3259099" y="141503"/>
                </a:lnTo>
                <a:lnTo>
                  <a:pt x="3254252" y="138923"/>
                </a:lnTo>
                <a:lnTo>
                  <a:pt x="3249612" y="132627"/>
                </a:lnTo>
                <a:lnTo>
                  <a:pt x="3249509" y="125196"/>
                </a:lnTo>
                <a:lnTo>
                  <a:pt x="3253221" y="111572"/>
                </a:lnTo>
                <a:lnTo>
                  <a:pt x="3258892" y="112707"/>
                </a:lnTo>
                <a:lnTo>
                  <a:pt x="3264357" y="118590"/>
                </a:lnTo>
                <a:lnTo>
                  <a:pt x="3266626" y="129634"/>
                </a:lnTo>
                <a:lnTo>
                  <a:pt x="3270132" y="138097"/>
                </a:lnTo>
                <a:lnTo>
                  <a:pt x="3262605" y="149554"/>
                </a:lnTo>
                <a:lnTo>
                  <a:pt x="3259408" y="164726"/>
                </a:lnTo>
                <a:close/>
                <a:moveTo>
                  <a:pt x="3139900" y="226343"/>
                </a:moveTo>
                <a:lnTo>
                  <a:pt x="3137322" y="229542"/>
                </a:lnTo>
                <a:lnTo>
                  <a:pt x="3124845" y="223763"/>
                </a:lnTo>
                <a:lnTo>
                  <a:pt x="3125464" y="214577"/>
                </a:lnTo>
                <a:lnTo>
                  <a:pt x="3123711" y="210139"/>
                </a:lnTo>
                <a:lnTo>
                  <a:pt x="3120411" y="205391"/>
                </a:lnTo>
                <a:lnTo>
                  <a:pt x="3118968" y="200746"/>
                </a:lnTo>
                <a:lnTo>
                  <a:pt x="3120411" y="195689"/>
                </a:lnTo>
                <a:lnTo>
                  <a:pt x="3128042" y="202191"/>
                </a:lnTo>
                <a:lnTo>
                  <a:pt x="3132476" y="212409"/>
                </a:lnTo>
                <a:lnTo>
                  <a:pt x="3138456" y="222111"/>
                </a:lnTo>
                <a:lnTo>
                  <a:pt x="3139900" y="226343"/>
                </a:lnTo>
                <a:close/>
                <a:moveTo>
                  <a:pt x="3676501" y="1439593"/>
                </a:moveTo>
                <a:lnTo>
                  <a:pt x="3667530" y="1442793"/>
                </a:lnTo>
                <a:lnTo>
                  <a:pt x="3673511" y="1434639"/>
                </a:lnTo>
                <a:lnTo>
                  <a:pt x="3692793" y="1416061"/>
                </a:lnTo>
                <a:lnTo>
                  <a:pt x="3699701" y="1419570"/>
                </a:lnTo>
                <a:lnTo>
                  <a:pt x="3708878" y="1420189"/>
                </a:lnTo>
                <a:lnTo>
                  <a:pt x="3695267" y="1428549"/>
                </a:lnTo>
                <a:lnTo>
                  <a:pt x="3681244" y="1432059"/>
                </a:lnTo>
                <a:lnTo>
                  <a:pt x="3676501" y="1439593"/>
                </a:lnTo>
                <a:close/>
                <a:moveTo>
                  <a:pt x="3571016" y="1402024"/>
                </a:moveTo>
                <a:lnTo>
                  <a:pt x="3564932" y="1411416"/>
                </a:lnTo>
                <a:lnTo>
                  <a:pt x="3558024" y="1410900"/>
                </a:lnTo>
                <a:lnTo>
                  <a:pt x="3545547" y="1398102"/>
                </a:lnTo>
                <a:lnTo>
                  <a:pt x="3546269" y="1389226"/>
                </a:lnTo>
                <a:lnTo>
                  <a:pt x="3547300" y="1386336"/>
                </a:lnTo>
                <a:lnTo>
                  <a:pt x="3552043" y="1385510"/>
                </a:lnTo>
                <a:lnTo>
                  <a:pt x="3568335" y="1388091"/>
                </a:lnTo>
                <a:lnTo>
                  <a:pt x="3571532" y="1395212"/>
                </a:lnTo>
                <a:lnTo>
                  <a:pt x="3571016" y="1402024"/>
                </a:lnTo>
                <a:close/>
                <a:moveTo>
                  <a:pt x="3363140" y="1416887"/>
                </a:moveTo>
                <a:lnTo>
                  <a:pt x="3381185" y="1421015"/>
                </a:lnTo>
                <a:lnTo>
                  <a:pt x="3391599" y="1420602"/>
                </a:lnTo>
                <a:lnTo>
                  <a:pt x="3393661" y="1424318"/>
                </a:lnTo>
                <a:lnTo>
                  <a:pt x="3383866" y="1432988"/>
                </a:lnTo>
                <a:lnTo>
                  <a:pt x="3362934" y="1426279"/>
                </a:lnTo>
                <a:lnTo>
                  <a:pt x="3359325" y="1419054"/>
                </a:lnTo>
                <a:lnTo>
                  <a:pt x="3363140" y="1416887"/>
                </a:lnTo>
                <a:close/>
                <a:moveTo>
                  <a:pt x="3624016" y="755508"/>
                </a:moveTo>
                <a:lnTo>
                  <a:pt x="3625254" y="761597"/>
                </a:lnTo>
                <a:lnTo>
                  <a:pt x="3631440" y="767274"/>
                </a:lnTo>
                <a:lnTo>
                  <a:pt x="3629275" y="776047"/>
                </a:lnTo>
                <a:lnTo>
                  <a:pt x="3626903" y="777389"/>
                </a:lnTo>
                <a:lnTo>
                  <a:pt x="3628141" y="781414"/>
                </a:lnTo>
                <a:lnTo>
                  <a:pt x="3630822" y="784407"/>
                </a:lnTo>
                <a:lnTo>
                  <a:pt x="3626079" y="786574"/>
                </a:lnTo>
                <a:lnTo>
                  <a:pt x="3622573" y="785542"/>
                </a:lnTo>
                <a:lnTo>
                  <a:pt x="3616901" y="788329"/>
                </a:lnTo>
                <a:lnTo>
                  <a:pt x="3613189" y="792354"/>
                </a:lnTo>
                <a:lnTo>
                  <a:pt x="3601331" y="794006"/>
                </a:lnTo>
                <a:lnTo>
                  <a:pt x="3597207" y="790290"/>
                </a:lnTo>
                <a:lnTo>
                  <a:pt x="3575966" y="785955"/>
                </a:lnTo>
                <a:lnTo>
                  <a:pt x="3562251" y="776460"/>
                </a:lnTo>
                <a:lnTo>
                  <a:pt x="3560602" y="773673"/>
                </a:lnTo>
                <a:lnTo>
                  <a:pt x="3586999" y="762526"/>
                </a:lnTo>
                <a:lnTo>
                  <a:pt x="3598547" y="759533"/>
                </a:lnTo>
                <a:lnTo>
                  <a:pt x="3608240" y="759739"/>
                </a:lnTo>
                <a:lnTo>
                  <a:pt x="3620407" y="755611"/>
                </a:lnTo>
                <a:lnTo>
                  <a:pt x="3624016" y="755508"/>
                </a:lnTo>
                <a:close/>
                <a:moveTo>
                  <a:pt x="738290" y="1146473"/>
                </a:moveTo>
                <a:lnTo>
                  <a:pt x="729938" y="1146886"/>
                </a:lnTo>
                <a:lnTo>
                  <a:pt x="714471" y="1134294"/>
                </a:lnTo>
                <a:lnTo>
                  <a:pt x="711894" y="1130372"/>
                </a:lnTo>
                <a:lnTo>
                  <a:pt x="716327" y="1126553"/>
                </a:lnTo>
                <a:lnTo>
                  <a:pt x="720864" y="1126862"/>
                </a:lnTo>
                <a:lnTo>
                  <a:pt x="738806" y="1134810"/>
                </a:lnTo>
                <a:lnTo>
                  <a:pt x="742209" y="1138835"/>
                </a:lnTo>
                <a:lnTo>
                  <a:pt x="738290" y="1146473"/>
                </a:lnTo>
                <a:close/>
                <a:moveTo>
                  <a:pt x="538045" y="909499"/>
                </a:moveTo>
                <a:lnTo>
                  <a:pt x="542169" y="924568"/>
                </a:lnTo>
                <a:lnTo>
                  <a:pt x="529899" y="914247"/>
                </a:lnTo>
                <a:lnTo>
                  <a:pt x="530105" y="907022"/>
                </a:lnTo>
                <a:lnTo>
                  <a:pt x="528455" y="902274"/>
                </a:lnTo>
                <a:lnTo>
                  <a:pt x="521031" y="896495"/>
                </a:lnTo>
                <a:lnTo>
                  <a:pt x="515257" y="889270"/>
                </a:lnTo>
                <a:lnTo>
                  <a:pt x="512679" y="872033"/>
                </a:lnTo>
                <a:lnTo>
                  <a:pt x="514741" y="868524"/>
                </a:lnTo>
                <a:lnTo>
                  <a:pt x="519587" y="868215"/>
                </a:lnTo>
                <a:lnTo>
                  <a:pt x="541138" y="890818"/>
                </a:lnTo>
                <a:lnTo>
                  <a:pt x="542582" y="894637"/>
                </a:lnTo>
                <a:lnTo>
                  <a:pt x="542066" y="902687"/>
                </a:lnTo>
                <a:lnTo>
                  <a:pt x="538973" y="905164"/>
                </a:lnTo>
                <a:lnTo>
                  <a:pt x="538045" y="909499"/>
                </a:lnTo>
                <a:close/>
                <a:moveTo>
                  <a:pt x="515257" y="863880"/>
                </a:moveTo>
                <a:lnTo>
                  <a:pt x="507936" y="872137"/>
                </a:lnTo>
                <a:lnTo>
                  <a:pt x="495768" y="872033"/>
                </a:lnTo>
                <a:lnTo>
                  <a:pt x="493397" y="866873"/>
                </a:lnTo>
                <a:lnTo>
                  <a:pt x="493912" y="854384"/>
                </a:lnTo>
                <a:lnTo>
                  <a:pt x="490922" y="850359"/>
                </a:lnTo>
                <a:lnTo>
                  <a:pt x="491025" y="848708"/>
                </a:lnTo>
                <a:lnTo>
                  <a:pt x="492984" y="841586"/>
                </a:lnTo>
                <a:lnTo>
                  <a:pt x="495459" y="840038"/>
                </a:lnTo>
                <a:lnTo>
                  <a:pt x="515050" y="857584"/>
                </a:lnTo>
                <a:lnTo>
                  <a:pt x="515257" y="863880"/>
                </a:lnTo>
                <a:close/>
                <a:moveTo>
                  <a:pt x="478033" y="822802"/>
                </a:moveTo>
                <a:lnTo>
                  <a:pt x="478548" y="825588"/>
                </a:lnTo>
                <a:lnTo>
                  <a:pt x="461741" y="816506"/>
                </a:lnTo>
                <a:lnTo>
                  <a:pt x="453698" y="814029"/>
                </a:lnTo>
                <a:lnTo>
                  <a:pt x="446480" y="804120"/>
                </a:lnTo>
                <a:lnTo>
                  <a:pt x="448749" y="799269"/>
                </a:lnTo>
                <a:lnTo>
                  <a:pt x="449058" y="792664"/>
                </a:lnTo>
                <a:lnTo>
                  <a:pt x="450089" y="790084"/>
                </a:lnTo>
                <a:lnTo>
                  <a:pt x="455245" y="789155"/>
                </a:lnTo>
                <a:lnTo>
                  <a:pt x="461844" y="793902"/>
                </a:lnTo>
                <a:lnTo>
                  <a:pt x="466897" y="805772"/>
                </a:lnTo>
                <a:lnTo>
                  <a:pt x="475249" y="816712"/>
                </a:lnTo>
                <a:lnTo>
                  <a:pt x="478033" y="822802"/>
                </a:lnTo>
                <a:close/>
                <a:moveTo>
                  <a:pt x="335324" y="635679"/>
                </a:moveTo>
                <a:lnTo>
                  <a:pt x="329240" y="640530"/>
                </a:lnTo>
                <a:lnTo>
                  <a:pt x="319960" y="635886"/>
                </a:lnTo>
                <a:lnTo>
                  <a:pt x="323054" y="629280"/>
                </a:lnTo>
                <a:lnTo>
                  <a:pt x="324600" y="620094"/>
                </a:lnTo>
                <a:lnTo>
                  <a:pt x="330168" y="612870"/>
                </a:lnTo>
                <a:lnTo>
                  <a:pt x="332025" y="604303"/>
                </a:lnTo>
                <a:lnTo>
                  <a:pt x="321301" y="581080"/>
                </a:lnTo>
                <a:lnTo>
                  <a:pt x="326663" y="580255"/>
                </a:lnTo>
                <a:lnTo>
                  <a:pt x="330787" y="582835"/>
                </a:lnTo>
                <a:lnTo>
                  <a:pt x="337902" y="598317"/>
                </a:lnTo>
                <a:lnTo>
                  <a:pt x="344089" y="607606"/>
                </a:lnTo>
                <a:lnTo>
                  <a:pt x="341614" y="620198"/>
                </a:lnTo>
                <a:lnTo>
                  <a:pt x="335324" y="635679"/>
                </a:lnTo>
                <a:close/>
                <a:moveTo>
                  <a:pt x="129613" y="337398"/>
                </a:moveTo>
                <a:lnTo>
                  <a:pt x="123117" y="338327"/>
                </a:lnTo>
                <a:lnTo>
                  <a:pt x="116930" y="336160"/>
                </a:lnTo>
                <a:lnTo>
                  <a:pt x="111672" y="330174"/>
                </a:lnTo>
                <a:lnTo>
                  <a:pt x="84037" y="313040"/>
                </a:lnTo>
                <a:lnTo>
                  <a:pt x="75376" y="312834"/>
                </a:lnTo>
                <a:lnTo>
                  <a:pt x="69395" y="308396"/>
                </a:lnTo>
                <a:lnTo>
                  <a:pt x="62074" y="306848"/>
                </a:lnTo>
                <a:lnTo>
                  <a:pt x="54238" y="295391"/>
                </a:lnTo>
                <a:lnTo>
                  <a:pt x="52588" y="289302"/>
                </a:lnTo>
                <a:lnTo>
                  <a:pt x="58259" y="286309"/>
                </a:lnTo>
                <a:lnTo>
                  <a:pt x="61765" y="280013"/>
                </a:lnTo>
                <a:lnTo>
                  <a:pt x="71045" y="282799"/>
                </a:lnTo>
                <a:lnTo>
                  <a:pt x="81563" y="293946"/>
                </a:lnTo>
                <a:lnTo>
                  <a:pt x="92286" y="298075"/>
                </a:lnTo>
                <a:lnTo>
                  <a:pt x="95174" y="300139"/>
                </a:lnTo>
                <a:lnTo>
                  <a:pt x="100329" y="306332"/>
                </a:lnTo>
                <a:lnTo>
                  <a:pt x="124767" y="321401"/>
                </a:lnTo>
                <a:lnTo>
                  <a:pt x="127448" y="326458"/>
                </a:lnTo>
                <a:lnTo>
                  <a:pt x="129098" y="331618"/>
                </a:lnTo>
                <a:lnTo>
                  <a:pt x="129613" y="337398"/>
                </a:lnTo>
                <a:close/>
                <a:moveTo>
                  <a:pt x="2767146" y="1142241"/>
                </a:moveTo>
                <a:lnTo>
                  <a:pt x="2760650" y="1145028"/>
                </a:lnTo>
                <a:lnTo>
                  <a:pt x="2748173" y="1133158"/>
                </a:lnTo>
                <a:lnTo>
                  <a:pt x="2742914" y="1123457"/>
                </a:lnTo>
                <a:lnTo>
                  <a:pt x="2744255" y="1117986"/>
                </a:lnTo>
                <a:lnTo>
                  <a:pt x="2747967" y="1113135"/>
                </a:lnTo>
                <a:lnTo>
                  <a:pt x="2749720" y="1112000"/>
                </a:lnTo>
                <a:lnTo>
                  <a:pt x="2748895" y="1106943"/>
                </a:lnTo>
                <a:lnTo>
                  <a:pt x="2753844" y="1104466"/>
                </a:lnTo>
                <a:lnTo>
                  <a:pt x="2759206" y="1104878"/>
                </a:lnTo>
                <a:lnTo>
                  <a:pt x="2762712" y="1111587"/>
                </a:lnTo>
                <a:lnTo>
                  <a:pt x="2766939" y="1113445"/>
                </a:lnTo>
                <a:lnTo>
                  <a:pt x="2769105" y="1119844"/>
                </a:lnTo>
                <a:lnTo>
                  <a:pt x="2767146" y="1142241"/>
                </a:lnTo>
                <a:close/>
                <a:moveTo>
                  <a:pt x="2887685" y="701838"/>
                </a:moveTo>
                <a:lnTo>
                  <a:pt x="2889953" y="708340"/>
                </a:lnTo>
                <a:lnTo>
                  <a:pt x="2886241" y="713914"/>
                </a:lnTo>
                <a:lnTo>
                  <a:pt x="2890366" y="724338"/>
                </a:lnTo>
                <a:lnTo>
                  <a:pt x="2900780" y="710404"/>
                </a:lnTo>
                <a:lnTo>
                  <a:pt x="2910679" y="708650"/>
                </a:lnTo>
                <a:lnTo>
                  <a:pt x="2916247" y="710920"/>
                </a:lnTo>
                <a:lnTo>
                  <a:pt x="2920166" y="713707"/>
                </a:lnTo>
                <a:lnTo>
                  <a:pt x="2922228" y="718971"/>
                </a:lnTo>
                <a:lnTo>
                  <a:pt x="2918619" y="730324"/>
                </a:lnTo>
                <a:lnTo>
                  <a:pt x="2912123" y="735691"/>
                </a:lnTo>
                <a:lnTo>
                  <a:pt x="2903667" y="736517"/>
                </a:lnTo>
                <a:lnTo>
                  <a:pt x="2899749" y="729911"/>
                </a:lnTo>
                <a:lnTo>
                  <a:pt x="2894181" y="729292"/>
                </a:lnTo>
                <a:lnTo>
                  <a:pt x="2890263" y="743742"/>
                </a:lnTo>
                <a:lnTo>
                  <a:pt x="2888613" y="745909"/>
                </a:lnTo>
                <a:lnTo>
                  <a:pt x="2883664" y="747767"/>
                </a:lnTo>
                <a:lnTo>
                  <a:pt x="2879230" y="743742"/>
                </a:lnTo>
                <a:lnTo>
                  <a:pt x="2878508" y="741574"/>
                </a:lnTo>
                <a:lnTo>
                  <a:pt x="2884695" y="735072"/>
                </a:lnTo>
                <a:lnTo>
                  <a:pt x="2881292" y="715565"/>
                </a:lnTo>
                <a:lnTo>
                  <a:pt x="2876652" y="719281"/>
                </a:lnTo>
                <a:lnTo>
                  <a:pt x="2864175" y="736930"/>
                </a:lnTo>
                <a:lnTo>
                  <a:pt x="2854483" y="744774"/>
                </a:lnTo>
                <a:lnTo>
                  <a:pt x="2851183" y="740749"/>
                </a:lnTo>
                <a:lnTo>
                  <a:pt x="2846337" y="728776"/>
                </a:lnTo>
                <a:lnTo>
                  <a:pt x="2848502" y="713398"/>
                </a:lnTo>
                <a:lnTo>
                  <a:pt x="2856339" y="702973"/>
                </a:lnTo>
                <a:lnTo>
                  <a:pt x="2862938" y="703696"/>
                </a:lnTo>
                <a:lnTo>
                  <a:pt x="2882117" y="700496"/>
                </a:lnTo>
                <a:lnTo>
                  <a:pt x="2887685" y="701838"/>
                </a:lnTo>
                <a:close/>
                <a:moveTo>
                  <a:pt x="2748688" y="622984"/>
                </a:moveTo>
                <a:lnTo>
                  <a:pt x="2753122" y="627526"/>
                </a:lnTo>
                <a:lnTo>
                  <a:pt x="2750441" y="632893"/>
                </a:lnTo>
                <a:lnTo>
                  <a:pt x="2746935" y="631551"/>
                </a:lnTo>
                <a:lnTo>
                  <a:pt x="2737552" y="631654"/>
                </a:lnTo>
                <a:lnTo>
                  <a:pt x="2734046" y="632067"/>
                </a:lnTo>
                <a:lnTo>
                  <a:pt x="2729819" y="635163"/>
                </a:lnTo>
                <a:lnTo>
                  <a:pt x="2727138" y="635266"/>
                </a:lnTo>
                <a:lnTo>
                  <a:pt x="2728891" y="630416"/>
                </a:lnTo>
                <a:lnTo>
                  <a:pt x="2736830" y="622984"/>
                </a:lnTo>
                <a:lnTo>
                  <a:pt x="2741780" y="624120"/>
                </a:lnTo>
                <a:lnTo>
                  <a:pt x="2748688" y="622984"/>
                </a:lnTo>
                <a:close/>
                <a:moveTo>
                  <a:pt x="2610929" y="1231003"/>
                </a:moveTo>
                <a:lnTo>
                  <a:pt x="2606702" y="1248239"/>
                </a:lnTo>
                <a:lnTo>
                  <a:pt x="2604742" y="1242150"/>
                </a:lnTo>
                <a:lnTo>
                  <a:pt x="2604021" y="1226462"/>
                </a:lnTo>
                <a:lnTo>
                  <a:pt x="2601443" y="1218824"/>
                </a:lnTo>
                <a:lnTo>
                  <a:pt x="2603093" y="1210051"/>
                </a:lnTo>
                <a:lnTo>
                  <a:pt x="2602474" y="1187448"/>
                </a:lnTo>
                <a:lnTo>
                  <a:pt x="2605670" y="1177023"/>
                </a:lnTo>
                <a:lnTo>
                  <a:pt x="2611548" y="1190338"/>
                </a:lnTo>
                <a:lnTo>
                  <a:pt x="2613095" y="1197046"/>
                </a:lnTo>
                <a:lnTo>
                  <a:pt x="2610929" y="1231003"/>
                </a:lnTo>
                <a:close/>
                <a:moveTo>
                  <a:pt x="2079793" y="1300464"/>
                </a:moveTo>
                <a:lnTo>
                  <a:pt x="2071441" y="1302219"/>
                </a:lnTo>
                <a:lnTo>
                  <a:pt x="2063604" y="1298606"/>
                </a:lnTo>
                <a:lnTo>
                  <a:pt x="2063811" y="1293652"/>
                </a:lnTo>
                <a:lnTo>
                  <a:pt x="2065770" y="1289111"/>
                </a:lnTo>
                <a:lnTo>
                  <a:pt x="2077421" y="1286737"/>
                </a:lnTo>
                <a:lnTo>
                  <a:pt x="2083608" y="1286943"/>
                </a:lnTo>
                <a:lnTo>
                  <a:pt x="2090311" y="1290040"/>
                </a:lnTo>
                <a:lnTo>
                  <a:pt x="2094951" y="1293343"/>
                </a:lnTo>
                <a:lnTo>
                  <a:pt x="2097219" y="1297161"/>
                </a:lnTo>
                <a:lnTo>
                  <a:pt x="2084639" y="1297368"/>
                </a:lnTo>
                <a:lnTo>
                  <a:pt x="2079793" y="1300464"/>
                </a:lnTo>
                <a:close/>
                <a:moveTo>
                  <a:pt x="2175276" y="980199"/>
                </a:moveTo>
                <a:lnTo>
                  <a:pt x="2153622" y="999396"/>
                </a:lnTo>
                <a:lnTo>
                  <a:pt x="2150116" y="994545"/>
                </a:lnTo>
                <a:lnTo>
                  <a:pt x="2151972" y="974935"/>
                </a:lnTo>
                <a:lnTo>
                  <a:pt x="2145889" y="962860"/>
                </a:lnTo>
                <a:lnTo>
                  <a:pt x="2146301" y="953777"/>
                </a:lnTo>
                <a:lnTo>
                  <a:pt x="2150632" y="937882"/>
                </a:lnTo>
                <a:lnTo>
                  <a:pt x="2156097" y="925703"/>
                </a:lnTo>
                <a:lnTo>
                  <a:pt x="2168677" y="917447"/>
                </a:lnTo>
                <a:lnTo>
                  <a:pt x="2171873" y="916518"/>
                </a:lnTo>
                <a:lnTo>
                  <a:pt x="2171048" y="931380"/>
                </a:lnTo>
                <a:lnTo>
                  <a:pt x="2173626" y="936953"/>
                </a:lnTo>
                <a:lnTo>
                  <a:pt x="2174451" y="941701"/>
                </a:lnTo>
                <a:lnTo>
                  <a:pt x="2173111" y="945830"/>
                </a:lnTo>
                <a:lnTo>
                  <a:pt x="2175482" y="964821"/>
                </a:lnTo>
                <a:lnTo>
                  <a:pt x="2176926" y="969362"/>
                </a:lnTo>
                <a:lnTo>
                  <a:pt x="2173832" y="975348"/>
                </a:lnTo>
                <a:lnTo>
                  <a:pt x="2175276" y="980199"/>
                </a:lnTo>
                <a:close/>
                <a:moveTo>
                  <a:pt x="2860566" y="1706911"/>
                </a:moveTo>
                <a:lnTo>
                  <a:pt x="2850977" y="1707014"/>
                </a:lnTo>
                <a:lnTo>
                  <a:pt x="2847883" y="1705879"/>
                </a:lnTo>
                <a:lnTo>
                  <a:pt x="2847058" y="1696796"/>
                </a:lnTo>
                <a:lnTo>
                  <a:pt x="2849946" y="1691739"/>
                </a:lnTo>
                <a:lnTo>
                  <a:pt x="2872115" y="1685133"/>
                </a:lnTo>
                <a:lnTo>
                  <a:pt x="2880879" y="1679147"/>
                </a:lnTo>
                <a:lnTo>
                  <a:pt x="2893150" y="1666555"/>
                </a:lnTo>
                <a:lnTo>
                  <a:pt x="2900883" y="1663252"/>
                </a:lnTo>
                <a:lnTo>
                  <a:pt x="2902739" y="1661807"/>
                </a:lnTo>
                <a:lnTo>
                  <a:pt x="2904080" y="1662117"/>
                </a:lnTo>
                <a:lnTo>
                  <a:pt x="2905317" y="1671716"/>
                </a:lnTo>
                <a:lnTo>
                  <a:pt x="2908411" y="1677392"/>
                </a:lnTo>
                <a:lnTo>
                  <a:pt x="2908926" y="1680282"/>
                </a:lnTo>
                <a:lnTo>
                  <a:pt x="2897893" y="1685133"/>
                </a:lnTo>
                <a:lnTo>
                  <a:pt x="2887994" y="1696280"/>
                </a:lnTo>
                <a:lnTo>
                  <a:pt x="2866341" y="1703505"/>
                </a:lnTo>
                <a:lnTo>
                  <a:pt x="2860566" y="1706911"/>
                </a:lnTo>
                <a:close/>
                <a:moveTo>
                  <a:pt x="2998532" y="1440625"/>
                </a:moveTo>
                <a:lnTo>
                  <a:pt x="2992242" y="1447024"/>
                </a:lnTo>
                <a:lnTo>
                  <a:pt x="2987911" y="1458171"/>
                </a:lnTo>
                <a:lnTo>
                  <a:pt x="2984096" y="1461474"/>
                </a:lnTo>
                <a:lnTo>
                  <a:pt x="2975744" y="1463641"/>
                </a:lnTo>
                <a:lnTo>
                  <a:pt x="2970691" y="1452495"/>
                </a:lnTo>
                <a:lnTo>
                  <a:pt x="2961514" y="1453011"/>
                </a:lnTo>
                <a:lnTo>
                  <a:pt x="2965948" y="1443206"/>
                </a:lnTo>
                <a:lnTo>
                  <a:pt x="2970382" y="1439593"/>
                </a:lnTo>
                <a:lnTo>
                  <a:pt x="2976053" y="1439490"/>
                </a:lnTo>
                <a:lnTo>
                  <a:pt x="2978837" y="1443412"/>
                </a:lnTo>
                <a:lnTo>
                  <a:pt x="2980384" y="1444238"/>
                </a:lnTo>
                <a:lnTo>
                  <a:pt x="2993685" y="1427621"/>
                </a:lnTo>
                <a:lnTo>
                  <a:pt x="2996366" y="1427517"/>
                </a:lnTo>
                <a:lnTo>
                  <a:pt x="2998532" y="1428240"/>
                </a:lnTo>
                <a:lnTo>
                  <a:pt x="3000285" y="1430304"/>
                </a:lnTo>
                <a:lnTo>
                  <a:pt x="2998532" y="1440625"/>
                </a:lnTo>
                <a:close/>
                <a:moveTo>
                  <a:pt x="2961205" y="1434742"/>
                </a:moveTo>
                <a:lnTo>
                  <a:pt x="2946666" y="1437632"/>
                </a:lnTo>
                <a:lnTo>
                  <a:pt x="2937798" y="1450430"/>
                </a:lnTo>
                <a:lnTo>
                  <a:pt x="2930683" y="1450224"/>
                </a:lnTo>
                <a:lnTo>
                  <a:pt x="2926868" y="1456004"/>
                </a:lnTo>
                <a:lnTo>
                  <a:pt x="2925940" y="1458481"/>
                </a:lnTo>
                <a:lnTo>
                  <a:pt x="2926456" y="1460751"/>
                </a:lnTo>
                <a:lnTo>
                  <a:pt x="2925631" y="1462919"/>
                </a:lnTo>
                <a:lnTo>
                  <a:pt x="2922847" y="1465190"/>
                </a:lnTo>
                <a:lnTo>
                  <a:pt x="2916247" y="1461577"/>
                </a:lnTo>
                <a:lnTo>
                  <a:pt x="2910576" y="1466118"/>
                </a:lnTo>
                <a:lnTo>
                  <a:pt x="2908204" y="1467254"/>
                </a:lnTo>
                <a:lnTo>
                  <a:pt x="2899852" y="1461990"/>
                </a:lnTo>
                <a:lnTo>
                  <a:pt x="2891913" y="1462300"/>
                </a:lnTo>
                <a:lnTo>
                  <a:pt x="2889541" y="1461474"/>
                </a:lnTo>
                <a:lnTo>
                  <a:pt x="2899337" y="1451978"/>
                </a:lnTo>
                <a:lnTo>
                  <a:pt x="2912741" y="1443206"/>
                </a:lnTo>
                <a:lnTo>
                  <a:pt x="2914907" y="1439903"/>
                </a:lnTo>
                <a:lnTo>
                  <a:pt x="2909648" y="1438974"/>
                </a:lnTo>
                <a:lnTo>
                  <a:pt x="2906555" y="1437735"/>
                </a:lnTo>
                <a:lnTo>
                  <a:pt x="2906142" y="1435568"/>
                </a:lnTo>
                <a:lnTo>
                  <a:pt x="2914597" y="1434226"/>
                </a:lnTo>
                <a:lnTo>
                  <a:pt x="2920475" y="1434020"/>
                </a:lnTo>
                <a:lnTo>
                  <a:pt x="2924909" y="1436806"/>
                </a:lnTo>
                <a:lnTo>
                  <a:pt x="2927796" y="1436703"/>
                </a:lnTo>
                <a:lnTo>
                  <a:pt x="2945841" y="1426279"/>
                </a:lnTo>
                <a:lnTo>
                  <a:pt x="2953059" y="1428653"/>
                </a:lnTo>
                <a:lnTo>
                  <a:pt x="2958214" y="1431336"/>
                </a:lnTo>
                <a:lnTo>
                  <a:pt x="2961205" y="1434742"/>
                </a:lnTo>
                <a:close/>
                <a:moveTo>
                  <a:pt x="2898512" y="1443309"/>
                </a:moveTo>
                <a:lnTo>
                  <a:pt x="2896450" y="1447850"/>
                </a:lnTo>
                <a:lnTo>
                  <a:pt x="2868403" y="1447540"/>
                </a:lnTo>
                <a:lnTo>
                  <a:pt x="2869228" y="1441554"/>
                </a:lnTo>
                <a:lnTo>
                  <a:pt x="2876961" y="1435052"/>
                </a:lnTo>
                <a:lnTo>
                  <a:pt x="2879539" y="1432884"/>
                </a:lnTo>
                <a:lnTo>
                  <a:pt x="2888201" y="1430923"/>
                </a:lnTo>
                <a:lnTo>
                  <a:pt x="2900471" y="1434433"/>
                </a:lnTo>
                <a:lnTo>
                  <a:pt x="2898512" y="1443309"/>
                </a:lnTo>
                <a:close/>
                <a:moveTo>
                  <a:pt x="1088154" y="285483"/>
                </a:moveTo>
                <a:lnTo>
                  <a:pt x="1083926" y="285896"/>
                </a:lnTo>
                <a:lnTo>
                  <a:pt x="1082585" y="282799"/>
                </a:lnTo>
                <a:lnTo>
                  <a:pt x="1082792" y="277536"/>
                </a:lnTo>
                <a:lnTo>
                  <a:pt x="1082379" y="273304"/>
                </a:lnTo>
                <a:lnTo>
                  <a:pt x="1081142" y="270208"/>
                </a:lnTo>
                <a:lnTo>
                  <a:pt x="1081142" y="264944"/>
                </a:lnTo>
                <a:lnTo>
                  <a:pt x="1085163" y="267524"/>
                </a:lnTo>
                <a:lnTo>
                  <a:pt x="1088154" y="270001"/>
                </a:lnTo>
                <a:lnTo>
                  <a:pt x="1091762" y="271756"/>
                </a:lnTo>
                <a:lnTo>
                  <a:pt x="1094547" y="272994"/>
                </a:lnTo>
                <a:lnTo>
                  <a:pt x="1096093" y="273717"/>
                </a:lnTo>
                <a:lnTo>
                  <a:pt x="1093206" y="281251"/>
                </a:lnTo>
                <a:lnTo>
                  <a:pt x="1088154" y="285483"/>
                </a:lnTo>
                <a:close/>
                <a:moveTo>
                  <a:pt x="2927487" y="756850"/>
                </a:moveTo>
                <a:lnTo>
                  <a:pt x="2920372" y="757572"/>
                </a:lnTo>
                <a:lnTo>
                  <a:pt x="2915629" y="754476"/>
                </a:lnTo>
                <a:lnTo>
                  <a:pt x="2916041" y="739407"/>
                </a:lnTo>
                <a:lnTo>
                  <a:pt x="2920372" y="736104"/>
                </a:lnTo>
                <a:lnTo>
                  <a:pt x="2922434" y="736620"/>
                </a:lnTo>
                <a:lnTo>
                  <a:pt x="2923671" y="741161"/>
                </a:lnTo>
                <a:lnTo>
                  <a:pt x="2925837" y="745187"/>
                </a:lnTo>
                <a:lnTo>
                  <a:pt x="2929343" y="748902"/>
                </a:lnTo>
                <a:lnTo>
                  <a:pt x="2927487" y="756850"/>
                </a:lnTo>
                <a:close/>
                <a:moveTo>
                  <a:pt x="2890778" y="1005486"/>
                </a:moveTo>
                <a:lnTo>
                  <a:pt x="2880776" y="1017871"/>
                </a:lnTo>
                <a:lnTo>
                  <a:pt x="2873662" y="1017252"/>
                </a:lnTo>
                <a:lnTo>
                  <a:pt x="2865309" y="1009098"/>
                </a:lnTo>
                <a:lnTo>
                  <a:pt x="2862835" y="1000119"/>
                </a:lnTo>
                <a:lnTo>
                  <a:pt x="2862628" y="996919"/>
                </a:lnTo>
                <a:lnTo>
                  <a:pt x="2868403" y="991862"/>
                </a:lnTo>
                <a:lnTo>
                  <a:pt x="2887685" y="993617"/>
                </a:lnTo>
                <a:lnTo>
                  <a:pt x="2891294" y="998055"/>
                </a:lnTo>
                <a:lnTo>
                  <a:pt x="2890778" y="1005486"/>
                </a:lnTo>
                <a:close/>
                <a:moveTo>
                  <a:pt x="2501217" y="1483148"/>
                </a:moveTo>
                <a:lnTo>
                  <a:pt x="2497195" y="1484077"/>
                </a:lnTo>
                <a:lnTo>
                  <a:pt x="2493174" y="1482632"/>
                </a:lnTo>
                <a:lnTo>
                  <a:pt x="2494824" y="1473446"/>
                </a:lnTo>
                <a:lnTo>
                  <a:pt x="2492452" y="1467254"/>
                </a:lnTo>
                <a:lnTo>
                  <a:pt x="2496680" y="1462300"/>
                </a:lnTo>
                <a:lnTo>
                  <a:pt x="2497711" y="1453630"/>
                </a:lnTo>
                <a:lnTo>
                  <a:pt x="2499361" y="1450946"/>
                </a:lnTo>
                <a:lnTo>
                  <a:pt x="2501939" y="1453733"/>
                </a:lnTo>
                <a:lnTo>
                  <a:pt x="2503073" y="1455488"/>
                </a:lnTo>
                <a:lnTo>
                  <a:pt x="2505135" y="1456313"/>
                </a:lnTo>
                <a:lnTo>
                  <a:pt x="2509775" y="1456520"/>
                </a:lnTo>
                <a:lnTo>
                  <a:pt x="2510806" y="1460235"/>
                </a:lnTo>
                <a:lnTo>
                  <a:pt x="2510600" y="1463745"/>
                </a:lnTo>
                <a:lnTo>
                  <a:pt x="2508641" y="1467460"/>
                </a:lnTo>
                <a:lnTo>
                  <a:pt x="2503176" y="1471485"/>
                </a:lnTo>
                <a:lnTo>
                  <a:pt x="2499154" y="1476027"/>
                </a:lnTo>
                <a:lnTo>
                  <a:pt x="2501217" y="1483148"/>
                </a:lnTo>
                <a:close/>
                <a:moveTo>
                  <a:pt x="2314066" y="150689"/>
                </a:moveTo>
                <a:lnTo>
                  <a:pt x="2323965" y="150895"/>
                </a:lnTo>
                <a:lnTo>
                  <a:pt x="2338401" y="148934"/>
                </a:lnTo>
                <a:lnTo>
                  <a:pt x="2341804" y="158739"/>
                </a:lnTo>
                <a:lnTo>
                  <a:pt x="2342319" y="162558"/>
                </a:lnTo>
                <a:lnTo>
                  <a:pt x="2323140" y="167719"/>
                </a:lnTo>
                <a:lnTo>
                  <a:pt x="2311592" y="155643"/>
                </a:lnTo>
                <a:lnTo>
                  <a:pt x="2314066" y="150689"/>
                </a:lnTo>
                <a:close/>
                <a:moveTo>
                  <a:pt x="2314994" y="242341"/>
                </a:moveTo>
                <a:lnTo>
                  <a:pt x="2313757" y="245747"/>
                </a:lnTo>
                <a:lnTo>
                  <a:pt x="2304889" y="237490"/>
                </a:lnTo>
                <a:lnTo>
                  <a:pt x="2302518" y="231503"/>
                </a:lnTo>
                <a:lnTo>
                  <a:pt x="2303652" y="226756"/>
                </a:lnTo>
                <a:lnTo>
                  <a:pt x="2312829" y="226343"/>
                </a:lnTo>
                <a:lnTo>
                  <a:pt x="2317366" y="229233"/>
                </a:lnTo>
                <a:lnTo>
                  <a:pt x="2314994" y="242341"/>
                </a:lnTo>
                <a:close/>
                <a:moveTo>
                  <a:pt x="2304477" y="1444547"/>
                </a:moveTo>
                <a:lnTo>
                  <a:pt x="2302208" y="1444650"/>
                </a:lnTo>
                <a:lnTo>
                  <a:pt x="2297671" y="1442689"/>
                </a:lnTo>
                <a:lnTo>
                  <a:pt x="2299321" y="1438355"/>
                </a:lnTo>
                <a:lnTo>
                  <a:pt x="2296846" y="1431336"/>
                </a:lnTo>
                <a:lnTo>
                  <a:pt x="2297774" y="1425556"/>
                </a:lnTo>
                <a:lnTo>
                  <a:pt x="2303446" y="1422357"/>
                </a:lnTo>
                <a:lnTo>
                  <a:pt x="2315716" y="1421944"/>
                </a:lnTo>
                <a:lnTo>
                  <a:pt x="2316129" y="1426176"/>
                </a:lnTo>
                <a:lnTo>
                  <a:pt x="2304477" y="1444547"/>
                </a:lnTo>
                <a:close/>
                <a:moveTo>
                  <a:pt x="3680935" y="661173"/>
                </a:moveTo>
                <a:lnTo>
                  <a:pt x="3678357" y="666436"/>
                </a:lnTo>
                <a:lnTo>
                  <a:pt x="3673407" y="670049"/>
                </a:lnTo>
                <a:lnTo>
                  <a:pt x="3629069" y="676345"/>
                </a:lnTo>
                <a:lnTo>
                  <a:pt x="3632884" y="672526"/>
                </a:lnTo>
                <a:lnTo>
                  <a:pt x="3634740" y="668810"/>
                </a:lnTo>
                <a:lnTo>
                  <a:pt x="3637524" y="666952"/>
                </a:lnTo>
                <a:lnTo>
                  <a:pt x="3641958" y="667365"/>
                </a:lnTo>
                <a:lnTo>
                  <a:pt x="3644123" y="666230"/>
                </a:lnTo>
                <a:lnTo>
                  <a:pt x="3646392" y="665817"/>
                </a:lnTo>
                <a:lnTo>
                  <a:pt x="3648867" y="666333"/>
                </a:lnTo>
                <a:lnTo>
                  <a:pt x="3653094" y="664785"/>
                </a:lnTo>
                <a:lnTo>
                  <a:pt x="3662168" y="665817"/>
                </a:lnTo>
                <a:lnTo>
                  <a:pt x="3671448" y="664991"/>
                </a:lnTo>
                <a:lnTo>
                  <a:pt x="3670830" y="659934"/>
                </a:lnTo>
                <a:lnTo>
                  <a:pt x="3680935" y="661173"/>
                </a:lnTo>
                <a:close/>
                <a:moveTo>
                  <a:pt x="3309212" y="661585"/>
                </a:moveTo>
                <a:lnTo>
                  <a:pt x="3308077" y="663753"/>
                </a:lnTo>
                <a:lnTo>
                  <a:pt x="3297354" y="660966"/>
                </a:lnTo>
                <a:lnTo>
                  <a:pt x="3294363" y="659521"/>
                </a:lnTo>
                <a:lnTo>
                  <a:pt x="3299828" y="644865"/>
                </a:lnTo>
                <a:lnTo>
                  <a:pt x="3304881" y="645278"/>
                </a:lnTo>
                <a:lnTo>
                  <a:pt x="3309315" y="659212"/>
                </a:lnTo>
                <a:lnTo>
                  <a:pt x="3309212" y="661585"/>
                </a:lnTo>
                <a:close/>
                <a:moveTo>
                  <a:pt x="2750648" y="1673986"/>
                </a:moveTo>
                <a:lnTo>
                  <a:pt x="2745492" y="1675225"/>
                </a:lnTo>
                <a:lnTo>
                  <a:pt x="2734459" y="1672232"/>
                </a:lnTo>
                <a:lnTo>
                  <a:pt x="2732293" y="1670477"/>
                </a:lnTo>
                <a:lnTo>
                  <a:pt x="2741677" y="1665420"/>
                </a:lnTo>
                <a:lnTo>
                  <a:pt x="2748998" y="1658401"/>
                </a:lnTo>
                <a:lnTo>
                  <a:pt x="2757556" y="1657782"/>
                </a:lnTo>
                <a:lnTo>
                  <a:pt x="2762506" y="1659227"/>
                </a:lnTo>
                <a:lnTo>
                  <a:pt x="2760753" y="1667587"/>
                </a:lnTo>
                <a:lnTo>
                  <a:pt x="2750648" y="1673986"/>
                </a:lnTo>
                <a:close/>
                <a:moveTo>
                  <a:pt x="2863453" y="1462919"/>
                </a:moveTo>
                <a:lnTo>
                  <a:pt x="2860257" y="1469008"/>
                </a:lnTo>
                <a:lnTo>
                  <a:pt x="2854276" y="1467254"/>
                </a:lnTo>
                <a:lnTo>
                  <a:pt x="2855926" y="1461474"/>
                </a:lnTo>
                <a:lnTo>
                  <a:pt x="2858916" y="1457965"/>
                </a:lnTo>
                <a:lnTo>
                  <a:pt x="2866959" y="1452907"/>
                </a:lnTo>
                <a:lnTo>
                  <a:pt x="2875002" y="1452082"/>
                </a:lnTo>
                <a:lnTo>
                  <a:pt x="2880055" y="1453836"/>
                </a:lnTo>
                <a:lnTo>
                  <a:pt x="2881601" y="1455797"/>
                </a:lnTo>
                <a:lnTo>
                  <a:pt x="2868918" y="1457758"/>
                </a:lnTo>
                <a:lnTo>
                  <a:pt x="2863453" y="1462919"/>
                </a:lnTo>
                <a:close/>
              </a:path>
            </a:pathLst>
          </a:custGeom>
          <a:solidFill>
            <a:srgbClr val="D9DADC"/>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ite BELAWAN"/>
          <p:cNvSpPr/>
          <p:nvPr/>
        </p:nvSpPr>
        <p:spPr>
          <a:xfrm>
            <a:off x="870956" y="1231711"/>
            <a:ext cx="146304" cy="146304"/>
          </a:xfrm>
          <a:prstGeom prst="ellipse">
            <a:avLst/>
          </a:prstGeom>
          <a:solidFill>
            <a:srgbClr val="E6B222"/>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72124" y="1195135"/>
            <a:ext cx="1005840" cy="164592"/>
          </a:xfrm>
          <a:prstGeom prst="rect">
            <a:avLst/>
          </a:prstGeom>
          <a:noFill/>
        </p:spPr>
        <p:txBody>
          <a:bodyPr wrap="square" lIns="0" rIns="0" tIns="0" bIns="0" anchor="t">
            <a:noAutofit/>
          </a:bodyPr>
          <a:lstStyle/>
          <a:p>
            <a:pPr algn="l"/>
            <a:r>
              <a:rPr sz="800" b="1" i="0" spc="150">
                <a:solidFill>
                  <a:srgbClr val="4D4D4F"/>
                </a:solidFill>
                <a:latin typeface="Calibri"/>
              </a:rPr>
              <a:t>BELAWAN</a:t>
            </a:r>
          </a:p>
        </p:txBody>
      </p:sp>
      <p:sp>
        <p:nvSpPr>
          <p:cNvPr id="10" name="Site CIGADING"/>
          <p:cNvSpPr/>
          <p:nvPr/>
        </p:nvSpPr>
        <p:spPr>
          <a:xfrm>
            <a:off x="1620589" y="2233894"/>
            <a:ext cx="146304" cy="146304"/>
          </a:xfrm>
          <a:prstGeom prst="ellipse">
            <a:avLst/>
          </a:prstGeom>
          <a:solidFill>
            <a:srgbClr val="E6B222"/>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3621" y="2224750"/>
            <a:ext cx="1005840" cy="164592"/>
          </a:xfrm>
          <a:prstGeom prst="rect">
            <a:avLst/>
          </a:prstGeom>
          <a:noFill/>
        </p:spPr>
        <p:txBody>
          <a:bodyPr wrap="square" lIns="0" rIns="0" tIns="0" bIns="0" anchor="t">
            <a:noAutofit/>
          </a:bodyPr>
          <a:lstStyle/>
          <a:p>
            <a:pPr algn="r"/>
            <a:r>
              <a:rPr sz="800" b="1" i="0" spc="150">
                <a:solidFill>
                  <a:srgbClr val="4D4D4F"/>
                </a:solidFill>
                <a:latin typeface="Calibri"/>
              </a:rPr>
              <a:t>CIGADING</a:t>
            </a:r>
          </a:p>
        </p:txBody>
      </p:sp>
      <p:sp>
        <p:nvSpPr>
          <p:cNvPr id="12" name="Site TELUK LAMONG"/>
          <p:cNvSpPr/>
          <p:nvPr/>
        </p:nvSpPr>
        <p:spPr>
          <a:xfrm>
            <a:off x="2313509" y="2363940"/>
            <a:ext cx="146304" cy="146304"/>
          </a:xfrm>
          <a:prstGeom prst="ellipse">
            <a:avLst/>
          </a:prstGeom>
          <a:solidFill>
            <a:srgbClr val="E6B222"/>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14677" y="2455380"/>
            <a:ext cx="1005840" cy="164592"/>
          </a:xfrm>
          <a:prstGeom prst="rect">
            <a:avLst/>
          </a:prstGeom>
          <a:noFill/>
        </p:spPr>
        <p:txBody>
          <a:bodyPr wrap="square" lIns="0" rIns="0" tIns="0" bIns="0" anchor="t">
            <a:noAutofit/>
          </a:bodyPr>
          <a:lstStyle/>
          <a:p>
            <a:pPr algn="l"/>
            <a:r>
              <a:rPr sz="800" b="1" i="0" spc="150">
                <a:solidFill>
                  <a:srgbClr val="4D4D4F"/>
                </a:solidFill>
                <a:latin typeface="Calibri"/>
              </a:rPr>
              <a:t>TELUK LAMONG</a:t>
            </a:r>
          </a:p>
        </p:txBody>
      </p:sp>
      <p:sp>
        <p:nvSpPr>
          <p:cNvPr id="14" name="TextBox 13"/>
          <p:cNvSpPr txBox="1"/>
          <p:nvPr/>
        </p:nvSpPr>
        <p:spPr>
          <a:xfrm>
            <a:off x="512064" y="3064813"/>
            <a:ext cx="2194560" cy="603504"/>
          </a:xfrm>
          <a:prstGeom prst="rect">
            <a:avLst/>
          </a:prstGeom>
          <a:noFill/>
        </p:spPr>
        <p:txBody>
          <a:bodyPr wrap="square" lIns="0" rIns="0" tIns="0" bIns="0" anchor="ctr">
            <a:noAutofit/>
          </a:bodyPr>
          <a:lstStyle/>
          <a:p>
            <a:pPr algn="l"/>
            <a:r>
              <a:rPr sz="4000" b="1" i="0">
                <a:solidFill>
                  <a:srgbClr val="4D4D4F"/>
                </a:solidFill>
                <a:latin typeface="Calibri"/>
              </a:rPr>
              <a:t>~9 Mt</a:t>
            </a:r>
          </a:p>
        </p:txBody>
      </p:sp>
      <p:sp>
        <p:nvSpPr>
          <p:cNvPr id="15" name="TextBox 14"/>
          <p:cNvSpPr txBox="1"/>
          <p:nvPr/>
        </p:nvSpPr>
        <p:spPr>
          <a:xfrm>
            <a:off x="512064" y="3704893"/>
            <a:ext cx="4846320" cy="219456"/>
          </a:xfrm>
          <a:prstGeom prst="rect">
            <a:avLst/>
          </a:prstGeom>
          <a:noFill/>
        </p:spPr>
        <p:txBody>
          <a:bodyPr wrap="square" lIns="0" rIns="0" tIns="0" bIns="0" anchor="t">
            <a:noAutofit/>
          </a:bodyPr>
          <a:lstStyle/>
          <a:p>
            <a:pPr algn="l"/>
            <a:r>
              <a:rPr sz="1100" b="0" i="0">
                <a:solidFill>
                  <a:srgbClr val="4D4D4F"/>
                </a:solidFill>
                <a:latin typeface="Calibri"/>
              </a:rPr>
              <a:t>a year through FKS’s three gateways</a:t>
            </a:r>
          </a:p>
        </p:txBody>
      </p:sp>
      <p:sp>
        <p:nvSpPr>
          <p:cNvPr id="16" name="TextBox 15"/>
          <p:cNvSpPr txBox="1"/>
          <p:nvPr/>
        </p:nvSpPr>
        <p:spPr>
          <a:xfrm>
            <a:off x="512064" y="3933493"/>
            <a:ext cx="4846320" cy="237744"/>
          </a:xfrm>
          <a:prstGeom prst="rect">
            <a:avLst/>
          </a:prstGeom>
          <a:noFill/>
        </p:spPr>
        <p:txBody>
          <a:bodyPr wrap="square" lIns="0" rIns="0" tIns="0" bIns="0" anchor="t">
            <a:noAutofit/>
          </a:bodyPr>
          <a:lstStyle/>
          <a:p>
            <a:pPr algn="l"/>
            <a:r>
              <a:rPr sz="1100" b="1" i="0">
                <a:solidFill>
                  <a:srgbClr val="4D4D4F"/>
                </a:solidFill>
                <a:latin typeface="Calibri"/>
              </a:rPr>
              <a:t>about 40% of Indonesia’s ~22 Mt of core food &amp; feed imports</a:t>
            </a:r>
          </a:p>
        </p:txBody>
      </p:sp>
      <p:sp>
        <p:nvSpPr>
          <p:cNvPr id="17" name="TextBox 16"/>
          <p:cNvSpPr txBox="1"/>
          <p:nvPr/>
        </p:nvSpPr>
        <p:spPr>
          <a:xfrm>
            <a:off x="512064" y="4253533"/>
            <a:ext cx="4846320" cy="182880"/>
          </a:xfrm>
          <a:prstGeom prst="rect">
            <a:avLst/>
          </a:prstGeom>
          <a:noFill/>
        </p:spPr>
        <p:txBody>
          <a:bodyPr wrap="square" lIns="0" rIns="0" tIns="0" bIns="0" anchor="t">
            <a:noAutofit/>
          </a:bodyPr>
          <a:lstStyle/>
          <a:p>
            <a:pPr algn="l"/>
            <a:r>
              <a:rPr sz="800" b="0" i="1">
                <a:solidFill>
                  <a:srgbClr val="747678"/>
                </a:solidFill>
                <a:latin typeface="Calibri"/>
              </a:rPr>
              <a:t>Volumes and capacities: FKS data, to be validated</a:t>
            </a:r>
          </a:p>
        </p:txBody>
      </p:sp>
      <p:pic>
        <p:nvPicPr>
          <p:cNvPr id="18" name="Photo BELAWAN" descr="_crop_site_belawan_102x102.png"/>
          <p:cNvPicPr>
            <a:picLocks noChangeAspect="1"/>
          </p:cNvPicPr>
          <p:nvPr/>
        </p:nvPicPr>
        <p:blipFill>
          <a:blip r:embed="rId2"/>
          <a:stretch>
            <a:fillRect/>
          </a:stretch>
        </p:blipFill>
        <p:spPr>
          <a:xfrm>
            <a:off x="5532120" y="1024128"/>
            <a:ext cx="932688" cy="932688"/>
          </a:xfrm>
          <a:prstGeom prst="rect">
            <a:avLst/>
          </a:prstGeom>
        </p:spPr>
      </p:pic>
      <p:sp>
        <p:nvSpPr>
          <p:cNvPr id="19" name="TextBox 18"/>
          <p:cNvSpPr txBox="1"/>
          <p:nvPr/>
        </p:nvSpPr>
        <p:spPr>
          <a:xfrm>
            <a:off x="6583680" y="1005840"/>
            <a:ext cx="1371600" cy="219456"/>
          </a:xfrm>
          <a:prstGeom prst="rect">
            <a:avLst/>
          </a:prstGeom>
          <a:noFill/>
        </p:spPr>
        <p:txBody>
          <a:bodyPr wrap="square" lIns="0" rIns="0" tIns="0" bIns="0" anchor="t">
            <a:noAutofit/>
          </a:bodyPr>
          <a:lstStyle/>
          <a:p>
            <a:pPr algn="l"/>
            <a:r>
              <a:rPr sz="1100" b="1" i="0" spc="100">
                <a:solidFill>
                  <a:srgbClr val="4D4D4F"/>
                </a:solidFill>
                <a:latin typeface="Calibri"/>
              </a:rPr>
              <a:t>BELAWAN</a:t>
            </a:r>
          </a:p>
        </p:txBody>
      </p:sp>
      <p:sp>
        <p:nvSpPr>
          <p:cNvPr id="20" name="TextBox 19"/>
          <p:cNvSpPr txBox="1"/>
          <p:nvPr/>
        </p:nvSpPr>
        <p:spPr>
          <a:xfrm>
            <a:off x="7680960" y="1005840"/>
            <a:ext cx="950976" cy="219456"/>
          </a:xfrm>
          <a:prstGeom prst="rect">
            <a:avLst/>
          </a:prstGeom>
          <a:noFill/>
        </p:spPr>
        <p:txBody>
          <a:bodyPr wrap="square" lIns="0" rIns="0" tIns="0" bIns="0" anchor="t">
            <a:noAutofit/>
          </a:bodyPr>
          <a:lstStyle/>
          <a:p>
            <a:pPr algn="r"/>
            <a:r>
              <a:rPr sz="1200" b="1" i="0">
                <a:solidFill>
                  <a:srgbClr val="8A6A0C"/>
                </a:solidFill>
                <a:latin typeface="Calibri"/>
              </a:rPr>
              <a:t>~1 Mtpa</a:t>
            </a:r>
          </a:p>
        </p:txBody>
      </p:sp>
      <p:sp>
        <p:nvSpPr>
          <p:cNvPr id="21" name="TextBox 20"/>
          <p:cNvSpPr txBox="1"/>
          <p:nvPr/>
        </p:nvSpPr>
        <p:spPr>
          <a:xfrm>
            <a:off x="6583680" y="1225296"/>
            <a:ext cx="2048256" cy="182880"/>
          </a:xfrm>
          <a:prstGeom prst="rect">
            <a:avLst/>
          </a:prstGeom>
          <a:noFill/>
        </p:spPr>
        <p:txBody>
          <a:bodyPr wrap="square" lIns="0" rIns="0" tIns="0" bIns="0" anchor="t">
            <a:noAutofit/>
          </a:bodyPr>
          <a:lstStyle/>
          <a:p>
            <a:pPr algn="l"/>
            <a:r>
              <a:rPr sz="850" b="0" i="0">
                <a:solidFill>
                  <a:srgbClr val="747678"/>
                </a:solidFill>
                <a:latin typeface="Calibri"/>
              </a:rPr>
              <a:t>Medan · North Sumatra · Pelindo</a:t>
            </a:r>
          </a:p>
        </p:txBody>
      </p:sp>
      <p:sp>
        <p:nvSpPr>
          <p:cNvPr id="22" name="TextBox 21"/>
          <p:cNvSpPr txBox="1"/>
          <p:nvPr/>
        </p:nvSpPr>
        <p:spPr>
          <a:xfrm>
            <a:off x="6583680" y="1417320"/>
            <a:ext cx="2048256" cy="329184"/>
          </a:xfrm>
          <a:prstGeom prst="rect">
            <a:avLst/>
          </a:prstGeom>
          <a:noFill/>
        </p:spPr>
        <p:txBody>
          <a:bodyPr wrap="square" lIns="0" rIns="0" tIns="0" bIns="0" anchor="t">
            <a:noAutofit/>
          </a:bodyPr>
          <a:lstStyle/>
          <a:p>
            <a:pPr algn="l">
              <a:lnSpc>
                <a:spcPct val="105000"/>
              </a:lnSpc>
            </a:pPr>
            <a:r>
              <a:rPr sz="950" b="0" i="0">
                <a:solidFill>
                  <a:srgbClr val="4D4D4F"/>
                </a:solidFill>
                <a:latin typeface="Calibri"/>
              </a:rPr>
              <a:t>Revitalised 30 kt warehouse and conveyor</a:t>
            </a:r>
          </a:p>
        </p:txBody>
      </p:sp>
      <p:sp>
        <p:nvSpPr>
          <p:cNvPr id="23" name="TextBox 22"/>
          <p:cNvSpPr txBox="1"/>
          <p:nvPr/>
        </p:nvSpPr>
        <p:spPr>
          <a:xfrm>
            <a:off x="6583680" y="1773936"/>
            <a:ext cx="2048256" cy="182880"/>
          </a:xfrm>
          <a:prstGeom prst="rect">
            <a:avLst/>
          </a:prstGeom>
          <a:noFill/>
        </p:spPr>
        <p:txBody>
          <a:bodyPr wrap="square" lIns="0" rIns="0" tIns="0" bIns="0" anchor="t">
            <a:noAutofit/>
          </a:bodyPr>
          <a:lstStyle/>
          <a:p>
            <a:pPr algn="l"/>
            <a:r>
              <a:rPr sz="850" b="0" i="1">
                <a:solidFill>
                  <a:srgbClr val="747678"/>
                </a:solidFill>
                <a:latin typeface="Calibri"/>
              </a:rPr>
              <a:t>Operating partnership with Pelindo</a:t>
            </a:r>
          </a:p>
        </p:txBody>
      </p:sp>
      <p:cxnSp>
        <p:nvCxnSpPr>
          <p:cNvPr id="24" name="Connector 23"/>
          <p:cNvCxnSpPr/>
          <p:nvPr/>
        </p:nvCxnSpPr>
        <p:spPr>
          <a:xfrm>
            <a:off x="5532120" y="2066543"/>
            <a:ext cx="3099816" cy="0"/>
          </a:xfrm>
          <a:prstGeom prst="line">
            <a:avLst/>
          </a:prstGeom>
          <a:ln w="9525">
            <a:solidFill>
              <a:srgbClr val="D9DADC"/>
            </a:solidFill>
          </a:ln>
        </p:spPr>
        <p:style>
          <a:lnRef idx="2">
            <a:schemeClr val="accent1"/>
          </a:lnRef>
          <a:fillRef idx="0">
            <a:schemeClr val="accent1"/>
          </a:fillRef>
          <a:effectRef idx="1">
            <a:schemeClr val="accent1"/>
          </a:effectRef>
          <a:fontRef idx="minor">
            <a:schemeClr val="tx1"/>
          </a:fontRef>
        </p:style>
      </p:cxnSp>
      <p:pic>
        <p:nvPicPr>
          <p:cNvPr id="25" name="Photo CIGADING" descr="_crop_site_cigading_102x102.png"/>
          <p:cNvPicPr>
            <a:picLocks noChangeAspect="1"/>
          </p:cNvPicPr>
          <p:nvPr/>
        </p:nvPicPr>
        <p:blipFill>
          <a:blip r:embed="rId3"/>
          <a:stretch>
            <a:fillRect/>
          </a:stretch>
        </p:blipFill>
        <p:spPr>
          <a:xfrm>
            <a:off x="5532120" y="2185416"/>
            <a:ext cx="932688" cy="932688"/>
          </a:xfrm>
          <a:prstGeom prst="rect">
            <a:avLst/>
          </a:prstGeom>
        </p:spPr>
      </p:pic>
      <p:sp>
        <p:nvSpPr>
          <p:cNvPr id="26" name="TextBox 25"/>
          <p:cNvSpPr txBox="1"/>
          <p:nvPr/>
        </p:nvSpPr>
        <p:spPr>
          <a:xfrm>
            <a:off x="6583680" y="2167128"/>
            <a:ext cx="1371600" cy="219456"/>
          </a:xfrm>
          <a:prstGeom prst="rect">
            <a:avLst/>
          </a:prstGeom>
          <a:noFill/>
        </p:spPr>
        <p:txBody>
          <a:bodyPr wrap="square" lIns="0" rIns="0" tIns="0" bIns="0" anchor="t">
            <a:noAutofit/>
          </a:bodyPr>
          <a:lstStyle/>
          <a:p>
            <a:pPr algn="l"/>
            <a:r>
              <a:rPr sz="1100" b="1" i="0" spc="100">
                <a:solidFill>
                  <a:srgbClr val="4D4D4F"/>
                </a:solidFill>
                <a:latin typeface="Calibri"/>
              </a:rPr>
              <a:t>CIGADING</a:t>
            </a:r>
          </a:p>
        </p:txBody>
      </p:sp>
      <p:sp>
        <p:nvSpPr>
          <p:cNvPr id="27" name="TextBox 26"/>
          <p:cNvSpPr txBox="1"/>
          <p:nvPr/>
        </p:nvSpPr>
        <p:spPr>
          <a:xfrm>
            <a:off x="7680960" y="2167128"/>
            <a:ext cx="950976" cy="219456"/>
          </a:xfrm>
          <a:prstGeom prst="rect">
            <a:avLst/>
          </a:prstGeom>
          <a:noFill/>
        </p:spPr>
        <p:txBody>
          <a:bodyPr wrap="square" lIns="0" rIns="0" tIns="0" bIns="0" anchor="t">
            <a:noAutofit/>
          </a:bodyPr>
          <a:lstStyle/>
          <a:p>
            <a:pPr algn="r"/>
            <a:r>
              <a:rPr sz="1200" b="1" i="0">
                <a:solidFill>
                  <a:srgbClr val="8A6A0C"/>
                </a:solidFill>
                <a:latin typeface="Calibri"/>
              </a:rPr>
              <a:t>~4 Mtpa</a:t>
            </a:r>
          </a:p>
        </p:txBody>
      </p:sp>
      <p:sp>
        <p:nvSpPr>
          <p:cNvPr id="28" name="TextBox 27"/>
          <p:cNvSpPr txBox="1"/>
          <p:nvPr/>
        </p:nvSpPr>
        <p:spPr>
          <a:xfrm>
            <a:off x="6583680" y="2386584"/>
            <a:ext cx="2048256" cy="182880"/>
          </a:xfrm>
          <a:prstGeom prst="rect">
            <a:avLst/>
          </a:prstGeom>
          <a:noFill/>
        </p:spPr>
        <p:txBody>
          <a:bodyPr wrap="square" lIns="0" rIns="0" tIns="0" bIns="0" anchor="t">
            <a:noAutofit/>
          </a:bodyPr>
          <a:lstStyle/>
          <a:p>
            <a:pPr algn="l"/>
            <a:r>
              <a:rPr sz="850" b="0" i="0">
                <a:solidFill>
                  <a:srgbClr val="747678"/>
                </a:solidFill>
                <a:latin typeface="Calibri"/>
              </a:rPr>
              <a:t>Cilegon · Banten · Krakatau (KBS)</a:t>
            </a:r>
          </a:p>
        </p:txBody>
      </p:sp>
      <p:sp>
        <p:nvSpPr>
          <p:cNvPr id="29" name="TextBox 28"/>
          <p:cNvSpPr txBox="1"/>
          <p:nvPr/>
        </p:nvSpPr>
        <p:spPr>
          <a:xfrm>
            <a:off x="6583680" y="2578608"/>
            <a:ext cx="2048256" cy="329184"/>
          </a:xfrm>
          <a:prstGeom prst="rect">
            <a:avLst/>
          </a:prstGeom>
          <a:noFill/>
        </p:spPr>
        <p:txBody>
          <a:bodyPr wrap="square" lIns="0" rIns="0" tIns="0" bIns="0" anchor="t">
            <a:noAutofit/>
          </a:bodyPr>
          <a:lstStyle/>
          <a:p>
            <a:pPr algn="l">
              <a:lnSpc>
                <a:spcPct val="105000"/>
              </a:lnSpc>
            </a:pPr>
            <a:r>
              <a:rPr sz="950" b="0" i="0">
                <a:solidFill>
                  <a:srgbClr val="4D4D4F"/>
                </a:solidFill>
                <a:latin typeface="Calibri"/>
              </a:rPr>
              <a:t>Integrated 400 kt warehouse fed by conveyor from the jetty</a:t>
            </a:r>
          </a:p>
        </p:txBody>
      </p:sp>
      <p:sp>
        <p:nvSpPr>
          <p:cNvPr id="30" name="TextBox 29"/>
          <p:cNvSpPr txBox="1"/>
          <p:nvPr/>
        </p:nvSpPr>
        <p:spPr>
          <a:xfrm>
            <a:off x="6583680" y="2935224"/>
            <a:ext cx="2048256" cy="182880"/>
          </a:xfrm>
          <a:prstGeom prst="rect">
            <a:avLst/>
          </a:prstGeom>
          <a:noFill/>
        </p:spPr>
        <p:txBody>
          <a:bodyPr wrap="square" lIns="0" rIns="0" tIns="0" bIns="0" anchor="t">
            <a:noAutofit/>
          </a:bodyPr>
          <a:lstStyle/>
          <a:p>
            <a:pPr algn="l"/>
            <a:r>
              <a:rPr sz="850" b="0" i="1">
                <a:solidFill>
                  <a:srgbClr val="747678"/>
                </a:solidFill>
                <a:latin typeface="Calibri"/>
              </a:rPr>
              <a:t>Co-invested with KBS; 30 + 20-year term</a:t>
            </a:r>
          </a:p>
        </p:txBody>
      </p:sp>
      <p:cxnSp>
        <p:nvCxnSpPr>
          <p:cNvPr id="31" name="Connector 30"/>
          <p:cNvCxnSpPr/>
          <p:nvPr/>
        </p:nvCxnSpPr>
        <p:spPr>
          <a:xfrm>
            <a:off x="5532120" y="3227832"/>
            <a:ext cx="3099816" cy="0"/>
          </a:xfrm>
          <a:prstGeom prst="line">
            <a:avLst/>
          </a:prstGeom>
          <a:ln w="9525">
            <a:solidFill>
              <a:srgbClr val="D9DADC"/>
            </a:solidFill>
          </a:ln>
        </p:spPr>
        <p:style>
          <a:lnRef idx="2">
            <a:schemeClr val="accent1"/>
          </a:lnRef>
          <a:fillRef idx="0">
            <a:schemeClr val="accent1"/>
          </a:fillRef>
          <a:effectRef idx="1">
            <a:schemeClr val="accent1"/>
          </a:effectRef>
          <a:fontRef idx="minor">
            <a:schemeClr val="tx1"/>
          </a:fontRef>
        </p:style>
      </p:cxnSp>
      <p:pic>
        <p:nvPicPr>
          <p:cNvPr id="32" name="Photo TELUK LAMONG" descr="_crop_site_teluklamong_102x102.png"/>
          <p:cNvPicPr>
            <a:picLocks noChangeAspect="1"/>
          </p:cNvPicPr>
          <p:nvPr/>
        </p:nvPicPr>
        <p:blipFill>
          <a:blip r:embed="rId4"/>
          <a:stretch>
            <a:fillRect/>
          </a:stretch>
        </p:blipFill>
        <p:spPr>
          <a:xfrm>
            <a:off x="5532120" y="3346704"/>
            <a:ext cx="932688" cy="932688"/>
          </a:xfrm>
          <a:prstGeom prst="rect">
            <a:avLst/>
          </a:prstGeom>
        </p:spPr>
      </p:pic>
      <p:sp>
        <p:nvSpPr>
          <p:cNvPr id="33" name="TextBox 32"/>
          <p:cNvSpPr txBox="1"/>
          <p:nvPr/>
        </p:nvSpPr>
        <p:spPr>
          <a:xfrm>
            <a:off x="6583680" y="3328416"/>
            <a:ext cx="1371600" cy="219456"/>
          </a:xfrm>
          <a:prstGeom prst="rect">
            <a:avLst/>
          </a:prstGeom>
          <a:noFill/>
        </p:spPr>
        <p:txBody>
          <a:bodyPr wrap="square" lIns="0" rIns="0" tIns="0" bIns="0" anchor="t">
            <a:noAutofit/>
          </a:bodyPr>
          <a:lstStyle/>
          <a:p>
            <a:pPr algn="l"/>
            <a:r>
              <a:rPr sz="1100" b="1" i="0" spc="100">
                <a:solidFill>
                  <a:srgbClr val="4D4D4F"/>
                </a:solidFill>
                <a:latin typeface="Calibri"/>
              </a:rPr>
              <a:t>TELUK LAMONG</a:t>
            </a:r>
          </a:p>
        </p:txBody>
      </p:sp>
      <p:sp>
        <p:nvSpPr>
          <p:cNvPr id="34" name="TextBox 33"/>
          <p:cNvSpPr txBox="1"/>
          <p:nvPr/>
        </p:nvSpPr>
        <p:spPr>
          <a:xfrm>
            <a:off x="7680960" y="3328416"/>
            <a:ext cx="950976" cy="219456"/>
          </a:xfrm>
          <a:prstGeom prst="rect">
            <a:avLst/>
          </a:prstGeom>
          <a:noFill/>
        </p:spPr>
        <p:txBody>
          <a:bodyPr wrap="square" lIns="0" rIns="0" tIns="0" bIns="0" anchor="t">
            <a:noAutofit/>
          </a:bodyPr>
          <a:lstStyle/>
          <a:p>
            <a:pPr algn="r"/>
            <a:r>
              <a:rPr sz="1200" b="1" i="0">
                <a:solidFill>
                  <a:srgbClr val="8A6A0C"/>
                </a:solidFill>
                <a:latin typeface="Calibri"/>
              </a:rPr>
              <a:t>~4 Mtpa</a:t>
            </a:r>
          </a:p>
        </p:txBody>
      </p:sp>
      <p:sp>
        <p:nvSpPr>
          <p:cNvPr id="35" name="TextBox 34"/>
          <p:cNvSpPr txBox="1"/>
          <p:nvPr/>
        </p:nvSpPr>
        <p:spPr>
          <a:xfrm>
            <a:off x="6583680" y="3547872"/>
            <a:ext cx="2048256" cy="182880"/>
          </a:xfrm>
          <a:prstGeom prst="rect">
            <a:avLst/>
          </a:prstGeom>
          <a:noFill/>
        </p:spPr>
        <p:txBody>
          <a:bodyPr wrap="square" lIns="0" rIns="0" tIns="0" bIns="0" anchor="t">
            <a:noAutofit/>
          </a:bodyPr>
          <a:lstStyle/>
          <a:p>
            <a:pPr algn="l"/>
            <a:r>
              <a:rPr sz="850" b="0" i="0">
                <a:solidFill>
                  <a:srgbClr val="747678"/>
                </a:solidFill>
                <a:latin typeface="Calibri"/>
              </a:rPr>
              <a:t>Surabaya · East Java · Pelindo</a:t>
            </a:r>
          </a:p>
        </p:txBody>
      </p:sp>
      <p:sp>
        <p:nvSpPr>
          <p:cNvPr id="36" name="TextBox 35"/>
          <p:cNvSpPr txBox="1"/>
          <p:nvPr/>
        </p:nvSpPr>
        <p:spPr>
          <a:xfrm>
            <a:off x="6583680" y="3739896"/>
            <a:ext cx="2048256" cy="329184"/>
          </a:xfrm>
          <a:prstGeom prst="rect">
            <a:avLst/>
          </a:prstGeom>
          <a:noFill/>
        </p:spPr>
        <p:txBody>
          <a:bodyPr wrap="square" lIns="0" rIns="0" tIns="0" bIns="0" anchor="t">
            <a:noAutofit/>
          </a:bodyPr>
          <a:lstStyle/>
          <a:p>
            <a:pPr algn="l">
              <a:lnSpc>
                <a:spcPct val="105000"/>
              </a:lnSpc>
            </a:pPr>
            <a:r>
              <a:rPr sz="950" b="0" i="0">
                <a:solidFill>
                  <a:srgbClr val="4D4D4F"/>
                </a:solidFill>
                <a:latin typeface="Calibri"/>
              </a:rPr>
              <a:t>~220 kt transit storage behind the deep-water berth</a:t>
            </a:r>
          </a:p>
        </p:txBody>
      </p:sp>
      <p:sp>
        <p:nvSpPr>
          <p:cNvPr id="37" name="TextBox 36"/>
          <p:cNvSpPr txBox="1"/>
          <p:nvPr/>
        </p:nvSpPr>
        <p:spPr>
          <a:xfrm>
            <a:off x="6583680" y="4096512"/>
            <a:ext cx="2048256" cy="182880"/>
          </a:xfrm>
          <a:prstGeom prst="rect">
            <a:avLst/>
          </a:prstGeom>
          <a:noFill/>
        </p:spPr>
        <p:txBody>
          <a:bodyPr wrap="square" lIns="0" rIns="0" tIns="0" bIns="0" anchor="t">
            <a:noAutofit/>
          </a:bodyPr>
          <a:lstStyle/>
          <a:p>
            <a:pPr algn="l"/>
            <a:r>
              <a:rPr sz="850" b="0" i="1">
                <a:solidFill>
                  <a:srgbClr val="747678"/>
                </a:solidFill>
                <a:latin typeface="Calibri"/>
              </a:rPr>
              <a:t>JV with anchor feed customers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5" sz="half"/>
          </p:nvPr>
        </p:nvSpPr>
        <p:spPr/>
        <p:txBody>
          <a:bodyPr/>
          <a:lstStyle/>
          <a:p>
            <a:r>
              <a:rPr sz="1400" b="1">
                <a:solidFill>
                  <a:srgbClr val="747678"/>
                </a:solidFill>
                <a:latin typeface="Calibri"/>
              </a:rPr>
              <a:t>From one terminal in Surabaya to three gateways, now being linked from berth to mill</a:t>
            </a:r>
          </a:p>
        </p:txBody>
      </p:sp>
      <p:sp>
        <p:nvSpPr>
          <p:cNvPr id="5" name="Text Placeholder 4"/>
          <p:cNvSpPr>
            <a:spLocks noGrp="1"/>
          </p:cNvSpPr>
          <p:nvPr>
            <p:ph type="body" idx="16" sz="half"/>
          </p:nvPr>
        </p:nvSpPr>
        <p:spPr/>
        <p:txBody>
          <a:bodyPr/>
          <a:lstStyle/>
          <a:p>
            <a:r>
              <a:rPr sz="1800" b="1">
                <a:solidFill>
                  <a:srgbClr val="4D4D4F"/>
                </a:solidFill>
                <a:latin typeface="Calibri"/>
              </a:rPr>
              <a:t>FKS has built the platform step by step since 2015</a:t>
            </a:r>
          </a:p>
        </p:txBody>
      </p:sp>
      <p:cxnSp>
        <p:nvCxnSpPr>
          <p:cNvPr id="6" name="Title rule"/>
          <p:cNvCxnSpPr/>
          <p:nvPr/>
        </p:nvCxnSpPr>
        <p:spPr>
          <a:xfrm>
            <a:off x="512064" y="886968"/>
            <a:ext cx="8119872" cy="0"/>
          </a:xfrm>
          <a:prstGeom prst="line">
            <a:avLst/>
          </a:prstGeom>
          <a:ln w="9525">
            <a:solidFill>
              <a:srgbClr val="D9DADC"/>
            </a:solidFill>
          </a:ln>
        </p:spPr>
        <p:style>
          <a:lnRef idx="2">
            <a:schemeClr val="accent1"/>
          </a:lnRef>
          <a:fillRef idx="0">
            <a:schemeClr val="accent1"/>
          </a:fillRef>
          <a:effectRef idx="1">
            <a:schemeClr val="accent1"/>
          </a:effectRef>
          <a:fontRef idx="minor">
            <a:schemeClr val="tx1"/>
          </a:fontRef>
        </p:style>
      </p:cxnSp>
      <p:sp>
        <p:nvSpPr>
          <p:cNvPr id="7" name="Page number"/>
          <p:cNvSpPr txBox="1"/>
          <p:nvPr/>
        </p:nvSpPr>
        <p:spPr>
          <a:xfrm>
            <a:off x="8229600" y="4754880"/>
            <a:ext cx="402336" cy="182880"/>
          </a:xfrm>
          <a:prstGeom prst="rect">
            <a:avLst/>
          </a:prstGeom>
          <a:noFill/>
        </p:spPr>
        <p:txBody>
          <a:bodyPr wrap="square" lIns="0" rIns="0" tIns="0" bIns="0" anchor="t">
            <a:noAutofit/>
          </a:bodyPr>
          <a:lstStyle/>
          <a:p>
            <a:pPr algn="r"/>
            <a:r>
              <a:rPr sz="800" b="0" i="0">
                <a:solidFill>
                  <a:srgbClr val="4D4D4F"/>
                </a:solidFill>
                <a:latin typeface="Calibri"/>
              </a:rPr>
              <a:t>7</a:t>
            </a:r>
          </a:p>
        </p:txBody>
      </p:sp>
      <p:cxnSp>
        <p:nvCxnSpPr>
          <p:cNvPr id="8" name="Connector 7"/>
          <p:cNvCxnSpPr/>
          <p:nvPr/>
        </p:nvCxnSpPr>
        <p:spPr>
          <a:xfrm>
            <a:off x="512064" y="2788920"/>
            <a:ext cx="8119872" cy="0"/>
          </a:xfrm>
          <a:prstGeom prst="line">
            <a:avLst/>
          </a:prstGeom>
          <a:ln w="12700">
            <a:solidFill>
              <a:srgbClr val="D9DADC"/>
            </a:solidFill>
            <a:tailEnd type="triangle" w="med" len="med"/>
          </a:ln>
        </p:spPr>
        <p:style>
          <a:lnRef idx="2">
            <a:schemeClr val="accent1"/>
          </a:lnRef>
          <a:fillRef idx="0">
            <a:schemeClr val="accent1"/>
          </a:fillRef>
          <a:effectRef idx="1">
            <a:schemeClr val="accent1"/>
          </a:effectRef>
          <a:fontRef idx="minor">
            <a:schemeClr val="tx1"/>
          </a:fontRef>
        </p:style>
      </p:cxnSp>
      <p:pic>
        <p:nvPicPr>
          <p:cNvPr id="9" name="Photo Teluk Lamong" descr="_crop_tl_tl2017_162x172.png"/>
          <p:cNvPicPr>
            <a:picLocks noChangeAspect="1"/>
          </p:cNvPicPr>
          <p:nvPr/>
        </p:nvPicPr>
        <p:blipFill>
          <a:blip r:embed="rId2"/>
          <a:stretch>
            <a:fillRect/>
          </a:stretch>
        </p:blipFill>
        <p:spPr>
          <a:xfrm>
            <a:off x="512064" y="1024128"/>
            <a:ext cx="1481328" cy="1572768"/>
          </a:xfrm>
          <a:prstGeom prst="rect">
            <a:avLst/>
          </a:prstGeom>
        </p:spPr>
      </p:pic>
      <p:sp>
        <p:nvSpPr>
          <p:cNvPr id="10" name="Oval 9"/>
          <p:cNvSpPr/>
          <p:nvPr/>
        </p:nvSpPr>
        <p:spPr>
          <a:xfrm>
            <a:off x="512064" y="2724912"/>
            <a:ext cx="128016" cy="128016"/>
          </a:xfrm>
          <a:prstGeom prst="ellipse">
            <a:avLst/>
          </a:prstGeom>
          <a:solidFill>
            <a:srgbClr val="E6B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12064" y="2907791"/>
            <a:ext cx="1481328" cy="274320"/>
          </a:xfrm>
          <a:prstGeom prst="rect">
            <a:avLst/>
          </a:prstGeom>
          <a:noFill/>
        </p:spPr>
        <p:txBody>
          <a:bodyPr wrap="square" lIns="0" rIns="0" tIns="0" bIns="0" anchor="t">
            <a:noAutofit/>
          </a:bodyPr>
          <a:lstStyle/>
          <a:p>
            <a:pPr algn="l"/>
            <a:r>
              <a:rPr sz="1300" b="1" i="0">
                <a:solidFill>
                  <a:srgbClr val="8A6A0C"/>
                </a:solidFill>
                <a:latin typeface="Calibri"/>
              </a:rPr>
              <a:t>2015–17</a:t>
            </a:r>
          </a:p>
        </p:txBody>
      </p:sp>
      <p:sp>
        <p:nvSpPr>
          <p:cNvPr id="12" name="TextBox 11"/>
          <p:cNvSpPr txBox="1"/>
          <p:nvPr/>
        </p:nvSpPr>
        <p:spPr>
          <a:xfrm>
            <a:off x="512064" y="3182112"/>
            <a:ext cx="1481328" cy="237744"/>
          </a:xfrm>
          <a:prstGeom prst="rect">
            <a:avLst/>
          </a:prstGeom>
          <a:noFill/>
        </p:spPr>
        <p:txBody>
          <a:bodyPr wrap="square" lIns="0" rIns="0" tIns="0" bIns="0" anchor="t">
            <a:noAutofit/>
          </a:bodyPr>
          <a:lstStyle/>
          <a:p>
            <a:pPr algn="l"/>
            <a:r>
              <a:rPr sz="1100" b="1" i="0">
                <a:solidFill>
                  <a:srgbClr val="4D4D4F"/>
                </a:solidFill>
                <a:latin typeface="Calibri"/>
              </a:rPr>
              <a:t>Teluk Lamong</a:t>
            </a:r>
          </a:p>
        </p:txBody>
      </p:sp>
      <p:sp>
        <p:nvSpPr>
          <p:cNvPr id="13" name="TextBox 12"/>
          <p:cNvSpPr txBox="1"/>
          <p:nvPr/>
        </p:nvSpPr>
        <p:spPr>
          <a:xfrm>
            <a:off x="512064" y="3419856"/>
            <a:ext cx="1481328" cy="182880"/>
          </a:xfrm>
          <a:prstGeom prst="rect">
            <a:avLst/>
          </a:prstGeom>
          <a:noFill/>
        </p:spPr>
        <p:txBody>
          <a:bodyPr wrap="square" lIns="0" rIns="0" tIns="0" bIns="0" anchor="t">
            <a:noAutofit/>
          </a:bodyPr>
          <a:lstStyle/>
          <a:p>
            <a:pPr algn="l"/>
            <a:r>
              <a:rPr sz="850" b="0" i="0">
                <a:solidFill>
                  <a:srgbClr val="747678"/>
                </a:solidFill>
                <a:latin typeface="Calibri"/>
              </a:rPr>
              <a:t>Surabaya · East Java</a:t>
            </a:r>
          </a:p>
        </p:txBody>
      </p:sp>
      <p:sp>
        <p:nvSpPr>
          <p:cNvPr id="14" name="TextBox 13"/>
          <p:cNvSpPr txBox="1"/>
          <p:nvPr/>
        </p:nvSpPr>
        <p:spPr>
          <a:xfrm>
            <a:off x="512064" y="3666744"/>
            <a:ext cx="1481328" cy="868680"/>
          </a:xfrm>
          <a:prstGeom prst="rect">
            <a:avLst/>
          </a:prstGeom>
          <a:noFill/>
        </p:spPr>
        <p:txBody>
          <a:bodyPr wrap="square" lIns="0" rIns="0" tIns="0" bIns="0" anchor="t">
            <a:noAutofit/>
          </a:bodyPr>
          <a:lstStyle/>
          <a:p>
            <a:pPr algn="l">
              <a:lnSpc>
                <a:spcPct val="108000"/>
              </a:lnSpc>
            </a:pPr>
            <a:r>
              <a:rPr sz="950" b="0" i="0">
                <a:solidFill>
                  <a:srgbClr val="4D4D4F"/>
                </a:solidFill>
                <a:latin typeface="Calibri"/>
              </a:rPr>
              <a:t>First transit warehouse and conveyor, at Pelindo’s new deep-water berth</a:t>
            </a:r>
          </a:p>
        </p:txBody>
      </p:sp>
      <p:pic>
        <p:nvPicPr>
          <p:cNvPr id="15" name="Photo Cigading" descr="_crop_tl_cg2020_162x172.png"/>
          <p:cNvPicPr>
            <a:picLocks noChangeAspect="1"/>
          </p:cNvPicPr>
          <p:nvPr/>
        </p:nvPicPr>
        <p:blipFill>
          <a:blip r:embed="rId3"/>
          <a:stretch>
            <a:fillRect/>
          </a:stretch>
        </p:blipFill>
        <p:spPr>
          <a:xfrm>
            <a:off x="2171700" y="1024128"/>
            <a:ext cx="1481328" cy="1572768"/>
          </a:xfrm>
          <a:prstGeom prst="rect">
            <a:avLst/>
          </a:prstGeom>
        </p:spPr>
      </p:pic>
      <p:sp>
        <p:nvSpPr>
          <p:cNvPr id="16" name="Oval 15"/>
          <p:cNvSpPr/>
          <p:nvPr/>
        </p:nvSpPr>
        <p:spPr>
          <a:xfrm>
            <a:off x="2171700" y="2724912"/>
            <a:ext cx="128016" cy="128016"/>
          </a:xfrm>
          <a:prstGeom prst="ellipse">
            <a:avLst/>
          </a:prstGeom>
          <a:solidFill>
            <a:srgbClr val="E6B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171700" y="2907791"/>
            <a:ext cx="1481328" cy="274320"/>
          </a:xfrm>
          <a:prstGeom prst="rect">
            <a:avLst/>
          </a:prstGeom>
          <a:noFill/>
        </p:spPr>
        <p:txBody>
          <a:bodyPr wrap="square" lIns="0" rIns="0" tIns="0" bIns="0" anchor="t">
            <a:noAutofit/>
          </a:bodyPr>
          <a:lstStyle/>
          <a:p>
            <a:pPr algn="l"/>
            <a:r>
              <a:rPr sz="1300" b="1" i="0">
                <a:solidFill>
                  <a:srgbClr val="8A6A0C"/>
                </a:solidFill>
                <a:latin typeface="Calibri"/>
              </a:rPr>
              <a:t>2019–20</a:t>
            </a:r>
          </a:p>
        </p:txBody>
      </p:sp>
      <p:sp>
        <p:nvSpPr>
          <p:cNvPr id="18" name="TextBox 17"/>
          <p:cNvSpPr txBox="1"/>
          <p:nvPr/>
        </p:nvSpPr>
        <p:spPr>
          <a:xfrm>
            <a:off x="2171700" y="3182112"/>
            <a:ext cx="1481328" cy="237744"/>
          </a:xfrm>
          <a:prstGeom prst="rect">
            <a:avLst/>
          </a:prstGeom>
          <a:noFill/>
        </p:spPr>
        <p:txBody>
          <a:bodyPr wrap="square" lIns="0" rIns="0" tIns="0" bIns="0" anchor="t">
            <a:noAutofit/>
          </a:bodyPr>
          <a:lstStyle/>
          <a:p>
            <a:pPr algn="l"/>
            <a:r>
              <a:rPr sz="1100" b="1" i="0">
                <a:solidFill>
                  <a:srgbClr val="4D4D4F"/>
                </a:solidFill>
                <a:latin typeface="Calibri"/>
              </a:rPr>
              <a:t>Cigading</a:t>
            </a:r>
          </a:p>
        </p:txBody>
      </p:sp>
      <p:sp>
        <p:nvSpPr>
          <p:cNvPr id="19" name="TextBox 18"/>
          <p:cNvSpPr txBox="1"/>
          <p:nvPr/>
        </p:nvSpPr>
        <p:spPr>
          <a:xfrm>
            <a:off x="2171700" y="3419856"/>
            <a:ext cx="1481328" cy="182880"/>
          </a:xfrm>
          <a:prstGeom prst="rect">
            <a:avLst/>
          </a:prstGeom>
          <a:noFill/>
        </p:spPr>
        <p:txBody>
          <a:bodyPr wrap="square" lIns="0" rIns="0" tIns="0" bIns="0" anchor="t">
            <a:noAutofit/>
          </a:bodyPr>
          <a:lstStyle/>
          <a:p>
            <a:pPr algn="l"/>
            <a:r>
              <a:rPr sz="850" b="0" i="0">
                <a:solidFill>
                  <a:srgbClr val="747678"/>
                </a:solidFill>
                <a:latin typeface="Calibri"/>
              </a:rPr>
              <a:t>Cilegon · Banten</a:t>
            </a:r>
          </a:p>
        </p:txBody>
      </p:sp>
      <p:sp>
        <p:nvSpPr>
          <p:cNvPr id="20" name="TextBox 19"/>
          <p:cNvSpPr txBox="1"/>
          <p:nvPr/>
        </p:nvSpPr>
        <p:spPr>
          <a:xfrm>
            <a:off x="2171700" y="3666744"/>
            <a:ext cx="1481328" cy="868680"/>
          </a:xfrm>
          <a:prstGeom prst="rect">
            <a:avLst/>
          </a:prstGeom>
          <a:noFill/>
        </p:spPr>
        <p:txBody>
          <a:bodyPr wrap="square" lIns="0" rIns="0" tIns="0" bIns="0" anchor="t">
            <a:noAutofit/>
          </a:bodyPr>
          <a:lstStyle/>
          <a:p>
            <a:pPr algn="l">
              <a:lnSpc>
                <a:spcPct val="108000"/>
              </a:lnSpc>
            </a:pPr>
            <a:r>
              <a:rPr sz="950" b="0" i="0">
                <a:solidFill>
                  <a:srgbClr val="4D4D4F"/>
                </a:solidFill>
                <a:latin typeface="Calibri"/>
              </a:rPr>
              <a:t>Integrated warehouse fed by conveyor from Jetty 1, co-invested with KBS</a:t>
            </a:r>
          </a:p>
        </p:txBody>
      </p:sp>
      <p:pic>
        <p:nvPicPr>
          <p:cNvPr id="21" name="Photo Belawan" descr="_crop_tl_bw2021_162x172.png"/>
          <p:cNvPicPr>
            <a:picLocks noChangeAspect="1"/>
          </p:cNvPicPr>
          <p:nvPr/>
        </p:nvPicPr>
        <p:blipFill>
          <a:blip r:embed="rId4"/>
          <a:stretch>
            <a:fillRect/>
          </a:stretch>
        </p:blipFill>
        <p:spPr>
          <a:xfrm>
            <a:off x="3831335" y="1024128"/>
            <a:ext cx="1481328" cy="1572768"/>
          </a:xfrm>
          <a:prstGeom prst="rect">
            <a:avLst/>
          </a:prstGeom>
        </p:spPr>
      </p:pic>
      <p:sp>
        <p:nvSpPr>
          <p:cNvPr id="22" name="Oval 21"/>
          <p:cNvSpPr/>
          <p:nvPr/>
        </p:nvSpPr>
        <p:spPr>
          <a:xfrm>
            <a:off x="3831335" y="2724912"/>
            <a:ext cx="128016" cy="128016"/>
          </a:xfrm>
          <a:prstGeom prst="ellipse">
            <a:avLst/>
          </a:prstGeom>
          <a:solidFill>
            <a:srgbClr val="E6B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831335" y="2907791"/>
            <a:ext cx="1481328" cy="274320"/>
          </a:xfrm>
          <a:prstGeom prst="rect">
            <a:avLst/>
          </a:prstGeom>
          <a:noFill/>
        </p:spPr>
        <p:txBody>
          <a:bodyPr wrap="square" lIns="0" rIns="0" tIns="0" bIns="0" anchor="t">
            <a:noAutofit/>
          </a:bodyPr>
          <a:lstStyle/>
          <a:p>
            <a:pPr algn="l"/>
            <a:r>
              <a:rPr sz="1300" b="1" i="0">
                <a:solidFill>
                  <a:srgbClr val="8A6A0C"/>
                </a:solidFill>
                <a:latin typeface="Calibri"/>
              </a:rPr>
              <a:t>2020–21</a:t>
            </a:r>
          </a:p>
        </p:txBody>
      </p:sp>
      <p:sp>
        <p:nvSpPr>
          <p:cNvPr id="24" name="TextBox 23"/>
          <p:cNvSpPr txBox="1"/>
          <p:nvPr/>
        </p:nvSpPr>
        <p:spPr>
          <a:xfrm>
            <a:off x="3831335" y="3182112"/>
            <a:ext cx="1481328" cy="237744"/>
          </a:xfrm>
          <a:prstGeom prst="rect">
            <a:avLst/>
          </a:prstGeom>
          <a:noFill/>
        </p:spPr>
        <p:txBody>
          <a:bodyPr wrap="square" lIns="0" rIns="0" tIns="0" bIns="0" anchor="t">
            <a:noAutofit/>
          </a:bodyPr>
          <a:lstStyle/>
          <a:p>
            <a:pPr algn="l"/>
            <a:r>
              <a:rPr sz="1100" b="1" i="0">
                <a:solidFill>
                  <a:srgbClr val="4D4D4F"/>
                </a:solidFill>
                <a:latin typeface="Calibri"/>
              </a:rPr>
              <a:t>Belawan</a:t>
            </a:r>
          </a:p>
        </p:txBody>
      </p:sp>
      <p:sp>
        <p:nvSpPr>
          <p:cNvPr id="25" name="TextBox 24"/>
          <p:cNvSpPr txBox="1"/>
          <p:nvPr/>
        </p:nvSpPr>
        <p:spPr>
          <a:xfrm>
            <a:off x="3831335" y="3419856"/>
            <a:ext cx="1481328" cy="182880"/>
          </a:xfrm>
          <a:prstGeom prst="rect">
            <a:avLst/>
          </a:prstGeom>
          <a:noFill/>
        </p:spPr>
        <p:txBody>
          <a:bodyPr wrap="square" lIns="0" rIns="0" tIns="0" bIns="0" anchor="t">
            <a:noAutofit/>
          </a:bodyPr>
          <a:lstStyle/>
          <a:p>
            <a:pPr algn="l"/>
            <a:r>
              <a:rPr sz="850" b="0" i="0">
                <a:solidFill>
                  <a:srgbClr val="747678"/>
                </a:solidFill>
                <a:latin typeface="Calibri"/>
              </a:rPr>
              <a:t>Medan · North Sumatra</a:t>
            </a:r>
          </a:p>
        </p:txBody>
      </p:sp>
      <p:sp>
        <p:nvSpPr>
          <p:cNvPr id="26" name="TextBox 25"/>
          <p:cNvSpPr txBox="1"/>
          <p:nvPr/>
        </p:nvSpPr>
        <p:spPr>
          <a:xfrm>
            <a:off x="3831335" y="3666744"/>
            <a:ext cx="1481328" cy="868680"/>
          </a:xfrm>
          <a:prstGeom prst="rect">
            <a:avLst/>
          </a:prstGeom>
          <a:noFill/>
        </p:spPr>
        <p:txBody>
          <a:bodyPr wrap="square" lIns="0" rIns="0" tIns="0" bIns="0" anchor="t">
            <a:noAutofit/>
          </a:bodyPr>
          <a:lstStyle/>
          <a:p>
            <a:pPr algn="l">
              <a:lnSpc>
                <a:spcPct val="108000"/>
              </a:lnSpc>
            </a:pPr>
            <a:r>
              <a:rPr sz="950" b="0" i="0">
                <a:solidFill>
                  <a:srgbClr val="4D4D4F"/>
                </a:solidFill>
                <a:latin typeface="Calibri"/>
              </a:rPr>
              <a:t>Idle Pelindo warehouse and conveyor back in service in ~11 months</a:t>
            </a:r>
          </a:p>
        </p:txBody>
      </p:sp>
      <p:pic>
        <p:nvPicPr>
          <p:cNvPr id="27" name="Photo Connecting the chain" descr="_crop_tl_cg2026_162x172.png"/>
          <p:cNvPicPr>
            <a:picLocks noChangeAspect="1"/>
          </p:cNvPicPr>
          <p:nvPr/>
        </p:nvPicPr>
        <p:blipFill>
          <a:blip r:embed="rId5"/>
          <a:stretch>
            <a:fillRect/>
          </a:stretch>
        </p:blipFill>
        <p:spPr>
          <a:xfrm>
            <a:off x="5490972" y="1024128"/>
            <a:ext cx="1481328" cy="1572768"/>
          </a:xfrm>
          <a:prstGeom prst="rect">
            <a:avLst/>
          </a:prstGeom>
        </p:spPr>
      </p:pic>
      <p:sp>
        <p:nvSpPr>
          <p:cNvPr id="28" name="Oval 27"/>
          <p:cNvSpPr/>
          <p:nvPr/>
        </p:nvSpPr>
        <p:spPr>
          <a:xfrm>
            <a:off x="5490972" y="2724912"/>
            <a:ext cx="128016" cy="128016"/>
          </a:xfrm>
          <a:prstGeom prst="ellipse">
            <a:avLst/>
          </a:prstGeom>
          <a:solidFill>
            <a:srgbClr val="E6B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490972" y="2907791"/>
            <a:ext cx="1481328" cy="274320"/>
          </a:xfrm>
          <a:prstGeom prst="rect">
            <a:avLst/>
          </a:prstGeom>
          <a:noFill/>
        </p:spPr>
        <p:txBody>
          <a:bodyPr wrap="square" lIns="0" rIns="0" tIns="0" bIns="0" anchor="t">
            <a:noAutofit/>
          </a:bodyPr>
          <a:lstStyle/>
          <a:p>
            <a:pPr algn="l"/>
            <a:r>
              <a:rPr sz="1300" b="1" i="0">
                <a:solidFill>
                  <a:srgbClr val="8A6A0C"/>
                </a:solidFill>
                <a:latin typeface="Calibri"/>
              </a:rPr>
              <a:t>2024–26</a:t>
            </a:r>
          </a:p>
        </p:txBody>
      </p:sp>
      <p:sp>
        <p:nvSpPr>
          <p:cNvPr id="30" name="TextBox 29"/>
          <p:cNvSpPr txBox="1"/>
          <p:nvPr/>
        </p:nvSpPr>
        <p:spPr>
          <a:xfrm>
            <a:off x="5490972" y="3182112"/>
            <a:ext cx="1481328" cy="237744"/>
          </a:xfrm>
          <a:prstGeom prst="rect">
            <a:avLst/>
          </a:prstGeom>
          <a:noFill/>
        </p:spPr>
        <p:txBody>
          <a:bodyPr wrap="square" lIns="0" rIns="0" tIns="0" bIns="0" anchor="t">
            <a:noAutofit/>
          </a:bodyPr>
          <a:lstStyle/>
          <a:p>
            <a:pPr algn="l"/>
            <a:r>
              <a:rPr sz="1100" b="1" i="0">
                <a:solidFill>
                  <a:srgbClr val="4D4D4F"/>
                </a:solidFill>
                <a:latin typeface="Calibri"/>
              </a:rPr>
              <a:t>Connecting the chain</a:t>
            </a:r>
          </a:p>
        </p:txBody>
      </p:sp>
      <p:sp>
        <p:nvSpPr>
          <p:cNvPr id="31" name="TextBox 30"/>
          <p:cNvSpPr txBox="1"/>
          <p:nvPr/>
        </p:nvSpPr>
        <p:spPr>
          <a:xfrm>
            <a:off x="5490972" y="3419856"/>
            <a:ext cx="1481328" cy="182880"/>
          </a:xfrm>
          <a:prstGeom prst="rect">
            <a:avLst/>
          </a:prstGeom>
          <a:noFill/>
        </p:spPr>
        <p:txBody>
          <a:bodyPr wrap="square" lIns="0" rIns="0" tIns="0" bIns="0" anchor="t">
            <a:noAutofit/>
          </a:bodyPr>
          <a:lstStyle/>
          <a:p>
            <a:pPr algn="l"/>
            <a:r>
              <a:rPr sz="850" b="0" i="0">
                <a:solidFill>
                  <a:srgbClr val="747678"/>
                </a:solidFill>
                <a:latin typeface="Calibri"/>
              </a:rPr>
              <a:t>Cigading · Teluk Lamong</a:t>
            </a:r>
          </a:p>
        </p:txBody>
      </p:sp>
      <p:sp>
        <p:nvSpPr>
          <p:cNvPr id="32" name="TextBox 31"/>
          <p:cNvSpPr txBox="1"/>
          <p:nvPr/>
        </p:nvSpPr>
        <p:spPr>
          <a:xfrm>
            <a:off x="5490972" y="3666744"/>
            <a:ext cx="1481328" cy="868680"/>
          </a:xfrm>
          <a:prstGeom prst="rect">
            <a:avLst/>
          </a:prstGeom>
          <a:noFill/>
        </p:spPr>
        <p:txBody>
          <a:bodyPr wrap="square" lIns="0" rIns="0" tIns="0" bIns="0" anchor="t">
            <a:noAutofit/>
          </a:bodyPr>
          <a:lstStyle/>
          <a:p>
            <a:pPr algn="l">
              <a:lnSpc>
                <a:spcPct val="108000"/>
              </a:lnSpc>
            </a:pPr>
            <a:r>
              <a:rPr sz="950" b="0" i="0">
                <a:solidFill>
                  <a:srgbClr val="4D4D4F"/>
                </a:solidFill>
                <a:latin typeface="Calibri"/>
              </a:rPr>
              <a:t>Jetty 2 conveyor, a bagging line and a conveyor into the mills (2026, planned)</a:t>
            </a:r>
          </a:p>
        </p:txBody>
      </p:sp>
      <p:sp>
        <p:nvSpPr>
          <p:cNvPr id="33" name="Next panel"/>
          <p:cNvSpPr/>
          <p:nvPr/>
        </p:nvSpPr>
        <p:spPr>
          <a:xfrm>
            <a:off x="7150608" y="1024128"/>
            <a:ext cx="1481328" cy="1572768"/>
          </a:xfrm>
          <a:prstGeom prst="rect">
            <a:avLst/>
          </a:prstGeom>
          <a:solidFill>
            <a:srgbClr val="F1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Map - Neighbouring countries"/>
          <p:cNvSpPr/>
          <p:nvPr/>
        </p:nvSpPr>
        <p:spPr>
          <a:xfrm>
            <a:off x="7399821" y="1513550"/>
            <a:ext cx="1110254" cy="273726"/>
          </a:xfrm>
          <a:custGeom>
            <a:avLst/>
            <a:gdLst/>
            <a:ahLst/>
            <a:cxnLst/>
            <a:rect l="l" t="t" r="r" b="b"/>
            <a:pathLst>
              <a:path w="1110254" h="273726">
                <a:moveTo>
                  <a:pt x="133225" y="2816"/>
                </a:moveTo>
                <a:lnTo>
                  <a:pt x="134147" y="534"/>
                </a:lnTo>
                <a:lnTo>
                  <a:pt x="135263" y="0"/>
                </a:lnTo>
                <a:lnTo>
                  <a:pt x="136040" y="0"/>
                </a:lnTo>
                <a:lnTo>
                  <a:pt x="137981" y="0"/>
                </a:lnTo>
                <a:lnTo>
                  <a:pt x="140117" y="0"/>
                </a:lnTo>
                <a:lnTo>
                  <a:pt x="144194" y="0"/>
                </a:lnTo>
                <a:lnTo>
                  <a:pt x="154822" y="1554"/>
                </a:lnTo>
                <a:lnTo>
                  <a:pt x="157977" y="2525"/>
                </a:lnTo>
                <a:lnTo>
                  <a:pt x="162199" y="922"/>
                </a:lnTo>
                <a:lnTo>
                  <a:pt x="164044" y="1942"/>
                </a:lnTo>
                <a:lnTo>
                  <a:pt x="165985" y="3593"/>
                </a:lnTo>
                <a:lnTo>
                  <a:pt x="167101" y="8156"/>
                </a:lnTo>
                <a:lnTo>
                  <a:pt x="169868" y="12380"/>
                </a:lnTo>
                <a:lnTo>
                  <a:pt x="175449" y="11749"/>
                </a:lnTo>
                <a:lnTo>
                  <a:pt x="177390" y="12380"/>
                </a:lnTo>
                <a:lnTo>
                  <a:pt x="178604" y="12477"/>
                </a:lnTo>
                <a:lnTo>
                  <a:pt x="179672" y="16216"/>
                </a:lnTo>
                <a:lnTo>
                  <a:pt x="180205" y="22624"/>
                </a:lnTo>
                <a:lnTo>
                  <a:pt x="179672" y="26411"/>
                </a:lnTo>
                <a:lnTo>
                  <a:pt x="175643" y="31752"/>
                </a:lnTo>
                <a:lnTo>
                  <a:pt x="175109" y="35393"/>
                </a:lnTo>
                <a:lnTo>
                  <a:pt x="177196" y="37626"/>
                </a:lnTo>
                <a:lnTo>
                  <a:pt x="179963" y="40054"/>
                </a:lnTo>
                <a:lnTo>
                  <a:pt x="181516" y="41899"/>
                </a:lnTo>
                <a:lnTo>
                  <a:pt x="183166" y="41608"/>
                </a:lnTo>
                <a:lnTo>
                  <a:pt x="185253" y="40345"/>
                </a:lnTo>
                <a:lnTo>
                  <a:pt x="187146" y="37189"/>
                </a:lnTo>
                <a:lnTo>
                  <a:pt x="188456" y="34519"/>
                </a:lnTo>
                <a:lnTo>
                  <a:pt x="195591" y="31461"/>
                </a:lnTo>
                <a:lnTo>
                  <a:pt x="202968" y="28742"/>
                </a:lnTo>
                <a:lnTo>
                  <a:pt x="203987" y="29033"/>
                </a:lnTo>
                <a:lnTo>
                  <a:pt x="205152" y="30247"/>
                </a:lnTo>
                <a:lnTo>
                  <a:pt x="207530" y="34179"/>
                </a:lnTo>
                <a:lnTo>
                  <a:pt x="208889" y="35005"/>
                </a:lnTo>
                <a:lnTo>
                  <a:pt x="210927" y="35393"/>
                </a:lnTo>
                <a:lnTo>
                  <a:pt x="214373" y="35005"/>
                </a:lnTo>
                <a:lnTo>
                  <a:pt x="218401" y="32771"/>
                </a:lnTo>
                <a:lnTo>
                  <a:pt x="220488" y="28596"/>
                </a:lnTo>
                <a:lnTo>
                  <a:pt x="221410" y="25295"/>
                </a:lnTo>
                <a:lnTo>
                  <a:pt x="227186" y="19566"/>
                </a:lnTo>
                <a:lnTo>
                  <a:pt x="227817" y="15293"/>
                </a:lnTo>
                <a:lnTo>
                  <a:pt x="229418" y="12526"/>
                </a:lnTo>
                <a:lnTo>
                  <a:pt x="237815" y="14419"/>
                </a:lnTo>
                <a:lnTo>
                  <a:pt x="241018" y="15924"/>
                </a:lnTo>
                <a:lnTo>
                  <a:pt x="250433" y="30926"/>
                </a:lnTo>
                <a:lnTo>
                  <a:pt x="262858" y="41510"/>
                </a:lnTo>
                <a:lnTo>
                  <a:pt x="268148" y="45443"/>
                </a:lnTo>
                <a:lnTo>
                  <a:pt x="272176" y="47336"/>
                </a:lnTo>
                <a:lnTo>
                  <a:pt x="277758" y="53017"/>
                </a:lnTo>
                <a:lnTo>
                  <a:pt x="282611" y="60105"/>
                </a:lnTo>
                <a:lnTo>
                  <a:pt x="293240" y="80108"/>
                </a:lnTo>
                <a:lnTo>
                  <a:pt x="295084" y="88895"/>
                </a:lnTo>
                <a:lnTo>
                  <a:pt x="295812" y="102295"/>
                </a:lnTo>
                <a:lnTo>
                  <a:pt x="293483" y="122492"/>
                </a:lnTo>
                <a:lnTo>
                  <a:pt x="290619" y="132591"/>
                </a:lnTo>
                <a:lnTo>
                  <a:pt x="291153" y="137348"/>
                </a:lnTo>
                <a:lnTo>
                  <a:pt x="295084" y="144631"/>
                </a:lnTo>
                <a:lnTo>
                  <a:pt x="293871" y="151525"/>
                </a:lnTo>
                <a:lnTo>
                  <a:pt x="294648" y="157254"/>
                </a:lnTo>
                <a:lnTo>
                  <a:pt x="294356" y="173178"/>
                </a:lnTo>
                <a:lnTo>
                  <a:pt x="296589" y="177839"/>
                </a:lnTo>
                <a:lnTo>
                  <a:pt x="299113" y="180849"/>
                </a:lnTo>
                <a:lnTo>
                  <a:pt x="312459" y="190317"/>
                </a:lnTo>
                <a:lnTo>
                  <a:pt x="313430" y="193812"/>
                </a:lnTo>
                <a:lnTo>
                  <a:pt x="320031" y="205804"/>
                </a:lnTo>
                <a:lnTo>
                  <a:pt x="332212" y="231924"/>
                </a:lnTo>
                <a:lnTo>
                  <a:pt x="335561" y="243673"/>
                </a:lnTo>
                <a:lnTo>
                  <a:pt x="335173" y="246829"/>
                </a:lnTo>
                <a:lnTo>
                  <a:pt x="333717" y="248140"/>
                </a:lnTo>
                <a:lnTo>
                  <a:pt x="330126" y="249305"/>
                </a:lnTo>
                <a:lnTo>
                  <a:pt x="327165" y="247023"/>
                </a:lnTo>
                <a:lnTo>
                  <a:pt x="326146" y="245373"/>
                </a:lnTo>
                <a:lnTo>
                  <a:pt x="326486" y="243333"/>
                </a:lnTo>
                <a:lnTo>
                  <a:pt x="325272" y="241294"/>
                </a:lnTo>
                <a:lnTo>
                  <a:pt x="322360" y="238915"/>
                </a:lnTo>
                <a:lnTo>
                  <a:pt x="320661" y="236731"/>
                </a:lnTo>
                <a:lnTo>
                  <a:pt x="321147" y="240323"/>
                </a:lnTo>
                <a:lnTo>
                  <a:pt x="321195" y="244936"/>
                </a:lnTo>
                <a:lnTo>
                  <a:pt x="317458" y="245324"/>
                </a:lnTo>
                <a:lnTo>
                  <a:pt x="312702" y="243868"/>
                </a:lnTo>
                <a:lnTo>
                  <a:pt x="306781" y="245178"/>
                </a:lnTo>
                <a:lnTo>
                  <a:pt x="299744" y="250859"/>
                </a:lnTo>
                <a:lnTo>
                  <a:pt x="296346" y="251053"/>
                </a:lnTo>
                <a:lnTo>
                  <a:pt x="293774" y="246149"/>
                </a:lnTo>
                <a:lnTo>
                  <a:pt x="292463" y="242848"/>
                </a:lnTo>
                <a:lnTo>
                  <a:pt x="290377" y="240518"/>
                </a:lnTo>
                <a:lnTo>
                  <a:pt x="268051" y="228574"/>
                </a:lnTo>
                <a:lnTo>
                  <a:pt x="259800" y="225467"/>
                </a:lnTo>
                <a:lnTo>
                  <a:pt x="251113" y="216437"/>
                </a:lnTo>
                <a:lnTo>
                  <a:pt x="231602" y="206435"/>
                </a:lnTo>
                <a:lnTo>
                  <a:pt x="219178" y="196677"/>
                </a:lnTo>
                <a:lnTo>
                  <a:pt x="213888" y="190608"/>
                </a:lnTo>
                <a:lnTo>
                  <a:pt x="201220" y="185267"/>
                </a:lnTo>
                <a:lnTo>
                  <a:pt x="195736" y="179004"/>
                </a:lnTo>
                <a:lnTo>
                  <a:pt x="193018" y="177742"/>
                </a:lnTo>
                <a:lnTo>
                  <a:pt x="190349" y="175509"/>
                </a:lnTo>
                <a:lnTo>
                  <a:pt x="193164" y="169392"/>
                </a:lnTo>
                <a:lnTo>
                  <a:pt x="191999" y="163031"/>
                </a:lnTo>
                <a:lnTo>
                  <a:pt x="190543" y="157642"/>
                </a:lnTo>
                <a:lnTo>
                  <a:pt x="181564" y="147010"/>
                </a:lnTo>
                <a:lnTo>
                  <a:pt x="177196" y="139582"/>
                </a:lnTo>
                <a:lnTo>
                  <a:pt x="168752" y="132202"/>
                </a:lnTo>
                <a:lnTo>
                  <a:pt x="165403" y="127978"/>
                </a:lnTo>
                <a:lnTo>
                  <a:pt x="162151" y="123026"/>
                </a:lnTo>
                <a:lnTo>
                  <a:pt x="164189" y="121278"/>
                </a:lnTo>
                <a:lnTo>
                  <a:pt x="166082" y="120259"/>
                </a:lnTo>
                <a:lnTo>
                  <a:pt x="164335" y="116666"/>
                </a:lnTo>
                <a:lnTo>
                  <a:pt x="159530" y="110403"/>
                </a:lnTo>
                <a:lnTo>
                  <a:pt x="157298" y="103266"/>
                </a:lnTo>
                <a:lnTo>
                  <a:pt x="157298" y="89721"/>
                </a:lnTo>
                <a:lnTo>
                  <a:pt x="150406" y="70689"/>
                </a:lnTo>
                <a:lnTo>
                  <a:pt x="144582" y="44278"/>
                </a:lnTo>
                <a:lnTo>
                  <a:pt x="145601" y="35053"/>
                </a:lnTo>
                <a:lnTo>
                  <a:pt x="144096" y="25052"/>
                </a:lnTo>
                <a:lnTo>
                  <a:pt x="140214" y="15390"/>
                </a:lnTo>
                <a:lnTo>
                  <a:pt x="135118" y="8545"/>
                </a:lnTo>
                <a:lnTo>
                  <a:pt x="133225" y="2816"/>
                </a:lnTo>
                <a:close/>
                <a:moveTo>
                  <a:pt x="980378" y="113073"/>
                </a:moveTo>
                <a:lnTo>
                  <a:pt x="978582" y="113073"/>
                </a:lnTo>
                <a:lnTo>
                  <a:pt x="974408" y="112005"/>
                </a:lnTo>
                <a:lnTo>
                  <a:pt x="966012" y="106859"/>
                </a:lnTo>
                <a:lnTo>
                  <a:pt x="957422" y="105014"/>
                </a:lnTo>
                <a:lnTo>
                  <a:pt x="944948" y="104868"/>
                </a:lnTo>
                <a:lnTo>
                  <a:pt x="937862" y="104140"/>
                </a:lnTo>
                <a:lnTo>
                  <a:pt x="934999" y="104917"/>
                </a:lnTo>
                <a:lnTo>
                  <a:pt x="932572" y="104965"/>
                </a:lnTo>
                <a:lnTo>
                  <a:pt x="930825" y="103897"/>
                </a:lnTo>
                <a:lnTo>
                  <a:pt x="928981" y="103363"/>
                </a:lnTo>
                <a:lnTo>
                  <a:pt x="924127" y="106422"/>
                </a:lnTo>
                <a:lnTo>
                  <a:pt x="921846" y="105500"/>
                </a:lnTo>
                <a:lnTo>
                  <a:pt x="919517" y="104189"/>
                </a:lnTo>
                <a:lnTo>
                  <a:pt x="915440" y="103752"/>
                </a:lnTo>
                <a:lnTo>
                  <a:pt x="910490" y="104140"/>
                </a:lnTo>
                <a:lnTo>
                  <a:pt x="905054" y="107247"/>
                </a:lnTo>
                <a:lnTo>
                  <a:pt x="898939" y="104431"/>
                </a:lnTo>
                <a:lnTo>
                  <a:pt x="897240" y="104480"/>
                </a:lnTo>
                <a:lnTo>
                  <a:pt x="896075" y="105208"/>
                </a:lnTo>
                <a:lnTo>
                  <a:pt x="893406" y="109044"/>
                </a:lnTo>
                <a:lnTo>
                  <a:pt x="888407" y="112005"/>
                </a:lnTo>
                <a:lnTo>
                  <a:pt x="885932" y="117394"/>
                </a:lnTo>
                <a:lnTo>
                  <a:pt x="884379" y="122541"/>
                </a:lnTo>
                <a:lnTo>
                  <a:pt x="883020" y="124337"/>
                </a:lnTo>
                <a:lnTo>
                  <a:pt x="882680" y="134338"/>
                </a:lnTo>
                <a:lnTo>
                  <a:pt x="881903" y="139145"/>
                </a:lnTo>
                <a:lnTo>
                  <a:pt x="883165" y="145553"/>
                </a:lnTo>
                <a:lnTo>
                  <a:pt x="882923" y="148272"/>
                </a:lnTo>
                <a:lnTo>
                  <a:pt x="880690" y="152350"/>
                </a:lnTo>
                <a:lnTo>
                  <a:pt x="880399" y="153321"/>
                </a:lnTo>
                <a:lnTo>
                  <a:pt x="879234" y="159779"/>
                </a:lnTo>
                <a:lnTo>
                  <a:pt x="879671" y="161526"/>
                </a:lnTo>
                <a:lnTo>
                  <a:pt x="879380" y="163711"/>
                </a:lnTo>
                <a:lnTo>
                  <a:pt x="877487" y="168275"/>
                </a:lnTo>
                <a:lnTo>
                  <a:pt x="874089" y="169489"/>
                </a:lnTo>
                <a:lnTo>
                  <a:pt x="870498" y="170217"/>
                </a:lnTo>
                <a:lnTo>
                  <a:pt x="867440" y="168663"/>
                </a:lnTo>
                <a:lnTo>
                  <a:pt x="864674" y="171188"/>
                </a:lnTo>
                <a:lnTo>
                  <a:pt x="861179" y="175023"/>
                </a:lnTo>
                <a:lnTo>
                  <a:pt x="859626" y="177645"/>
                </a:lnTo>
                <a:lnTo>
                  <a:pt x="859675" y="180073"/>
                </a:lnTo>
                <a:lnTo>
                  <a:pt x="860015" y="181675"/>
                </a:lnTo>
                <a:lnTo>
                  <a:pt x="859287" y="183374"/>
                </a:lnTo>
                <a:lnTo>
                  <a:pt x="859190" y="185122"/>
                </a:lnTo>
                <a:lnTo>
                  <a:pt x="859384" y="187695"/>
                </a:lnTo>
                <a:lnTo>
                  <a:pt x="861762" y="188763"/>
                </a:lnTo>
                <a:lnTo>
                  <a:pt x="864237" y="190948"/>
                </a:lnTo>
                <a:lnTo>
                  <a:pt x="864140" y="193084"/>
                </a:lnTo>
                <a:lnTo>
                  <a:pt x="862781" y="194541"/>
                </a:lnTo>
                <a:lnTo>
                  <a:pt x="859675" y="196822"/>
                </a:lnTo>
                <a:lnTo>
                  <a:pt x="853948" y="201435"/>
                </a:lnTo>
                <a:lnTo>
                  <a:pt x="847493" y="205416"/>
                </a:lnTo>
                <a:lnTo>
                  <a:pt x="845066" y="206338"/>
                </a:lnTo>
                <a:lnTo>
                  <a:pt x="844193" y="208135"/>
                </a:lnTo>
                <a:lnTo>
                  <a:pt x="843756" y="210611"/>
                </a:lnTo>
                <a:lnTo>
                  <a:pt x="845163" y="215951"/>
                </a:lnTo>
                <a:lnTo>
                  <a:pt x="846522" y="217553"/>
                </a:lnTo>
                <a:lnTo>
                  <a:pt x="847250" y="219447"/>
                </a:lnTo>
                <a:lnTo>
                  <a:pt x="846377" y="221680"/>
                </a:lnTo>
                <a:lnTo>
                  <a:pt x="845746" y="223622"/>
                </a:lnTo>
                <a:lnTo>
                  <a:pt x="843368" y="224836"/>
                </a:lnTo>
                <a:lnTo>
                  <a:pt x="841087" y="225710"/>
                </a:lnTo>
                <a:lnTo>
                  <a:pt x="840213" y="227263"/>
                </a:lnTo>
                <a:lnTo>
                  <a:pt x="839000" y="233721"/>
                </a:lnTo>
                <a:lnTo>
                  <a:pt x="837592" y="237071"/>
                </a:lnTo>
                <a:lnTo>
                  <a:pt x="834438" y="242071"/>
                </a:lnTo>
                <a:lnTo>
                  <a:pt x="833418" y="244353"/>
                </a:lnTo>
                <a:lnTo>
                  <a:pt x="831817" y="245081"/>
                </a:lnTo>
                <a:lnTo>
                  <a:pt x="825701" y="242751"/>
                </a:lnTo>
                <a:lnTo>
                  <a:pt x="820266" y="244159"/>
                </a:lnTo>
                <a:lnTo>
                  <a:pt x="813034" y="245081"/>
                </a:lnTo>
                <a:lnTo>
                  <a:pt x="806919" y="244936"/>
                </a:lnTo>
                <a:lnTo>
                  <a:pt x="802163" y="245955"/>
                </a:lnTo>
                <a:lnTo>
                  <a:pt x="798911" y="248577"/>
                </a:lnTo>
                <a:lnTo>
                  <a:pt x="795271" y="251927"/>
                </a:lnTo>
                <a:lnTo>
                  <a:pt x="791485" y="254354"/>
                </a:lnTo>
                <a:lnTo>
                  <a:pt x="788573" y="255568"/>
                </a:lnTo>
                <a:lnTo>
                  <a:pt x="783283" y="252073"/>
                </a:lnTo>
                <a:lnTo>
                  <a:pt x="780614" y="252364"/>
                </a:lnTo>
                <a:lnTo>
                  <a:pt x="775809" y="251150"/>
                </a:lnTo>
                <a:lnTo>
                  <a:pt x="764501" y="247217"/>
                </a:lnTo>
                <a:lnTo>
                  <a:pt x="761734" y="246052"/>
                </a:lnTo>
                <a:lnTo>
                  <a:pt x="758725" y="245955"/>
                </a:lnTo>
                <a:lnTo>
                  <a:pt x="757803" y="244839"/>
                </a:lnTo>
                <a:lnTo>
                  <a:pt x="758288" y="242945"/>
                </a:lnTo>
                <a:lnTo>
                  <a:pt x="757803" y="240420"/>
                </a:lnTo>
                <a:lnTo>
                  <a:pt x="755619" y="239498"/>
                </a:lnTo>
                <a:lnTo>
                  <a:pt x="732954" y="239886"/>
                </a:lnTo>
                <a:lnTo>
                  <a:pt x="726450" y="242023"/>
                </a:lnTo>
                <a:lnTo>
                  <a:pt x="722034" y="243722"/>
                </a:lnTo>
                <a:lnTo>
                  <a:pt x="718879" y="245712"/>
                </a:lnTo>
                <a:lnTo>
                  <a:pt x="717957" y="250616"/>
                </a:lnTo>
                <a:lnTo>
                  <a:pt x="716113" y="255180"/>
                </a:lnTo>
                <a:lnTo>
                  <a:pt x="713686" y="260083"/>
                </a:lnTo>
                <a:lnTo>
                  <a:pt x="706115" y="261540"/>
                </a:lnTo>
                <a:lnTo>
                  <a:pt x="700582" y="266443"/>
                </a:lnTo>
                <a:lnTo>
                  <a:pt x="698689" y="267075"/>
                </a:lnTo>
                <a:lnTo>
                  <a:pt x="694855" y="266346"/>
                </a:lnTo>
                <a:lnTo>
                  <a:pt x="690778" y="265909"/>
                </a:lnTo>
                <a:lnTo>
                  <a:pt x="687866" y="267317"/>
                </a:lnTo>
                <a:lnTo>
                  <a:pt x="684760" y="267220"/>
                </a:lnTo>
                <a:lnTo>
                  <a:pt x="675248" y="264938"/>
                </a:lnTo>
                <a:lnTo>
                  <a:pt x="666220" y="264550"/>
                </a:lnTo>
                <a:lnTo>
                  <a:pt x="661124" y="265764"/>
                </a:lnTo>
                <a:lnTo>
                  <a:pt x="658309" y="266201"/>
                </a:lnTo>
                <a:lnTo>
                  <a:pt x="642633" y="272949"/>
                </a:lnTo>
                <a:lnTo>
                  <a:pt x="637343" y="273726"/>
                </a:lnTo>
                <a:lnTo>
                  <a:pt x="635159" y="272755"/>
                </a:lnTo>
                <a:lnTo>
                  <a:pt x="632150" y="269988"/>
                </a:lnTo>
                <a:lnTo>
                  <a:pt x="628073" y="267220"/>
                </a:lnTo>
                <a:lnTo>
                  <a:pt x="618366" y="257801"/>
                </a:lnTo>
                <a:lnTo>
                  <a:pt x="614775" y="255568"/>
                </a:lnTo>
                <a:lnTo>
                  <a:pt x="612397" y="253286"/>
                </a:lnTo>
                <a:lnTo>
                  <a:pt x="610116" y="250616"/>
                </a:lnTo>
                <a:lnTo>
                  <a:pt x="606912" y="247703"/>
                </a:lnTo>
                <a:lnTo>
                  <a:pt x="603952" y="245712"/>
                </a:lnTo>
                <a:lnTo>
                  <a:pt x="599972" y="241634"/>
                </a:lnTo>
                <a:lnTo>
                  <a:pt x="595992" y="237168"/>
                </a:lnTo>
                <a:lnTo>
                  <a:pt x="595119" y="229302"/>
                </a:lnTo>
                <a:lnTo>
                  <a:pt x="591964" y="227895"/>
                </a:lnTo>
                <a:lnTo>
                  <a:pt x="590896" y="225855"/>
                </a:lnTo>
                <a:lnTo>
                  <a:pt x="590411" y="223525"/>
                </a:lnTo>
                <a:lnTo>
                  <a:pt x="594779" y="217116"/>
                </a:lnTo>
                <a:lnTo>
                  <a:pt x="597934" y="223865"/>
                </a:lnTo>
                <a:lnTo>
                  <a:pt x="599195" y="225370"/>
                </a:lnTo>
                <a:lnTo>
                  <a:pt x="606233" y="229934"/>
                </a:lnTo>
                <a:lnTo>
                  <a:pt x="612057" y="232167"/>
                </a:lnTo>
                <a:lnTo>
                  <a:pt x="618318" y="233089"/>
                </a:lnTo>
                <a:lnTo>
                  <a:pt x="624724" y="233284"/>
                </a:lnTo>
                <a:lnTo>
                  <a:pt x="627248" y="232992"/>
                </a:lnTo>
                <a:lnTo>
                  <a:pt x="629723" y="232070"/>
                </a:lnTo>
                <a:lnTo>
                  <a:pt x="632198" y="233041"/>
                </a:lnTo>
                <a:lnTo>
                  <a:pt x="645545" y="240420"/>
                </a:lnTo>
                <a:lnTo>
                  <a:pt x="650738" y="241731"/>
                </a:lnTo>
                <a:lnTo>
                  <a:pt x="656222" y="241197"/>
                </a:lnTo>
                <a:lnTo>
                  <a:pt x="658406" y="241926"/>
                </a:lnTo>
                <a:lnTo>
                  <a:pt x="666075" y="247557"/>
                </a:lnTo>
                <a:lnTo>
                  <a:pt x="668356" y="248237"/>
                </a:lnTo>
                <a:lnTo>
                  <a:pt x="672141" y="247800"/>
                </a:lnTo>
                <a:lnTo>
                  <a:pt x="667288" y="245227"/>
                </a:lnTo>
                <a:lnTo>
                  <a:pt x="664133" y="243382"/>
                </a:lnTo>
                <a:lnTo>
                  <a:pt x="662726" y="239935"/>
                </a:lnTo>
                <a:lnTo>
                  <a:pt x="663599" y="236245"/>
                </a:lnTo>
                <a:lnTo>
                  <a:pt x="666657" y="233818"/>
                </a:lnTo>
                <a:lnTo>
                  <a:pt x="668793" y="231147"/>
                </a:lnTo>
                <a:lnTo>
                  <a:pt x="669569" y="223234"/>
                </a:lnTo>
                <a:lnTo>
                  <a:pt x="670928" y="219204"/>
                </a:lnTo>
                <a:lnTo>
                  <a:pt x="673500" y="215369"/>
                </a:lnTo>
                <a:lnTo>
                  <a:pt x="674325" y="211679"/>
                </a:lnTo>
                <a:lnTo>
                  <a:pt x="671462" y="208863"/>
                </a:lnTo>
                <a:lnTo>
                  <a:pt x="670831" y="204056"/>
                </a:lnTo>
                <a:lnTo>
                  <a:pt x="671462" y="200027"/>
                </a:lnTo>
                <a:lnTo>
                  <a:pt x="673064" y="197308"/>
                </a:lnTo>
                <a:lnTo>
                  <a:pt x="675684" y="199104"/>
                </a:lnTo>
                <a:lnTo>
                  <a:pt x="678354" y="200804"/>
                </a:lnTo>
                <a:lnTo>
                  <a:pt x="681023" y="200609"/>
                </a:lnTo>
                <a:lnTo>
                  <a:pt x="682867" y="199930"/>
                </a:lnTo>
                <a:lnTo>
                  <a:pt x="683207" y="197891"/>
                </a:lnTo>
                <a:lnTo>
                  <a:pt x="682673" y="194298"/>
                </a:lnTo>
                <a:lnTo>
                  <a:pt x="682819" y="187695"/>
                </a:lnTo>
                <a:lnTo>
                  <a:pt x="686216" y="182403"/>
                </a:lnTo>
                <a:lnTo>
                  <a:pt x="691555" y="178762"/>
                </a:lnTo>
                <a:lnTo>
                  <a:pt x="696651" y="177014"/>
                </a:lnTo>
                <a:lnTo>
                  <a:pt x="715627" y="174052"/>
                </a:lnTo>
                <a:lnTo>
                  <a:pt x="745621" y="166527"/>
                </a:lnTo>
                <a:lnTo>
                  <a:pt x="754551" y="163566"/>
                </a:lnTo>
                <a:lnTo>
                  <a:pt x="757803" y="162060"/>
                </a:lnTo>
                <a:lnTo>
                  <a:pt x="760569" y="159973"/>
                </a:lnTo>
                <a:lnTo>
                  <a:pt x="765180" y="153224"/>
                </a:lnTo>
                <a:lnTo>
                  <a:pt x="773916" y="142689"/>
                </a:lnTo>
                <a:lnTo>
                  <a:pt x="780031" y="133950"/>
                </a:lnTo>
                <a:lnTo>
                  <a:pt x="792941" y="121327"/>
                </a:lnTo>
                <a:lnTo>
                  <a:pt x="803230" y="109578"/>
                </a:lnTo>
                <a:lnTo>
                  <a:pt x="804638" y="107344"/>
                </a:lnTo>
                <a:lnTo>
                  <a:pt x="806337" y="100936"/>
                </a:lnTo>
                <a:lnTo>
                  <a:pt x="806434" y="97926"/>
                </a:lnTo>
                <a:lnTo>
                  <a:pt x="806142" y="94867"/>
                </a:lnTo>
                <a:lnTo>
                  <a:pt x="807550" y="93459"/>
                </a:lnTo>
                <a:lnTo>
                  <a:pt x="809540" y="92585"/>
                </a:lnTo>
                <a:lnTo>
                  <a:pt x="810025" y="92585"/>
                </a:lnTo>
                <a:lnTo>
                  <a:pt x="811530" y="93945"/>
                </a:lnTo>
                <a:lnTo>
                  <a:pt x="815121" y="95789"/>
                </a:lnTo>
                <a:lnTo>
                  <a:pt x="817791" y="98168"/>
                </a:lnTo>
                <a:lnTo>
                  <a:pt x="819586" y="101276"/>
                </a:lnTo>
                <a:lnTo>
                  <a:pt x="820897" y="104140"/>
                </a:lnTo>
                <a:lnTo>
                  <a:pt x="820994" y="106616"/>
                </a:lnTo>
                <a:lnTo>
                  <a:pt x="822595" y="108607"/>
                </a:lnTo>
                <a:lnTo>
                  <a:pt x="827157" y="108947"/>
                </a:lnTo>
                <a:lnTo>
                  <a:pt x="828613" y="111471"/>
                </a:lnTo>
                <a:lnTo>
                  <a:pt x="831768" y="115841"/>
                </a:lnTo>
                <a:lnTo>
                  <a:pt x="834680" y="118996"/>
                </a:lnTo>
                <a:lnTo>
                  <a:pt x="836427" y="120210"/>
                </a:lnTo>
                <a:lnTo>
                  <a:pt x="838660" y="119531"/>
                </a:lnTo>
                <a:lnTo>
                  <a:pt x="842106" y="116666"/>
                </a:lnTo>
                <a:lnTo>
                  <a:pt x="844581" y="113170"/>
                </a:lnTo>
                <a:lnTo>
                  <a:pt x="846231" y="108413"/>
                </a:lnTo>
                <a:lnTo>
                  <a:pt x="844921" y="107733"/>
                </a:lnTo>
                <a:lnTo>
                  <a:pt x="847250" y="104189"/>
                </a:lnTo>
                <a:lnTo>
                  <a:pt x="847687" y="102295"/>
                </a:lnTo>
                <a:lnTo>
                  <a:pt x="846619" y="100547"/>
                </a:lnTo>
                <a:lnTo>
                  <a:pt x="845260" y="98848"/>
                </a:lnTo>
                <a:lnTo>
                  <a:pt x="844727" y="94527"/>
                </a:lnTo>
                <a:lnTo>
                  <a:pt x="843804" y="88992"/>
                </a:lnTo>
                <a:lnTo>
                  <a:pt x="843174" y="86516"/>
                </a:lnTo>
                <a:lnTo>
                  <a:pt x="844969" y="84720"/>
                </a:lnTo>
                <a:lnTo>
                  <a:pt x="848901" y="82438"/>
                </a:lnTo>
                <a:lnTo>
                  <a:pt x="852783" y="79816"/>
                </a:lnTo>
                <a:lnTo>
                  <a:pt x="856763" y="77680"/>
                </a:lnTo>
                <a:lnTo>
                  <a:pt x="856860" y="81516"/>
                </a:lnTo>
                <a:lnTo>
                  <a:pt x="856763" y="87827"/>
                </a:lnTo>
                <a:lnTo>
                  <a:pt x="857976" y="93071"/>
                </a:lnTo>
                <a:lnTo>
                  <a:pt x="860646" y="102441"/>
                </a:lnTo>
                <a:lnTo>
                  <a:pt x="863752" y="103703"/>
                </a:lnTo>
                <a:lnTo>
                  <a:pt x="867440" y="104529"/>
                </a:lnTo>
                <a:lnTo>
                  <a:pt x="869576" y="104237"/>
                </a:lnTo>
                <a:lnTo>
                  <a:pt x="870935" y="103655"/>
                </a:lnTo>
                <a:lnTo>
                  <a:pt x="871323" y="102878"/>
                </a:lnTo>
                <a:lnTo>
                  <a:pt x="868993" y="99237"/>
                </a:lnTo>
                <a:lnTo>
                  <a:pt x="868411" y="90595"/>
                </a:lnTo>
                <a:lnTo>
                  <a:pt x="866518" y="84914"/>
                </a:lnTo>
                <a:lnTo>
                  <a:pt x="863606" y="79282"/>
                </a:lnTo>
                <a:lnTo>
                  <a:pt x="862247" y="77680"/>
                </a:lnTo>
                <a:lnTo>
                  <a:pt x="873653" y="76078"/>
                </a:lnTo>
                <a:lnTo>
                  <a:pt x="876225" y="74330"/>
                </a:lnTo>
                <a:lnTo>
                  <a:pt x="880690" y="70446"/>
                </a:lnTo>
                <a:lnTo>
                  <a:pt x="882340" y="68262"/>
                </a:lnTo>
                <a:lnTo>
                  <a:pt x="883699" y="63407"/>
                </a:lnTo>
                <a:lnTo>
                  <a:pt x="878118" y="60494"/>
                </a:lnTo>
                <a:lnTo>
                  <a:pt x="875934" y="56755"/>
                </a:lnTo>
                <a:lnTo>
                  <a:pt x="875788" y="52774"/>
                </a:lnTo>
                <a:lnTo>
                  <a:pt x="882437" y="45297"/>
                </a:lnTo>
                <a:lnTo>
                  <a:pt x="884767" y="43550"/>
                </a:lnTo>
                <a:lnTo>
                  <a:pt x="885786" y="46171"/>
                </a:lnTo>
                <a:lnTo>
                  <a:pt x="888698" y="46851"/>
                </a:lnTo>
                <a:lnTo>
                  <a:pt x="891416" y="46948"/>
                </a:lnTo>
                <a:lnTo>
                  <a:pt x="894134" y="46802"/>
                </a:lnTo>
                <a:lnTo>
                  <a:pt x="898016" y="43015"/>
                </a:lnTo>
                <a:lnTo>
                  <a:pt x="900006" y="37626"/>
                </a:lnTo>
                <a:lnTo>
                  <a:pt x="906898" y="30004"/>
                </a:lnTo>
                <a:lnTo>
                  <a:pt x="909325" y="24129"/>
                </a:lnTo>
                <a:lnTo>
                  <a:pt x="910684" y="17964"/>
                </a:lnTo>
                <a:lnTo>
                  <a:pt x="928010" y="0"/>
                </a:lnTo>
                <a:lnTo>
                  <a:pt x="930097" y="0"/>
                </a:lnTo>
                <a:lnTo>
                  <a:pt x="940386" y="0"/>
                </a:lnTo>
                <a:lnTo>
                  <a:pt x="941648" y="0"/>
                </a:lnTo>
                <a:lnTo>
                  <a:pt x="944415" y="0"/>
                </a:lnTo>
                <a:lnTo>
                  <a:pt x="945240" y="0"/>
                </a:lnTo>
                <a:lnTo>
                  <a:pt x="944851" y="0"/>
                </a:lnTo>
                <a:lnTo>
                  <a:pt x="943201" y="0"/>
                </a:lnTo>
                <a:lnTo>
                  <a:pt x="942231" y="0"/>
                </a:lnTo>
                <a:lnTo>
                  <a:pt x="943395" y="0"/>
                </a:lnTo>
                <a:lnTo>
                  <a:pt x="948297" y="0"/>
                </a:lnTo>
                <a:lnTo>
                  <a:pt x="953442" y="0"/>
                </a:lnTo>
                <a:lnTo>
                  <a:pt x="956305" y="0"/>
                </a:lnTo>
                <a:lnTo>
                  <a:pt x="958780" y="0"/>
                </a:lnTo>
                <a:lnTo>
                  <a:pt x="963682" y="0"/>
                </a:lnTo>
                <a:lnTo>
                  <a:pt x="964750" y="0"/>
                </a:lnTo>
                <a:lnTo>
                  <a:pt x="964410" y="0"/>
                </a:lnTo>
                <a:lnTo>
                  <a:pt x="964896" y="0"/>
                </a:lnTo>
                <a:lnTo>
                  <a:pt x="966788" y="0"/>
                </a:lnTo>
                <a:lnTo>
                  <a:pt x="970962" y="0"/>
                </a:lnTo>
                <a:lnTo>
                  <a:pt x="976738" y="0"/>
                </a:lnTo>
                <a:lnTo>
                  <a:pt x="982125" y="0"/>
                </a:lnTo>
                <a:lnTo>
                  <a:pt x="983872" y="1262"/>
                </a:lnTo>
                <a:lnTo>
                  <a:pt x="985037" y="3544"/>
                </a:lnTo>
                <a:lnTo>
                  <a:pt x="986202" y="7283"/>
                </a:lnTo>
                <a:lnTo>
                  <a:pt x="986299" y="11069"/>
                </a:lnTo>
                <a:lnTo>
                  <a:pt x="982416" y="14711"/>
                </a:lnTo>
                <a:lnTo>
                  <a:pt x="984066" y="20682"/>
                </a:lnTo>
                <a:lnTo>
                  <a:pt x="983824" y="24178"/>
                </a:lnTo>
                <a:lnTo>
                  <a:pt x="982465" y="27140"/>
                </a:lnTo>
                <a:lnTo>
                  <a:pt x="976835" y="29858"/>
                </a:lnTo>
                <a:lnTo>
                  <a:pt x="992220" y="27188"/>
                </a:lnTo>
                <a:lnTo>
                  <a:pt x="996006" y="25634"/>
                </a:lnTo>
                <a:lnTo>
                  <a:pt x="1001247" y="21702"/>
                </a:lnTo>
                <a:lnTo>
                  <a:pt x="1004062" y="25100"/>
                </a:lnTo>
                <a:lnTo>
                  <a:pt x="1006683" y="30975"/>
                </a:lnTo>
                <a:lnTo>
                  <a:pt x="1004548" y="32432"/>
                </a:lnTo>
                <a:lnTo>
                  <a:pt x="997898" y="34616"/>
                </a:lnTo>
                <a:lnTo>
                  <a:pt x="997559" y="35490"/>
                </a:lnTo>
                <a:lnTo>
                  <a:pt x="999791" y="38549"/>
                </a:lnTo>
                <a:lnTo>
                  <a:pt x="1002558" y="38258"/>
                </a:lnTo>
                <a:lnTo>
                  <a:pt x="1008091" y="36218"/>
                </a:lnTo>
                <a:lnTo>
                  <a:pt x="1013138" y="32966"/>
                </a:lnTo>
                <a:lnTo>
                  <a:pt x="1015613" y="33014"/>
                </a:lnTo>
                <a:lnTo>
                  <a:pt x="1018185" y="33694"/>
                </a:lnTo>
                <a:lnTo>
                  <a:pt x="1023184" y="35781"/>
                </a:lnTo>
                <a:lnTo>
                  <a:pt x="1025999" y="37432"/>
                </a:lnTo>
                <a:lnTo>
                  <a:pt x="1028378" y="39568"/>
                </a:lnTo>
                <a:lnTo>
                  <a:pt x="1029931" y="44084"/>
                </a:lnTo>
                <a:lnTo>
                  <a:pt x="1035706" y="45686"/>
                </a:lnTo>
                <a:lnTo>
                  <a:pt x="1047500" y="51997"/>
                </a:lnTo>
                <a:lnTo>
                  <a:pt x="1049732" y="52531"/>
                </a:lnTo>
                <a:lnTo>
                  <a:pt x="1052013" y="52677"/>
                </a:lnTo>
                <a:lnTo>
                  <a:pt x="1058226" y="51900"/>
                </a:lnTo>
                <a:lnTo>
                  <a:pt x="1060410" y="52774"/>
                </a:lnTo>
                <a:lnTo>
                  <a:pt x="1062011" y="55056"/>
                </a:lnTo>
                <a:lnTo>
                  <a:pt x="1062497" y="57872"/>
                </a:lnTo>
                <a:lnTo>
                  <a:pt x="1062351" y="60882"/>
                </a:lnTo>
                <a:lnTo>
                  <a:pt x="1061720" y="63164"/>
                </a:lnTo>
                <a:lnTo>
                  <a:pt x="1060264" y="65057"/>
                </a:lnTo>
                <a:lnTo>
                  <a:pt x="1055993" y="67970"/>
                </a:lnTo>
                <a:lnTo>
                  <a:pt x="1045316" y="71709"/>
                </a:lnTo>
                <a:lnTo>
                  <a:pt x="1033668" y="74573"/>
                </a:lnTo>
                <a:lnTo>
                  <a:pt x="1027795" y="74379"/>
                </a:lnTo>
                <a:lnTo>
                  <a:pt x="1019593" y="71903"/>
                </a:lnTo>
                <a:lnTo>
                  <a:pt x="1016584" y="72243"/>
                </a:lnTo>
                <a:lnTo>
                  <a:pt x="1013720" y="73359"/>
                </a:lnTo>
                <a:lnTo>
                  <a:pt x="1010032" y="81127"/>
                </a:lnTo>
                <a:lnTo>
                  <a:pt x="1016778" y="88895"/>
                </a:lnTo>
                <a:lnTo>
                  <a:pt x="1028329" y="97003"/>
                </a:lnTo>
                <a:lnTo>
                  <a:pt x="1029931" y="98994"/>
                </a:lnTo>
                <a:lnTo>
                  <a:pt x="1029494" y="101470"/>
                </a:lnTo>
                <a:lnTo>
                  <a:pt x="1027650" y="102975"/>
                </a:lnTo>
                <a:lnTo>
                  <a:pt x="1025223" y="103800"/>
                </a:lnTo>
                <a:lnTo>
                  <a:pt x="1018719" y="105063"/>
                </a:lnTo>
                <a:lnTo>
                  <a:pt x="1012167" y="106034"/>
                </a:lnTo>
                <a:lnTo>
                  <a:pt x="1006732" y="107393"/>
                </a:lnTo>
                <a:lnTo>
                  <a:pt x="1001441" y="109238"/>
                </a:lnTo>
                <a:lnTo>
                  <a:pt x="996006" y="108607"/>
                </a:lnTo>
                <a:lnTo>
                  <a:pt x="988483" y="104965"/>
                </a:lnTo>
                <a:lnTo>
                  <a:pt x="986299" y="104723"/>
                </a:lnTo>
                <a:lnTo>
                  <a:pt x="984066" y="106616"/>
                </a:lnTo>
                <a:lnTo>
                  <a:pt x="981834" y="111665"/>
                </a:lnTo>
                <a:lnTo>
                  <a:pt x="980378" y="113073"/>
                </a:lnTo>
                <a:close/>
                <a:moveTo>
                  <a:pt x="141476" y="58503"/>
                </a:moveTo>
                <a:lnTo>
                  <a:pt x="140262" y="59862"/>
                </a:lnTo>
                <a:lnTo>
                  <a:pt x="136719" y="59086"/>
                </a:lnTo>
                <a:lnTo>
                  <a:pt x="137350" y="51123"/>
                </a:lnTo>
                <a:lnTo>
                  <a:pt x="139389" y="50104"/>
                </a:lnTo>
                <a:lnTo>
                  <a:pt x="142495" y="51560"/>
                </a:lnTo>
                <a:lnTo>
                  <a:pt x="143902" y="52920"/>
                </a:lnTo>
                <a:lnTo>
                  <a:pt x="141476" y="58503"/>
                </a:lnTo>
                <a:close/>
                <a:moveTo>
                  <a:pt x="120072" y="1651"/>
                </a:moveTo>
                <a:lnTo>
                  <a:pt x="123518" y="6846"/>
                </a:lnTo>
                <a:lnTo>
                  <a:pt x="121771" y="9176"/>
                </a:lnTo>
                <a:lnTo>
                  <a:pt x="120946" y="9856"/>
                </a:lnTo>
                <a:lnTo>
                  <a:pt x="118859" y="9079"/>
                </a:lnTo>
                <a:lnTo>
                  <a:pt x="116918" y="11069"/>
                </a:lnTo>
                <a:lnTo>
                  <a:pt x="115025" y="11506"/>
                </a:lnTo>
                <a:lnTo>
                  <a:pt x="113132" y="7865"/>
                </a:lnTo>
                <a:lnTo>
                  <a:pt x="110802" y="6457"/>
                </a:lnTo>
                <a:lnTo>
                  <a:pt x="110269" y="3981"/>
                </a:lnTo>
                <a:lnTo>
                  <a:pt x="113423" y="3544"/>
                </a:lnTo>
                <a:lnTo>
                  <a:pt x="115268" y="4370"/>
                </a:lnTo>
                <a:lnTo>
                  <a:pt x="118810" y="2670"/>
                </a:lnTo>
                <a:lnTo>
                  <a:pt x="120072" y="1651"/>
                </a:lnTo>
                <a:close/>
                <a:moveTo>
                  <a:pt x="680198" y="198327"/>
                </a:moveTo>
                <a:lnTo>
                  <a:pt x="678742" y="198959"/>
                </a:lnTo>
                <a:lnTo>
                  <a:pt x="676461" y="197211"/>
                </a:lnTo>
                <a:lnTo>
                  <a:pt x="675878" y="182500"/>
                </a:lnTo>
                <a:lnTo>
                  <a:pt x="677480" y="181189"/>
                </a:lnTo>
                <a:lnTo>
                  <a:pt x="678548" y="181383"/>
                </a:lnTo>
                <a:lnTo>
                  <a:pt x="679664" y="184054"/>
                </a:lnTo>
                <a:lnTo>
                  <a:pt x="679567" y="190511"/>
                </a:lnTo>
                <a:lnTo>
                  <a:pt x="679761" y="196191"/>
                </a:lnTo>
                <a:lnTo>
                  <a:pt x="680198" y="198327"/>
                </a:lnTo>
                <a:close/>
                <a:moveTo>
                  <a:pt x="320128" y="250956"/>
                </a:moveTo>
                <a:lnTo>
                  <a:pt x="312848" y="254160"/>
                </a:lnTo>
                <a:lnTo>
                  <a:pt x="304597" y="251199"/>
                </a:lnTo>
                <a:lnTo>
                  <a:pt x="307266" y="246489"/>
                </a:lnTo>
                <a:lnTo>
                  <a:pt x="312751" y="245324"/>
                </a:lnTo>
                <a:lnTo>
                  <a:pt x="317167" y="246829"/>
                </a:lnTo>
                <a:lnTo>
                  <a:pt x="319691" y="247994"/>
                </a:lnTo>
                <a:lnTo>
                  <a:pt x="321389" y="249305"/>
                </a:lnTo>
                <a:lnTo>
                  <a:pt x="320128" y="250956"/>
                </a:lnTo>
                <a:close/>
                <a:moveTo>
                  <a:pt x="862247" y="77680"/>
                </a:moveTo>
                <a:lnTo>
                  <a:pt x="863606" y="79282"/>
                </a:lnTo>
                <a:lnTo>
                  <a:pt x="866518" y="84914"/>
                </a:lnTo>
                <a:lnTo>
                  <a:pt x="868411" y="90595"/>
                </a:lnTo>
                <a:lnTo>
                  <a:pt x="868993" y="99237"/>
                </a:lnTo>
                <a:lnTo>
                  <a:pt x="871323" y="102878"/>
                </a:lnTo>
                <a:lnTo>
                  <a:pt x="870935" y="103655"/>
                </a:lnTo>
                <a:lnTo>
                  <a:pt x="869576" y="104237"/>
                </a:lnTo>
                <a:lnTo>
                  <a:pt x="867440" y="104529"/>
                </a:lnTo>
                <a:lnTo>
                  <a:pt x="863752" y="103703"/>
                </a:lnTo>
                <a:lnTo>
                  <a:pt x="860646" y="102441"/>
                </a:lnTo>
                <a:lnTo>
                  <a:pt x="857976" y="93071"/>
                </a:lnTo>
                <a:lnTo>
                  <a:pt x="856763" y="87827"/>
                </a:lnTo>
                <a:lnTo>
                  <a:pt x="856860" y="81516"/>
                </a:lnTo>
                <a:lnTo>
                  <a:pt x="856763" y="77680"/>
                </a:lnTo>
                <a:lnTo>
                  <a:pt x="862247" y="77680"/>
                </a:lnTo>
                <a:close/>
                <a:moveTo>
                  <a:pt x="856763" y="77680"/>
                </a:moveTo>
                <a:lnTo>
                  <a:pt x="852783" y="79816"/>
                </a:lnTo>
                <a:lnTo>
                  <a:pt x="848901" y="82438"/>
                </a:lnTo>
                <a:lnTo>
                  <a:pt x="844969" y="84720"/>
                </a:lnTo>
                <a:lnTo>
                  <a:pt x="843174" y="86516"/>
                </a:lnTo>
                <a:lnTo>
                  <a:pt x="843804" y="88992"/>
                </a:lnTo>
                <a:lnTo>
                  <a:pt x="844727" y="94527"/>
                </a:lnTo>
                <a:lnTo>
                  <a:pt x="845260" y="98848"/>
                </a:lnTo>
                <a:lnTo>
                  <a:pt x="846619" y="100547"/>
                </a:lnTo>
                <a:lnTo>
                  <a:pt x="847687" y="102295"/>
                </a:lnTo>
                <a:lnTo>
                  <a:pt x="847250" y="104189"/>
                </a:lnTo>
                <a:lnTo>
                  <a:pt x="844921" y="107733"/>
                </a:lnTo>
                <a:lnTo>
                  <a:pt x="846231" y="108413"/>
                </a:lnTo>
                <a:lnTo>
                  <a:pt x="844581" y="113170"/>
                </a:lnTo>
                <a:lnTo>
                  <a:pt x="842106" y="116666"/>
                </a:lnTo>
                <a:lnTo>
                  <a:pt x="838660" y="119531"/>
                </a:lnTo>
                <a:lnTo>
                  <a:pt x="836427" y="120210"/>
                </a:lnTo>
                <a:lnTo>
                  <a:pt x="834680" y="118996"/>
                </a:lnTo>
                <a:lnTo>
                  <a:pt x="831768" y="115841"/>
                </a:lnTo>
                <a:lnTo>
                  <a:pt x="828613" y="111471"/>
                </a:lnTo>
                <a:lnTo>
                  <a:pt x="827157" y="108947"/>
                </a:lnTo>
                <a:lnTo>
                  <a:pt x="822595" y="108607"/>
                </a:lnTo>
                <a:lnTo>
                  <a:pt x="820994" y="106616"/>
                </a:lnTo>
                <a:lnTo>
                  <a:pt x="820897" y="104140"/>
                </a:lnTo>
                <a:lnTo>
                  <a:pt x="819586" y="101276"/>
                </a:lnTo>
                <a:lnTo>
                  <a:pt x="817791" y="98168"/>
                </a:lnTo>
                <a:lnTo>
                  <a:pt x="815121" y="95789"/>
                </a:lnTo>
                <a:lnTo>
                  <a:pt x="811530" y="93945"/>
                </a:lnTo>
                <a:lnTo>
                  <a:pt x="810025" y="92585"/>
                </a:lnTo>
                <a:lnTo>
                  <a:pt x="815558" y="92682"/>
                </a:lnTo>
                <a:lnTo>
                  <a:pt x="821431" y="91905"/>
                </a:lnTo>
                <a:lnTo>
                  <a:pt x="827497" y="89332"/>
                </a:lnTo>
                <a:lnTo>
                  <a:pt x="833370" y="86177"/>
                </a:lnTo>
                <a:lnTo>
                  <a:pt x="838272" y="82632"/>
                </a:lnTo>
                <a:lnTo>
                  <a:pt x="842882" y="78603"/>
                </a:lnTo>
                <a:lnTo>
                  <a:pt x="847736" y="75447"/>
                </a:lnTo>
                <a:lnTo>
                  <a:pt x="855210" y="71757"/>
                </a:lnTo>
                <a:lnTo>
                  <a:pt x="857782" y="72048"/>
                </a:lnTo>
                <a:lnTo>
                  <a:pt x="857734" y="74670"/>
                </a:lnTo>
                <a:lnTo>
                  <a:pt x="856763" y="77680"/>
                </a:lnTo>
                <a:close/>
                <a:moveTo>
                  <a:pt x="1110254" y="60348"/>
                </a:moveTo>
                <a:lnTo>
                  <a:pt x="1108943" y="63309"/>
                </a:lnTo>
                <a:lnTo>
                  <a:pt x="1107439" y="64669"/>
                </a:lnTo>
                <a:lnTo>
                  <a:pt x="1105400" y="63892"/>
                </a:lnTo>
                <a:lnTo>
                  <a:pt x="1103847" y="62387"/>
                </a:lnTo>
                <a:lnTo>
                  <a:pt x="1103022" y="64620"/>
                </a:lnTo>
                <a:lnTo>
                  <a:pt x="1098751" y="65494"/>
                </a:lnTo>
                <a:lnTo>
                  <a:pt x="1096082" y="68941"/>
                </a:lnTo>
                <a:lnTo>
                  <a:pt x="1092199" y="69912"/>
                </a:lnTo>
                <a:lnTo>
                  <a:pt x="1089433" y="69427"/>
                </a:lnTo>
                <a:lnTo>
                  <a:pt x="1089724" y="66368"/>
                </a:lnTo>
                <a:lnTo>
                  <a:pt x="1097295" y="61756"/>
                </a:lnTo>
                <a:lnTo>
                  <a:pt x="1102003" y="60008"/>
                </a:lnTo>
                <a:lnTo>
                  <a:pt x="1106128" y="56707"/>
                </a:lnTo>
                <a:lnTo>
                  <a:pt x="1108215" y="56318"/>
                </a:lnTo>
                <a:lnTo>
                  <a:pt x="1109234" y="59037"/>
                </a:lnTo>
                <a:lnTo>
                  <a:pt x="1110254" y="60348"/>
                </a:lnTo>
                <a:close/>
                <a:moveTo>
                  <a:pt x="133371" y="0"/>
                </a:moveTo>
                <a:lnTo>
                  <a:pt x="133031" y="0"/>
                </a:lnTo>
                <a:lnTo>
                  <a:pt x="134244" y="0"/>
                </a:lnTo>
                <a:lnTo>
                  <a:pt x="135894" y="0"/>
                </a:lnTo>
                <a:lnTo>
                  <a:pt x="138030" y="0"/>
                </a:lnTo>
                <a:lnTo>
                  <a:pt x="140359" y="0"/>
                </a:lnTo>
                <a:lnTo>
                  <a:pt x="142883" y="0"/>
                </a:lnTo>
                <a:lnTo>
                  <a:pt x="145552" y="0"/>
                </a:lnTo>
                <a:lnTo>
                  <a:pt x="148416" y="0"/>
                </a:lnTo>
                <a:lnTo>
                  <a:pt x="151328" y="0"/>
                </a:lnTo>
                <a:lnTo>
                  <a:pt x="152687" y="0"/>
                </a:lnTo>
                <a:lnTo>
                  <a:pt x="153658" y="0"/>
                </a:lnTo>
                <a:lnTo>
                  <a:pt x="153803" y="0"/>
                </a:lnTo>
                <a:lnTo>
                  <a:pt x="152444" y="0"/>
                </a:lnTo>
                <a:lnTo>
                  <a:pt x="150066" y="0"/>
                </a:lnTo>
                <a:lnTo>
                  <a:pt x="146766" y="0"/>
                </a:lnTo>
                <a:lnTo>
                  <a:pt x="147834" y="0"/>
                </a:lnTo>
                <a:lnTo>
                  <a:pt x="152396" y="0"/>
                </a:lnTo>
                <a:lnTo>
                  <a:pt x="157783" y="0"/>
                </a:lnTo>
                <a:lnTo>
                  <a:pt x="163558" y="0"/>
                </a:lnTo>
                <a:lnTo>
                  <a:pt x="166616" y="0"/>
                </a:lnTo>
                <a:lnTo>
                  <a:pt x="169091" y="0"/>
                </a:lnTo>
                <a:lnTo>
                  <a:pt x="171421" y="0"/>
                </a:lnTo>
                <a:lnTo>
                  <a:pt x="174381" y="0"/>
                </a:lnTo>
                <a:lnTo>
                  <a:pt x="183506" y="0"/>
                </a:lnTo>
                <a:lnTo>
                  <a:pt x="186272" y="0"/>
                </a:lnTo>
                <a:lnTo>
                  <a:pt x="186709" y="0"/>
                </a:lnTo>
                <a:lnTo>
                  <a:pt x="185593" y="0"/>
                </a:lnTo>
                <a:lnTo>
                  <a:pt x="187000" y="0"/>
                </a:lnTo>
                <a:lnTo>
                  <a:pt x="189572" y="0"/>
                </a:lnTo>
                <a:lnTo>
                  <a:pt x="189864" y="0"/>
                </a:lnTo>
                <a:lnTo>
                  <a:pt x="186709" y="0"/>
                </a:lnTo>
                <a:lnTo>
                  <a:pt x="184040" y="0"/>
                </a:lnTo>
                <a:lnTo>
                  <a:pt x="181128" y="0"/>
                </a:lnTo>
                <a:lnTo>
                  <a:pt x="178895" y="0"/>
                </a:lnTo>
                <a:lnTo>
                  <a:pt x="178264" y="0"/>
                </a:lnTo>
                <a:lnTo>
                  <a:pt x="178458" y="0"/>
                </a:lnTo>
                <a:lnTo>
                  <a:pt x="180497" y="0"/>
                </a:lnTo>
                <a:lnTo>
                  <a:pt x="182681" y="0"/>
                </a:lnTo>
                <a:lnTo>
                  <a:pt x="183214" y="0"/>
                </a:lnTo>
                <a:lnTo>
                  <a:pt x="182972" y="0"/>
                </a:lnTo>
                <a:lnTo>
                  <a:pt x="181467" y="0"/>
                </a:lnTo>
                <a:lnTo>
                  <a:pt x="175934" y="0"/>
                </a:lnTo>
                <a:lnTo>
                  <a:pt x="171518" y="0"/>
                </a:lnTo>
                <a:lnTo>
                  <a:pt x="173848" y="0"/>
                </a:lnTo>
                <a:lnTo>
                  <a:pt x="178216" y="0"/>
                </a:lnTo>
                <a:lnTo>
                  <a:pt x="181079" y="0"/>
                </a:lnTo>
                <a:lnTo>
                  <a:pt x="184088" y="0"/>
                </a:lnTo>
                <a:lnTo>
                  <a:pt x="190543" y="0"/>
                </a:lnTo>
                <a:lnTo>
                  <a:pt x="196076" y="0"/>
                </a:lnTo>
                <a:lnTo>
                  <a:pt x="202919" y="0"/>
                </a:lnTo>
                <a:lnTo>
                  <a:pt x="203356" y="0"/>
                </a:lnTo>
                <a:lnTo>
                  <a:pt x="209374" y="0"/>
                </a:lnTo>
                <a:lnTo>
                  <a:pt x="212092" y="0"/>
                </a:lnTo>
                <a:lnTo>
                  <a:pt x="213596" y="0"/>
                </a:lnTo>
                <a:lnTo>
                  <a:pt x="215732" y="0"/>
                </a:lnTo>
                <a:lnTo>
                  <a:pt x="218450" y="0"/>
                </a:lnTo>
                <a:lnTo>
                  <a:pt x="221944" y="0"/>
                </a:lnTo>
                <a:lnTo>
                  <a:pt x="226215" y="0"/>
                </a:lnTo>
                <a:lnTo>
                  <a:pt x="229418" y="0"/>
                </a:lnTo>
                <a:lnTo>
                  <a:pt x="231700" y="0"/>
                </a:lnTo>
                <a:lnTo>
                  <a:pt x="235776" y="0"/>
                </a:lnTo>
                <a:lnTo>
                  <a:pt x="241600" y="0"/>
                </a:lnTo>
                <a:lnTo>
                  <a:pt x="246793" y="0"/>
                </a:lnTo>
                <a:lnTo>
                  <a:pt x="251356" y="0"/>
                </a:lnTo>
                <a:lnTo>
                  <a:pt x="253540" y="0"/>
                </a:lnTo>
                <a:lnTo>
                  <a:pt x="253443" y="0"/>
                </a:lnTo>
                <a:lnTo>
                  <a:pt x="254462" y="0"/>
                </a:lnTo>
                <a:lnTo>
                  <a:pt x="256597" y="0"/>
                </a:lnTo>
                <a:lnTo>
                  <a:pt x="257519" y="0"/>
                </a:lnTo>
                <a:lnTo>
                  <a:pt x="257277" y="0"/>
                </a:lnTo>
                <a:lnTo>
                  <a:pt x="259364" y="0"/>
                </a:lnTo>
                <a:lnTo>
                  <a:pt x="263683" y="0"/>
                </a:lnTo>
                <a:lnTo>
                  <a:pt x="268148" y="0"/>
                </a:lnTo>
                <a:lnTo>
                  <a:pt x="272613" y="0"/>
                </a:lnTo>
                <a:lnTo>
                  <a:pt x="275525" y="0"/>
                </a:lnTo>
                <a:lnTo>
                  <a:pt x="277467" y="0"/>
                </a:lnTo>
                <a:lnTo>
                  <a:pt x="280282" y="0"/>
                </a:lnTo>
                <a:lnTo>
                  <a:pt x="282757" y="0"/>
                </a:lnTo>
                <a:lnTo>
                  <a:pt x="285814" y="0"/>
                </a:lnTo>
                <a:lnTo>
                  <a:pt x="286639" y="0"/>
                </a:lnTo>
                <a:lnTo>
                  <a:pt x="285135" y="0"/>
                </a:lnTo>
                <a:lnTo>
                  <a:pt x="285281" y="0"/>
                </a:lnTo>
                <a:lnTo>
                  <a:pt x="287028" y="0"/>
                </a:lnTo>
                <a:lnTo>
                  <a:pt x="290862" y="0"/>
                </a:lnTo>
                <a:lnTo>
                  <a:pt x="296734" y="0"/>
                </a:lnTo>
                <a:lnTo>
                  <a:pt x="303626" y="0"/>
                </a:lnTo>
                <a:lnTo>
                  <a:pt x="311489" y="0"/>
                </a:lnTo>
                <a:lnTo>
                  <a:pt x="316682" y="0"/>
                </a:lnTo>
                <a:lnTo>
                  <a:pt x="319157" y="0"/>
                </a:lnTo>
                <a:lnTo>
                  <a:pt x="323962" y="0"/>
                </a:lnTo>
                <a:lnTo>
                  <a:pt x="331096" y="0"/>
                </a:lnTo>
                <a:lnTo>
                  <a:pt x="337260" y="0"/>
                </a:lnTo>
                <a:lnTo>
                  <a:pt x="342356" y="0"/>
                </a:lnTo>
                <a:lnTo>
                  <a:pt x="347743" y="0"/>
                </a:lnTo>
                <a:lnTo>
                  <a:pt x="353422" y="0"/>
                </a:lnTo>
                <a:lnTo>
                  <a:pt x="357498" y="0"/>
                </a:lnTo>
                <a:lnTo>
                  <a:pt x="361187" y="0"/>
                </a:lnTo>
                <a:lnTo>
                  <a:pt x="358421" y="0"/>
                </a:lnTo>
                <a:lnTo>
                  <a:pt x="357693" y="0"/>
                </a:lnTo>
                <a:lnTo>
                  <a:pt x="358032" y="0"/>
                </a:lnTo>
                <a:lnTo>
                  <a:pt x="361333" y="0"/>
                </a:lnTo>
                <a:lnTo>
                  <a:pt x="367690" y="0"/>
                </a:lnTo>
                <a:lnTo>
                  <a:pt x="371379" y="0"/>
                </a:lnTo>
                <a:lnTo>
                  <a:pt x="372398" y="0"/>
                </a:lnTo>
                <a:lnTo>
                  <a:pt x="377349" y="0"/>
                </a:lnTo>
                <a:lnTo>
                  <a:pt x="386182" y="0"/>
                </a:lnTo>
                <a:lnTo>
                  <a:pt x="389822" y="0"/>
                </a:lnTo>
                <a:lnTo>
                  <a:pt x="388366" y="0"/>
                </a:lnTo>
                <a:lnTo>
                  <a:pt x="388220" y="0"/>
                </a:lnTo>
                <a:lnTo>
                  <a:pt x="389482" y="0"/>
                </a:lnTo>
                <a:lnTo>
                  <a:pt x="392540" y="0"/>
                </a:lnTo>
                <a:lnTo>
                  <a:pt x="397393" y="0"/>
                </a:lnTo>
                <a:lnTo>
                  <a:pt x="400305" y="0"/>
                </a:lnTo>
                <a:lnTo>
                  <a:pt x="401227" y="0"/>
                </a:lnTo>
                <a:lnTo>
                  <a:pt x="401130" y="0"/>
                </a:lnTo>
                <a:lnTo>
                  <a:pt x="400014" y="0"/>
                </a:lnTo>
                <a:lnTo>
                  <a:pt x="397975" y="0"/>
                </a:lnTo>
                <a:lnTo>
                  <a:pt x="395015" y="0"/>
                </a:lnTo>
                <a:lnTo>
                  <a:pt x="394675" y="0"/>
                </a:lnTo>
                <a:lnTo>
                  <a:pt x="393899" y="0"/>
                </a:lnTo>
                <a:lnTo>
                  <a:pt x="395986" y="0"/>
                </a:lnTo>
                <a:lnTo>
                  <a:pt x="396665" y="0"/>
                </a:lnTo>
                <a:lnTo>
                  <a:pt x="395500" y="0"/>
                </a:lnTo>
                <a:lnTo>
                  <a:pt x="394384" y="0"/>
                </a:lnTo>
                <a:lnTo>
                  <a:pt x="394238" y="0"/>
                </a:lnTo>
                <a:lnTo>
                  <a:pt x="393219" y="0"/>
                </a:lnTo>
                <a:lnTo>
                  <a:pt x="390647" y="0"/>
                </a:lnTo>
                <a:lnTo>
                  <a:pt x="386716" y="0"/>
                </a:lnTo>
                <a:lnTo>
                  <a:pt x="381959" y="0"/>
                </a:lnTo>
                <a:lnTo>
                  <a:pt x="378999" y="0"/>
                </a:lnTo>
                <a:lnTo>
                  <a:pt x="378319" y="0"/>
                </a:lnTo>
                <a:lnTo>
                  <a:pt x="376232" y="0"/>
                </a:lnTo>
                <a:lnTo>
                  <a:pt x="373709" y="0"/>
                </a:lnTo>
                <a:lnTo>
                  <a:pt x="371767" y="0"/>
                </a:lnTo>
                <a:lnTo>
                  <a:pt x="370263" y="0"/>
                </a:lnTo>
                <a:lnTo>
                  <a:pt x="369244" y="0"/>
                </a:lnTo>
                <a:lnTo>
                  <a:pt x="368661" y="0"/>
                </a:lnTo>
                <a:lnTo>
                  <a:pt x="364245" y="0"/>
                </a:lnTo>
                <a:lnTo>
                  <a:pt x="359391" y="0"/>
                </a:lnTo>
                <a:lnTo>
                  <a:pt x="349539" y="0"/>
                </a:lnTo>
                <a:lnTo>
                  <a:pt x="341579" y="0"/>
                </a:lnTo>
                <a:lnTo>
                  <a:pt x="332649" y="0"/>
                </a:lnTo>
                <a:lnTo>
                  <a:pt x="324204" y="0"/>
                </a:lnTo>
                <a:lnTo>
                  <a:pt x="320710" y="0"/>
                </a:lnTo>
                <a:lnTo>
                  <a:pt x="316682" y="0"/>
                </a:lnTo>
                <a:lnTo>
                  <a:pt x="312751" y="0"/>
                </a:lnTo>
                <a:lnTo>
                  <a:pt x="309062" y="0"/>
                </a:lnTo>
                <a:lnTo>
                  <a:pt x="302170" y="0"/>
                </a:lnTo>
                <a:lnTo>
                  <a:pt x="299549" y="0"/>
                </a:lnTo>
                <a:lnTo>
                  <a:pt x="294017" y="0"/>
                </a:lnTo>
                <a:lnTo>
                  <a:pt x="288241" y="0"/>
                </a:lnTo>
                <a:lnTo>
                  <a:pt x="282708" y="0"/>
                </a:lnTo>
                <a:lnTo>
                  <a:pt x="274555" y="0"/>
                </a:lnTo>
                <a:lnTo>
                  <a:pt x="268634" y="0"/>
                </a:lnTo>
                <a:lnTo>
                  <a:pt x="266886" y="0"/>
                </a:lnTo>
                <a:lnTo>
                  <a:pt x="263974" y="0"/>
                </a:lnTo>
                <a:lnTo>
                  <a:pt x="259897" y="0"/>
                </a:lnTo>
                <a:lnTo>
                  <a:pt x="254607" y="0"/>
                </a:lnTo>
                <a:lnTo>
                  <a:pt x="250967" y="0"/>
                </a:lnTo>
                <a:lnTo>
                  <a:pt x="251987" y="0"/>
                </a:lnTo>
                <a:lnTo>
                  <a:pt x="251064" y="0"/>
                </a:lnTo>
                <a:lnTo>
                  <a:pt x="245337" y="0"/>
                </a:lnTo>
                <a:lnTo>
                  <a:pt x="240824" y="0"/>
                </a:lnTo>
                <a:lnTo>
                  <a:pt x="240047" y="0"/>
                </a:lnTo>
                <a:lnTo>
                  <a:pt x="240581" y="0"/>
                </a:lnTo>
                <a:lnTo>
                  <a:pt x="242134" y="0"/>
                </a:lnTo>
                <a:lnTo>
                  <a:pt x="245046" y="0"/>
                </a:lnTo>
                <a:lnTo>
                  <a:pt x="246939" y="0"/>
                </a:lnTo>
                <a:lnTo>
                  <a:pt x="248347" y="0"/>
                </a:lnTo>
                <a:lnTo>
                  <a:pt x="248783" y="0"/>
                </a:lnTo>
                <a:lnTo>
                  <a:pt x="255093" y="0"/>
                </a:lnTo>
                <a:lnTo>
                  <a:pt x="258636" y="0"/>
                </a:lnTo>
                <a:lnTo>
                  <a:pt x="261208" y="0"/>
                </a:lnTo>
                <a:lnTo>
                  <a:pt x="260286" y="0"/>
                </a:lnTo>
                <a:lnTo>
                  <a:pt x="258781" y="0"/>
                </a:lnTo>
                <a:lnTo>
                  <a:pt x="260286" y="0"/>
                </a:lnTo>
                <a:lnTo>
                  <a:pt x="269070" y="0"/>
                </a:lnTo>
                <a:lnTo>
                  <a:pt x="269847" y="0"/>
                </a:lnTo>
                <a:lnTo>
                  <a:pt x="268779" y="0"/>
                </a:lnTo>
                <a:lnTo>
                  <a:pt x="267420" y="0"/>
                </a:lnTo>
                <a:lnTo>
                  <a:pt x="262955" y="0"/>
                </a:lnTo>
                <a:lnTo>
                  <a:pt x="261548" y="0"/>
                </a:lnTo>
                <a:lnTo>
                  <a:pt x="256306" y="0"/>
                </a:lnTo>
                <a:lnTo>
                  <a:pt x="253345" y="0"/>
                </a:lnTo>
                <a:lnTo>
                  <a:pt x="252423" y="0"/>
                </a:lnTo>
                <a:lnTo>
                  <a:pt x="250725" y="0"/>
                </a:lnTo>
                <a:lnTo>
                  <a:pt x="245580" y="0"/>
                </a:lnTo>
                <a:lnTo>
                  <a:pt x="241164" y="0"/>
                </a:lnTo>
                <a:lnTo>
                  <a:pt x="237087" y="0"/>
                </a:lnTo>
                <a:lnTo>
                  <a:pt x="236553" y="0"/>
                </a:lnTo>
                <a:lnTo>
                  <a:pt x="235679" y="0"/>
                </a:lnTo>
                <a:lnTo>
                  <a:pt x="231020" y="0"/>
                </a:lnTo>
                <a:lnTo>
                  <a:pt x="226167" y="0"/>
                </a:lnTo>
                <a:lnTo>
                  <a:pt x="221847" y="0"/>
                </a:lnTo>
                <a:lnTo>
                  <a:pt x="219129" y="0"/>
                </a:lnTo>
                <a:lnTo>
                  <a:pt x="216557" y="0"/>
                </a:lnTo>
                <a:lnTo>
                  <a:pt x="211121" y="0"/>
                </a:lnTo>
                <a:lnTo>
                  <a:pt x="197580" y="0"/>
                </a:lnTo>
                <a:lnTo>
                  <a:pt x="180351" y="0"/>
                </a:lnTo>
                <a:lnTo>
                  <a:pt x="173750" y="0"/>
                </a:lnTo>
                <a:lnTo>
                  <a:pt x="171033" y="0"/>
                </a:lnTo>
                <a:lnTo>
                  <a:pt x="169334" y="0"/>
                </a:lnTo>
                <a:lnTo>
                  <a:pt x="170936" y="0"/>
                </a:lnTo>
                <a:lnTo>
                  <a:pt x="171324" y="0"/>
                </a:lnTo>
                <a:lnTo>
                  <a:pt x="173362" y="0"/>
                </a:lnTo>
                <a:lnTo>
                  <a:pt x="172392" y="0"/>
                </a:lnTo>
                <a:lnTo>
                  <a:pt x="173411" y="0"/>
                </a:lnTo>
                <a:lnTo>
                  <a:pt x="174187" y="0"/>
                </a:lnTo>
                <a:lnTo>
                  <a:pt x="171469" y="0"/>
                </a:lnTo>
                <a:lnTo>
                  <a:pt x="159287" y="0"/>
                </a:lnTo>
                <a:lnTo>
                  <a:pt x="156715" y="0"/>
                </a:lnTo>
                <a:lnTo>
                  <a:pt x="153463" y="0"/>
                </a:lnTo>
                <a:lnTo>
                  <a:pt x="138903" y="0"/>
                </a:lnTo>
                <a:lnTo>
                  <a:pt x="133371" y="0"/>
                </a:lnTo>
                <a:lnTo>
                  <a:pt x="128275" y="0"/>
                </a:lnTo>
                <a:lnTo>
                  <a:pt x="127013" y="0"/>
                </a:lnTo>
                <a:lnTo>
                  <a:pt x="129925" y="0"/>
                </a:lnTo>
                <a:lnTo>
                  <a:pt x="131817" y="0"/>
                </a:lnTo>
                <a:lnTo>
                  <a:pt x="126576" y="0"/>
                </a:lnTo>
                <a:lnTo>
                  <a:pt x="125702" y="0"/>
                </a:lnTo>
                <a:lnTo>
                  <a:pt x="127741" y="0"/>
                </a:lnTo>
                <a:lnTo>
                  <a:pt x="126916" y="0"/>
                </a:lnTo>
                <a:lnTo>
                  <a:pt x="124052" y="0"/>
                </a:lnTo>
                <a:lnTo>
                  <a:pt x="119538" y="0"/>
                </a:lnTo>
                <a:lnTo>
                  <a:pt x="117694" y="0"/>
                </a:lnTo>
                <a:lnTo>
                  <a:pt x="114103" y="0"/>
                </a:lnTo>
                <a:lnTo>
                  <a:pt x="109346" y="0"/>
                </a:lnTo>
                <a:lnTo>
                  <a:pt x="106143" y="0"/>
                </a:lnTo>
                <a:lnTo>
                  <a:pt x="103862" y="0"/>
                </a:lnTo>
                <a:lnTo>
                  <a:pt x="102552" y="0"/>
                </a:lnTo>
                <a:lnTo>
                  <a:pt x="92748" y="0"/>
                </a:lnTo>
                <a:lnTo>
                  <a:pt x="90418" y="0"/>
                </a:lnTo>
                <a:lnTo>
                  <a:pt x="86924" y="0"/>
                </a:lnTo>
                <a:lnTo>
                  <a:pt x="88137" y="0"/>
                </a:lnTo>
                <a:lnTo>
                  <a:pt x="88380" y="0"/>
                </a:lnTo>
                <a:lnTo>
                  <a:pt x="87118" y="0"/>
                </a:lnTo>
                <a:lnTo>
                  <a:pt x="86730" y="0"/>
                </a:lnTo>
                <a:lnTo>
                  <a:pt x="88186" y="0"/>
                </a:lnTo>
                <a:lnTo>
                  <a:pt x="92894" y="0"/>
                </a:lnTo>
                <a:lnTo>
                  <a:pt x="91777" y="0"/>
                </a:lnTo>
                <a:lnTo>
                  <a:pt x="91243" y="0"/>
                </a:lnTo>
                <a:lnTo>
                  <a:pt x="95175" y="0"/>
                </a:lnTo>
                <a:lnTo>
                  <a:pt x="98038" y="0"/>
                </a:lnTo>
                <a:lnTo>
                  <a:pt x="114054" y="0"/>
                </a:lnTo>
                <a:lnTo>
                  <a:pt x="119490" y="0"/>
                </a:lnTo>
                <a:lnTo>
                  <a:pt x="121528" y="0"/>
                </a:lnTo>
                <a:lnTo>
                  <a:pt x="122839" y="0"/>
                </a:lnTo>
                <a:lnTo>
                  <a:pt x="125557" y="0"/>
                </a:lnTo>
                <a:lnTo>
                  <a:pt x="126964" y="0"/>
                </a:lnTo>
                <a:lnTo>
                  <a:pt x="130167" y="0"/>
                </a:lnTo>
                <a:lnTo>
                  <a:pt x="133710" y="0"/>
                </a:lnTo>
                <a:lnTo>
                  <a:pt x="134924" y="0"/>
                </a:lnTo>
                <a:lnTo>
                  <a:pt x="135166" y="0"/>
                </a:lnTo>
                <a:lnTo>
                  <a:pt x="135360" y="0"/>
                </a:lnTo>
                <a:lnTo>
                  <a:pt x="138564" y="0"/>
                </a:lnTo>
                <a:lnTo>
                  <a:pt x="140990" y="0"/>
                </a:lnTo>
                <a:lnTo>
                  <a:pt x="149484" y="0"/>
                </a:lnTo>
                <a:lnTo>
                  <a:pt x="151910" y="0"/>
                </a:lnTo>
                <a:lnTo>
                  <a:pt x="153900" y="0"/>
                </a:lnTo>
                <a:lnTo>
                  <a:pt x="148756" y="0"/>
                </a:lnTo>
                <a:lnTo>
                  <a:pt x="147397" y="0"/>
                </a:lnTo>
                <a:lnTo>
                  <a:pt x="145892" y="0"/>
                </a:lnTo>
                <a:lnTo>
                  <a:pt x="144096" y="0"/>
                </a:lnTo>
                <a:lnTo>
                  <a:pt x="141233" y="0"/>
                </a:lnTo>
                <a:lnTo>
                  <a:pt x="141039" y="0"/>
                </a:lnTo>
                <a:lnTo>
                  <a:pt x="143174" y="0"/>
                </a:lnTo>
                <a:lnTo>
                  <a:pt x="142835" y="0"/>
                </a:lnTo>
                <a:lnTo>
                  <a:pt x="139923" y="0"/>
                </a:lnTo>
                <a:lnTo>
                  <a:pt x="135118" y="0"/>
                </a:lnTo>
                <a:lnTo>
                  <a:pt x="135263" y="0"/>
                </a:lnTo>
                <a:lnTo>
                  <a:pt x="137399" y="0"/>
                </a:lnTo>
                <a:lnTo>
                  <a:pt x="145455" y="0"/>
                </a:lnTo>
                <a:lnTo>
                  <a:pt x="148028" y="0"/>
                </a:lnTo>
                <a:lnTo>
                  <a:pt x="151231" y="0"/>
                </a:lnTo>
                <a:lnTo>
                  <a:pt x="155890" y="0"/>
                </a:lnTo>
                <a:lnTo>
                  <a:pt x="161520" y="0"/>
                </a:lnTo>
                <a:lnTo>
                  <a:pt x="165937" y="0"/>
                </a:lnTo>
                <a:lnTo>
                  <a:pt x="176857" y="0"/>
                </a:lnTo>
                <a:lnTo>
                  <a:pt x="183457" y="0"/>
                </a:lnTo>
                <a:lnTo>
                  <a:pt x="190640" y="0"/>
                </a:lnTo>
                <a:lnTo>
                  <a:pt x="195445" y="0"/>
                </a:lnTo>
                <a:lnTo>
                  <a:pt x="200153" y="0"/>
                </a:lnTo>
                <a:lnTo>
                  <a:pt x="205783" y="0"/>
                </a:lnTo>
                <a:lnTo>
                  <a:pt x="214761" y="1214"/>
                </a:lnTo>
                <a:lnTo>
                  <a:pt x="229418" y="12526"/>
                </a:lnTo>
                <a:lnTo>
                  <a:pt x="227817" y="15293"/>
                </a:lnTo>
                <a:lnTo>
                  <a:pt x="227186" y="19566"/>
                </a:lnTo>
                <a:lnTo>
                  <a:pt x="221410" y="25295"/>
                </a:lnTo>
                <a:lnTo>
                  <a:pt x="220488" y="28596"/>
                </a:lnTo>
                <a:lnTo>
                  <a:pt x="218401" y="32771"/>
                </a:lnTo>
                <a:lnTo>
                  <a:pt x="214373" y="35005"/>
                </a:lnTo>
                <a:lnTo>
                  <a:pt x="210927" y="35393"/>
                </a:lnTo>
                <a:lnTo>
                  <a:pt x="208889" y="35005"/>
                </a:lnTo>
                <a:lnTo>
                  <a:pt x="207530" y="34179"/>
                </a:lnTo>
                <a:lnTo>
                  <a:pt x="205152" y="30247"/>
                </a:lnTo>
                <a:lnTo>
                  <a:pt x="203987" y="29033"/>
                </a:lnTo>
                <a:lnTo>
                  <a:pt x="202968" y="28742"/>
                </a:lnTo>
                <a:lnTo>
                  <a:pt x="195591" y="31461"/>
                </a:lnTo>
                <a:lnTo>
                  <a:pt x="188456" y="34519"/>
                </a:lnTo>
                <a:lnTo>
                  <a:pt x="187146" y="37189"/>
                </a:lnTo>
                <a:lnTo>
                  <a:pt x="185253" y="40345"/>
                </a:lnTo>
                <a:lnTo>
                  <a:pt x="183166" y="41608"/>
                </a:lnTo>
                <a:lnTo>
                  <a:pt x="181516" y="41899"/>
                </a:lnTo>
                <a:lnTo>
                  <a:pt x="179963" y="40054"/>
                </a:lnTo>
                <a:lnTo>
                  <a:pt x="177196" y="37626"/>
                </a:lnTo>
                <a:lnTo>
                  <a:pt x="175109" y="35393"/>
                </a:lnTo>
                <a:lnTo>
                  <a:pt x="175643" y="31752"/>
                </a:lnTo>
                <a:lnTo>
                  <a:pt x="179672" y="26411"/>
                </a:lnTo>
                <a:lnTo>
                  <a:pt x="180205" y="22624"/>
                </a:lnTo>
                <a:lnTo>
                  <a:pt x="179672" y="16216"/>
                </a:lnTo>
                <a:lnTo>
                  <a:pt x="178604" y="12477"/>
                </a:lnTo>
                <a:lnTo>
                  <a:pt x="177390" y="12380"/>
                </a:lnTo>
                <a:lnTo>
                  <a:pt x="175449" y="11749"/>
                </a:lnTo>
                <a:lnTo>
                  <a:pt x="169868" y="12380"/>
                </a:lnTo>
                <a:lnTo>
                  <a:pt x="167101" y="8156"/>
                </a:lnTo>
                <a:lnTo>
                  <a:pt x="165985" y="3593"/>
                </a:lnTo>
                <a:lnTo>
                  <a:pt x="164044" y="1942"/>
                </a:lnTo>
                <a:lnTo>
                  <a:pt x="162199" y="922"/>
                </a:lnTo>
                <a:lnTo>
                  <a:pt x="157977" y="2525"/>
                </a:lnTo>
                <a:lnTo>
                  <a:pt x="154822" y="1554"/>
                </a:lnTo>
                <a:lnTo>
                  <a:pt x="144194" y="0"/>
                </a:lnTo>
                <a:lnTo>
                  <a:pt x="140117" y="0"/>
                </a:lnTo>
                <a:lnTo>
                  <a:pt x="137981" y="0"/>
                </a:lnTo>
                <a:lnTo>
                  <a:pt x="136040" y="0"/>
                </a:lnTo>
                <a:lnTo>
                  <a:pt x="135263" y="0"/>
                </a:lnTo>
                <a:lnTo>
                  <a:pt x="134147" y="534"/>
                </a:lnTo>
                <a:lnTo>
                  <a:pt x="133225" y="2816"/>
                </a:lnTo>
                <a:lnTo>
                  <a:pt x="121092" y="0"/>
                </a:lnTo>
                <a:lnTo>
                  <a:pt x="112695" y="0"/>
                </a:lnTo>
                <a:lnTo>
                  <a:pt x="113860" y="0"/>
                </a:lnTo>
                <a:lnTo>
                  <a:pt x="111336" y="0"/>
                </a:lnTo>
                <a:lnTo>
                  <a:pt x="108133" y="0"/>
                </a:lnTo>
                <a:lnTo>
                  <a:pt x="105755" y="0"/>
                </a:lnTo>
                <a:lnTo>
                  <a:pt x="107890" y="0"/>
                </a:lnTo>
                <a:lnTo>
                  <a:pt x="104590" y="0"/>
                </a:lnTo>
                <a:lnTo>
                  <a:pt x="100028" y="0"/>
                </a:lnTo>
                <a:lnTo>
                  <a:pt x="96339" y="0"/>
                </a:lnTo>
                <a:lnTo>
                  <a:pt x="93476" y="0"/>
                </a:lnTo>
                <a:lnTo>
                  <a:pt x="91729" y="0"/>
                </a:lnTo>
                <a:lnTo>
                  <a:pt x="87798" y="0"/>
                </a:lnTo>
                <a:lnTo>
                  <a:pt x="82702" y="0"/>
                </a:lnTo>
                <a:lnTo>
                  <a:pt x="81003" y="0"/>
                </a:lnTo>
                <a:lnTo>
                  <a:pt x="81391" y="0"/>
                </a:lnTo>
                <a:lnTo>
                  <a:pt x="77654" y="0"/>
                </a:lnTo>
                <a:lnTo>
                  <a:pt x="72704" y="0"/>
                </a:lnTo>
                <a:lnTo>
                  <a:pt x="68675" y="0"/>
                </a:lnTo>
                <a:lnTo>
                  <a:pt x="64550" y="0"/>
                </a:lnTo>
                <a:lnTo>
                  <a:pt x="61250" y="0"/>
                </a:lnTo>
                <a:lnTo>
                  <a:pt x="58483" y="0"/>
                </a:lnTo>
                <a:lnTo>
                  <a:pt x="54649" y="0"/>
                </a:lnTo>
                <a:lnTo>
                  <a:pt x="53387" y="0"/>
                </a:lnTo>
                <a:lnTo>
                  <a:pt x="50815" y="0"/>
                </a:lnTo>
                <a:lnTo>
                  <a:pt x="47903" y="0"/>
                </a:lnTo>
                <a:lnTo>
                  <a:pt x="45185" y="0"/>
                </a:lnTo>
                <a:lnTo>
                  <a:pt x="41933" y="0"/>
                </a:lnTo>
                <a:lnTo>
                  <a:pt x="41399" y="0"/>
                </a:lnTo>
                <a:lnTo>
                  <a:pt x="42128" y="0"/>
                </a:lnTo>
                <a:lnTo>
                  <a:pt x="46204" y="0"/>
                </a:lnTo>
                <a:lnTo>
                  <a:pt x="48388" y="0"/>
                </a:lnTo>
                <a:lnTo>
                  <a:pt x="51883" y="0"/>
                </a:lnTo>
                <a:lnTo>
                  <a:pt x="54309" y="0"/>
                </a:lnTo>
                <a:lnTo>
                  <a:pt x="57658" y="0"/>
                </a:lnTo>
                <a:lnTo>
                  <a:pt x="64501" y="0"/>
                </a:lnTo>
                <a:lnTo>
                  <a:pt x="65229" y="0"/>
                </a:lnTo>
                <a:lnTo>
                  <a:pt x="66637" y="0"/>
                </a:lnTo>
                <a:lnTo>
                  <a:pt x="67656" y="0"/>
                </a:lnTo>
                <a:lnTo>
                  <a:pt x="67996" y="0"/>
                </a:lnTo>
                <a:lnTo>
                  <a:pt x="67122" y="0"/>
                </a:lnTo>
                <a:lnTo>
                  <a:pt x="68578" y="0"/>
                </a:lnTo>
                <a:lnTo>
                  <a:pt x="73432" y="0"/>
                </a:lnTo>
                <a:lnTo>
                  <a:pt x="80129" y="0"/>
                </a:lnTo>
                <a:lnTo>
                  <a:pt x="88137" y="0"/>
                </a:lnTo>
                <a:lnTo>
                  <a:pt x="96339" y="0"/>
                </a:lnTo>
                <a:lnTo>
                  <a:pt x="100416" y="0"/>
                </a:lnTo>
                <a:lnTo>
                  <a:pt x="102115" y="0"/>
                </a:lnTo>
                <a:lnTo>
                  <a:pt x="103911" y="0"/>
                </a:lnTo>
                <a:lnTo>
                  <a:pt x="106726" y="0"/>
                </a:lnTo>
                <a:lnTo>
                  <a:pt x="108618" y="0"/>
                </a:lnTo>
                <a:lnTo>
                  <a:pt x="108764" y="0"/>
                </a:lnTo>
                <a:lnTo>
                  <a:pt x="104299" y="0"/>
                </a:lnTo>
                <a:lnTo>
                  <a:pt x="101387" y="0"/>
                </a:lnTo>
                <a:lnTo>
                  <a:pt x="99882" y="0"/>
                </a:lnTo>
                <a:lnTo>
                  <a:pt x="99106" y="0"/>
                </a:lnTo>
                <a:lnTo>
                  <a:pt x="98038" y="0"/>
                </a:lnTo>
                <a:lnTo>
                  <a:pt x="98572" y="0"/>
                </a:lnTo>
                <a:lnTo>
                  <a:pt x="96970" y="0"/>
                </a:lnTo>
                <a:lnTo>
                  <a:pt x="93330" y="0"/>
                </a:lnTo>
                <a:lnTo>
                  <a:pt x="89593" y="0"/>
                </a:lnTo>
                <a:lnTo>
                  <a:pt x="87361" y="0"/>
                </a:lnTo>
                <a:lnTo>
                  <a:pt x="84934" y="0"/>
                </a:lnTo>
                <a:lnTo>
                  <a:pt x="84109" y="0"/>
                </a:lnTo>
                <a:lnTo>
                  <a:pt x="85565" y="0"/>
                </a:lnTo>
                <a:lnTo>
                  <a:pt x="87458" y="0"/>
                </a:lnTo>
                <a:lnTo>
                  <a:pt x="87264" y="0"/>
                </a:lnTo>
                <a:lnTo>
                  <a:pt x="86487" y="0"/>
                </a:lnTo>
                <a:lnTo>
                  <a:pt x="85565" y="0"/>
                </a:lnTo>
                <a:lnTo>
                  <a:pt x="83090" y="0"/>
                </a:lnTo>
                <a:lnTo>
                  <a:pt x="79644" y="0"/>
                </a:lnTo>
                <a:lnTo>
                  <a:pt x="75713" y="0"/>
                </a:lnTo>
                <a:lnTo>
                  <a:pt x="65375" y="0"/>
                </a:lnTo>
                <a:lnTo>
                  <a:pt x="58047" y="0"/>
                </a:lnTo>
                <a:lnTo>
                  <a:pt x="54406" y="0"/>
                </a:lnTo>
                <a:lnTo>
                  <a:pt x="49796" y="0"/>
                </a:lnTo>
                <a:lnTo>
                  <a:pt x="46496" y="0"/>
                </a:lnTo>
                <a:lnTo>
                  <a:pt x="42322" y="0"/>
                </a:lnTo>
                <a:lnTo>
                  <a:pt x="40186" y="0"/>
                </a:lnTo>
                <a:lnTo>
                  <a:pt x="39021" y="0"/>
                </a:lnTo>
                <a:lnTo>
                  <a:pt x="39652" y="0"/>
                </a:lnTo>
                <a:lnTo>
                  <a:pt x="41642" y="0"/>
                </a:lnTo>
                <a:lnTo>
                  <a:pt x="44263" y="0"/>
                </a:lnTo>
                <a:lnTo>
                  <a:pt x="46350" y="0"/>
                </a:lnTo>
                <a:lnTo>
                  <a:pt x="52320" y="0"/>
                </a:lnTo>
                <a:lnTo>
                  <a:pt x="56445" y="0"/>
                </a:lnTo>
                <a:lnTo>
                  <a:pt x="57416" y="0"/>
                </a:lnTo>
                <a:lnTo>
                  <a:pt x="57804" y="0"/>
                </a:lnTo>
                <a:lnTo>
                  <a:pt x="57270" y="0"/>
                </a:lnTo>
                <a:lnTo>
                  <a:pt x="57464" y="0"/>
                </a:lnTo>
                <a:lnTo>
                  <a:pt x="58241" y="0"/>
                </a:lnTo>
                <a:lnTo>
                  <a:pt x="59114" y="0"/>
                </a:lnTo>
                <a:lnTo>
                  <a:pt x="70083" y="0"/>
                </a:lnTo>
                <a:lnTo>
                  <a:pt x="72412" y="0"/>
                </a:lnTo>
                <a:lnTo>
                  <a:pt x="73480" y="0"/>
                </a:lnTo>
                <a:lnTo>
                  <a:pt x="72558" y="0"/>
                </a:lnTo>
                <a:lnTo>
                  <a:pt x="70908" y="0"/>
                </a:lnTo>
                <a:lnTo>
                  <a:pt x="63822" y="0"/>
                </a:lnTo>
                <a:lnTo>
                  <a:pt x="62463" y="0"/>
                </a:lnTo>
                <a:lnTo>
                  <a:pt x="59211" y="0"/>
                </a:lnTo>
                <a:lnTo>
                  <a:pt x="57804" y="0"/>
                </a:lnTo>
                <a:lnTo>
                  <a:pt x="55765" y="0"/>
                </a:lnTo>
                <a:lnTo>
                  <a:pt x="53581" y="0"/>
                </a:lnTo>
                <a:lnTo>
                  <a:pt x="53242" y="0"/>
                </a:lnTo>
                <a:lnTo>
                  <a:pt x="51689" y="0"/>
                </a:lnTo>
                <a:lnTo>
                  <a:pt x="42856" y="0"/>
                </a:lnTo>
                <a:lnTo>
                  <a:pt x="38876" y="0"/>
                </a:lnTo>
                <a:lnTo>
                  <a:pt x="33440" y="0"/>
                </a:lnTo>
                <a:lnTo>
                  <a:pt x="26937" y="0"/>
                </a:lnTo>
                <a:lnTo>
                  <a:pt x="20336" y="0"/>
                </a:lnTo>
                <a:lnTo>
                  <a:pt x="17230" y="0"/>
                </a:lnTo>
                <a:lnTo>
                  <a:pt x="16114" y="0"/>
                </a:lnTo>
                <a:lnTo>
                  <a:pt x="15774" y="0"/>
                </a:lnTo>
                <a:lnTo>
                  <a:pt x="17764" y="0"/>
                </a:lnTo>
                <a:lnTo>
                  <a:pt x="16793" y="0"/>
                </a:lnTo>
                <a:lnTo>
                  <a:pt x="13493" y="0"/>
                </a:lnTo>
                <a:lnTo>
                  <a:pt x="12037" y="0"/>
                </a:lnTo>
                <a:lnTo>
                  <a:pt x="12522" y="0"/>
                </a:lnTo>
                <a:lnTo>
                  <a:pt x="10920" y="0"/>
                </a:lnTo>
                <a:lnTo>
                  <a:pt x="7280" y="0"/>
                </a:lnTo>
                <a:lnTo>
                  <a:pt x="3737" y="0"/>
                </a:lnTo>
                <a:lnTo>
                  <a:pt x="340" y="0"/>
                </a:lnTo>
                <a:lnTo>
                  <a:pt x="0" y="0"/>
                </a:lnTo>
                <a:lnTo>
                  <a:pt x="1117" y="0"/>
                </a:lnTo>
                <a:lnTo>
                  <a:pt x="5388" y="0"/>
                </a:lnTo>
                <a:lnTo>
                  <a:pt x="6844" y="0"/>
                </a:lnTo>
                <a:lnTo>
                  <a:pt x="9853" y="0"/>
                </a:lnTo>
                <a:lnTo>
                  <a:pt x="14463" y="0"/>
                </a:lnTo>
                <a:lnTo>
                  <a:pt x="17181" y="0"/>
                </a:lnTo>
                <a:lnTo>
                  <a:pt x="18055" y="0"/>
                </a:lnTo>
                <a:lnTo>
                  <a:pt x="18443" y="0"/>
                </a:lnTo>
                <a:lnTo>
                  <a:pt x="16114" y="0"/>
                </a:lnTo>
                <a:lnTo>
                  <a:pt x="16502" y="0"/>
                </a:lnTo>
                <a:lnTo>
                  <a:pt x="20870" y="0"/>
                </a:lnTo>
                <a:lnTo>
                  <a:pt x="20384" y="0"/>
                </a:lnTo>
                <a:lnTo>
                  <a:pt x="21501" y="0"/>
                </a:lnTo>
                <a:lnTo>
                  <a:pt x="26306" y="0"/>
                </a:lnTo>
                <a:lnTo>
                  <a:pt x="29946" y="0"/>
                </a:lnTo>
                <a:lnTo>
                  <a:pt x="31110" y="0"/>
                </a:lnTo>
                <a:lnTo>
                  <a:pt x="32761" y="0"/>
                </a:lnTo>
                <a:lnTo>
                  <a:pt x="35770" y="0"/>
                </a:lnTo>
                <a:lnTo>
                  <a:pt x="41982" y="0"/>
                </a:lnTo>
                <a:lnTo>
                  <a:pt x="44651" y="0"/>
                </a:lnTo>
                <a:lnTo>
                  <a:pt x="48388" y="0"/>
                </a:lnTo>
                <a:lnTo>
                  <a:pt x="52465" y="0"/>
                </a:lnTo>
                <a:lnTo>
                  <a:pt x="54358" y="0"/>
                </a:lnTo>
                <a:lnTo>
                  <a:pt x="67316" y="0"/>
                </a:lnTo>
                <a:lnTo>
                  <a:pt x="70180" y="0"/>
                </a:lnTo>
                <a:lnTo>
                  <a:pt x="72898" y="0"/>
                </a:lnTo>
                <a:lnTo>
                  <a:pt x="74888" y="0"/>
                </a:lnTo>
                <a:lnTo>
                  <a:pt x="76878" y="0"/>
                </a:lnTo>
                <a:lnTo>
                  <a:pt x="78285" y="0"/>
                </a:lnTo>
                <a:lnTo>
                  <a:pt x="79935" y="0"/>
                </a:lnTo>
                <a:lnTo>
                  <a:pt x="80857" y="0"/>
                </a:lnTo>
                <a:lnTo>
                  <a:pt x="82507" y="0"/>
                </a:lnTo>
                <a:lnTo>
                  <a:pt x="85274" y="0"/>
                </a:lnTo>
                <a:lnTo>
                  <a:pt x="88477" y="0"/>
                </a:lnTo>
                <a:lnTo>
                  <a:pt x="92699" y="0"/>
                </a:lnTo>
                <a:lnTo>
                  <a:pt x="95320" y="0"/>
                </a:lnTo>
                <a:lnTo>
                  <a:pt x="98281" y="0"/>
                </a:lnTo>
                <a:lnTo>
                  <a:pt x="100853" y="0"/>
                </a:lnTo>
                <a:lnTo>
                  <a:pt x="102503" y="0"/>
                </a:lnTo>
                <a:lnTo>
                  <a:pt x="103280" y="0"/>
                </a:lnTo>
                <a:lnTo>
                  <a:pt x="102552" y="0"/>
                </a:lnTo>
                <a:lnTo>
                  <a:pt x="100659" y="0"/>
                </a:lnTo>
                <a:lnTo>
                  <a:pt x="101193" y="0"/>
                </a:lnTo>
                <a:lnTo>
                  <a:pt x="104736" y="0"/>
                </a:lnTo>
                <a:lnTo>
                  <a:pt x="109929" y="0"/>
                </a:lnTo>
                <a:lnTo>
                  <a:pt x="113860" y="0"/>
                </a:lnTo>
                <a:lnTo>
                  <a:pt x="116432" y="0"/>
                </a:lnTo>
                <a:lnTo>
                  <a:pt x="118956" y="0"/>
                </a:lnTo>
                <a:lnTo>
                  <a:pt x="122111" y="0"/>
                </a:lnTo>
                <a:lnTo>
                  <a:pt x="125217" y="0"/>
                </a:lnTo>
                <a:lnTo>
                  <a:pt x="127644" y="0"/>
                </a:lnTo>
                <a:lnTo>
                  <a:pt x="133371" y="0"/>
                </a:lnTo>
                <a:close/>
              </a:path>
            </a:pathLst>
          </a:custGeom>
          <a:solidFill>
            <a:srgbClr val="E4E5E6"/>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ap - Indonesia"/>
          <p:cNvSpPr/>
          <p:nvPr/>
        </p:nvSpPr>
        <p:spPr>
          <a:xfrm>
            <a:off x="7294649" y="1555837"/>
            <a:ext cx="1227559" cy="734516"/>
          </a:xfrm>
          <a:custGeom>
            <a:avLst/>
            <a:gdLst/>
            <a:ahLst/>
            <a:cxnLst/>
            <a:rect l="l" t="t" r="r" b="b"/>
            <a:pathLst>
              <a:path w="1227559" h="734516">
                <a:moveTo>
                  <a:pt x="110414" y="202163"/>
                </a:moveTo>
                <a:lnTo>
                  <a:pt x="120897" y="215806"/>
                </a:lnTo>
                <a:lnTo>
                  <a:pt x="125168" y="217651"/>
                </a:lnTo>
                <a:lnTo>
                  <a:pt x="130847" y="223865"/>
                </a:lnTo>
                <a:lnTo>
                  <a:pt x="132254" y="226001"/>
                </a:lnTo>
                <a:lnTo>
                  <a:pt x="130798" y="230371"/>
                </a:lnTo>
                <a:lnTo>
                  <a:pt x="129536" y="242800"/>
                </a:lnTo>
                <a:lnTo>
                  <a:pt x="126818" y="245907"/>
                </a:lnTo>
                <a:lnTo>
                  <a:pt x="120218" y="244353"/>
                </a:lnTo>
                <a:lnTo>
                  <a:pt x="120169" y="242168"/>
                </a:lnTo>
                <a:lnTo>
                  <a:pt x="116335" y="232798"/>
                </a:lnTo>
                <a:lnTo>
                  <a:pt x="109395" y="227603"/>
                </a:lnTo>
                <a:lnTo>
                  <a:pt x="106677" y="227312"/>
                </a:lnTo>
                <a:lnTo>
                  <a:pt x="104930" y="221972"/>
                </a:lnTo>
                <a:lnTo>
                  <a:pt x="101435" y="215660"/>
                </a:lnTo>
                <a:lnTo>
                  <a:pt x="90855" y="204105"/>
                </a:lnTo>
                <a:lnTo>
                  <a:pt x="98863" y="204154"/>
                </a:lnTo>
                <a:lnTo>
                  <a:pt x="102746" y="201338"/>
                </a:lnTo>
                <a:lnTo>
                  <a:pt x="103668" y="199104"/>
                </a:lnTo>
                <a:lnTo>
                  <a:pt x="104299" y="198522"/>
                </a:lnTo>
                <a:lnTo>
                  <a:pt x="110414" y="202163"/>
                </a:lnTo>
                <a:close/>
                <a:moveTo>
                  <a:pt x="192047" y="359611"/>
                </a:moveTo>
                <a:lnTo>
                  <a:pt x="187582" y="359854"/>
                </a:lnTo>
                <a:lnTo>
                  <a:pt x="177973" y="354077"/>
                </a:lnTo>
                <a:lnTo>
                  <a:pt x="175740" y="351455"/>
                </a:lnTo>
                <a:lnTo>
                  <a:pt x="175158" y="347959"/>
                </a:lnTo>
                <a:lnTo>
                  <a:pt x="165985" y="334511"/>
                </a:lnTo>
                <a:lnTo>
                  <a:pt x="164772" y="331452"/>
                </a:lnTo>
                <a:lnTo>
                  <a:pt x="168363" y="320431"/>
                </a:lnTo>
                <a:lnTo>
                  <a:pt x="177730" y="317761"/>
                </a:lnTo>
                <a:lnTo>
                  <a:pt x="180836" y="319606"/>
                </a:lnTo>
                <a:lnTo>
                  <a:pt x="181904" y="324558"/>
                </a:lnTo>
                <a:lnTo>
                  <a:pt x="187243" y="333540"/>
                </a:lnTo>
                <a:lnTo>
                  <a:pt x="188990" y="338346"/>
                </a:lnTo>
                <a:lnTo>
                  <a:pt x="190349" y="340483"/>
                </a:lnTo>
                <a:lnTo>
                  <a:pt x="190883" y="342133"/>
                </a:lnTo>
                <a:lnTo>
                  <a:pt x="190446" y="343298"/>
                </a:lnTo>
                <a:lnTo>
                  <a:pt x="194280" y="348979"/>
                </a:lnTo>
                <a:lnTo>
                  <a:pt x="197046" y="352329"/>
                </a:lnTo>
                <a:lnTo>
                  <a:pt x="197241" y="357669"/>
                </a:lnTo>
                <a:lnTo>
                  <a:pt x="192047" y="359611"/>
                </a:lnTo>
                <a:close/>
                <a:moveTo>
                  <a:pt x="1040268" y="691500"/>
                </a:moveTo>
                <a:lnTo>
                  <a:pt x="1034104" y="701550"/>
                </a:lnTo>
                <a:lnTo>
                  <a:pt x="1036288" y="703152"/>
                </a:lnTo>
                <a:lnTo>
                  <a:pt x="1037647" y="704706"/>
                </a:lnTo>
                <a:lnTo>
                  <a:pt x="1027455" y="706794"/>
                </a:lnTo>
                <a:lnTo>
                  <a:pt x="1023233" y="705677"/>
                </a:lnTo>
                <a:lnTo>
                  <a:pt x="1020758" y="705968"/>
                </a:lnTo>
                <a:lnTo>
                  <a:pt x="1010468" y="704075"/>
                </a:lnTo>
                <a:lnTo>
                  <a:pt x="1003091" y="701793"/>
                </a:lnTo>
                <a:lnTo>
                  <a:pt x="1002218" y="699948"/>
                </a:lnTo>
                <a:lnTo>
                  <a:pt x="1002800" y="697763"/>
                </a:lnTo>
                <a:lnTo>
                  <a:pt x="1004984" y="698492"/>
                </a:lnTo>
                <a:lnTo>
                  <a:pt x="1010711" y="698831"/>
                </a:lnTo>
                <a:lnTo>
                  <a:pt x="1012847" y="697860"/>
                </a:lnTo>
                <a:lnTo>
                  <a:pt x="1012944" y="691355"/>
                </a:lnTo>
                <a:lnTo>
                  <a:pt x="1012119" y="682907"/>
                </a:lnTo>
                <a:lnTo>
                  <a:pt x="1019835" y="676013"/>
                </a:lnTo>
                <a:lnTo>
                  <a:pt x="1023912" y="673245"/>
                </a:lnTo>
                <a:lnTo>
                  <a:pt x="1028669" y="671595"/>
                </a:lnTo>
                <a:lnTo>
                  <a:pt x="1040559" y="675430"/>
                </a:lnTo>
                <a:lnTo>
                  <a:pt x="1042549" y="676450"/>
                </a:lnTo>
                <a:lnTo>
                  <a:pt x="1044054" y="678003"/>
                </a:lnTo>
                <a:lnTo>
                  <a:pt x="1044782" y="680479"/>
                </a:lnTo>
                <a:lnTo>
                  <a:pt x="1040268" y="691500"/>
                </a:lnTo>
                <a:close/>
                <a:moveTo>
                  <a:pt x="982368" y="669216"/>
                </a:moveTo>
                <a:lnTo>
                  <a:pt x="987269" y="671789"/>
                </a:lnTo>
                <a:lnTo>
                  <a:pt x="994161" y="679363"/>
                </a:lnTo>
                <a:lnTo>
                  <a:pt x="994792" y="681450"/>
                </a:lnTo>
                <a:lnTo>
                  <a:pt x="992705" y="683441"/>
                </a:lnTo>
                <a:lnTo>
                  <a:pt x="987803" y="686645"/>
                </a:lnTo>
                <a:lnTo>
                  <a:pt x="976835" y="691597"/>
                </a:lnTo>
                <a:lnTo>
                  <a:pt x="974942" y="693928"/>
                </a:lnTo>
                <a:lnTo>
                  <a:pt x="972612" y="698492"/>
                </a:lnTo>
                <a:lnTo>
                  <a:pt x="972078" y="700434"/>
                </a:lnTo>
                <a:lnTo>
                  <a:pt x="971302" y="701502"/>
                </a:lnTo>
                <a:lnTo>
                  <a:pt x="970040" y="702230"/>
                </a:lnTo>
                <a:lnTo>
                  <a:pt x="967662" y="702910"/>
                </a:lnTo>
                <a:lnTo>
                  <a:pt x="965090" y="701939"/>
                </a:lnTo>
                <a:lnTo>
                  <a:pt x="967419" y="699026"/>
                </a:lnTo>
                <a:lnTo>
                  <a:pt x="967516" y="695530"/>
                </a:lnTo>
                <a:lnTo>
                  <a:pt x="965769" y="692229"/>
                </a:lnTo>
                <a:lnTo>
                  <a:pt x="963294" y="689510"/>
                </a:lnTo>
                <a:lnTo>
                  <a:pt x="958295" y="685771"/>
                </a:lnTo>
                <a:lnTo>
                  <a:pt x="952956" y="682519"/>
                </a:lnTo>
                <a:lnTo>
                  <a:pt x="947569" y="680819"/>
                </a:lnTo>
                <a:lnTo>
                  <a:pt x="941842" y="680043"/>
                </a:lnTo>
                <a:lnTo>
                  <a:pt x="939804" y="678440"/>
                </a:lnTo>
                <a:lnTo>
                  <a:pt x="936455" y="674362"/>
                </a:lnTo>
                <a:lnTo>
                  <a:pt x="935339" y="672129"/>
                </a:lnTo>
                <a:lnTo>
                  <a:pt x="934805" y="669750"/>
                </a:lnTo>
                <a:lnTo>
                  <a:pt x="935144" y="667468"/>
                </a:lnTo>
                <a:lnTo>
                  <a:pt x="936552" y="667371"/>
                </a:lnTo>
                <a:lnTo>
                  <a:pt x="942182" y="667905"/>
                </a:lnTo>
                <a:lnTo>
                  <a:pt x="952519" y="670575"/>
                </a:lnTo>
                <a:lnTo>
                  <a:pt x="957615" y="670769"/>
                </a:lnTo>
                <a:lnTo>
                  <a:pt x="960527" y="670138"/>
                </a:lnTo>
                <a:lnTo>
                  <a:pt x="968099" y="664895"/>
                </a:lnTo>
                <a:lnTo>
                  <a:pt x="969894" y="664943"/>
                </a:lnTo>
                <a:lnTo>
                  <a:pt x="977126" y="667274"/>
                </a:lnTo>
                <a:lnTo>
                  <a:pt x="982368" y="669216"/>
                </a:lnTo>
                <a:close/>
                <a:moveTo>
                  <a:pt x="526055" y="354319"/>
                </a:moveTo>
                <a:lnTo>
                  <a:pt x="527705" y="357669"/>
                </a:lnTo>
                <a:lnTo>
                  <a:pt x="529986" y="360679"/>
                </a:lnTo>
                <a:lnTo>
                  <a:pt x="531685" y="363932"/>
                </a:lnTo>
                <a:lnTo>
                  <a:pt x="533966" y="379565"/>
                </a:lnTo>
                <a:lnTo>
                  <a:pt x="541586" y="392965"/>
                </a:lnTo>
                <a:lnTo>
                  <a:pt x="563523" y="398209"/>
                </a:lnTo>
                <a:lnTo>
                  <a:pt x="559932" y="400393"/>
                </a:lnTo>
                <a:lnTo>
                  <a:pt x="558136" y="402336"/>
                </a:lnTo>
                <a:lnTo>
                  <a:pt x="556777" y="404569"/>
                </a:lnTo>
                <a:lnTo>
                  <a:pt x="553525" y="413890"/>
                </a:lnTo>
                <a:lnTo>
                  <a:pt x="553865" y="415832"/>
                </a:lnTo>
                <a:lnTo>
                  <a:pt x="555758" y="418988"/>
                </a:lnTo>
                <a:lnTo>
                  <a:pt x="556195" y="422435"/>
                </a:lnTo>
                <a:lnTo>
                  <a:pt x="553477" y="422387"/>
                </a:lnTo>
                <a:lnTo>
                  <a:pt x="550371" y="421658"/>
                </a:lnTo>
                <a:lnTo>
                  <a:pt x="547895" y="420348"/>
                </a:lnTo>
                <a:lnTo>
                  <a:pt x="545614" y="418648"/>
                </a:lnTo>
                <a:lnTo>
                  <a:pt x="543091" y="417338"/>
                </a:lnTo>
                <a:lnTo>
                  <a:pt x="540421" y="416464"/>
                </a:lnTo>
                <a:lnTo>
                  <a:pt x="535956" y="413793"/>
                </a:lnTo>
                <a:lnTo>
                  <a:pt x="529938" y="411900"/>
                </a:lnTo>
                <a:lnTo>
                  <a:pt x="523774" y="410443"/>
                </a:lnTo>
                <a:lnTo>
                  <a:pt x="520765" y="406511"/>
                </a:lnTo>
                <a:lnTo>
                  <a:pt x="519358" y="401607"/>
                </a:lnTo>
                <a:lnTo>
                  <a:pt x="520862" y="394325"/>
                </a:lnTo>
                <a:lnTo>
                  <a:pt x="519358" y="392334"/>
                </a:lnTo>
                <a:lnTo>
                  <a:pt x="517125" y="390538"/>
                </a:lnTo>
                <a:lnTo>
                  <a:pt x="514456" y="385294"/>
                </a:lnTo>
                <a:lnTo>
                  <a:pt x="513437" y="379177"/>
                </a:lnTo>
                <a:lnTo>
                  <a:pt x="509505" y="376847"/>
                </a:lnTo>
                <a:lnTo>
                  <a:pt x="504361" y="375390"/>
                </a:lnTo>
                <a:lnTo>
                  <a:pt x="502128" y="374225"/>
                </a:lnTo>
                <a:lnTo>
                  <a:pt x="491936" y="376458"/>
                </a:lnTo>
                <a:lnTo>
                  <a:pt x="489509" y="375924"/>
                </a:lnTo>
                <a:lnTo>
                  <a:pt x="487325" y="374225"/>
                </a:lnTo>
                <a:lnTo>
                  <a:pt x="481744" y="372477"/>
                </a:lnTo>
                <a:lnTo>
                  <a:pt x="481987" y="369079"/>
                </a:lnTo>
                <a:lnTo>
                  <a:pt x="484559" y="366360"/>
                </a:lnTo>
                <a:lnTo>
                  <a:pt x="490626" y="363641"/>
                </a:lnTo>
                <a:lnTo>
                  <a:pt x="493489" y="361311"/>
                </a:lnTo>
                <a:lnTo>
                  <a:pt x="494072" y="358300"/>
                </a:lnTo>
                <a:lnTo>
                  <a:pt x="492955" y="356067"/>
                </a:lnTo>
                <a:lnTo>
                  <a:pt x="493392" y="353737"/>
                </a:lnTo>
                <a:lnTo>
                  <a:pt x="495334" y="351503"/>
                </a:lnTo>
                <a:lnTo>
                  <a:pt x="497615" y="349756"/>
                </a:lnTo>
                <a:lnTo>
                  <a:pt x="503681" y="347425"/>
                </a:lnTo>
                <a:lnTo>
                  <a:pt x="506351" y="351455"/>
                </a:lnTo>
                <a:lnTo>
                  <a:pt x="507710" y="354853"/>
                </a:lnTo>
                <a:lnTo>
                  <a:pt x="509311" y="357329"/>
                </a:lnTo>
                <a:lnTo>
                  <a:pt x="511883" y="353834"/>
                </a:lnTo>
                <a:lnTo>
                  <a:pt x="510233" y="347765"/>
                </a:lnTo>
                <a:lnTo>
                  <a:pt x="514893" y="346406"/>
                </a:lnTo>
                <a:lnTo>
                  <a:pt x="519455" y="346357"/>
                </a:lnTo>
                <a:lnTo>
                  <a:pt x="522901" y="348008"/>
                </a:lnTo>
                <a:lnTo>
                  <a:pt x="525133" y="350630"/>
                </a:lnTo>
                <a:lnTo>
                  <a:pt x="526055" y="354319"/>
                </a:lnTo>
                <a:close/>
                <a:moveTo>
                  <a:pt x="636226" y="94139"/>
                </a:moveTo>
                <a:lnTo>
                  <a:pt x="629626" y="95935"/>
                </a:lnTo>
                <a:lnTo>
                  <a:pt x="625743" y="93411"/>
                </a:lnTo>
                <a:lnTo>
                  <a:pt x="629917" y="90352"/>
                </a:lnTo>
                <a:lnTo>
                  <a:pt x="631373" y="90158"/>
                </a:lnTo>
                <a:lnTo>
                  <a:pt x="632344" y="89527"/>
                </a:lnTo>
                <a:lnTo>
                  <a:pt x="632683" y="88313"/>
                </a:lnTo>
                <a:lnTo>
                  <a:pt x="625161" y="86274"/>
                </a:lnTo>
                <a:lnTo>
                  <a:pt x="623074" y="84478"/>
                </a:lnTo>
                <a:lnTo>
                  <a:pt x="620987" y="79914"/>
                </a:lnTo>
                <a:lnTo>
                  <a:pt x="621084" y="77001"/>
                </a:lnTo>
                <a:lnTo>
                  <a:pt x="630694" y="69378"/>
                </a:lnTo>
                <a:lnTo>
                  <a:pt x="632926" y="68553"/>
                </a:lnTo>
                <a:lnTo>
                  <a:pt x="633314" y="71709"/>
                </a:lnTo>
                <a:lnTo>
                  <a:pt x="639963" y="79768"/>
                </a:lnTo>
                <a:lnTo>
                  <a:pt x="640255" y="85109"/>
                </a:lnTo>
                <a:lnTo>
                  <a:pt x="640012" y="87051"/>
                </a:lnTo>
                <a:lnTo>
                  <a:pt x="636226" y="94139"/>
                </a:lnTo>
                <a:close/>
                <a:moveTo>
                  <a:pt x="630936" y="418843"/>
                </a:moveTo>
                <a:lnTo>
                  <a:pt x="630208" y="423940"/>
                </a:lnTo>
                <a:lnTo>
                  <a:pt x="628995" y="425882"/>
                </a:lnTo>
                <a:lnTo>
                  <a:pt x="624967" y="428407"/>
                </a:lnTo>
                <a:lnTo>
                  <a:pt x="623559" y="429961"/>
                </a:lnTo>
                <a:lnTo>
                  <a:pt x="619773" y="429718"/>
                </a:lnTo>
                <a:lnTo>
                  <a:pt x="619288" y="427048"/>
                </a:lnTo>
                <a:lnTo>
                  <a:pt x="618026" y="425203"/>
                </a:lnTo>
                <a:lnTo>
                  <a:pt x="613998" y="423115"/>
                </a:lnTo>
                <a:lnTo>
                  <a:pt x="612979" y="423649"/>
                </a:lnTo>
                <a:lnTo>
                  <a:pt x="612251" y="426756"/>
                </a:lnTo>
                <a:lnTo>
                  <a:pt x="604388" y="428941"/>
                </a:lnTo>
                <a:lnTo>
                  <a:pt x="602156" y="429087"/>
                </a:lnTo>
                <a:lnTo>
                  <a:pt x="603272" y="425008"/>
                </a:lnTo>
                <a:lnTo>
                  <a:pt x="601234" y="421756"/>
                </a:lnTo>
                <a:lnTo>
                  <a:pt x="601088" y="417823"/>
                </a:lnTo>
                <a:lnTo>
                  <a:pt x="600700" y="416075"/>
                </a:lnTo>
                <a:lnTo>
                  <a:pt x="599681" y="415056"/>
                </a:lnTo>
                <a:lnTo>
                  <a:pt x="601719" y="412288"/>
                </a:lnTo>
                <a:lnTo>
                  <a:pt x="601379" y="409230"/>
                </a:lnTo>
                <a:lnTo>
                  <a:pt x="603515" y="405928"/>
                </a:lnTo>
                <a:lnTo>
                  <a:pt x="604680" y="397869"/>
                </a:lnTo>
                <a:lnTo>
                  <a:pt x="613027" y="396121"/>
                </a:lnTo>
                <a:lnTo>
                  <a:pt x="614823" y="397578"/>
                </a:lnTo>
                <a:lnTo>
                  <a:pt x="624481" y="399374"/>
                </a:lnTo>
                <a:lnTo>
                  <a:pt x="631324" y="404229"/>
                </a:lnTo>
                <a:lnTo>
                  <a:pt x="635013" y="410686"/>
                </a:lnTo>
                <a:lnTo>
                  <a:pt x="630936" y="418843"/>
                </a:lnTo>
                <a:close/>
                <a:moveTo>
                  <a:pt x="62414" y="19420"/>
                </a:moveTo>
                <a:lnTo>
                  <a:pt x="68335" y="19857"/>
                </a:lnTo>
                <a:lnTo>
                  <a:pt x="79401" y="17236"/>
                </a:lnTo>
                <a:lnTo>
                  <a:pt x="85468" y="17478"/>
                </a:lnTo>
                <a:lnTo>
                  <a:pt x="91195" y="19372"/>
                </a:lnTo>
                <a:lnTo>
                  <a:pt x="96242" y="20488"/>
                </a:lnTo>
                <a:lnTo>
                  <a:pt x="108909" y="19080"/>
                </a:lnTo>
                <a:lnTo>
                  <a:pt x="111288" y="19469"/>
                </a:lnTo>
                <a:lnTo>
                  <a:pt x="113569" y="20537"/>
                </a:lnTo>
                <a:lnTo>
                  <a:pt x="115559" y="22285"/>
                </a:lnTo>
                <a:lnTo>
                  <a:pt x="121334" y="28596"/>
                </a:lnTo>
                <a:lnTo>
                  <a:pt x="131089" y="36364"/>
                </a:lnTo>
                <a:lnTo>
                  <a:pt x="133953" y="41365"/>
                </a:lnTo>
                <a:lnTo>
                  <a:pt x="135554" y="46948"/>
                </a:lnTo>
                <a:lnTo>
                  <a:pt x="136574" y="48259"/>
                </a:lnTo>
                <a:lnTo>
                  <a:pt x="147591" y="58940"/>
                </a:lnTo>
                <a:lnTo>
                  <a:pt x="148804" y="63455"/>
                </a:lnTo>
                <a:lnTo>
                  <a:pt x="147251" y="69621"/>
                </a:lnTo>
                <a:lnTo>
                  <a:pt x="150454" y="74573"/>
                </a:lnTo>
                <a:lnTo>
                  <a:pt x="161180" y="79186"/>
                </a:lnTo>
                <a:lnTo>
                  <a:pt x="167538" y="82584"/>
                </a:lnTo>
                <a:lnTo>
                  <a:pt x="168897" y="84623"/>
                </a:lnTo>
                <a:lnTo>
                  <a:pt x="169819" y="87099"/>
                </a:lnTo>
                <a:lnTo>
                  <a:pt x="173313" y="90789"/>
                </a:lnTo>
                <a:lnTo>
                  <a:pt x="177730" y="93168"/>
                </a:lnTo>
                <a:lnTo>
                  <a:pt x="191416" y="99431"/>
                </a:lnTo>
                <a:lnTo>
                  <a:pt x="209374" y="112540"/>
                </a:lnTo>
                <a:lnTo>
                  <a:pt x="219614" y="118754"/>
                </a:lnTo>
                <a:lnTo>
                  <a:pt x="228108" y="128221"/>
                </a:lnTo>
                <a:lnTo>
                  <a:pt x="231117" y="132736"/>
                </a:lnTo>
                <a:lnTo>
                  <a:pt x="233641" y="137640"/>
                </a:lnTo>
                <a:lnTo>
                  <a:pt x="238785" y="144728"/>
                </a:lnTo>
                <a:lnTo>
                  <a:pt x="247521" y="153516"/>
                </a:lnTo>
                <a:lnTo>
                  <a:pt x="249754" y="156235"/>
                </a:lnTo>
                <a:lnTo>
                  <a:pt x="252083" y="160070"/>
                </a:lnTo>
                <a:lnTo>
                  <a:pt x="254801" y="163711"/>
                </a:lnTo>
                <a:lnTo>
                  <a:pt x="258053" y="167013"/>
                </a:lnTo>
                <a:lnTo>
                  <a:pt x="261936" y="169537"/>
                </a:lnTo>
                <a:lnTo>
                  <a:pt x="265867" y="170363"/>
                </a:lnTo>
                <a:lnTo>
                  <a:pt x="272273" y="176723"/>
                </a:lnTo>
                <a:lnTo>
                  <a:pt x="275719" y="178713"/>
                </a:lnTo>
                <a:lnTo>
                  <a:pt x="275185" y="173713"/>
                </a:lnTo>
                <a:lnTo>
                  <a:pt x="272273" y="169392"/>
                </a:lnTo>
                <a:lnTo>
                  <a:pt x="272322" y="166770"/>
                </a:lnTo>
                <a:lnTo>
                  <a:pt x="272807" y="164391"/>
                </a:lnTo>
                <a:lnTo>
                  <a:pt x="275185" y="162449"/>
                </a:lnTo>
                <a:lnTo>
                  <a:pt x="278049" y="161866"/>
                </a:lnTo>
                <a:lnTo>
                  <a:pt x="283388" y="163711"/>
                </a:lnTo>
                <a:lnTo>
                  <a:pt x="292075" y="171237"/>
                </a:lnTo>
                <a:lnTo>
                  <a:pt x="295764" y="175606"/>
                </a:lnTo>
                <a:lnTo>
                  <a:pt x="298530" y="181675"/>
                </a:lnTo>
                <a:lnTo>
                  <a:pt x="300811" y="187986"/>
                </a:lnTo>
                <a:lnTo>
                  <a:pt x="304305" y="191094"/>
                </a:lnTo>
                <a:lnTo>
                  <a:pt x="309062" y="192162"/>
                </a:lnTo>
                <a:lnTo>
                  <a:pt x="314352" y="192647"/>
                </a:lnTo>
                <a:lnTo>
                  <a:pt x="319254" y="194589"/>
                </a:lnTo>
                <a:lnTo>
                  <a:pt x="330659" y="203280"/>
                </a:lnTo>
                <a:lnTo>
                  <a:pt x="334445" y="207358"/>
                </a:lnTo>
                <a:lnTo>
                  <a:pt x="337308" y="212164"/>
                </a:lnTo>
                <a:lnTo>
                  <a:pt x="339298" y="217845"/>
                </a:lnTo>
                <a:lnTo>
                  <a:pt x="340512" y="223817"/>
                </a:lnTo>
                <a:lnTo>
                  <a:pt x="341288" y="225224"/>
                </a:lnTo>
                <a:lnTo>
                  <a:pt x="348617" y="232410"/>
                </a:lnTo>
                <a:lnTo>
                  <a:pt x="352451" y="235469"/>
                </a:lnTo>
                <a:lnTo>
                  <a:pt x="357159" y="236925"/>
                </a:lnTo>
                <a:lnTo>
                  <a:pt x="370894" y="238576"/>
                </a:lnTo>
                <a:lnTo>
                  <a:pt x="375747" y="241052"/>
                </a:lnTo>
                <a:lnTo>
                  <a:pt x="379775" y="245179"/>
                </a:lnTo>
                <a:lnTo>
                  <a:pt x="381474" y="249402"/>
                </a:lnTo>
                <a:lnTo>
                  <a:pt x="378610" y="253141"/>
                </a:lnTo>
                <a:lnTo>
                  <a:pt x="367836" y="258821"/>
                </a:lnTo>
                <a:lnTo>
                  <a:pt x="356382" y="262802"/>
                </a:lnTo>
                <a:lnTo>
                  <a:pt x="367545" y="261443"/>
                </a:lnTo>
                <a:lnTo>
                  <a:pt x="373175" y="259744"/>
                </a:lnTo>
                <a:lnTo>
                  <a:pt x="378368" y="257170"/>
                </a:lnTo>
                <a:lnTo>
                  <a:pt x="383512" y="253869"/>
                </a:lnTo>
                <a:lnTo>
                  <a:pt x="391666" y="249257"/>
                </a:lnTo>
                <a:lnTo>
                  <a:pt x="394675" y="248334"/>
                </a:lnTo>
                <a:lnTo>
                  <a:pt x="398218" y="248674"/>
                </a:lnTo>
                <a:lnTo>
                  <a:pt x="401470" y="249985"/>
                </a:lnTo>
                <a:lnTo>
                  <a:pt x="406323" y="254500"/>
                </a:lnTo>
                <a:lnTo>
                  <a:pt x="410885" y="259258"/>
                </a:lnTo>
                <a:lnTo>
                  <a:pt x="414282" y="264841"/>
                </a:lnTo>
                <a:lnTo>
                  <a:pt x="416418" y="271007"/>
                </a:lnTo>
                <a:lnTo>
                  <a:pt x="412487" y="274260"/>
                </a:lnTo>
                <a:lnTo>
                  <a:pt x="406808" y="276639"/>
                </a:lnTo>
                <a:lnTo>
                  <a:pt x="399043" y="282611"/>
                </a:lnTo>
                <a:lnTo>
                  <a:pt x="398218" y="284941"/>
                </a:lnTo>
                <a:lnTo>
                  <a:pt x="399771" y="286495"/>
                </a:lnTo>
                <a:lnTo>
                  <a:pt x="397878" y="290864"/>
                </a:lnTo>
                <a:lnTo>
                  <a:pt x="402246" y="293583"/>
                </a:lnTo>
                <a:lnTo>
                  <a:pt x="402926" y="295914"/>
                </a:lnTo>
                <a:lnTo>
                  <a:pt x="399140" y="299215"/>
                </a:lnTo>
                <a:lnTo>
                  <a:pt x="399528" y="301254"/>
                </a:lnTo>
                <a:lnTo>
                  <a:pt x="404090" y="309945"/>
                </a:lnTo>
                <a:lnTo>
                  <a:pt x="406274" y="311935"/>
                </a:lnTo>
                <a:lnTo>
                  <a:pt x="413215" y="316353"/>
                </a:lnTo>
                <a:lnTo>
                  <a:pt x="423844" y="320820"/>
                </a:lnTo>
                <a:lnTo>
                  <a:pt x="429716" y="322859"/>
                </a:lnTo>
                <a:lnTo>
                  <a:pt x="436414" y="324461"/>
                </a:lnTo>
                <a:lnTo>
                  <a:pt x="439277" y="324412"/>
                </a:lnTo>
                <a:lnTo>
                  <a:pt x="444276" y="323684"/>
                </a:lnTo>
                <a:lnTo>
                  <a:pt x="445247" y="325432"/>
                </a:lnTo>
                <a:lnTo>
                  <a:pt x="447431" y="334025"/>
                </a:lnTo>
                <a:lnTo>
                  <a:pt x="448450" y="339414"/>
                </a:lnTo>
                <a:lnTo>
                  <a:pt x="449955" y="350969"/>
                </a:lnTo>
                <a:lnTo>
                  <a:pt x="451945" y="355776"/>
                </a:lnTo>
                <a:lnTo>
                  <a:pt x="451799" y="361602"/>
                </a:lnTo>
                <a:lnTo>
                  <a:pt x="454371" y="366603"/>
                </a:lnTo>
                <a:lnTo>
                  <a:pt x="459564" y="369758"/>
                </a:lnTo>
                <a:lnTo>
                  <a:pt x="465146" y="372380"/>
                </a:lnTo>
                <a:lnTo>
                  <a:pt x="467766" y="374905"/>
                </a:lnTo>
                <a:lnTo>
                  <a:pt x="467766" y="378740"/>
                </a:lnTo>
                <a:lnTo>
                  <a:pt x="466844" y="381750"/>
                </a:lnTo>
                <a:lnTo>
                  <a:pt x="464952" y="384129"/>
                </a:lnTo>
                <a:lnTo>
                  <a:pt x="459176" y="389130"/>
                </a:lnTo>
                <a:lnTo>
                  <a:pt x="458157" y="391266"/>
                </a:lnTo>
                <a:lnTo>
                  <a:pt x="457380" y="396752"/>
                </a:lnTo>
                <a:lnTo>
                  <a:pt x="458351" y="399277"/>
                </a:lnTo>
                <a:lnTo>
                  <a:pt x="460632" y="399422"/>
                </a:lnTo>
                <a:lnTo>
                  <a:pt x="462476" y="398112"/>
                </a:lnTo>
                <a:lnTo>
                  <a:pt x="469368" y="390732"/>
                </a:lnTo>
                <a:lnTo>
                  <a:pt x="471261" y="389421"/>
                </a:lnTo>
                <a:lnTo>
                  <a:pt x="473882" y="388402"/>
                </a:lnTo>
                <a:lnTo>
                  <a:pt x="476551" y="387770"/>
                </a:lnTo>
                <a:lnTo>
                  <a:pt x="489218" y="387673"/>
                </a:lnTo>
                <a:lnTo>
                  <a:pt x="494557" y="388839"/>
                </a:lnTo>
                <a:lnTo>
                  <a:pt x="499313" y="391266"/>
                </a:lnTo>
                <a:lnTo>
                  <a:pt x="503536" y="394276"/>
                </a:lnTo>
                <a:lnTo>
                  <a:pt x="518921" y="413502"/>
                </a:lnTo>
                <a:lnTo>
                  <a:pt x="525958" y="424086"/>
                </a:lnTo>
                <a:lnTo>
                  <a:pt x="526541" y="426756"/>
                </a:lnTo>
                <a:lnTo>
                  <a:pt x="526638" y="429475"/>
                </a:lnTo>
                <a:lnTo>
                  <a:pt x="525473" y="431611"/>
                </a:lnTo>
                <a:lnTo>
                  <a:pt x="519018" y="438845"/>
                </a:lnTo>
                <a:lnTo>
                  <a:pt x="518241" y="440836"/>
                </a:lnTo>
                <a:lnTo>
                  <a:pt x="516251" y="448749"/>
                </a:lnTo>
                <a:lnTo>
                  <a:pt x="516640" y="454430"/>
                </a:lnTo>
                <a:lnTo>
                  <a:pt x="518775" y="456809"/>
                </a:lnTo>
                <a:lnTo>
                  <a:pt x="520425" y="459382"/>
                </a:lnTo>
                <a:lnTo>
                  <a:pt x="520328" y="461712"/>
                </a:lnTo>
                <a:lnTo>
                  <a:pt x="516106" y="473413"/>
                </a:lnTo>
                <a:lnTo>
                  <a:pt x="515621" y="475404"/>
                </a:lnTo>
                <a:lnTo>
                  <a:pt x="518338" y="494387"/>
                </a:lnTo>
                <a:lnTo>
                  <a:pt x="518533" y="499533"/>
                </a:lnTo>
                <a:lnTo>
                  <a:pt x="517950" y="506039"/>
                </a:lnTo>
                <a:lnTo>
                  <a:pt x="518338" y="516526"/>
                </a:lnTo>
                <a:lnTo>
                  <a:pt x="514893" y="548908"/>
                </a:lnTo>
                <a:lnTo>
                  <a:pt x="514262" y="550802"/>
                </a:lnTo>
                <a:lnTo>
                  <a:pt x="511592" y="555754"/>
                </a:lnTo>
                <a:lnTo>
                  <a:pt x="508146" y="555754"/>
                </a:lnTo>
                <a:lnTo>
                  <a:pt x="505331" y="554880"/>
                </a:lnTo>
                <a:lnTo>
                  <a:pt x="503342" y="552987"/>
                </a:lnTo>
                <a:lnTo>
                  <a:pt x="502274" y="550608"/>
                </a:lnTo>
                <a:lnTo>
                  <a:pt x="500672" y="548714"/>
                </a:lnTo>
                <a:lnTo>
                  <a:pt x="492227" y="542743"/>
                </a:lnTo>
                <a:lnTo>
                  <a:pt x="490043" y="543714"/>
                </a:lnTo>
                <a:lnTo>
                  <a:pt x="481501" y="551142"/>
                </a:lnTo>
                <a:lnTo>
                  <a:pt x="479220" y="552258"/>
                </a:lnTo>
                <a:lnTo>
                  <a:pt x="476405" y="551336"/>
                </a:lnTo>
                <a:lnTo>
                  <a:pt x="471892" y="549103"/>
                </a:lnTo>
                <a:lnTo>
                  <a:pt x="457817" y="541286"/>
                </a:lnTo>
                <a:lnTo>
                  <a:pt x="456943" y="543811"/>
                </a:lnTo>
                <a:lnTo>
                  <a:pt x="456749" y="547209"/>
                </a:lnTo>
                <a:lnTo>
                  <a:pt x="459564" y="555657"/>
                </a:lnTo>
                <a:lnTo>
                  <a:pt x="459953" y="559395"/>
                </a:lnTo>
                <a:lnTo>
                  <a:pt x="457380" y="560124"/>
                </a:lnTo>
                <a:lnTo>
                  <a:pt x="455973" y="559978"/>
                </a:lnTo>
                <a:lnTo>
                  <a:pt x="450100" y="555026"/>
                </a:lnTo>
                <a:lnTo>
                  <a:pt x="444713" y="549588"/>
                </a:lnTo>
                <a:lnTo>
                  <a:pt x="438549" y="542209"/>
                </a:lnTo>
                <a:lnTo>
                  <a:pt x="434036" y="538713"/>
                </a:lnTo>
                <a:lnTo>
                  <a:pt x="430007" y="534780"/>
                </a:lnTo>
                <a:lnTo>
                  <a:pt x="418553" y="519924"/>
                </a:lnTo>
                <a:lnTo>
                  <a:pt x="415593" y="517642"/>
                </a:lnTo>
                <a:lnTo>
                  <a:pt x="397927" y="507107"/>
                </a:lnTo>
                <a:lnTo>
                  <a:pt x="394335" y="504631"/>
                </a:lnTo>
                <a:lnTo>
                  <a:pt x="389822" y="500310"/>
                </a:lnTo>
                <a:lnTo>
                  <a:pt x="384968" y="496426"/>
                </a:lnTo>
                <a:lnTo>
                  <a:pt x="374291" y="490357"/>
                </a:lnTo>
                <a:lnTo>
                  <a:pt x="355800" y="474869"/>
                </a:lnTo>
                <a:lnTo>
                  <a:pt x="347743" y="465985"/>
                </a:lnTo>
                <a:lnTo>
                  <a:pt x="338813" y="451711"/>
                </a:lnTo>
                <a:lnTo>
                  <a:pt x="335901" y="448021"/>
                </a:lnTo>
                <a:lnTo>
                  <a:pt x="320855" y="437292"/>
                </a:lnTo>
                <a:lnTo>
                  <a:pt x="312653" y="430786"/>
                </a:lnTo>
                <a:lnTo>
                  <a:pt x="309256" y="427048"/>
                </a:lnTo>
                <a:lnTo>
                  <a:pt x="301248" y="414036"/>
                </a:lnTo>
                <a:lnTo>
                  <a:pt x="298918" y="409618"/>
                </a:lnTo>
                <a:lnTo>
                  <a:pt x="296006" y="405783"/>
                </a:lnTo>
                <a:lnTo>
                  <a:pt x="291153" y="402627"/>
                </a:lnTo>
                <a:lnTo>
                  <a:pt x="286930" y="398937"/>
                </a:lnTo>
                <a:lnTo>
                  <a:pt x="278437" y="387139"/>
                </a:lnTo>
                <a:lnTo>
                  <a:pt x="275816" y="382478"/>
                </a:lnTo>
                <a:lnTo>
                  <a:pt x="273778" y="377381"/>
                </a:lnTo>
                <a:lnTo>
                  <a:pt x="274118" y="367185"/>
                </a:lnTo>
                <a:lnTo>
                  <a:pt x="256257" y="336356"/>
                </a:lnTo>
                <a:lnTo>
                  <a:pt x="251744" y="326743"/>
                </a:lnTo>
                <a:lnTo>
                  <a:pt x="247570" y="313440"/>
                </a:lnTo>
                <a:lnTo>
                  <a:pt x="246648" y="312081"/>
                </a:lnTo>
                <a:lnTo>
                  <a:pt x="236892" y="300137"/>
                </a:lnTo>
                <a:lnTo>
                  <a:pt x="233447" y="296302"/>
                </a:lnTo>
                <a:lnTo>
                  <a:pt x="229273" y="292709"/>
                </a:lnTo>
                <a:lnTo>
                  <a:pt x="225827" y="288534"/>
                </a:lnTo>
                <a:lnTo>
                  <a:pt x="219081" y="274891"/>
                </a:lnTo>
                <a:lnTo>
                  <a:pt x="216605" y="271104"/>
                </a:lnTo>
                <a:lnTo>
                  <a:pt x="213111" y="268337"/>
                </a:lnTo>
                <a:lnTo>
                  <a:pt x="200347" y="263142"/>
                </a:lnTo>
                <a:lnTo>
                  <a:pt x="195542" y="260278"/>
                </a:lnTo>
                <a:lnTo>
                  <a:pt x="191805" y="256199"/>
                </a:lnTo>
                <a:lnTo>
                  <a:pt x="189524" y="251005"/>
                </a:lnTo>
                <a:lnTo>
                  <a:pt x="187000" y="239984"/>
                </a:lnTo>
                <a:lnTo>
                  <a:pt x="180982" y="223185"/>
                </a:lnTo>
                <a:lnTo>
                  <a:pt x="174187" y="200707"/>
                </a:lnTo>
                <a:lnTo>
                  <a:pt x="169673" y="190657"/>
                </a:lnTo>
                <a:lnTo>
                  <a:pt x="164432" y="182743"/>
                </a:lnTo>
                <a:lnTo>
                  <a:pt x="162927" y="180947"/>
                </a:lnTo>
                <a:lnTo>
                  <a:pt x="139777" y="166722"/>
                </a:lnTo>
                <a:lnTo>
                  <a:pt x="135797" y="164634"/>
                </a:lnTo>
                <a:lnTo>
                  <a:pt x="131623" y="163372"/>
                </a:lnTo>
                <a:lnTo>
                  <a:pt x="125605" y="162449"/>
                </a:lnTo>
                <a:lnTo>
                  <a:pt x="121043" y="158759"/>
                </a:lnTo>
                <a:lnTo>
                  <a:pt x="119150" y="152205"/>
                </a:lnTo>
                <a:lnTo>
                  <a:pt x="118131" y="143369"/>
                </a:lnTo>
                <a:lnTo>
                  <a:pt x="116966" y="138077"/>
                </a:lnTo>
                <a:lnTo>
                  <a:pt x="115704" y="135067"/>
                </a:lnTo>
                <a:lnTo>
                  <a:pt x="105997" y="128852"/>
                </a:lnTo>
                <a:lnTo>
                  <a:pt x="102212" y="123900"/>
                </a:lnTo>
                <a:lnTo>
                  <a:pt x="99057" y="118463"/>
                </a:lnTo>
                <a:lnTo>
                  <a:pt x="96145" y="114239"/>
                </a:lnTo>
                <a:lnTo>
                  <a:pt x="85516" y="99722"/>
                </a:lnTo>
                <a:lnTo>
                  <a:pt x="81876" y="95887"/>
                </a:lnTo>
                <a:lnTo>
                  <a:pt x="77363" y="93217"/>
                </a:lnTo>
                <a:lnTo>
                  <a:pt x="63967" y="90401"/>
                </a:lnTo>
                <a:lnTo>
                  <a:pt x="60085" y="88022"/>
                </a:lnTo>
                <a:lnTo>
                  <a:pt x="53581" y="79768"/>
                </a:lnTo>
                <a:lnTo>
                  <a:pt x="49650" y="75544"/>
                </a:lnTo>
                <a:lnTo>
                  <a:pt x="37905" y="66320"/>
                </a:lnTo>
                <a:lnTo>
                  <a:pt x="18055" y="46948"/>
                </a:lnTo>
                <a:lnTo>
                  <a:pt x="13978" y="42142"/>
                </a:lnTo>
                <a:lnTo>
                  <a:pt x="10920" y="37093"/>
                </a:lnTo>
                <a:lnTo>
                  <a:pt x="8445" y="31703"/>
                </a:lnTo>
                <a:lnTo>
                  <a:pt x="0" y="16750"/>
                </a:lnTo>
                <a:lnTo>
                  <a:pt x="680" y="13740"/>
                </a:lnTo>
                <a:lnTo>
                  <a:pt x="1942" y="10584"/>
                </a:lnTo>
                <a:lnTo>
                  <a:pt x="1747" y="8011"/>
                </a:lnTo>
                <a:lnTo>
                  <a:pt x="825" y="5438"/>
                </a:lnTo>
                <a:lnTo>
                  <a:pt x="1019" y="3107"/>
                </a:lnTo>
                <a:lnTo>
                  <a:pt x="3543" y="1748"/>
                </a:lnTo>
                <a:lnTo>
                  <a:pt x="9173" y="0"/>
                </a:lnTo>
                <a:lnTo>
                  <a:pt x="15046" y="194"/>
                </a:lnTo>
                <a:lnTo>
                  <a:pt x="20481" y="971"/>
                </a:lnTo>
                <a:lnTo>
                  <a:pt x="25723" y="2428"/>
                </a:lnTo>
                <a:lnTo>
                  <a:pt x="30770" y="5535"/>
                </a:lnTo>
                <a:lnTo>
                  <a:pt x="39798" y="13497"/>
                </a:lnTo>
                <a:lnTo>
                  <a:pt x="44942" y="16265"/>
                </a:lnTo>
                <a:lnTo>
                  <a:pt x="50669" y="17575"/>
                </a:lnTo>
                <a:lnTo>
                  <a:pt x="62414" y="19420"/>
                </a:lnTo>
                <a:close/>
                <a:moveTo>
                  <a:pt x="1227559" y="691403"/>
                </a:moveTo>
                <a:lnTo>
                  <a:pt x="1227559" y="693103"/>
                </a:lnTo>
                <a:lnTo>
                  <a:pt x="1227559" y="694753"/>
                </a:lnTo>
                <a:lnTo>
                  <a:pt x="1227559" y="696889"/>
                </a:lnTo>
                <a:lnTo>
                  <a:pt x="1227559" y="697375"/>
                </a:lnTo>
                <a:lnTo>
                  <a:pt x="1227559" y="697521"/>
                </a:lnTo>
                <a:lnTo>
                  <a:pt x="1227559" y="697132"/>
                </a:lnTo>
                <a:lnTo>
                  <a:pt x="1227559" y="697860"/>
                </a:lnTo>
                <a:lnTo>
                  <a:pt x="1227559" y="703444"/>
                </a:lnTo>
                <a:lnTo>
                  <a:pt x="1227559" y="703929"/>
                </a:lnTo>
                <a:lnTo>
                  <a:pt x="1227559" y="705337"/>
                </a:lnTo>
                <a:lnTo>
                  <a:pt x="1227559" y="703152"/>
                </a:lnTo>
                <a:lnTo>
                  <a:pt x="1227559" y="701550"/>
                </a:lnTo>
                <a:lnTo>
                  <a:pt x="1227559" y="701113"/>
                </a:lnTo>
                <a:lnTo>
                  <a:pt x="1227559" y="701259"/>
                </a:lnTo>
                <a:lnTo>
                  <a:pt x="1227559" y="706211"/>
                </a:lnTo>
                <a:lnTo>
                  <a:pt x="1227559" y="705192"/>
                </a:lnTo>
                <a:lnTo>
                  <a:pt x="1227559" y="705580"/>
                </a:lnTo>
                <a:lnTo>
                  <a:pt x="1227559" y="706648"/>
                </a:lnTo>
                <a:lnTo>
                  <a:pt x="1227559" y="707085"/>
                </a:lnTo>
                <a:lnTo>
                  <a:pt x="1227559" y="706745"/>
                </a:lnTo>
                <a:lnTo>
                  <a:pt x="1227559" y="702910"/>
                </a:lnTo>
                <a:lnTo>
                  <a:pt x="1227559" y="700628"/>
                </a:lnTo>
                <a:lnTo>
                  <a:pt x="1218823" y="701502"/>
                </a:lnTo>
                <a:lnTo>
                  <a:pt x="1209165" y="699414"/>
                </a:lnTo>
                <a:lnTo>
                  <a:pt x="1203875" y="701016"/>
                </a:lnTo>
                <a:lnTo>
                  <a:pt x="1198876" y="703347"/>
                </a:lnTo>
                <a:lnTo>
                  <a:pt x="1197420" y="700919"/>
                </a:lnTo>
                <a:lnTo>
                  <a:pt x="1195575" y="698783"/>
                </a:lnTo>
                <a:lnTo>
                  <a:pt x="1193974" y="695579"/>
                </a:lnTo>
                <a:lnTo>
                  <a:pt x="1193925" y="691937"/>
                </a:lnTo>
                <a:lnTo>
                  <a:pt x="1194459" y="689413"/>
                </a:lnTo>
                <a:lnTo>
                  <a:pt x="1195915" y="687082"/>
                </a:lnTo>
                <a:lnTo>
                  <a:pt x="1196789" y="684655"/>
                </a:lnTo>
                <a:lnTo>
                  <a:pt x="1197226" y="682082"/>
                </a:lnTo>
                <a:lnTo>
                  <a:pt x="1199312" y="683295"/>
                </a:lnTo>
                <a:lnTo>
                  <a:pt x="1201545" y="682858"/>
                </a:lnTo>
                <a:lnTo>
                  <a:pt x="1208097" y="680043"/>
                </a:lnTo>
                <a:lnTo>
                  <a:pt x="1214503" y="675770"/>
                </a:lnTo>
                <a:lnTo>
                  <a:pt x="1220473" y="674216"/>
                </a:lnTo>
                <a:lnTo>
                  <a:pt x="1223919" y="673780"/>
                </a:lnTo>
                <a:lnTo>
                  <a:pt x="1226880" y="674605"/>
                </a:lnTo>
                <a:lnTo>
                  <a:pt x="1227559" y="674314"/>
                </a:lnTo>
                <a:lnTo>
                  <a:pt x="1227559" y="673343"/>
                </a:lnTo>
                <a:lnTo>
                  <a:pt x="1227559" y="676644"/>
                </a:lnTo>
                <a:lnTo>
                  <a:pt x="1227559" y="677275"/>
                </a:lnTo>
                <a:lnTo>
                  <a:pt x="1227559" y="677566"/>
                </a:lnTo>
                <a:lnTo>
                  <a:pt x="1227559" y="679460"/>
                </a:lnTo>
                <a:lnTo>
                  <a:pt x="1227559" y="682276"/>
                </a:lnTo>
                <a:lnTo>
                  <a:pt x="1227559" y="684898"/>
                </a:lnTo>
                <a:lnTo>
                  <a:pt x="1227559" y="688442"/>
                </a:lnTo>
                <a:lnTo>
                  <a:pt x="1227559" y="689753"/>
                </a:lnTo>
                <a:lnTo>
                  <a:pt x="1227559" y="690092"/>
                </a:lnTo>
                <a:lnTo>
                  <a:pt x="1227559" y="689607"/>
                </a:lnTo>
                <a:lnTo>
                  <a:pt x="1227559" y="687228"/>
                </a:lnTo>
                <a:lnTo>
                  <a:pt x="1227559" y="686257"/>
                </a:lnTo>
                <a:lnTo>
                  <a:pt x="1227559" y="686305"/>
                </a:lnTo>
                <a:lnTo>
                  <a:pt x="1227559" y="685674"/>
                </a:lnTo>
                <a:lnTo>
                  <a:pt x="1227559" y="685092"/>
                </a:lnTo>
                <a:lnTo>
                  <a:pt x="1227559" y="683781"/>
                </a:lnTo>
                <a:lnTo>
                  <a:pt x="1227559" y="684606"/>
                </a:lnTo>
                <a:lnTo>
                  <a:pt x="1227559" y="685820"/>
                </a:lnTo>
                <a:lnTo>
                  <a:pt x="1227559" y="692034"/>
                </a:lnTo>
                <a:lnTo>
                  <a:pt x="1227559" y="692180"/>
                </a:lnTo>
                <a:lnTo>
                  <a:pt x="1227559" y="690869"/>
                </a:lnTo>
                <a:lnTo>
                  <a:pt x="1227559" y="689170"/>
                </a:lnTo>
                <a:lnTo>
                  <a:pt x="1227559" y="686645"/>
                </a:lnTo>
                <a:lnTo>
                  <a:pt x="1227559" y="684509"/>
                </a:lnTo>
                <a:lnTo>
                  <a:pt x="1227559" y="682664"/>
                </a:lnTo>
                <a:lnTo>
                  <a:pt x="1227559" y="681208"/>
                </a:lnTo>
                <a:lnTo>
                  <a:pt x="1227559" y="678829"/>
                </a:lnTo>
                <a:lnTo>
                  <a:pt x="1227559" y="676450"/>
                </a:lnTo>
                <a:lnTo>
                  <a:pt x="1227559" y="672469"/>
                </a:lnTo>
                <a:lnTo>
                  <a:pt x="1227559" y="670721"/>
                </a:lnTo>
                <a:lnTo>
                  <a:pt x="1227559" y="667856"/>
                </a:lnTo>
                <a:lnTo>
                  <a:pt x="1227559" y="666206"/>
                </a:lnTo>
                <a:lnTo>
                  <a:pt x="1227559" y="666837"/>
                </a:lnTo>
                <a:lnTo>
                  <a:pt x="1227559" y="669070"/>
                </a:lnTo>
                <a:lnTo>
                  <a:pt x="1227559" y="677664"/>
                </a:lnTo>
                <a:lnTo>
                  <a:pt x="1227559" y="678877"/>
                </a:lnTo>
                <a:lnTo>
                  <a:pt x="1227559" y="680188"/>
                </a:lnTo>
                <a:lnTo>
                  <a:pt x="1227559" y="681887"/>
                </a:lnTo>
                <a:lnTo>
                  <a:pt x="1227559" y="685043"/>
                </a:lnTo>
                <a:lnTo>
                  <a:pt x="1227559" y="688976"/>
                </a:lnTo>
                <a:lnTo>
                  <a:pt x="1227559" y="690626"/>
                </a:lnTo>
                <a:lnTo>
                  <a:pt x="1227559" y="691403"/>
                </a:lnTo>
                <a:close/>
                <a:moveTo>
                  <a:pt x="1203923" y="728447"/>
                </a:moveTo>
                <a:lnTo>
                  <a:pt x="1206107" y="730632"/>
                </a:lnTo>
                <a:lnTo>
                  <a:pt x="1214018" y="734516"/>
                </a:lnTo>
                <a:lnTo>
                  <a:pt x="1215329" y="734516"/>
                </a:lnTo>
                <a:lnTo>
                  <a:pt x="1215814" y="734516"/>
                </a:lnTo>
                <a:lnTo>
                  <a:pt x="1217415" y="734516"/>
                </a:lnTo>
                <a:lnTo>
                  <a:pt x="1221007" y="734516"/>
                </a:lnTo>
                <a:lnTo>
                  <a:pt x="1224841" y="734516"/>
                </a:lnTo>
                <a:lnTo>
                  <a:pt x="1227559" y="734516"/>
                </a:lnTo>
                <a:lnTo>
                  <a:pt x="1224598" y="734516"/>
                </a:lnTo>
                <a:lnTo>
                  <a:pt x="1222463" y="734516"/>
                </a:lnTo>
                <a:lnTo>
                  <a:pt x="1215668" y="734516"/>
                </a:lnTo>
                <a:lnTo>
                  <a:pt x="1210330" y="734516"/>
                </a:lnTo>
                <a:lnTo>
                  <a:pt x="1205816" y="734516"/>
                </a:lnTo>
                <a:lnTo>
                  <a:pt x="1203195" y="734516"/>
                </a:lnTo>
                <a:lnTo>
                  <a:pt x="1199943" y="734516"/>
                </a:lnTo>
                <a:lnTo>
                  <a:pt x="1194216" y="734516"/>
                </a:lnTo>
                <a:lnTo>
                  <a:pt x="1183927" y="734516"/>
                </a:lnTo>
                <a:lnTo>
                  <a:pt x="1177569" y="734516"/>
                </a:lnTo>
                <a:lnTo>
                  <a:pt x="1174997" y="734516"/>
                </a:lnTo>
                <a:lnTo>
                  <a:pt x="1172376" y="734516"/>
                </a:lnTo>
                <a:lnTo>
                  <a:pt x="1158884" y="734516"/>
                </a:lnTo>
                <a:lnTo>
                  <a:pt x="1156797" y="734516"/>
                </a:lnTo>
                <a:lnTo>
                  <a:pt x="1155147" y="734516"/>
                </a:lnTo>
                <a:lnTo>
                  <a:pt x="1153642" y="734516"/>
                </a:lnTo>
                <a:lnTo>
                  <a:pt x="1152769" y="734516"/>
                </a:lnTo>
                <a:lnTo>
                  <a:pt x="1154467" y="733156"/>
                </a:lnTo>
                <a:lnTo>
                  <a:pt x="1156263" y="731603"/>
                </a:lnTo>
                <a:lnTo>
                  <a:pt x="1163786" y="728884"/>
                </a:lnTo>
                <a:lnTo>
                  <a:pt x="1169125" y="728059"/>
                </a:lnTo>
                <a:lnTo>
                  <a:pt x="1175337" y="728204"/>
                </a:lnTo>
                <a:lnTo>
                  <a:pt x="1184607" y="727330"/>
                </a:lnTo>
                <a:lnTo>
                  <a:pt x="1193343" y="728690"/>
                </a:lnTo>
                <a:lnTo>
                  <a:pt x="1196061" y="727719"/>
                </a:lnTo>
                <a:lnTo>
                  <a:pt x="1200477" y="724854"/>
                </a:lnTo>
                <a:lnTo>
                  <a:pt x="1202030" y="725874"/>
                </a:lnTo>
                <a:lnTo>
                  <a:pt x="1203923" y="728447"/>
                </a:lnTo>
                <a:close/>
                <a:moveTo>
                  <a:pt x="1117970" y="677129"/>
                </a:moveTo>
                <a:lnTo>
                  <a:pt x="1120397" y="679023"/>
                </a:lnTo>
                <a:lnTo>
                  <a:pt x="1122629" y="678877"/>
                </a:lnTo>
                <a:lnTo>
                  <a:pt x="1127240" y="675916"/>
                </a:lnTo>
                <a:lnTo>
                  <a:pt x="1130055" y="674848"/>
                </a:lnTo>
                <a:lnTo>
                  <a:pt x="1133016" y="674799"/>
                </a:lnTo>
                <a:lnTo>
                  <a:pt x="1135928" y="675333"/>
                </a:lnTo>
                <a:lnTo>
                  <a:pt x="1138791" y="677372"/>
                </a:lnTo>
                <a:lnTo>
                  <a:pt x="1139810" y="680771"/>
                </a:lnTo>
                <a:lnTo>
                  <a:pt x="1140878" y="681839"/>
                </a:lnTo>
                <a:lnTo>
                  <a:pt x="1142528" y="677761"/>
                </a:lnTo>
                <a:lnTo>
                  <a:pt x="1144761" y="676547"/>
                </a:lnTo>
                <a:lnTo>
                  <a:pt x="1147285" y="675916"/>
                </a:lnTo>
                <a:lnTo>
                  <a:pt x="1151167" y="676158"/>
                </a:lnTo>
                <a:lnTo>
                  <a:pt x="1154176" y="678101"/>
                </a:lnTo>
                <a:lnTo>
                  <a:pt x="1156894" y="683878"/>
                </a:lnTo>
                <a:lnTo>
                  <a:pt x="1156797" y="688927"/>
                </a:lnTo>
                <a:lnTo>
                  <a:pt x="1157768" y="690821"/>
                </a:lnTo>
                <a:lnTo>
                  <a:pt x="1159661" y="692180"/>
                </a:lnTo>
                <a:lnTo>
                  <a:pt x="1161068" y="694122"/>
                </a:lnTo>
                <a:lnTo>
                  <a:pt x="1159806" y="696161"/>
                </a:lnTo>
                <a:lnTo>
                  <a:pt x="1158593" y="697132"/>
                </a:lnTo>
                <a:lnTo>
                  <a:pt x="1155050" y="698103"/>
                </a:lnTo>
                <a:lnTo>
                  <a:pt x="1153351" y="697666"/>
                </a:lnTo>
                <a:lnTo>
                  <a:pt x="1151798" y="696307"/>
                </a:lnTo>
                <a:lnTo>
                  <a:pt x="1150051" y="695821"/>
                </a:lnTo>
                <a:lnTo>
                  <a:pt x="1146071" y="696258"/>
                </a:lnTo>
                <a:lnTo>
                  <a:pt x="1142431" y="697375"/>
                </a:lnTo>
                <a:lnTo>
                  <a:pt x="1142917" y="699268"/>
                </a:lnTo>
                <a:lnTo>
                  <a:pt x="1145926" y="700094"/>
                </a:lnTo>
                <a:lnTo>
                  <a:pt x="1146848" y="700968"/>
                </a:lnTo>
                <a:lnTo>
                  <a:pt x="1146654" y="702133"/>
                </a:lnTo>
                <a:lnTo>
                  <a:pt x="1145440" y="702376"/>
                </a:lnTo>
                <a:lnTo>
                  <a:pt x="1141558" y="700773"/>
                </a:lnTo>
                <a:lnTo>
                  <a:pt x="1138937" y="701113"/>
                </a:lnTo>
                <a:lnTo>
                  <a:pt x="1129473" y="703249"/>
                </a:lnTo>
                <a:lnTo>
                  <a:pt x="1126949" y="703201"/>
                </a:lnTo>
                <a:lnTo>
                  <a:pt x="1125542" y="701162"/>
                </a:lnTo>
                <a:lnTo>
                  <a:pt x="1125639" y="695870"/>
                </a:lnTo>
                <a:lnTo>
                  <a:pt x="1124619" y="694462"/>
                </a:lnTo>
                <a:lnTo>
                  <a:pt x="1117582" y="700919"/>
                </a:lnTo>
                <a:lnTo>
                  <a:pt x="1115447" y="702521"/>
                </a:lnTo>
                <a:lnTo>
                  <a:pt x="1112632" y="703249"/>
                </a:lnTo>
                <a:lnTo>
                  <a:pt x="1109671" y="703007"/>
                </a:lnTo>
                <a:lnTo>
                  <a:pt x="1099479" y="706891"/>
                </a:lnTo>
                <a:lnTo>
                  <a:pt x="1096276" y="706357"/>
                </a:lnTo>
                <a:lnTo>
                  <a:pt x="1093218" y="706357"/>
                </a:lnTo>
                <a:lnTo>
                  <a:pt x="1082347" y="710629"/>
                </a:lnTo>
                <a:lnTo>
                  <a:pt x="1076523" y="711794"/>
                </a:lnTo>
                <a:lnTo>
                  <a:pt x="1073514" y="711891"/>
                </a:lnTo>
                <a:lnTo>
                  <a:pt x="1070553" y="711503"/>
                </a:lnTo>
                <a:lnTo>
                  <a:pt x="1067884" y="711891"/>
                </a:lnTo>
                <a:lnTo>
                  <a:pt x="1065506" y="713591"/>
                </a:lnTo>
                <a:lnTo>
                  <a:pt x="1060652" y="715047"/>
                </a:lnTo>
                <a:lnTo>
                  <a:pt x="1055653" y="713931"/>
                </a:lnTo>
                <a:lnTo>
                  <a:pt x="1051431" y="712474"/>
                </a:lnTo>
                <a:lnTo>
                  <a:pt x="1047403" y="710532"/>
                </a:lnTo>
                <a:lnTo>
                  <a:pt x="1046432" y="708056"/>
                </a:lnTo>
                <a:lnTo>
                  <a:pt x="1046626" y="705094"/>
                </a:lnTo>
                <a:lnTo>
                  <a:pt x="1048325" y="701065"/>
                </a:lnTo>
                <a:lnTo>
                  <a:pt x="1047160" y="693976"/>
                </a:lnTo>
                <a:lnTo>
                  <a:pt x="1048033" y="690724"/>
                </a:lnTo>
                <a:lnTo>
                  <a:pt x="1049684" y="687519"/>
                </a:lnTo>
                <a:lnTo>
                  <a:pt x="1052159" y="686354"/>
                </a:lnTo>
                <a:lnTo>
                  <a:pt x="1055411" y="686111"/>
                </a:lnTo>
                <a:lnTo>
                  <a:pt x="1060798" y="683247"/>
                </a:lnTo>
                <a:lnTo>
                  <a:pt x="1065700" y="679508"/>
                </a:lnTo>
                <a:lnTo>
                  <a:pt x="1068563" y="679897"/>
                </a:lnTo>
                <a:lnTo>
                  <a:pt x="1075018" y="682519"/>
                </a:lnTo>
                <a:lnTo>
                  <a:pt x="1078804" y="682810"/>
                </a:lnTo>
                <a:lnTo>
                  <a:pt x="1085210" y="682373"/>
                </a:lnTo>
                <a:lnTo>
                  <a:pt x="1087879" y="684024"/>
                </a:lnTo>
                <a:lnTo>
                  <a:pt x="1088899" y="687713"/>
                </a:lnTo>
                <a:lnTo>
                  <a:pt x="1090355" y="689024"/>
                </a:lnTo>
                <a:lnTo>
                  <a:pt x="1092247" y="689995"/>
                </a:lnTo>
                <a:lnTo>
                  <a:pt x="1096810" y="696210"/>
                </a:lnTo>
                <a:lnTo>
                  <a:pt x="1101032" y="695870"/>
                </a:lnTo>
                <a:lnTo>
                  <a:pt x="1104769" y="697035"/>
                </a:lnTo>
                <a:lnTo>
                  <a:pt x="1111273" y="693248"/>
                </a:lnTo>
                <a:lnTo>
                  <a:pt x="1116223" y="693345"/>
                </a:lnTo>
                <a:lnTo>
                  <a:pt x="1117631" y="690432"/>
                </a:lnTo>
                <a:lnTo>
                  <a:pt x="1114670" y="687325"/>
                </a:lnTo>
                <a:lnTo>
                  <a:pt x="1111079" y="684752"/>
                </a:lnTo>
                <a:lnTo>
                  <a:pt x="1109186" y="684218"/>
                </a:lnTo>
                <a:lnTo>
                  <a:pt x="1107099" y="684363"/>
                </a:lnTo>
                <a:lnTo>
                  <a:pt x="1105206" y="683975"/>
                </a:lnTo>
                <a:lnTo>
                  <a:pt x="1097246" y="678295"/>
                </a:lnTo>
                <a:lnTo>
                  <a:pt x="1094868" y="675236"/>
                </a:lnTo>
                <a:lnTo>
                  <a:pt x="1093509" y="671643"/>
                </a:lnTo>
                <a:lnTo>
                  <a:pt x="1094334" y="668973"/>
                </a:lnTo>
                <a:lnTo>
                  <a:pt x="1099819" y="666594"/>
                </a:lnTo>
                <a:lnTo>
                  <a:pt x="1102391" y="666012"/>
                </a:lnTo>
                <a:lnTo>
                  <a:pt x="1111904" y="667614"/>
                </a:lnTo>
                <a:lnTo>
                  <a:pt x="1113554" y="668973"/>
                </a:lnTo>
                <a:lnTo>
                  <a:pt x="1116077" y="674653"/>
                </a:lnTo>
                <a:lnTo>
                  <a:pt x="1117970" y="677129"/>
                </a:lnTo>
                <a:close/>
                <a:moveTo>
                  <a:pt x="1227559" y="224982"/>
                </a:moveTo>
                <a:lnTo>
                  <a:pt x="1227559" y="233187"/>
                </a:lnTo>
                <a:lnTo>
                  <a:pt x="1227559" y="237168"/>
                </a:lnTo>
                <a:lnTo>
                  <a:pt x="1227559" y="241489"/>
                </a:lnTo>
                <a:lnTo>
                  <a:pt x="1227559" y="246247"/>
                </a:lnTo>
                <a:lnTo>
                  <a:pt x="1227559" y="250422"/>
                </a:lnTo>
                <a:lnTo>
                  <a:pt x="1227559" y="251684"/>
                </a:lnTo>
                <a:lnTo>
                  <a:pt x="1227559" y="253966"/>
                </a:lnTo>
                <a:lnTo>
                  <a:pt x="1227559" y="254840"/>
                </a:lnTo>
                <a:lnTo>
                  <a:pt x="1227559" y="255083"/>
                </a:lnTo>
                <a:lnTo>
                  <a:pt x="1227559" y="258433"/>
                </a:lnTo>
                <a:lnTo>
                  <a:pt x="1227559" y="258870"/>
                </a:lnTo>
                <a:lnTo>
                  <a:pt x="1227559" y="258724"/>
                </a:lnTo>
                <a:lnTo>
                  <a:pt x="1227559" y="257850"/>
                </a:lnTo>
                <a:lnTo>
                  <a:pt x="1227559" y="257413"/>
                </a:lnTo>
                <a:lnTo>
                  <a:pt x="1227559" y="253092"/>
                </a:lnTo>
                <a:lnTo>
                  <a:pt x="1227559" y="249694"/>
                </a:lnTo>
                <a:lnTo>
                  <a:pt x="1227559" y="249305"/>
                </a:lnTo>
                <a:lnTo>
                  <a:pt x="1227559" y="249694"/>
                </a:lnTo>
                <a:lnTo>
                  <a:pt x="1227559" y="249937"/>
                </a:lnTo>
                <a:lnTo>
                  <a:pt x="1227559" y="250568"/>
                </a:lnTo>
                <a:lnTo>
                  <a:pt x="1227559" y="252073"/>
                </a:lnTo>
                <a:lnTo>
                  <a:pt x="1227559" y="251393"/>
                </a:lnTo>
                <a:lnTo>
                  <a:pt x="1227559" y="249694"/>
                </a:lnTo>
                <a:lnTo>
                  <a:pt x="1227559" y="249111"/>
                </a:lnTo>
                <a:lnTo>
                  <a:pt x="1227559" y="249257"/>
                </a:lnTo>
                <a:lnTo>
                  <a:pt x="1227559" y="251830"/>
                </a:lnTo>
                <a:lnTo>
                  <a:pt x="1227559" y="251587"/>
                </a:lnTo>
                <a:lnTo>
                  <a:pt x="1227559" y="248286"/>
                </a:lnTo>
                <a:lnTo>
                  <a:pt x="1227559" y="247655"/>
                </a:lnTo>
                <a:lnTo>
                  <a:pt x="1225618" y="248529"/>
                </a:lnTo>
                <a:lnTo>
                  <a:pt x="1220230" y="251490"/>
                </a:lnTo>
                <a:lnTo>
                  <a:pt x="1218192" y="253481"/>
                </a:lnTo>
                <a:lnTo>
                  <a:pt x="1212611" y="260229"/>
                </a:lnTo>
                <a:lnTo>
                  <a:pt x="1209456" y="265181"/>
                </a:lnTo>
                <a:lnTo>
                  <a:pt x="1207078" y="271347"/>
                </a:lnTo>
                <a:lnTo>
                  <a:pt x="1205039" y="277659"/>
                </a:lnTo>
                <a:lnTo>
                  <a:pt x="1203923" y="282805"/>
                </a:lnTo>
                <a:lnTo>
                  <a:pt x="1203875" y="288194"/>
                </a:lnTo>
                <a:lnTo>
                  <a:pt x="1204845" y="294263"/>
                </a:lnTo>
                <a:lnTo>
                  <a:pt x="1206350" y="300283"/>
                </a:lnTo>
                <a:lnTo>
                  <a:pt x="1208000" y="304847"/>
                </a:lnTo>
                <a:lnTo>
                  <a:pt x="1214989" y="315431"/>
                </a:lnTo>
                <a:lnTo>
                  <a:pt x="1216396" y="316936"/>
                </a:lnTo>
                <a:lnTo>
                  <a:pt x="1223919" y="319946"/>
                </a:lnTo>
                <a:lnTo>
                  <a:pt x="1227559" y="323733"/>
                </a:lnTo>
                <a:lnTo>
                  <a:pt x="1227559" y="334365"/>
                </a:lnTo>
                <a:lnTo>
                  <a:pt x="1227559" y="339803"/>
                </a:lnTo>
                <a:lnTo>
                  <a:pt x="1227559" y="339851"/>
                </a:lnTo>
                <a:lnTo>
                  <a:pt x="1227559" y="339512"/>
                </a:lnTo>
                <a:lnTo>
                  <a:pt x="1227559" y="340191"/>
                </a:lnTo>
                <a:lnTo>
                  <a:pt x="1227559" y="341599"/>
                </a:lnTo>
                <a:lnTo>
                  <a:pt x="1227559" y="338298"/>
                </a:lnTo>
                <a:lnTo>
                  <a:pt x="1227559" y="332132"/>
                </a:lnTo>
                <a:lnTo>
                  <a:pt x="1227559" y="327568"/>
                </a:lnTo>
                <a:lnTo>
                  <a:pt x="1227559" y="318878"/>
                </a:lnTo>
                <a:lnTo>
                  <a:pt x="1227559" y="314848"/>
                </a:lnTo>
                <a:lnTo>
                  <a:pt x="1227559" y="313537"/>
                </a:lnTo>
                <a:lnTo>
                  <a:pt x="1227559" y="314071"/>
                </a:lnTo>
                <a:lnTo>
                  <a:pt x="1227559" y="316402"/>
                </a:lnTo>
                <a:lnTo>
                  <a:pt x="1227559" y="318247"/>
                </a:lnTo>
                <a:lnTo>
                  <a:pt x="1227559" y="319218"/>
                </a:lnTo>
                <a:lnTo>
                  <a:pt x="1227559" y="318586"/>
                </a:lnTo>
                <a:lnTo>
                  <a:pt x="1227559" y="315771"/>
                </a:lnTo>
                <a:lnTo>
                  <a:pt x="1227559" y="314023"/>
                </a:lnTo>
                <a:lnTo>
                  <a:pt x="1227559" y="311838"/>
                </a:lnTo>
                <a:lnTo>
                  <a:pt x="1227559" y="310042"/>
                </a:lnTo>
                <a:lnTo>
                  <a:pt x="1227559" y="310673"/>
                </a:lnTo>
                <a:lnTo>
                  <a:pt x="1227559" y="309945"/>
                </a:lnTo>
                <a:lnTo>
                  <a:pt x="1227559" y="308342"/>
                </a:lnTo>
                <a:lnTo>
                  <a:pt x="1227559" y="306643"/>
                </a:lnTo>
                <a:lnTo>
                  <a:pt x="1227559" y="305284"/>
                </a:lnTo>
                <a:lnTo>
                  <a:pt x="1227559" y="304410"/>
                </a:lnTo>
                <a:lnTo>
                  <a:pt x="1227559" y="302419"/>
                </a:lnTo>
                <a:lnTo>
                  <a:pt x="1227559" y="301011"/>
                </a:lnTo>
                <a:lnTo>
                  <a:pt x="1227559" y="302031"/>
                </a:lnTo>
                <a:lnTo>
                  <a:pt x="1227559" y="304798"/>
                </a:lnTo>
                <a:lnTo>
                  <a:pt x="1227559" y="307614"/>
                </a:lnTo>
                <a:lnTo>
                  <a:pt x="1227559" y="311061"/>
                </a:lnTo>
                <a:lnTo>
                  <a:pt x="1227559" y="319994"/>
                </a:lnTo>
                <a:lnTo>
                  <a:pt x="1227559" y="322034"/>
                </a:lnTo>
                <a:lnTo>
                  <a:pt x="1227559" y="323102"/>
                </a:lnTo>
                <a:lnTo>
                  <a:pt x="1227559" y="321936"/>
                </a:lnTo>
                <a:lnTo>
                  <a:pt x="1227559" y="317324"/>
                </a:lnTo>
                <a:lnTo>
                  <a:pt x="1227559" y="315625"/>
                </a:lnTo>
                <a:lnTo>
                  <a:pt x="1227559" y="317033"/>
                </a:lnTo>
                <a:lnTo>
                  <a:pt x="1227559" y="318344"/>
                </a:lnTo>
                <a:lnTo>
                  <a:pt x="1227559" y="320189"/>
                </a:lnTo>
                <a:lnTo>
                  <a:pt x="1227559" y="324947"/>
                </a:lnTo>
                <a:lnTo>
                  <a:pt x="1227559" y="330336"/>
                </a:lnTo>
                <a:lnTo>
                  <a:pt x="1227559" y="338735"/>
                </a:lnTo>
                <a:lnTo>
                  <a:pt x="1227559" y="346017"/>
                </a:lnTo>
                <a:lnTo>
                  <a:pt x="1227559" y="348785"/>
                </a:lnTo>
                <a:lnTo>
                  <a:pt x="1227559" y="350678"/>
                </a:lnTo>
                <a:lnTo>
                  <a:pt x="1227559" y="355485"/>
                </a:lnTo>
                <a:lnTo>
                  <a:pt x="1227559" y="359077"/>
                </a:lnTo>
                <a:lnTo>
                  <a:pt x="1227559" y="363738"/>
                </a:lnTo>
                <a:lnTo>
                  <a:pt x="1227559" y="365292"/>
                </a:lnTo>
                <a:lnTo>
                  <a:pt x="1227559" y="365826"/>
                </a:lnTo>
                <a:lnTo>
                  <a:pt x="1227559" y="364952"/>
                </a:lnTo>
                <a:lnTo>
                  <a:pt x="1227559" y="362330"/>
                </a:lnTo>
                <a:lnTo>
                  <a:pt x="1227559" y="364466"/>
                </a:lnTo>
                <a:lnTo>
                  <a:pt x="1227559" y="367768"/>
                </a:lnTo>
                <a:lnTo>
                  <a:pt x="1227559" y="368933"/>
                </a:lnTo>
                <a:lnTo>
                  <a:pt x="1227559" y="372574"/>
                </a:lnTo>
                <a:lnTo>
                  <a:pt x="1227559" y="377721"/>
                </a:lnTo>
                <a:lnTo>
                  <a:pt x="1227559" y="378837"/>
                </a:lnTo>
                <a:lnTo>
                  <a:pt x="1227559" y="380488"/>
                </a:lnTo>
                <a:lnTo>
                  <a:pt x="1227559" y="382090"/>
                </a:lnTo>
                <a:lnTo>
                  <a:pt x="1227559" y="386508"/>
                </a:lnTo>
                <a:lnTo>
                  <a:pt x="1227559" y="396704"/>
                </a:lnTo>
                <a:lnTo>
                  <a:pt x="1227559" y="402238"/>
                </a:lnTo>
                <a:lnTo>
                  <a:pt x="1227559" y="406802"/>
                </a:lnTo>
                <a:lnTo>
                  <a:pt x="1227559" y="414473"/>
                </a:lnTo>
                <a:lnTo>
                  <a:pt x="1227559" y="416609"/>
                </a:lnTo>
                <a:lnTo>
                  <a:pt x="1227559" y="419134"/>
                </a:lnTo>
                <a:lnTo>
                  <a:pt x="1227559" y="421464"/>
                </a:lnTo>
                <a:lnTo>
                  <a:pt x="1227559" y="425834"/>
                </a:lnTo>
                <a:lnTo>
                  <a:pt x="1227559" y="428698"/>
                </a:lnTo>
                <a:lnTo>
                  <a:pt x="1227559" y="432291"/>
                </a:lnTo>
                <a:lnTo>
                  <a:pt x="1227559" y="437534"/>
                </a:lnTo>
                <a:lnTo>
                  <a:pt x="1227559" y="444526"/>
                </a:lnTo>
                <a:lnTo>
                  <a:pt x="1227559" y="446905"/>
                </a:lnTo>
                <a:lnTo>
                  <a:pt x="1227559" y="449041"/>
                </a:lnTo>
                <a:lnTo>
                  <a:pt x="1227559" y="451080"/>
                </a:lnTo>
                <a:lnTo>
                  <a:pt x="1227559" y="452633"/>
                </a:lnTo>
                <a:lnTo>
                  <a:pt x="1227559" y="453459"/>
                </a:lnTo>
                <a:lnTo>
                  <a:pt x="1227559" y="454867"/>
                </a:lnTo>
                <a:lnTo>
                  <a:pt x="1227559" y="460353"/>
                </a:lnTo>
                <a:lnTo>
                  <a:pt x="1227559" y="461761"/>
                </a:lnTo>
                <a:lnTo>
                  <a:pt x="1227559" y="463751"/>
                </a:lnTo>
                <a:lnTo>
                  <a:pt x="1227559" y="466762"/>
                </a:lnTo>
                <a:lnTo>
                  <a:pt x="1227559" y="468509"/>
                </a:lnTo>
                <a:lnTo>
                  <a:pt x="1227559" y="471568"/>
                </a:lnTo>
                <a:lnTo>
                  <a:pt x="1227559" y="472345"/>
                </a:lnTo>
                <a:lnTo>
                  <a:pt x="1227559" y="471471"/>
                </a:lnTo>
                <a:lnTo>
                  <a:pt x="1227559" y="470112"/>
                </a:lnTo>
                <a:lnTo>
                  <a:pt x="1227559" y="470646"/>
                </a:lnTo>
                <a:lnTo>
                  <a:pt x="1227559" y="472782"/>
                </a:lnTo>
                <a:lnTo>
                  <a:pt x="1227559" y="475549"/>
                </a:lnTo>
                <a:lnTo>
                  <a:pt x="1227559" y="478608"/>
                </a:lnTo>
                <a:lnTo>
                  <a:pt x="1227559" y="484434"/>
                </a:lnTo>
                <a:lnTo>
                  <a:pt x="1227559" y="486522"/>
                </a:lnTo>
                <a:lnTo>
                  <a:pt x="1227559" y="486424"/>
                </a:lnTo>
                <a:lnTo>
                  <a:pt x="1227559" y="484045"/>
                </a:lnTo>
                <a:lnTo>
                  <a:pt x="1227559" y="485745"/>
                </a:lnTo>
                <a:lnTo>
                  <a:pt x="1227559" y="487444"/>
                </a:lnTo>
                <a:lnTo>
                  <a:pt x="1227559" y="487978"/>
                </a:lnTo>
                <a:lnTo>
                  <a:pt x="1227559" y="487735"/>
                </a:lnTo>
                <a:lnTo>
                  <a:pt x="1227559" y="487978"/>
                </a:lnTo>
                <a:lnTo>
                  <a:pt x="1227559" y="491571"/>
                </a:lnTo>
                <a:lnTo>
                  <a:pt x="1227559" y="493707"/>
                </a:lnTo>
                <a:lnTo>
                  <a:pt x="1227559" y="497591"/>
                </a:lnTo>
                <a:lnTo>
                  <a:pt x="1227559" y="500261"/>
                </a:lnTo>
                <a:lnTo>
                  <a:pt x="1227559" y="505942"/>
                </a:lnTo>
                <a:lnTo>
                  <a:pt x="1227559" y="507884"/>
                </a:lnTo>
                <a:lnTo>
                  <a:pt x="1227559" y="508660"/>
                </a:lnTo>
                <a:lnTo>
                  <a:pt x="1227559" y="507155"/>
                </a:lnTo>
                <a:lnTo>
                  <a:pt x="1227559" y="505650"/>
                </a:lnTo>
                <a:lnTo>
                  <a:pt x="1227559" y="504388"/>
                </a:lnTo>
                <a:lnTo>
                  <a:pt x="1227559" y="500553"/>
                </a:lnTo>
                <a:lnTo>
                  <a:pt x="1227559" y="495697"/>
                </a:lnTo>
                <a:lnTo>
                  <a:pt x="1227559" y="481230"/>
                </a:lnTo>
                <a:lnTo>
                  <a:pt x="1227559" y="479385"/>
                </a:lnTo>
                <a:lnTo>
                  <a:pt x="1227559" y="477734"/>
                </a:lnTo>
                <a:lnTo>
                  <a:pt x="1227559" y="475064"/>
                </a:lnTo>
                <a:lnTo>
                  <a:pt x="1227559" y="472005"/>
                </a:lnTo>
                <a:lnTo>
                  <a:pt x="1227559" y="468218"/>
                </a:lnTo>
                <a:lnTo>
                  <a:pt x="1227559" y="466713"/>
                </a:lnTo>
                <a:lnTo>
                  <a:pt x="1227559" y="463557"/>
                </a:lnTo>
                <a:lnTo>
                  <a:pt x="1227559" y="445934"/>
                </a:lnTo>
                <a:lnTo>
                  <a:pt x="1227559" y="444234"/>
                </a:lnTo>
                <a:lnTo>
                  <a:pt x="1227559" y="441273"/>
                </a:lnTo>
                <a:lnTo>
                  <a:pt x="1227559" y="438554"/>
                </a:lnTo>
                <a:lnTo>
                  <a:pt x="1227559" y="428892"/>
                </a:lnTo>
                <a:lnTo>
                  <a:pt x="1227559" y="427048"/>
                </a:lnTo>
                <a:lnTo>
                  <a:pt x="1227559" y="419425"/>
                </a:lnTo>
                <a:lnTo>
                  <a:pt x="1227559" y="413162"/>
                </a:lnTo>
                <a:lnTo>
                  <a:pt x="1227559" y="406899"/>
                </a:lnTo>
                <a:lnTo>
                  <a:pt x="1227559" y="402918"/>
                </a:lnTo>
                <a:lnTo>
                  <a:pt x="1227559" y="401753"/>
                </a:lnTo>
                <a:lnTo>
                  <a:pt x="1227559" y="401559"/>
                </a:lnTo>
                <a:lnTo>
                  <a:pt x="1227559" y="402821"/>
                </a:lnTo>
                <a:lnTo>
                  <a:pt x="1227559" y="405977"/>
                </a:lnTo>
                <a:lnTo>
                  <a:pt x="1219842" y="412628"/>
                </a:lnTo>
                <a:lnTo>
                  <a:pt x="1215959" y="416464"/>
                </a:lnTo>
                <a:lnTo>
                  <a:pt x="1215620" y="421513"/>
                </a:lnTo>
                <a:lnTo>
                  <a:pt x="1217852" y="426416"/>
                </a:lnTo>
                <a:lnTo>
                  <a:pt x="1220764" y="430932"/>
                </a:lnTo>
                <a:lnTo>
                  <a:pt x="1222317" y="435835"/>
                </a:lnTo>
                <a:lnTo>
                  <a:pt x="1224501" y="453265"/>
                </a:lnTo>
                <a:lnTo>
                  <a:pt x="1224404" y="455255"/>
                </a:lnTo>
                <a:lnTo>
                  <a:pt x="1221881" y="460304"/>
                </a:lnTo>
                <a:lnTo>
                  <a:pt x="1220861" y="471665"/>
                </a:lnTo>
                <a:lnTo>
                  <a:pt x="1221978" y="487638"/>
                </a:lnTo>
                <a:lnTo>
                  <a:pt x="1223676" y="497445"/>
                </a:lnTo>
                <a:lnTo>
                  <a:pt x="1222948" y="502786"/>
                </a:lnTo>
                <a:lnTo>
                  <a:pt x="1218338" y="514244"/>
                </a:lnTo>
                <a:lnTo>
                  <a:pt x="1216930" y="520555"/>
                </a:lnTo>
                <a:lnTo>
                  <a:pt x="1216833" y="523128"/>
                </a:lnTo>
                <a:lnTo>
                  <a:pt x="1222269" y="535120"/>
                </a:lnTo>
                <a:lnTo>
                  <a:pt x="1223531" y="539830"/>
                </a:lnTo>
                <a:lnTo>
                  <a:pt x="1224162" y="544733"/>
                </a:lnTo>
                <a:lnTo>
                  <a:pt x="1218435" y="542354"/>
                </a:lnTo>
                <a:lnTo>
                  <a:pt x="1215717" y="542451"/>
                </a:lnTo>
                <a:lnTo>
                  <a:pt x="1213047" y="543180"/>
                </a:lnTo>
                <a:lnTo>
                  <a:pt x="1207029" y="543956"/>
                </a:lnTo>
                <a:lnTo>
                  <a:pt x="1200963" y="544102"/>
                </a:lnTo>
                <a:lnTo>
                  <a:pt x="1198827" y="544976"/>
                </a:lnTo>
                <a:lnTo>
                  <a:pt x="1194459" y="548180"/>
                </a:lnTo>
                <a:lnTo>
                  <a:pt x="1191838" y="549443"/>
                </a:lnTo>
                <a:lnTo>
                  <a:pt x="1189557" y="549685"/>
                </a:lnTo>
                <a:lnTo>
                  <a:pt x="1181792" y="545704"/>
                </a:lnTo>
                <a:lnTo>
                  <a:pt x="1177230" y="541383"/>
                </a:lnTo>
                <a:lnTo>
                  <a:pt x="1173007" y="536674"/>
                </a:lnTo>
                <a:lnTo>
                  <a:pt x="1172231" y="531285"/>
                </a:lnTo>
                <a:lnTo>
                  <a:pt x="1173735" y="525799"/>
                </a:lnTo>
                <a:lnTo>
                  <a:pt x="1175822" y="519875"/>
                </a:lnTo>
                <a:lnTo>
                  <a:pt x="1179996" y="510068"/>
                </a:lnTo>
                <a:lnTo>
                  <a:pt x="1179802" y="503514"/>
                </a:lnTo>
                <a:lnTo>
                  <a:pt x="1181209" y="498125"/>
                </a:lnTo>
                <a:lnTo>
                  <a:pt x="1183588" y="492882"/>
                </a:lnTo>
                <a:lnTo>
                  <a:pt x="1184461" y="488075"/>
                </a:lnTo>
                <a:lnTo>
                  <a:pt x="1185044" y="469141"/>
                </a:lnTo>
                <a:lnTo>
                  <a:pt x="1184413" y="467490"/>
                </a:lnTo>
                <a:lnTo>
                  <a:pt x="1178734" y="456275"/>
                </a:lnTo>
                <a:lnTo>
                  <a:pt x="1178055" y="454381"/>
                </a:lnTo>
                <a:lnTo>
                  <a:pt x="1178006" y="451323"/>
                </a:lnTo>
                <a:lnTo>
                  <a:pt x="1178637" y="448458"/>
                </a:lnTo>
                <a:lnTo>
                  <a:pt x="1178783" y="445836"/>
                </a:lnTo>
                <a:lnTo>
                  <a:pt x="1177424" y="443846"/>
                </a:lnTo>
                <a:lnTo>
                  <a:pt x="1175143" y="442001"/>
                </a:lnTo>
                <a:lnTo>
                  <a:pt x="1172328" y="441224"/>
                </a:lnTo>
                <a:lnTo>
                  <a:pt x="1166407" y="442001"/>
                </a:lnTo>
                <a:lnTo>
                  <a:pt x="1154516" y="445060"/>
                </a:lnTo>
                <a:lnTo>
                  <a:pt x="1150973" y="442389"/>
                </a:lnTo>
                <a:lnTo>
                  <a:pt x="1148352" y="438263"/>
                </a:lnTo>
                <a:lnTo>
                  <a:pt x="1146654" y="432534"/>
                </a:lnTo>
                <a:lnTo>
                  <a:pt x="1145634" y="426562"/>
                </a:lnTo>
                <a:lnTo>
                  <a:pt x="1146120" y="420930"/>
                </a:lnTo>
                <a:lnTo>
                  <a:pt x="1147867" y="415493"/>
                </a:lnTo>
                <a:lnTo>
                  <a:pt x="1146459" y="411657"/>
                </a:lnTo>
                <a:lnTo>
                  <a:pt x="1144275" y="407530"/>
                </a:lnTo>
                <a:lnTo>
                  <a:pt x="1144227" y="405394"/>
                </a:lnTo>
                <a:lnTo>
                  <a:pt x="1145489" y="403501"/>
                </a:lnTo>
                <a:lnTo>
                  <a:pt x="1147624" y="401947"/>
                </a:lnTo>
                <a:lnTo>
                  <a:pt x="1150294" y="401025"/>
                </a:lnTo>
                <a:lnTo>
                  <a:pt x="1152720" y="399374"/>
                </a:lnTo>
                <a:lnTo>
                  <a:pt x="1159224" y="393839"/>
                </a:lnTo>
                <a:lnTo>
                  <a:pt x="1161311" y="388936"/>
                </a:lnTo>
                <a:lnTo>
                  <a:pt x="1161456" y="382915"/>
                </a:lnTo>
                <a:lnTo>
                  <a:pt x="1163106" y="377187"/>
                </a:lnTo>
                <a:lnTo>
                  <a:pt x="1166455" y="371895"/>
                </a:lnTo>
                <a:lnTo>
                  <a:pt x="1170386" y="366991"/>
                </a:lnTo>
                <a:lnTo>
                  <a:pt x="1171648" y="361893"/>
                </a:lnTo>
                <a:lnTo>
                  <a:pt x="1169707" y="353882"/>
                </a:lnTo>
                <a:lnTo>
                  <a:pt x="1170484" y="350193"/>
                </a:lnTo>
                <a:lnTo>
                  <a:pt x="1169804" y="345920"/>
                </a:lnTo>
                <a:lnTo>
                  <a:pt x="1169756" y="341648"/>
                </a:lnTo>
                <a:lnTo>
                  <a:pt x="1172182" y="333637"/>
                </a:lnTo>
                <a:lnTo>
                  <a:pt x="1179414" y="317324"/>
                </a:lnTo>
                <a:lnTo>
                  <a:pt x="1186500" y="308634"/>
                </a:lnTo>
                <a:lnTo>
                  <a:pt x="1189266" y="306352"/>
                </a:lnTo>
                <a:lnTo>
                  <a:pt x="1192955" y="310381"/>
                </a:lnTo>
                <a:lnTo>
                  <a:pt x="1195721" y="315139"/>
                </a:lnTo>
                <a:lnTo>
                  <a:pt x="1195770" y="310818"/>
                </a:lnTo>
                <a:lnTo>
                  <a:pt x="1195042" y="306595"/>
                </a:lnTo>
                <a:lnTo>
                  <a:pt x="1192227" y="296787"/>
                </a:lnTo>
                <a:lnTo>
                  <a:pt x="1189800" y="277562"/>
                </a:lnTo>
                <a:lnTo>
                  <a:pt x="1190479" y="275765"/>
                </a:lnTo>
                <a:lnTo>
                  <a:pt x="1192955" y="276057"/>
                </a:lnTo>
                <a:lnTo>
                  <a:pt x="1195430" y="274357"/>
                </a:lnTo>
                <a:lnTo>
                  <a:pt x="1196789" y="271347"/>
                </a:lnTo>
                <a:lnTo>
                  <a:pt x="1194168" y="264210"/>
                </a:lnTo>
                <a:lnTo>
                  <a:pt x="1194022" y="261686"/>
                </a:lnTo>
                <a:lnTo>
                  <a:pt x="1199070" y="251684"/>
                </a:lnTo>
                <a:lnTo>
                  <a:pt x="1203195" y="248043"/>
                </a:lnTo>
                <a:lnTo>
                  <a:pt x="1204991" y="245761"/>
                </a:lnTo>
                <a:lnTo>
                  <a:pt x="1206010" y="239644"/>
                </a:lnTo>
                <a:lnTo>
                  <a:pt x="1208194" y="237362"/>
                </a:lnTo>
                <a:lnTo>
                  <a:pt x="1210912" y="235711"/>
                </a:lnTo>
                <a:lnTo>
                  <a:pt x="1214455" y="231487"/>
                </a:lnTo>
                <a:lnTo>
                  <a:pt x="1216396" y="226147"/>
                </a:lnTo>
                <a:lnTo>
                  <a:pt x="1217561" y="225759"/>
                </a:lnTo>
                <a:lnTo>
                  <a:pt x="1218920" y="225564"/>
                </a:lnTo>
                <a:lnTo>
                  <a:pt x="1221104" y="230177"/>
                </a:lnTo>
                <a:lnTo>
                  <a:pt x="1223482" y="232070"/>
                </a:lnTo>
                <a:lnTo>
                  <a:pt x="1227559" y="233575"/>
                </a:lnTo>
                <a:lnTo>
                  <a:pt x="1227559" y="231827"/>
                </a:lnTo>
                <a:lnTo>
                  <a:pt x="1227559" y="229497"/>
                </a:lnTo>
                <a:lnTo>
                  <a:pt x="1227559" y="227458"/>
                </a:lnTo>
                <a:lnTo>
                  <a:pt x="1227559" y="225370"/>
                </a:lnTo>
                <a:lnTo>
                  <a:pt x="1227559" y="222991"/>
                </a:lnTo>
                <a:lnTo>
                  <a:pt x="1227559" y="217505"/>
                </a:lnTo>
                <a:lnTo>
                  <a:pt x="1227559" y="212456"/>
                </a:lnTo>
                <a:lnTo>
                  <a:pt x="1227559" y="210708"/>
                </a:lnTo>
                <a:lnTo>
                  <a:pt x="1227559" y="209591"/>
                </a:lnTo>
                <a:lnTo>
                  <a:pt x="1227559" y="208912"/>
                </a:lnTo>
                <a:lnTo>
                  <a:pt x="1227559" y="208815"/>
                </a:lnTo>
                <a:lnTo>
                  <a:pt x="1227559" y="212019"/>
                </a:lnTo>
                <a:lnTo>
                  <a:pt x="1227559" y="212601"/>
                </a:lnTo>
                <a:lnTo>
                  <a:pt x="1227559" y="212359"/>
                </a:lnTo>
                <a:lnTo>
                  <a:pt x="1227559" y="212893"/>
                </a:lnTo>
                <a:lnTo>
                  <a:pt x="1227559" y="214349"/>
                </a:lnTo>
                <a:lnTo>
                  <a:pt x="1227559" y="217165"/>
                </a:lnTo>
                <a:lnTo>
                  <a:pt x="1227559" y="219641"/>
                </a:lnTo>
                <a:lnTo>
                  <a:pt x="1227559" y="220855"/>
                </a:lnTo>
                <a:lnTo>
                  <a:pt x="1227559" y="221438"/>
                </a:lnTo>
                <a:lnTo>
                  <a:pt x="1227559" y="220418"/>
                </a:lnTo>
                <a:lnTo>
                  <a:pt x="1227559" y="223234"/>
                </a:lnTo>
                <a:lnTo>
                  <a:pt x="1227559" y="223865"/>
                </a:lnTo>
                <a:lnTo>
                  <a:pt x="1227559" y="225516"/>
                </a:lnTo>
                <a:lnTo>
                  <a:pt x="1227559" y="227603"/>
                </a:lnTo>
                <a:lnTo>
                  <a:pt x="1227559" y="231390"/>
                </a:lnTo>
                <a:lnTo>
                  <a:pt x="1227559" y="232216"/>
                </a:lnTo>
                <a:lnTo>
                  <a:pt x="1227559" y="232021"/>
                </a:lnTo>
                <a:lnTo>
                  <a:pt x="1227559" y="228477"/>
                </a:lnTo>
                <a:lnTo>
                  <a:pt x="1227559" y="227701"/>
                </a:lnTo>
                <a:lnTo>
                  <a:pt x="1227559" y="227555"/>
                </a:lnTo>
                <a:lnTo>
                  <a:pt x="1227559" y="228235"/>
                </a:lnTo>
                <a:lnTo>
                  <a:pt x="1227559" y="232604"/>
                </a:lnTo>
                <a:lnTo>
                  <a:pt x="1227559" y="232021"/>
                </a:lnTo>
                <a:lnTo>
                  <a:pt x="1227559" y="223671"/>
                </a:lnTo>
                <a:lnTo>
                  <a:pt x="1227559" y="215757"/>
                </a:lnTo>
                <a:lnTo>
                  <a:pt x="1227559" y="213572"/>
                </a:lnTo>
                <a:lnTo>
                  <a:pt x="1227559" y="209980"/>
                </a:lnTo>
                <a:lnTo>
                  <a:pt x="1227559" y="205707"/>
                </a:lnTo>
                <a:lnTo>
                  <a:pt x="1227559" y="204542"/>
                </a:lnTo>
                <a:lnTo>
                  <a:pt x="1227559" y="203328"/>
                </a:lnTo>
                <a:lnTo>
                  <a:pt x="1227559" y="202017"/>
                </a:lnTo>
                <a:lnTo>
                  <a:pt x="1227559" y="196774"/>
                </a:lnTo>
                <a:lnTo>
                  <a:pt x="1227559" y="192113"/>
                </a:lnTo>
                <a:lnTo>
                  <a:pt x="1227559" y="190705"/>
                </a:lnTo>
                <a:lnTo>
                  <a:pt x="1227559" y="191434"/>
                </a:lnTo>
                <a:lnTo>
                  <a:pt x="1227559" y="193473"/>
                </a:lnTo>
                <a:lnTo>
                  <a:pt x="1227559" y="200367"/>
                </a:lnTo>
                <a:lnTo>
                  <a:pt x="1227559" y="201483"/>
                </a:lnTo>
                <a:lnTo>
                  <a:pt x="1227559" y="204930"/>
                </a:lnTo>
                <a:lnTo>
                  <a:pt x="1227559" y="206338"/>
                </a:lnTo>
                <a:lnTo>
                  <a:pt x="1227559" y="216000"/>
                </a:lnTo>
                <a:lnTo>
                  <a:pt x="1227559" y="220709"/>
                </a:lnTo>
                <a:lnTo>
                  <a:pt x="1227559" y="224982"/>
                </a:lnTo>
                <a:close/>
                <a:moveTo>
                  <a:pt x="590508" y="564979"/>
                </a:moveTo>
                <a:lnTo>
                  <a:pt x="595410" y="570513"/>
                </a:lnTo>
                <a:lnTo>
                  <a:pt x="599681" y="573475"/>
                </a:lnTo>
                <a:lnTo>
                  <a:pt x="604728" y="575077"/>
                </a:lnTo>
                <a:lnTo>
                  <a:pt x="610018" y="575223"/>
                </a:lnTo>
                <a:lnTo>
                  <a:pt x="615260" y="575902"/>
                </a:lnTo>
                <a:lnTo>
                  <a:pt x="621327" y="578039"/>
                </a:lnTo>
                <a:lnTo>
                  <a:pt x="627587" y="579010"/>
                </a:lnTo>
                <a:lnTo>
                  <a:pt x="630451" y="578621"/>
                </a:lnTo>
                <a:lnTo>
                  <a:pt x="633217" y="577553"/>
                </a:lnTo>
                <a:lnTo>
                  <a:pt x="635207" y="577456"/>
                </a:lnTo>
                <a:lnTo>
                  <a:pt x="636906" y="578476"/>
                </a:lnTo>
                <a:lnTo>
                  <a:pt x="641225" y="583185"/>
                </a:lnTo>
                <a:lnTo>
                  <a:pt x="645933" y="587457"/>
                </a:lnTo>
                <a:lnTo>
                  <a:pt x="647001" y="589642"/>
                </a:lnTo>
                <a:lnTo>
                  <a:pt x="650204" y="599983"/>
                </a:lnTo>
                <a:lnTo>
                  <a:pt x="653796" y="602993"/>
                </a:lnTo>
                <a:lnTo>
                  <a:pt x="658746" y="603819"/>
                </a:lnTo>
                <a:lnTo>
                  <a:pt x="664521" y="603819"/>
                </a:lnTo>
                <a:lnTo>
                  <a:pt x="670297" y="604256"/>
                </a:lnTo>
                <a:lnTo>
                  <a:pt x="683692" y="606683"/>
                </a:lnTo>
                <a:lnTo>
                  <a:pt x="689031" y="606343"/>
                </a:lnTo>
                <a:lnTo>
                  <a:pt x="693739" y="603916"/>
                </a:lnTo>
                <a:lnTo>
                  <a:pt x="697912" y="605518"/>
                </a:lnTo>
                <a:lnTo>
                  <a:pt x="709269" y="608382"/>
                </a:lnTo>
                <a:lnTo>
                  <a:pt x="714851" y="609062"/>
                </a:lnTo>
                <a:lnTo>
                  <a:pt x="721209" y="608237"/>
                </a:lnTo>
                <a:lnTo>
                  <a:pt x="727566" y="608043"/>
                </a:lnTo>
                <a:lnTo>
                  <a:pt x="730624" y="608868"/>
                </a:lnTo>
                <a:lnTo>
                  <a:pt x="733536" y="610130"/>
                </a:lnTo>
                <a:lnTo>
                  <a:pt x="736060" y="610616"/>
                </a:lnTo>
                <a:lnTo>
                  <a:pt x="738632" y="610567"/>
                </a:lnTo>
                <a:lnTo>
                  <a:pt x="743243" y="608140"/>
                </a:lnTo>
                <a:lnTo>
                  <a:pt x="746300" y="603722"/>
                </a:lnTo>
                <a:lnTo>
                  <a:pt x="748727" y="598090"/>
                </a:lnTo>
                <a:lnTo>
                  <a:pt x="750668" y="592264"/>
                </a:lnTo>
                <a:lnTo>
                  <a:pt x="751979" y="589739"/>
                </a:lnTo>
                <a:lnTo>
                  <a:pt x="753726" y="587506"/>
                </a:lnTo>
                <a:lnTo>
                  <a:pt x="756007" y="586098"/>
                </a:lnTo>
                <a:lnTo>
                  <a:pt x="758482" y="585175"/>
                </a:lnTo>
                <a:lnTo>
                  <a:pt x="765131" y="585758"/>
                </a:lnTo>
                <a:lnTo>
                  <a:pt x="766539" y="587166"/>
                </a:lnTo>
                <a:lnTo>
                  <a:pt x="773965" y="597070"/>
                </a:lnTo>
                <a:lnTo>
                  <a:pt x="775323" y="597944"/>
                </a:lnTo>
                <a:lnTo>
                  <a:pt x="783089" y="598575"/>
                </a:lnTo>
                <a:lnTo>
                  <a:pt x="785273" y="598235"/>
                </a:lnTo>
                <a:lnTo>
                  <a:pt x="789981" y="596245"/>
                </a:lnTo>
                <a:lnTo>
                  <a:pt x="792698" y="596051"/>
                </a:lnTo>
                <a:lnTo>
                  <a:pt x="797746" y="598527"/>
                </a:lnTo>
                <a:lnTo>
                  <a:pt x="799881" y="600614"/>
                </a:lnTo>
                <a:lnTo>
                  <a:pt x="802308" y="602119"/>
                </a:lnTo>
                <a:lnTo>
                  <a:pt x="814539" y="603722"/>
                </a:lnTo>
                <a:lnTo>
                  <a:pt x="819246" y="607945"/>
                </a:lnTo>
                <a:lnTo>
                  <a:pt x="821673" y="608528"/>
                </a:lnTo>
                <a:lnTo>
                  <a:pt x="830166" y="607994"/>
                </a:lnTo>
                <a:lnTo>
                  <a:pt x="836087" y="608431"/>
                </a:lnTo>
                <a:lnTo>
                  <a:pt x="841184" y="609548"/>
                </a:lnTo>
                <a:lnTo>
                  <a:pt x="843513" y="615616"/>
                </a:lnTo>
                <a:lnTo>
                  <a:pt x="845406" y="621782"/>
                </a:lnTo>
                <a:lnTo>
                  <a:pt x="846522" y="623870"/>
                </a:lnTo>
                <a:lnTo>
                  <a:pt x="851521" y="626006"/>
                </a:lnTo>
                <a:lnTo>
                  <a:pt x="853560" y="627900"/>
                </a:lnTo>
                <a:lnTo>
                  <a:pt x="853026" y="634114"/>
                </a:lnTo>
                <a:lnTo>
                  <a:pt x="853608" y="639940"/>
                </a:lnTo>
                <a:lnTo>
                  <a:pt x="864237" y="645086"/>
                </a:lnTo>
                <a:lnTo>
                  <a:pt x="875594" y="647999"/>
                </a:lnTo>
                <a:lnTo>
                  <a:pt x="887727" y="648291"/>
                </a:lnTo>
                <a:lnTo>
                  <a:pt x="899812" y="647271"/>
                </a:lnTo>
                <a:lnTo>
                  <a:pt x="906073" y="646009"/>
                </a:lnTo>
                <a:lnTo>
                  <a:pt x="913887" y="643824"/>
                </a:lnTo>
                <a:lnTo>
                  <a:pt x="915537" y="643873"/>
                </a:lnTo>
                <a:lnTo>
                  <a:pt x="930679" y="650573"/>
                </a:lnTo>
                <a:lnTo>
                  <a:pt x="931941" y="651592"/>
                </a:lnTo>
                <a:lnTo>
                  <a:pt x="933640" y="656641"/>
                </a:lnTo>
                <a:lnTo>
                  <a:pt x="933591" y="661933"/>
                </a:lnTo>
                <a:lnTo>
                  <a:pt x="930776" y="674459"/>
                </a:lnTo>
                <a:lnTo>
                  <a:pt x="930582" y="677906"/>
                </a:lnTo>
                <a:lnTo>
                  <a:pt x="930873" y="681353"/>
                </a:lnTo>
                <a:lnTo>
                  <a:pt x="933883" y="688830"/>
                </a:lnTo>
                <a:lnTo>
                  <a:pt x="935484" y="691015"/>
                </a:lnTo>
                <a:lnTo>
                  <a:pt x="940968" y="694947"/>
                </a:lnTo>
                <a:lnTo>
                  <a:pt x="941163" y="696987"/>
                </a:lnTo>
                <a:lnTo>
                  <a:pt x="940435" y="699074"/>
                </a:lnTo>
                <a:lnTo>
                  <a:pt x="934368" y="697666"/>
                </a:lnTo>
                <a:lnTo>
                  <a:pt x="930679" y="695918"/>
                </a:lnTo>
                <a:lnTo>
                  <a:pt x="928544" y="693103"/>
                </a:lnTo>
                <a:lnTo>
                  <a:pt x="925535" y="691549"/>
                </a:lnTo>
                <a:lnTo>
                  <a:pt x="919856" y="692083"/>
                </a:lnTo>
                <a:lnTo>
                  <a:pt x="909179" y="689267"/>
                </a:lnTo>
                <a:lnTo>
                  <a:pt x="897191" y="684898"/>
                </a:lnTo>
                <a:lnTo>
                  <a:pt x="875836" y="675624"/>
                </a:lnTo>
                <a:lnTo>
                  <a:pt x="870061" y="675673"/>
                </a:lnTo>
                <a:lnTo>
                  <a:pt x="864480" y="676887"/>
                </a:lnTo>
                <a:lnTo>
                  <a:pt x="858607" y="679217"/>
                </a:lnTo>
                <a:lnTo>
                  <a:pt x="852492" y="680916"/>
                </a:lnTo>
                <a:lnTo>
                  <a:pt x="847978" y="681548"/>
                </a:lnTo>
                <a:lnTo>
                  <a:pt x="843465" y="681111"/>
                </a:lnTo>
                <a:lnTo>
                  <a:pt x="832108" y="678877"/>
                </a:lnTo>
                <a:lnTo>
                  <a:pt x="820605" y="677421"/>
                </a:lnTo>
                <a:lnTo>
                  <a:pt x="791242" y="676498"/>
                </a:lnTo>
                <a:lnTo>
                  <a:pt x="782943" y="674411"/>
                </a:lnTo>
                <a:lnTo>
                  <a:pt x="769160" y="673343"/>
                </a:lnTo>
                <a:lnTo>
                  <a:pt x="758240" y="671498"/>
                </a:lnTo>
                <a:lnTo>
                  <a:pt x="747417" y="668925"/>
                </a:lnTo>
                <a:lnTo>
                  <a:pt x="719850" y="656399"/>
                </a:lnTo>
                <a:lnTo>
                  <a:pt x="710822" y="653340"/>
                </a:lnTo>
                <a:lnTo>
                  <a:pt x="683110" y="647368"/>
                </a:lnTo>
                <a:lnTo>
                  <a:pt x="678839" y="646883"/>
                </a:lnTo>
                <a:lnTo>
                  <a:pt x="668792" y="647320"/>
                </a:lnTo>
                <a:lnTo>
                  <a:pt x="662434" y="645572"/>
                </a:lnTo>
                <a:lnTo>
                  <a:pt x="656853" y="645523"/>
                </a:lnTo>
                <a:lnTo>
                  <a:pt x="648602" y="647465"/>
                </a:lnTo>
                <a:lnTo>
                  <a:pt x="646030" y="648873"/>
                </a:lnTo>
                <a:lnTo>
                  <a:pt x="642827" y="651835"/>
                </a:lnTo>
                <a:lnTo>
                  <a:pt x="637197" y="651689"/>
                </a:lnTo>
                <a:lnTo>
                  <a:pt x="631616" y="651107"/>
                </a:lnTo>
                <a:lnTo>
                  <a:pt x="616861" y="648291"/>
                </a:lnTo>
                <a:lnTo>
                  <a:pt x="611377" y="646543"/>
                </a:lnTo>
                <a:lnTo>
                  <a:pt x="606136" y="644018"/>
                </a:lnTo>
                <a:lnTo>
                  <a:pt x="601379" y="640668"/>
                </a:lnTo>
                <a:lnTo>
                  <a:pt x="598904" y="639455"/>
                </a:lnTo>
                <a:lnTo>
                  <a:pt x="586188" y="636056"/>
                </a:lnTo>
                <a:lnTo>
                  <a:pt x="575802" y="634842"/>
                </a:lnTo>
                <a:lnTo>
                  <a:pt x="554447" y="633337"/>
                </a:lnTo>
                <a:lnTo>
                  <a:pt x="549788" y="632269"/>
                </a:lnTo>
                <a:lnTo>
                  <a:pt x="545905" y="631055"/>
                </a:lnTo>
                <a:lnTo>
                  <a:pt x="543770" y="628288"/>
                </a:lnTo>
                <a:lnTo>
                  <a:pt x="544061" y="624744"/>
                </a:lnTo>
                <a:lnTo>
                  <a:pt x="545566" y="621734"/>
                </a:lnTo>
                <a:lnTo>
                  <a:pt x="547701" y="618675"/>
                </a:lnTo>
                <a:lnTo>
                  <a:pt x="549060" y="615762"/>
                </a:lnTo>
                <a:lnTo>
                  <a:pt x="533432" y="609645"/>
                </a:lnTo>
                <a:lnTo>
                  <a:pt x="521105" y="606295"/>
                </a:lnTo>
                <a:lnTo>
                  <a:pt x="515815" y="605664"/>
                </a:lnTo>
                <a:lnTo>
                  <a:pt x="510476" y="605664"/>
                </a:lnTo>
                <a:lnTo>
                  <a:pt x="504458" y="606343"/>
                </a:lnTo>
                <a:lnTo>
                  <a:pt x="498488" y="606052"/>
                </a:lnTo>
                <a:lnTo>
                  <a:pt x="495722" y="605032"/>
                </a:lnTo>
                <a:lnTo>
                  <a:pt x="492858" y="604693"/>
                </a:lnTo>
                <a:lnTo>
                  <a:pt x="489995" y="605421"/>
                </a:lnTo>
                <a:lnTo>
                  <a:pt x="487665" y="605130"/>
                </a:lnTo>
                <a:lnTo>
                  <a:pt x="487083" y="602362"/>
                </a:lnTo>
                <a:lnTo>
                  <a:pt x="488539" y="599983"/>
                </a:lnTo>
                <a:lnTo>
                  <a:pt x="491596" y="597313"/>
                </a:lnTo>
                <a:lnTo>
                  <a:pt x="493295" y="596828"/>
                </a:lnTo>
                <a:lnTo>
                  <a:pt x="494072" y="601051"/>
                </a:lnTo>
                <a:lnTo>
                  <a:pt x="494945" y="601877"/>
                </a:lnTo>
                <a:lnTo>
                  <a:pt x="497615" y="602799"/>
                </a:lnTo>
                <a:lnTo>
                  <a:pt x="498779" y="602556"/>
                </a:lnTo>
                <a:lnTo>
                  <a:pt x="503487" y="597167"/>
                </a:lnTo>
                <a:lnTo>
                  <a:pt x="504798" y="594546"/>
                </a:lnTo>
                <a:lnTo>
                  <a:pt x="507079" y="587409"/>
                </a:lnTo>
                <a:lnTo>
                  <a:pt x="509554" y="588768"/>
                </a:lnTo>
                <a:lnTo>
                  <a:pt x="512029" y="587894"/>
                </a:lnTo>
                <a:lnTo>
                  <a:pt x="513485" y="586778"/>
                </a:lnTo>
                <a:lnTo>
                  <a:pt x="517416" y="570222"/>
                </a:lnTo>
                <a:lnTo>
                  <a:pt x="520717" y="565416"/>
                </a:lnTo>
                <a:lnTo>
                  <a:pt x="525230" y="561386"/>
                </a:lnTo>
                <a:lnTo>
                  <a:pt x="527463" y="560415"/>
                </a:lnTo>
                <a:lnTo>
                  <a:pt x="531879" y="562891"/>
                </a:lnTo>
                <a:lnTo>
                  <a:pt x="540809" y="563813"/>
                </a:lnTo>
                <a:lnTo>
                  <a:pt x="546100" y="565464"/>
                </a:lnTo>
                <a:lnTo>
                  <a:pt x="551438" y="565658"/>
                </a:lnTo>
                <a:lnTo>
                  <a:pt x="556631" y="566435"/>
                </a:lnTo>
                <a:lnTo>
                  <a:pt x="563863" y="569348"/>
                </a:lnTo>
                <a:lnTo>
                  <a:pt x="566435" y="569057"/>
                </a:lnTo>
                <a:lnTo>
                  <a:pt x="569056" y="568134"/>
                </a:lnTo>
                <a:lnTo>
                  <a:pt x="572939" y="564979"/>
                </a:lnTo>
                <a:lnTo>
                  <a:pt x="574589" y="559929"/>
                </a:lnTo>
                <a:lnTo>
                  <a:pt x="580219" y="562503"/>
                </a:lnTo>
                <a:lnTo>
                  <a:pt x="588469" y="563522"/>
                </a:lnTo>
                <a:lnTo>
                  <a:pt x="590508" y="564979"/>
                </a:lnTo>
                <a:close/>
                <a:moveTo>
                  <a:pt x="699951" y="174829"/>
                </a:moveTo>
                <a:lnTo>
                  <a:pt x="695583" y="181238"/>
                </a:lnTo>
                <a:lnTo>
                  <a:pt x="696068" y="183568"/>
                </a:lnTo>
                <a:lnTo>
                  <a:pt x="697136" y="185608"/>
                </a:lnTo>
                <a:lnTo>
                  <a:pt x="700291" y="187015"/>
                </a:lnTo>
                <a:lnTo>
                  <a:pt x="701164" y="194881"/>
                </a:lnTo>
                <a:lnTo>
                  <a:pt x="705144" y="199347"/>
                </a:lnTo>
                <a:lnTo>
                  <a:pt x="709124" y="203425"/>
                </a:lnTo>
                <a:lnTo>
                  <a:pt x="712084" y="205416"/>
                </a:lnTo>
                <a:lnTo>
                  <a:pt x="715288" y="208329"/>
                </a:lnTo>
                <a:lnTo>
                  <a:pt x="717569" y="210999"/>
                </a:lnTo>
                <a:lnTo>
                  <a:pt x="719947" y="213281"/>
                </a:lnTo>
                <a:lnTo>
                  <a:pt x="723538" y="215514"/>
                </a:lnTo>
                <a:lnTo>
                  <a:pt x="733245" y="224933"/>
                </a:lnTo>
                <a:lnTo>
                  <a:pt x="737322" y="227701"/>
                </a:lnTo>
                <a:lnTo>
                  <a:pt x="740331" y="230468"/>
                </a:lnTo>
                <a:lnTo>
                  <a:pt x="742515" y="231439"/>
                </a:lnTo>
                <a:lnTo>
                  <a:pt x="747805" y="230662"/>
                </a:lnTo>
                <a:lnTo>
                  <a:pt x="763481" y="223914"/>
                </a:lnTo>
                <a:lnTo>
                  <a:pt x="766296" y="223477"/>
                </a:lnTo>
                <a:lnTo>
                  <a:pt x="771392" y="222263"/>
                </a:lnTo>
                <a:lnTo>
                  <a:pt x="780420" y="222651"/>
                </a:lnTo>
                <a:lnTo>
                  <a:pt x="789932" y="224933"/>
                </a:lnTo>
                <a:lnTo>
                  <a:pt x="793038" y="225030"/>
                </a:lnTo>
                <a:lnTo>
                  <a:pt x="795950" y="223622"/>
                </a:lnTo>
                <a:lnTo>
                  <a:pt x="800027" y="224059"/>
                </a:lnTo>
                <a:lnTo>
                  <a:pt x="803861" y="224788"/>
                </a:lnTo>
                <a:lnTo>
                  <a:pt x="805754" y="224156"/>
                </a:lnTo>
                <a:lnTo>
                  <a:pt x="811287" y="219253"/>
                </a:lnTo>
                <a:lnTo>
                  <a:pt x="818858" y="217796"/>
                </a:lnTo>
                <a:lnTo>
                  <a:pt x="821285" y="212893"/>
                </a:lnTo>
                <a:lnTo>
                  <a:pt x="823129" y="208329"/>
                </a:lnTo>
                <a:lnTo>
                  <a:pt x="824051" y="203425"/>
                </a:lnTo>
                <a:lnTo>
                  <a:pt x="827206" y="201435"/>
                </a:lnTo>
                <a:lnTo>
                  <a:pt x="831622" y="199736"/>
                </a:lnTo>
                <a:lnTo>
                  <a:pt x="838126" y="197599"/>
                </a:lnTo>
                <a:lnTo>
                  <a:pt x="860791" y="197211"/>
                </a:lnTo>
                <a:lnTo>
                  <a:pt x="862975" y="198133"/>
                </a:lnTo>
                <a:lnTo>
                  <a:pt x="863460" y="200658"/>
                </a:lnTo>
                <a:lnTo>
                  <a:pt x="862975" y="202552"/>
                </a:lnTo>
                <a:lnTo>
                  <a:pt x="863897" y="203668"/>
                </a:lnTo>
                <a:lnTo>
                  <a:pt x="866906" y="203765"/>
                </a:lnTo>
                <a:lnTo>
                  <a:pt x="869673" y="204930"/>
                </a:lnTo>
                <a:lnTo>
                  <a:pt x="880981" y="208863"/>
                </a:lnTo>
                <a:lnTo>
                  <a:pt x="885786" y="210077"/>
                </a:lnTo>
                <a:lnTo>
                  <a:pt x="888455" y="209786"/>
                </a:lnTo>
                <a:lnTo>
                  <a:pt x="893745" y="213281"/>
                </a:lnTo>
                <a:lnTo>
                  <a:pt x="896657" y="212067"/>
                </a:lnTo>
                <a:lnTo>
                  <a:pt x="900443" y="209640"/>
                </a:lnTo>
                <a:lnTo>
                  <a:pt x="904083" y="206290"/>
                </a:lnTo>
                <a:lnTo>
                  <a:pt x="907335" y="203668"/>
                </a:lnTo>
                <a:lnTo>
                  <a:pt x="912091" y="202649"/>
                </a:lnTo>
                <a:lnTo>
                  <a:pt x="918206" y="202794"/>
                </a:lnTo>
                <a:lnTo>
                  <a:pt x="925438" y="201872"/>
                </a:lnTo>
                <a:lnTo>
                  <a:pt x="930873" y="200464"/>
                </a:lnTo>
                <a:lnTo>
                  <a:pt x="936989" y="202794"/>
                </a:lnTo>
                <a:lnTo>
                  <a:pt x="938590" y="202066"/>
                </a:lnTo>
                <a:lnTo>
                  <a:pt x="939610" y="199784"/>
                </a:lnTo>
                <a:lnTo>
                  <a:pt x="942764" y="194784"/>
                </a:lnTo>
                <a:lnTo>
                  <a:pt x="944172" y="191434"/>
                </a:lnTo>
                <a:lnTo>
                  <a:pt x="945385" y="184976"/>
                </a:lnTo>
                <a:lnTo>
                  <a:pt x="946259" y="183423"/>
                </a:lnTo>
                <a:lnTo>
                  <a:pt x="948540" y="182549"/>
                </a:lnTo>
                <a:lnTo>
                  <a:pt x="950918" y="181335"/>
                </a:lnTo>
                <a:lnTo>
                  <a:pt x="951549" y="179393"/>
                </a:lnTo>
                <a:lnTo>
                  <a:pt x="952422" y="177160"/>
                </a:lnTo>
                <a:lnTo>
                  <a:pt x="951694" y="175266"/>
                </a:lnTo>
                <a:lnTo>
                  <a:pt x="950335" y="173664"/>
                </a:lnTo>
                <a:lnTo>
                  <a:pt x="948928" y="168324"/>
                </a:lnTo>
                <a:lnTo>
                  <a:pt x="949365" y="165848"/>
                </a:lnTo>
                <a:lnTo>
                  <a:pt x="950238" y="164051"/>
                </a:lnTo>
                <a:lnTo>
                  <a:pt x="952665" y="163129"/>
                </a:lnTo>
                <a:lnTo>
                  <a:pt x="959120" y="159148"/>
                </a:lnTo>
                <a:lnTo>
                  <a:pt x="964847" y="154535"/>
                </a:lnTo>
                <a:lnTo>
                  <a:pt x="967953" y="152254"/>
                </a:lnTo>
                <a:lnTo>
                  <a:pt x="969312" y="150797"/>
                </a:lnTo>
                <a:lnTo>
                  <a:pt x="969409" y="148661"/>
                </a:lnTo>
                <a:lnTo>
                  <a:pt x="966934" y="146476"/>
                </a:lnTo>
                <a:lnTo>
                  <a:pt x="964556" y="145408"/>
                </a:lnTo>
                <a:lnTo>
                  <a:pt x="964362" y="142835"/>
                </a:lnTo>
                <a:lnTo>
                  <a:pt x="964459" y="141087"/>
                </a:lnTo>
                <a:lnTo>
                  <a:pt x="965187" y="139388"/>
                </a:lnTo>
                <a:lnTo>
                  <a:pt x="964847" y="137786"/>
                </a:lnTo>
                <a:lnTo>
                  <a:pt x="964798" y="135358"/>
                </a:lnTo>
                <a:lnTo>
                  <a:pt x="966351" y="132736"/>
                </a:lnTo>
                <a:lnTo>
                  <a:pt x="969846" y="128901"/>
                </a:lnTo>
                <a:lnTo>
                  <a:pt x="972612" y="126376"/>
                </a:lnTo>
                <a:lnTo>
                  <a:pt x="975670" y="127930"/>
                </a:lnTo>
                <a:lnTo>
                  <a:pt x="979261" y="127202"/>
                </a:lnTo>
                <a:lnTo>
                  <a:pt x="982659" y="125988"/>
                </a:lnTo>
                <a:lnTo>
                  <a:pt x="984552" y="121424"/>
                </a:lnTo>
                <a:lnTo>
                  <a:pt x="984843" y="119239"/>
                </a:lnTo>
                <a:lnTo>
                  <a:pt x="984406" y="117492"/>
                </a:lnTo>
                <a:lnTo>
                  <a:pt x="985571" y="111034"/>
                </a:lnTo>
                <a:lnTo>
                  <a:pt x="985862" y="110063"/>
                </a:lnTo>
                <a:lnTo>
                  <a:pt x="988095" y="105985"/>
                </a:lnTo>
                <a:lnTo>
                  <a:pt x="988337" y="103266"/>
                </a:lnTo>
                <a:lnTo>
                  <a:pt x="987075" y="96858"/>
                </a:lnTo>
                <a:lnTo>
                  <a:pt x="987852" y="92051"/>
                </a:lnTo>
                <a:lnTo>
                  <a:pt x="988192" y="82050"/>
                </a:lnTo>
                <a:lnTo>
                  <a:pt x="989551" y="80254"/>
                </a:lnTo>
                <a:lnTo>
                  <a:pt x="991104" y="75107"/>
                </a:lnTo>
                <a:lnTo>
                  <a:pt x="993579" y="69718"/>
                </a:lnTo>
                <a:lnTo>
                  <a:pt x="998578" y="66757"/>
                </a:lnTo>
                <a:lnTo>
                  <a:pt x="1001247" y="62921"/>
                </a:lnTo>
                <a:lnTo>
                  <a:pt x="1002412" y="62193"/>
                </a:lnTo>
                <a:lnTo>
                  <a:pt x="1004111" y="62144"/>
                </a:lnTo>
                <a:lnTo>
                  <a:pt x="1010226" y="64960"/>
                </a:lnTo>
                <a:lnTo>
                  <a:pt x="1015662" y="61853"/>
                </a:lnTo>
                <a:lnTo>
                  <a:pt x="1020612" y="61465"/>
                </a:lnTo>
                <a:lnTo>
                  <a:pt x="1024689" y="61902"/>
                </a:lnTo>
                <a:lnTo>
                  <a:pt x="1027018" y="63213"/>
                </a:lnTo>
                <a:lnTo>
                  <a:pt x="1029299" y="64135"/>
                </a:lnTo>
                <a:lnTo>
                  <a:pt x="1034153" y="61076"/>
                </a:lnTo>
                <a:lnTo>
                  <a:pt x="1035997" y="61610"/>
                </a:lnTo>
                <a:lnTo>
                  <a:pt x="1037744" y="62678"/>
                </a:lnTo>
                <a:lnTo>
                  <a:pt x="1040171" y="62630"/>
                </a:lnTo>
                <a:lnTo>
                  <a:pt x="1043034" y="61853"/>
                </a:lnTo>
                <a:lnTo>
                  <a:pt x="1050120" y="62581"/>
                </a:lnTo>
                <a:lnTo>
                  <a:pt x="1062594" y="62727"/>
                </a:lnTo>
                <a:lnTo>
                  <a:pt x="1071184" y="64572"/>
                </a:lnTo>
                <a:lnTo>
                  <a:pt x="1079580" y="69718"/>
                </a:lnTo>
                <a:lnTo>
                  <a:pt x="1083754" y="70786"/>
                </a:lnTo>
                <a:lnTo>
                  <a:pt x="1085550" y="70786"/>
                </a:lnTo>
                <a:lnTo>
                  <a:pt x="1085162" y="71223"/>
                </a:lnTo>
                <a:lnTo>
                  <a:pt x="1081813" y="72631"/>
                </a:lnTo>
                <a:lnTo>
                  <a:pt x="1080260" y="75399"/>
                </a:lnTo>
                <a:lnTo>
                  <a:pt x="1084822" y="79671"/>
                </a:lnTo>
                <a:lnTo>
                  <a:pt x="1085162" y="82487"/>
                </a:lnTo>
                <a:lnTo>
                  <a:pt x="1088705" y="85012"/>
                </a:lnTo>
                <a:lnTo>
                  <a:pt x="1093024" y="88944"/>
                </a:lnTo>
                <a:lnTo>
                  <a:pt x="1093218" y="90255"/>
                </a:lnTo>
                <a:lnTo>
                  <a:pt x="1094674" y="92003"/>
                </a:lnTo>
                <a:lnTo>
                  <a:pt x="1095402" y="94188"/>
                </a:lnTo>
                <a:lnTo>
                  <a:pt x="1092345" y="96324"/>
                </a:lnTo>
                <a:lnTo>
                  <a:pt x="1088268" y="96761"/>
                </a:lnTo>
                <a:lnTo>
                  <a:pt x="1085210" y="94722"/>
                </a:lnTo>
                <a:lnTo>
                  <a:pt x="1082444" y="92197"/>
                </a:lnTo>
                <a:lnTo>
                  <a:pt x="1081716" y="95304"/>
                </a:lnTo>
                <a:lnTo>
                  <a:pt x="1079532" y="97101"/>
                </a:lnTo>
                <a:lnTo>
                  <a:pt x="1071669" y="96615"/>
                </a:lnTo>
                <a:lnTo>
                  <a:pt x="1066039" y="96615"/>
                </a:lnTo>
                <a:lnTo>
                  <a:pt x="1060409" y="97392"/>
                </a:lnTo>
                <a:lnTo>
                  <a:pt x="1063224" y="97877"/>
                </a:lnTo>
                <a:lnTo>
                  <a:pt x="1065748" y="98897"/>
                </a:lnTo>
                <a:lnTo>
                  <a:pt x="1074484" y="106908"/>
                </a:lnTo>
                <a:lnTo>
                  <a:pt x="1076377" y="109918"/>
                </a:lnTo>
                <a:lnTo>
                  <a:pt x="1073319" y="115792"/>
                </a:lnTo>
                <a:lnTo>
                  <a:pt x="1074775" y="118220"/>
                </a:lnTo>
                <a:lnTo>
                  <a:pt x="1078173" y="119628"/>
                </a:lnTo>
                <a:lnTo>
                  <a:pt x="1082298" y="122541"/>
                </a:lnTo>
                <a:lnTo>
                  <a:pt x="1085210" y="122881"/>
                </a:lnTo>
                <a:lnTo>
                  <a:pt x="1087346" y="124531"/>
                </a:lnTo>
                <a:lnTo>
                  <a:pt x="1087394" y="127396"/>
                </a:lnTo>
                <a:lnTo>
                  <a:pt x="1088656" y="130018"/>
                </a:lnTo>
                <a:lnTo>
                  <a:pt x="1085307" y="131086"/>
                </a:lnTo>
                <a:lnTo>
                  <a:pt x="1088607" y="131765"/>
                </a:lnTo>
                <a:lnTo>
                  <a:pt x="1091568" y="133125"/>
                </a:lnTo>
                <a:lnTo>
                  <a:pt x="1089966" y="134484"/>
                </a:lnTo>
                <a:lnTo>
                  <a:pt x="1088705" y="136135"/>
                </a:lnTo>
                <a:lnTo>
                  <a:pt x="1090063" y="137009"/>
                </a:lnTo>
                <a:lnTo>
                  <a:pt x="1094092" y="138514"/>
                </a:lnTo>
                <a:lnTo>
                  <a:pt x="1095839" y="139922"/>
                </a:lnTo>
                <a:lnTo>
                  <a:pt x="1096761" y="143709"/>
                </a:lnTo>
                <a:lnTo>
                  <a:pt x="1100692" y="149875"/>
                </a:lnTo>
                <a:lnTo>
                  <a:pt x="1107875" y="157837"/>
                </a:lnTo>
                <a:lnTo>
                  <a:pt x="1109477" y="160750"/>
                </a:lnTo>
                <a:lnTo>
                  <a:pt x="1109428" y="163420"/>
                </a:lnTo>
                <a:lnTo>
                  <a:pt x="1108264" y="165751"/>
                </a:lnTo>
                <a:lnTo>
                  <a:pt x="1104138" y="168421"/>
                </a:lnTo>
                <a:lnTo>
                  <a:pt x="1100838" y="171965"/>
                </a:lnTo>
                <a:lnTo>
                  <a:pt x="1100450" y="173227"/>
                </a:lnTo>
                <a:lnTo>
                  <a:pt x="1095985" y="174878"/>
                </a:lnTo>
                <a:lnTo>
                  <a:pt x="1098023" y="176092"/>
                </a:lnTo>
                <a:lnTo>
                  <a:pt x="1099673" y="177742"/>
                </a:lnTo>
                <a:lnTo>
                  <a:pt x="1102731" y="182646"/>
                </a:lnTo>
                <a:lnTo>
                  <a:pt x="1110108" y="190657"/>
                </a:lnTo>
                <a:lnTo>
                  <a:pt x="1113845" y="193667"/>
                </a:lnTo>
                <a:lnTo>
                  <a:pt x="1129133" y="204542"/>
                </a:lnTo>
                <a:lnTo>
                  <a:pt x="1137238" y="209251"/>
                </a:lnTo>
                <a:lnTo>
                  <a:pt x="1147624" y="220078"/>
                </a:lnTo>
                <a:lnTo>
                  <a:pt x="1152963" y="222603"/>
                </a:lnTo>
                <a:lnTo>
                  <a:pt x="1154031" y="225613"/>
                </a:lnTo>
                <a:lnTo>
                  <a:pt x="1149517" y="230225"/>
                </a:lnTo>
                <a:lnTo>
                  <a:pt x="1142965" y="232556"/>
                </a:lnTo>
                <a:lnTo>
                  <a:pt x="1132191" y="233769"/>
                </a:lnTo>
                <a:lnTo>
                  <a:pt x="1121368" y="232167"/>
                </a:lnTo>
                <a:lnTo>
                  <a:pt x="1115738" y="230856"/>
                </a:lnTo>
                <a:lnTo>
                  <a:pt x="1110884" y="228186"/>
                </a:lnTo>
                <a:lnTo>
                  <a:pt x="1107002" y="222846"/>
                </a:lnTo>
                <a:lnTo>
                  <a:pt x="1101954" y="219932"/>
                </a:lnTo>
                <a:lnTo>
                  <a:pt x="1103896" y="223185"/>
                </a:lnTo>
                <a:lnTo>
                  <a:pt x="1105109" y="226487"/>
                </a:lnTo>
                <a:lnTo>
                  <a:pt x="1104478" y="230079"/>
                </a:lnTo>
                <a:lnTo>
                  <a:pt x="1102488" y="232944"/>
                </a:lnTo>
                <a:lnTo>
                  <a:pt x="1099091" y="234983"/>
                </a:lnTo>
                <a:lnTo>
                  <a:pt x="1095402" y="236682"/>
                </a:lnTo>
                <a:lnTo>
                  <a:pt x="1093849" y="237848"/>
                </a:lnTo>
                <a:lnTo>
                  <a:pt x="1084531" y="256734"/>
                </a:lnTo>
                <a:lnTo>
                  <a:pt x="1083026" y="261831"/>
                </a:lnTo>
                <a:lnTo>
                  <a:pt x="1080211" y="282999"/>
                </a:lnTo>
                <a:lnTo>
                  <a:pt x="1080163" y="289019"/>
                </a:lnTo>
                <a:lnTo>
                  <a:pt x="1084337" y="300186"/>
                </a:lnTo>
                <a:lnTo>
                  <a:pt x="1084725" y="306061"/>
                </a:lnTo>
                <a:lnTo>
                  <a:pt x="1085550" y="308634"/>
                </a:lnTo>
                <a:lnTo>
                  <a:pt x="1084967" y="310721"/>
                </a:lnTo>
                <a:lnTo>
                  <a:pt x="1083026" y="311984"/>
                </a:lnTo>
                <a:lnTo>
                  <a:pt x="1075018" y="315382"/>
                </a:lnTo>
                <a:lnTo>
                  <a:pt x="1069388" y="318247"/>
                </a:lnTo>
                <a:lnTo>
                  <a:pt x="1064778" y="322276"/>
                </a:lnTo>
                <a:lnTo>
                  <a:pt x="1061089" y="327325"/>
                </a:lnTo>
                <a:lnTo>
                  <a:pt x="1057837" y="330967"/>
                </a:lnTo>
                <a:lnTo>
                  <a:pt x="1053518" y="332715"/>
                </a:lnTo>
                <a:lnTo>
                  <a:pt x="1050363" y="332423"/>
                </a:lnTo>
                <a:lnTo>
                  <a:pt x="1047839" y="330773"/>
                </a:lnTo>
                <a:lnTo>
                  <a:pt x="1046092" y="327520"/>
                </a:lnTo>
                <a:lnTo>
                  <a:pt x="1045073" y="323976"/>
                </a:lnTo>
                <a:lnTo>
                  <a:pt x="1044393" y="326597"/>
                </a:lnTo>
                <a:lnTo>
                  <a:pt x="1044539" y="329170"/>
                </a:lnTo>
                <a:lnTo>
                  <a:pt x="1045995" y="331889"/>
                </a:lnTo>
                <a:lnTo>
                  <a:pt x="1046577" y="334802"/>
                </a:lnTo>
                <a:lnTo>
                  <a:pt x="1045704" y="337715"/>
                </a:lnTo>
                <a:lnTo>
                  <a:pt x="1043860" y="340094"/>
                </a:lnTo>
                <a:lnTo>
                  <a:pt x="1038861" y="342667"/>
                </a:lnTo>
                <a:lnTo>
                  <a:pt x="1036046" y="344852"/>
                </a:lnTo>
                <a:lnTo>
                  <a:pt x="1035609" y="348688"/>
                </a:lnTo>
                <a:lnTo>
                  <a:pt x="1034298" y="350872"/>
                </a:lnTo>
                <a:lnTo>
                  <a:pt x="1032357" y="352572"/>
                </a:lnTo>
                <a:lnTo>
                  <a:pt x="1025271" y="356407"/>
                </a:lnTo>
                <a:lnTo>
                  <a:pt x="1023718" y="357961"/>
                </a:lnTo>
                <a:lnTo>
                  <a:pt x="1022505" y="359951"/>
                </a:lnTo>
                <a:lnTo>
                  <a:pt x="1026290" y="359660"/>
                </a:lnTo>
                <a:lnTo>
                  <a:pt x="1029736" y="359951"/>
                </a:lnTo>
                <a:lnTo>
                  <a:pt x="1030027" y="363787"/>
                </a:lnTo>
                <a:lnTo>
                  <a:pt x="1031095" y="366651"/>
                </a:lnTo>
                <a:lnTo>
                  <a:pt x="1029736" y="372963"/>
                </a:lnTo>
                <a:lnTo>
                  <a:pt x="1024398" y="377187"/>
                </a:lnTo>
                <a:lnTo>
                  <a:pt x="1027067" y="378060"/>
                </a:lnTo>
                <a:lnTo>
                  <a:pt x="1029445" y="379468"/>
                </a:lnTo>
                <a:lnTo>
                  <a:pt x="1034784" y="380488"/>
                </a:lnTo>
                <a:lnTo>
                  <a:pt x="1036580" y="384955"/>
                </a:lnTo>
                <a:lnTo>
                  <a:pt x="1035803" y="390344"/>
                </a:lnTo>
                <a:lnTo>
                  <a:pt x="1034832" y="395199"/>
                </a:lnTo>
                <a:lnTo>
                  <a:pt x="1030998" y="396509"/>
                </a:lnTo>
                <a:lnTo>
                  <a:pt x="1028620" y="395636"/>
                </a:lnTo>
                <a:lnTo>
                  <a:pt x="1026290" y="395733"/>
                </a:lnTo>
                <a:lnTo>
                  <a:pt x="1024543" y="397189"/>
                </a:lnTo>
                <a:lnTo>
                  <a:pt x="1024058" y="399665"/>
                </a:lnTo>
                <a:lnTo>
                  <a:pt x="1027358" y="398451"/>
                </a:lnTo>
                <a:lnTo>
                  <a:pt x="1027213" y="404714"/>
                </a:lnTo>
                <a:lnTo>
                  <a:pt x="1026290" y="410832"/>
                </a:lnTo>
                <a:lnTo>
                  <a:pt x="1025223" y="414182"/>
                </a:lnTo>
                <a:lnTo>
                  <a:pt x="1023184" y="416949"/>
                </a:lnTo>
                <a:lnTo>
                  <a:pt x="1020127" y="417823"/>
                </a:lnTo>
                <a:lnTo>
                  <a:pt x="1017215" y="415784"/>
                </a:lnTo>
                <a:lnTo>
                  <a:pt x="1016632" y="418163"/>
                </a:lnTo>
                <a:lnTo>
                  <a:pt x="1017506" y="420153"/>
                </a:lnTo>
                <a:lnTo>
                  <a:pt x="1021631" y="425057"/>
                </a:lnTo>
                <a:lnTo>
                  <a:pt x="1019107" y="426174"/>
                </a:lnTo>
                <a:lnTo>
                  <a:pt x="1017263" y="427824"/>
                </a:lnTo>
                <a:lnTo>
                  <a:pt x="1016438" y="430252"/>
                </a:lnTo>
                <a:lnTo>
                  <a:pt x="1011973" y="435835"/>
                </a:lnTo>
                <a:lnTo>
                  <a:pt x="1009983" y="439962"/>
                </a:lnTo>
                <a:lnTo>
                  <a:pt x="1009110" y="444331"/>
                </a:lnTo>
                <a:lnTo>
                  <a:pt x="1007023" y="447827"/>
                </a:lnTo>
                <a:lnTo>
                  <a:pt x="973146" y="462975"/>
                </a:lnTo>
                <a:lnTo>
                  <a:pt x="945773" y="475743"/>
                </a:lnTo>
                <a:lnTo>
                  <a:pt x="943783" y="474869"/>
                </a:lnTo>
                <a:lnTo>
                  <a:pt x="942424" y="472927"/>
                </a:lnTo>
                <a:lnTo>
                  <a:pt x="941502" y="453070"/>
                </a:lnTo>
                <a:lnTo>
                  <a:pt x="938105" y="442923"/>
                </a:lnTo>
                <a:lnTo>
                  <a:pt x="937620" y="437243"/>
                </a:lnTo>
                <a:lnTo>
                  <a:pt x="933737" y="442341"/>
                </a:lnTo>
                <a:lnTo>
                  <a:pt x="931359" y="441807"/>
                </a:lnTo>
                <a:lnTo>
                  <a:pt x="928787" y="440496"/>
                </a:lnTo>
                <a:lnTo>
                  <a:pt x="926894" y="438845"/>
                </a:lnTo>
                <a:lnTo>
                  <a:pt x="926748" y="436660"/>
                </a:lnTo>
                <a:lnTo>
                  <a:pt x="928787" y="430349"/>
                </a:lnTo>
                <a:lnTo>
                  <a:pt x="926311" y="433796"/>
                </a:lnTo>
                <a:lnTo>
                  <a:pt x="923545" y="436466"/>
                </a:lnTo>
                <a:lnTo>
                  <a:pt x="920730" y="436126"/>
                </a:lnTo>
                <a:lnTo>
                  <a:pt x="918303" y="434816"/>
                </a:lnTo>
                <a:lnTo>
                  <a:pt x="917381" y="432776"/>
                </a:lnTo>
                <a:lnTo>
                  <a:pt x="916071" y="432485"/>
                </a:lnTo>
                <a:lnTo>
                  <a:pt x="910101" y="438068"/>
                </a:lnTo>
                <a:lnTo>
                  <a:pt x="902190" y="441079"/>
                </a:lnTo>
                <a:lnTo>
                  <a:pt x="897774" y="441030"/>
                </a:lnTo>
                <a:lnTo>
                  <a:pt x="894328" y="439331"/>
                </a:lnTo>
                <a:lnTo>
                  <a:pt x="894473" y="435058"/>
                </a:lnTo>
                <a:lnTo>
                  <a:pt x="894134" y="430883"/>
                </a:lnTo>
                <a:lnTo>
                  <a:pt x="893163" y="428456"/>
                </a:lnTo>
                <a:lnTo>
                  <a:pt x="891027" y="427582"/>
                </a:lnTo>
                <a:lnTo>
                  <a:pt x="889086" y="427873"/>
                </a:lnTo>
                <a:lnTo>
                  <a:pt x="883408" y="430058"/>
                </a:lnTo>
                <a:lnTo>
                  <a:pt x="881369" y="429815"/>
                </a:lnTo>
                <a:lnTo>
                  <a:pt x="880204" y="430883"/>
                </a:lnTo>
                <a:lnTo>
                  <a:pt x="865208" y="415687"/>
                </a:lnTo>
                <a:lnTo>
                  <a:pt x="862150" y="428019"/>
                </a:lnTo>
                <a:lnTo>
                  <a:pt x="851812" y="434573"/>
                </a:lnTo>
                <a:lnTo>
                  <a:pt x="844144" y="438360"/>
                </a:lnTo>
                <a:lnTo>
                  <a:pt x="836573" y="436952"/>
                </a:lnTo>
                <a:lnTo>
                  <a:pt x="828856" y="434524"/>
                </a:lnTo>
                <a:lnTo>
                  <a:pt x="821188" y="437437"/>
                </a:lnTo>
                <a:lnTo>
                  <a:pt x="812840" y="444671"/>
                </a:lnTo>
                <a:lnTo>
                  <a:pt x="810510" y="445788"/>
                </a:lnTo>
                <a:lnTo>
                  <a:pt x="808132" y="445739"/>
                </a:lnTo>
                <a:lnTo>
                  <a:pt x="806385" y="444817"/>
                </a:lnTo>
                <a:lnTo>
                  <a:pt x="806967" y="439331"/>
                </a:lnTo>
                <a:lnTo>
                  <a:pt x="807064" y="433893"/>
                </a:lnTo>
                <a:lnTo>
                  <a:pt x="806433" y="421707"/>
                </a:lnTo>
                <a:lnTo>
                  <a:pt x="805754" y="419328"/>
                </a:lnTo>
                <a:lnTo>
                  <a:pt x="803376" y="415978"/>
                </a:lnTo>
                <a:lnTo>
                  <a:pt x="800221" y="413551"/>
                </a:lnTo>
                <a:lnTo>
                  <a:pt x="798425" y="415347"/>
                </a:lnTo>
                <a:lnTo>
                  <a:pt x="796824" y="417726"/>
                </a:lnTo>
                <a:lnTo>
                  <a:pt x="790514" y="417629"/>
                </a:lnTo>
                <a:lnTo>
                  <a:pt x="784351" y="415735"/>
                </a:lnTo>
                <a:lnTo>
                  <a:pt x="779061" y="416803"/>
                </a:lnTo>
                <a:lnTo>
                  <a:pt x="768626" y="421658"/>
                </a:lnTo>
                <a:lnTo>
                  <a:pt x="763093" y="422387"/>
                </a:lnTo>
                <a:lnTo>
                  <a:pt x="760132" y="421319"/>
                </a:lnTo>
                <a:lnTo>
                  <a:pt x="758240" y="418697"/>
                </a:lnTo>
                <a:lnTo>
                  <a:pt x="759307" y="416318"/>
                </a:lnTo>
                <a:lnTo>
                  <a:pt x="761588" y="414522"/>
                </a:lnTo>
                <a:lnTo>
                  <a:pt x="757318" y="415930"/>
                </a:lnTo>
                <a:lnTo>
                  <a:pt x="753678" y="418406"/>
                </a:lnTo>
                <a:lnTo>
                  <a:pt x="752076" y="419959"/>
                </a:lnTo>
                <a:lnTo>
                  <a:pt x="750377" y="419182"/>
                </a:lnTo>
                <a:lnTo>
                  <a:pt x="745815" y="413648"/>
                </a:lnTo>
                <a:lnTo>
                  <a:pt x="736303" y="415735"/>
                </a:lnTo>
                <a:lnTo>
                  <a:pt x="734992" y="416367"/>
                </a:lnTo>
                <a:lnTo>
                  <a:pt x="732663" y="418211"/>
                </a:lnTo>
                <a:lnTo>
                  <a:pt x="730381" y="417289"/>
                </a:lnTo>
                <a:lnTo>
                  <a:pt x="729265" y="415298"/>
                </a:lnTo>
                <a:lnTo>
                  <a:pt x="728828" y="403841"/>
                </a:lnTo>
                <a:lnTo>
                  <a:pt x="723975" y="381750"/>
                </a:lnTo>
                <a:lnTo>
                  <a:pt x="722665" y="370438"/>
                </a:lnTo>
                <a:lnTo>
                  <a:pt x="721597" y="367768"/>
                </a:lnTo>
                <a:lnTo>
                  <a:pt x="716016" y="363738"/>
                </a:lnTo>
                <a:lnTo>
                  <a:pt x="716210" y="357912"/>
                </a:lnTo>
                <a:lnTo>
                  <a:pt x="719073" y="353057"/>
                </a:lnTo>
                <a:lnTo>
                  <a:pt x="719704" y="347377"/>
                </a:lnTo>
                <a:lnTo>
                  <a:pt x="718879" y="341211"/>
                </a:lnTo>
                <a:lnTo>
                  <a:pt x="717132" y="335191"/>
                </a:lnTo>
                <a:lnTo>
                  <a:pt x="714948" y="330627"/>
                </a:lnTo>
                <a:lnTo>
                  <a:pt x="711793" y="326743"/>
                </a:lnTo>
                <a:lnTo>
                  <a:pt x="707619" y="322373"/>
                </a:lnTo>
                <a:lnTo>
                  <a:pt x="702523" y="319121"/>
                </a:lnTo>
                <a:lnTo>
                  <a:pt x="691458" y="315479"/>
                </a:lnTo>
                <a:lnTo>
                  <a:pt x="685585" y="315771"/>
                </a:lnTo>
                <a:lnTo>
                  <a:pt x="683450" y="314363"/>
                </a:lnTo>
                <a:lnTo>
                  <a:pt x="681993" y="312469"/>
                </a:lnTo>
                <a:lnTo>
                  <a:pt x="682576" y="308828"/>
                </a:lnTo>
                <a:lnTo>
                  <a:pt x="684566" y="306303"/>
                </a:lnTo>
                <a:lnTo>
                  <a:pt x="687187" y="305672"/>
                </a:lnTo>
                <a:lnTo>
                  <a:pt x="687526" y="304264"/>
                </a:lnTo>
                <a:lnTo>
                  <a:pt x="681896" y="301303"/>
                </a:lnTo>
                <a:lnTo>
                  <a:pt x="677237" y="297321"/>
                </a:lnTo>
                <a:lnTo>
                  <a:pt x="675733" y="294894"/>
                </a:lnTo>
                <a:lnTo>
                  <a:pt x="675296" y="292272"/>
                </a:lnTo>
                <a:lnTo>
                  <a:pt x="675344" y="286155"/>
                </a:lnTo>
                <a:lnTo>
                  <a:pt x="676703" y="282319"/>
                </a:lnTo>
                <a:lnTo>
                  <a:pt x="677431" y="280183"/>
                </a:lnTo>
                <a:lnTo>
                  <a:pt x="678887" y="273726"/>
                </a:lnTo>
                <a:lnTo>
                  <a:pt x="681945" y="271784"/>
                </a:lnTo>
                <a:lnTo>
                  <a:pt x="681411" y="270570"/>
                </a:lnTo>
                <a:lnTo>
                  <a:pt x="680101" y="269696"/>
                </a:lnTo>
                <a:lnTo>
                  <a:pt x="678208" y="267609"/>
                </a:lnTo>
                <a:lnTo>
                  <a:pt x="676655" y="265133"/>
                </a:lnTo>
                <a:lnTo>
                  <a:pt x="673063" y="261006"/>
                </a:lnTo>
                <a:lnTo>
                  <a:pt x="666754" y="256005"/>
                </a:lnTo>
                <a:lnTo>
                  <a:pt x="665686" y="247412"/>
                </a:lnTo>
                <a:lnTo>
                  <a:pt x="664861" y="234740"/>
                </a:lnTo>
                <a:lnTo>
                  <a:pt x="665395" y="228963"/>
                </a:lnTo>
                <a:lnTo>
                  <a:pt x="667433" y="218185"/>
                </a:lnTo>
                <a:lnTo>
                  <a:pt x="670928" y="214835"/>
                </a:lnTo>
                <a:lnTo>
                  <a:pt x="673694" y="213864"/>
                </a:lnTo>
                <a:lnTo>
                  <a:pt x="675830" y="212407"/>
                </a:lnTo>
                <a:lnTo>
                  <a:pt x="674083" y="212213"/>
                </a:lnTo>
                <a:lnTo>
                  <a:pt x="672578" y="212747"/>
                </a:lnTo>
                <a:lnTo>
                  <a:pt x="669909" y="213087"/>
                </a:lnTo>
                <a:lnTo>
                  <a:pt x="672093" y="203474"/>
                </a:lnTo>
                <a:lnTo>
                  <a:pt x="673112" y="200658"/>
                </a:lnTo>
                <a:lnTo>
                  <a:pt x="677528" y="195269"/>
                </a:lnTo>
                <a:lnTo>
                  <a:pt x="682673" y="190511"/>
                </a:lnTo>
                <a:lnTo>
                  <a:pt x="684857" y="184879"/>
                </a:lnTo>
                <a:lnTo>
                  <a:pt x="687818" y="179927"/>
                </a:lnTo>
                <a:lnTo>
                  <a:pt x="699951" y="174829"/>
                </a:lnTo>
                <a:close/>
                <a:moveTo>
                  <a:pt x="315517" y="172402"/>
                </a:moveTo>
                <a:lnTo>
                  <a:pt x="318138" y="176334"/>
                </a:lnTo>
                <a:lnTo>
                  <a:pt x="318720" y="178956"/>
                </a:lnTo>
                <a:lnTo>
                  <a:pt x="316779" y="181869"/>
                </a:lnTo>
                <a:lnTo>
                  <a:pt x="316051" y="186433"/>
                </a:lnTo>
                <a:lnTo>
                  <a:pt x="310421" y="189977"/>
                </a:lnTo>
                <a:lnTo>
                  <a:pt x="305470" y="189152"/>
                </a:lnTo>
                <a:lnTo>
                  <a:pt x="303869" y="187889"/>
                </a:lnTo>
                <a:lnTo>
                  <a:pt x="300714" y="180995"/>
                </a:lnTo>
                <a:lnTo>
                  <a:pt x="301054" y="175121"/>
                </a:lnTo>
                <a:lnTo>
                  <a:pt x="302995" y="172887"/>
                </a:lnTo>
                <a:lnTo>
                  <a:pt x="307606" y="173227"/>
                </a:lnTo>
                <a:lnTo>
                  <a:pt x="312265" y="170023"/>
                </a:lnTo>
                <a:lnTo>
                  <a:pt x="315517" y="172402"/>
                </a:lnTo>
                <a:close/>
                <a:moveTo>
                  <a:pt x="350412" y="225224"/>
                </a:moveTo>
                <a:lnTo>
                  <a:pt x="348180" y="226681"/>
                </a:lnTo>
                <a:lnTo>
                  <a:pt x="345462" y="224399"/>
                </a:lnTo>
                <a:lnTo>
                  <a:pt x="343278" y="221049"/>
                </a:lnTo>
                <a:lnTo>
                  <a:pt x="342065" y="217602"/>
                </a:lnTo>
                <a:lnTo>
                  <a:pt x="341045" y="211922"/>
                </a:lnTo>
                <a:lnTo>
                  <a:pt x="340803" y="207844"/>
                </a:lnTo>
                <a:lnTo>
                  <a:pt x="342113" y="205465"/>
                </a:lnTo>
                <a:lnTo>
                  <a:pt x="343084" y="205562"/>
                </a:lnTo>
                <a:lnTo>
                  <a:pt x="347112" y="207941"/>
                </a:lnTo>
                <a:lnTo>
                  <a:pt x="349733" y="212067"/>
                </a:lnTo>
                <a:lnTo>
                  <a:pt x="351189" y="213378"/>
                </a:lnTo>
                <a:lnTo>
                  <a:pt x="351480" y="217165"/>
                </a:lnTo>
                <a:lnTo>
                  <a:pt x="350509" y="221486"/>
                </a:lnTo>
                <a:lnTo>
                  <a:pt x="350412" y="225224"/>
                </a:lnTo>
                <a:close/>
                <a:moveTo>
                  <a:pt x="353567" y="202454"/>
                </a:moveTo>
                <a:lnTo>
                  <a:pt x="353907" y="208669"/>
                </a:lnTo>
                <a:lnTo>
                  <a:pt x="350315" y="207067"/>
                </a:lnTo>
                <a:lnTo>
                  <a:pt x="347500" y="204591"/>
                </a:lnTo>
                <a:lnTo>
                  <a:pt x="342987" y="202746"/>
                </a:lnTo>
                <a:lnTo>
                  <a:pt x="337502" y="202163"/>
                </a:lnTo>
                <a:lnTo>
                  <a:pt x="333523" y="200512"/>
                </a:lnTo>
                <a:lnTo>
                  <a:pt x="330708" y="197648"/>
                </a:lnTo>
                <a:lnTo>
                  <a:pt x="330562" y="196289"/>
                </a:lnTo>
                <a:lnTo>
                  <a:pt x="330853" y="195220"/>
                </a:lnTo>
                <a:lnTo>
                  <a:pt x="331727" y="194395"/>
                </a:lnTo>
                <a:lnTo>
                  <a:pt x="352499" y="199978"/>
                </a:lnTo>
                <a:lnTo>
                  <a:pt x="353567" y="202454"/>
                </a:lnTo>
                <a:close/>
                <a:moveTo>
                  <a:pt x="379581" y="237022"/>
                </a:moveTo>
                <a:lnTo>
                  <a:pt x="378659" y="238916"/>
                </a:lnTo>
                <a:lnTo>
                  <a:pt x="376815" y="237508"/>
                </a:lnTo>
                <a:lnTo>
                  <a:pt x="367351" y="235420"/>
                </a:lnTo>
                <a:lnTo>
                  <a:pt x="364196" y="235226"/>
                </a:lnTo>
                <a:lnTo>
                  <a:pt x="355994" y="232895"/>
                </a:lnTo>
                <a:lnTo>
                  <a:pt x="353470" y="231682"/>
                </a:lnTo>
                <a:lnTo>
                  <a:pt x="351723" y="230079"/>
                </a:lnTo>
                <a:lnTo>
                  <a:pt x="352305" y="227166"/>
                </a:lnTo>
                <a:lnTo>
                  <a:pt x="353519" y="225370"/>
                </a:lnTo>
                <a:lnTo>
                  <a:pt x="354295" y="220418"/>
                </a:lnTo>
                <a:lnTo>
                  <a:pt x="356333" y="218427"/>
                </a:lnTo>
                <a:lnTo>
                  <a:pt x="360410" y="222117"/>
                </a:lnTo>
                <a:lnTo>
                  <a:pt x="364924" y="225273"/>
                </a:lnTo>
                <a:lnTo>
                  <a:pt x="367545" y="226730"/>
                </a:lnTo>
                <a:lnTo>
                  <a:pt x="375504" y="229934"/>
                </a:lnTo>
                <a:lnTo>
                  <a:pt x="378319" y="231585"/>
                </a:lnTo>
                <a:lnTo>
                  <a:pt x="379581" y="237022"/>
                </a:lnTo>
                <a:close/>
                <a:moveTo>
                  <a:pt x="386279" y="231050"/>
                </a:moveTo>
                <a:lnTo>
                  <a:pt x="384871" y="232410"/>
                </a:lnTo>
                <a:lnTo>
                  <a:pt x="382444" y="232119"/>
                </a:lnTo>
                <a:lnTo>
                  <a:pt x="379824" y="230468"/>
                </a:lnTo>
                <a:lnTo>
                  <a:pt x="376475" y="227506"/>
                </a:lnTo>
                <a:lnTo>
                  <a:pt x="372689" y="224885"/>
                </a:lnTo>
                <a:lnTo>
                  <a:pt x="367933" y="223234"/>
                </a:lnTo>
                <a:lnTo>
                  <a:pt x="364924" y="222748"/>
                </a:lnTo>
                <a:lnTo>
                  <a:pt x="363759" y="222117"/>
                </a:lnTo>
                <a:lnTo>
                  <a:pt x="364924" y="217019"/>
                </a:lnTo>
                <a:lnTo>
                  <a:pt x="368030" y="216728"/>
                </a:lnTo>
                <a:lnTo>
                  <a:pt x="378174" y="221438"/>
                </a:lnTo>
                <a:lnTo>
                  <a:pt x="381522" y="224011"/>
                </a:lnTo>
                <a:lnTo>
                  <a:pt x="386279" y="231050"/>
                </a:lnTo>
                <a:close/>
                <a:moveTo>
                  <a:pt x="392006" y="246975"/>
                </a:moveTo>
                <a:lnTo>
                  <a:pt x="386570" y="247266"/>
                </a:lnTo>
                <a:lnTo>
                  <a:pt x="385017" y="246635"/>
                </a:lnTo>
                <a:lnTo>
                  <a:pt x="385648" y="242071"/>
                </a:lnTo>
                <a:lnTo>
                  <a:pt x="387298" y="239304"/>
                </a:lnTo>
                <a:lnTo>
                  <a:pt x="389773" y="239353"/>
                </a:lnTo>
                <a:lnTo>
                  <a:pt x="392539" y="243479"/>
                </a:lnTo>
                <a:lnTo>
                  <a:pt x="392006" y="246975"/>
                </a:lnTo>
                <a:close/>
                <a:moveTo>
                  <a:pt x="400062" y="241052"/>
                </a:moveTo>
                <a:lnTo>
                  <a:pt x="399091" y="241683"/>
                </a:lnTo>
                <a:lnTo>
                  <a:pt x="394918" y="235517"/>
                </a:lnTo>
                <a:lnTo>
                  <a:pt x="395985" y="231973"/>
                </a:lnTo>
                <a:lnTo>
                  <a:pt x="396956" y="231050"/>
                </a:lnTo>
                <a:lnTo>
                  <a:pt x="399237" y="233235"/>
                </a:lnTo>
                <a:lnTo>
                  <a:pt x="401033" y="235517"/>
                </a:lnTo>
                <a:lnTo>
                  <a:pt x="402343" y="238187"/>
                </a:lnTo>
                <a:lnTo>
                  <a:pt x="400062" y="241052"/>
                </a:lnTo>
                <a:close/>
                <a:moveTo>
                  <a:pt x="427969" y="215951"/>
                </a:moveTo>
                <a:lnTo>
                  <a:pt x="431027" y="218088"/>
                </a:lnTo>
                <a:lnTo>
                  <a:pt x="433550" y="216680"/>
                </a:lnTo>
                <a:lnTo>
                  <a:pt x="433453" y="218525"/>
                </a:lnTo>
                <a:lnTo>
                  <a:pt x="432919" y="220272"/>
                </a:lnTo>
                <a:lnTo>
                  <a:pt x="429959" y="225224"/>
                </a:lnTo>
                <a:lnTo>
                  <a:pt x="425008" y="224108"/>
                </a:lnTo>
                <a:lnTo>
                  <a:pt x="423844" y="222506"/>
                </a:lnTo>
                <a:lnTo>
                  <a:pt x="423455" y="221292"/>
                </a:lnTo>
                <a:lnTo>
                  <a:pt x="424183" y="220515"/>
                </a:lnTo>
                <a:lnTo>
                  <a:pt x="424572" y="218088"/>
                </a:lnTo>
                <a:lnTo>
                  <a:pt x="426756" y="218088"/>
                </a:lnTo>
                <a:lnTo>
                  <a:pt x="427969" y="215951"/>
                </a:lnTo>
                <a:close/>
                <a:moveTo>
                  <a:pt x="455148" y="214252"/>
                </a:moveTo>
                <a:lnTo>
                  <a:pt x="455439" y="217893"/>
                </a:lnTo>
                <a:lnTo>
                  <a:pt x="458205" y="219641"/>
                </a:lnTo>
                <a:lnTo>
                  <a:pt x="458933" y="222311"/>
                </a:lnTo>
                <a:lnTo>
                  <a:pt x="458448" y="226632"/>
                </a:lnTo>
                <a:lnTo>
                  <a:pt x="455827" y="231585"/>
                </a:lnTo>
                <a:lnTo>
                  <a:pt x="454662" y="232895"/>
                </a:lnTo>
                <a:lnTo>
                  <a:pt x="451217" y="231876"/>
                </a:lnTo>
                <a:lnTo>
                  <a:pt x="450100" y="230225"/>
                </a:lnTo>
                <a:lnTo>
                  <a:pt x="449615" y="228963"/>
                </a:lnTo>
                <a:lnTo>
                  <a:pt x="450100" y="227992"/>
                </a:lnTo>
                <a:lnTo>
                  <a:pt x="447577" y="226875"/>
                </a:lnTo>
                <a:lnTo>
                  <a:pt x="449178" y="224933"/>
                </a:lnTo>
                <a:lnTo>
                  <a:pt x="448062" y="222311"/>
                </a:lnTo>
                <a:lnTo>
                  <a:pt x="441024" y="223962"/>
                </a:lnTo>
                <a:lnTo>
                  <a:pt x="438986" y="224011"/>
                </a:lnTo>
                <a:lnTo>
                  <a:pt x="438598" y="221001"/>
                </a:lnTo>
                <a:lnTo>
                  <a:pt x="438889" y="219738"/>
                </a:lnTo>
                <a:lnTo>
                  <a:pt x="444325" y="215951"/>
                </a:lnTo>
                <a:lnTo>
                  <a:pt x="447528" y="215223"/>
                </a:lnTo>
                <a:lnTo>
                  <a:pt x="451022" y="216000"/>
                </a:lnTo>
                <a:lnTo>
                  <a:pt x="455148" y="214252"/>
                </a:lnTo>
                <a:close/>
                <a:moveTo>
                  <a:pt x="464563" y="281834"/>
                </a:moveTo>
                <a:lnTo>
                  <a:pt x="465971" y="282611"/>
                </a:lnTo>
                <a:lnTo>
                  <a:pt x="467669" y="280135"/>
                </a:lnTo>
                <a:lnTo>
                  <a:pt x="470873" y="283582"/>
                </a:lnTo>
                <a:lnTo>
                  <a:pt x="472862" y="285281"/>
                </a:lnTo>
                <a:lnTo>
                  <a:pt x="475532" y="287029"/>
                </a:lnTo>
                <a:lnTo>
                  <a:pt x="472911" y="287077"/>
                </a:lnTo>
                <a:lnTo>
                  <a:pt x="471843" y="288680"/>
                </a:lnTo>
                <a:lnTo>
                  <a:pt x="471115" y="288971"/>
                </a:lnTo>
                <a:lnTo>
                  <a:pt x="460826" y="283436"/>
                </a:lnTo>
                <a:lnTo>
                  <a:pt x="454274" y="285232"/>
                </a:lnTo>
                <a:lnTo>
                  <a:pt x="449761" y="283582"/>
                </a:lnTo>
                <a:lnTo>
                  <a:pt x="448450" y="282465"/>
                </a:lnTo>
                <a:lnTo>
                  <a:pt x="450877" y="279406"/>
                </a:lnTo>
                <a:lnTo>
                  <a:pt x="453109" y="272415"/>
                </a:lnTo>
                <a:lnTo>
                  <a:pt x="457623" y="274163"/>
                </a:lnTo>
                <a:lnTo>
                  <a:pt x="458691" y="276348"/>
                </a:lnTo>
                <a:lnTo>
                  <a:pt x="458448" y="276979"/>
                </a:lnTo>
                <a:lnTo>
                  <a:pt x="461360" y="278290"/>
                </a:lnTo>
                <a:lnTo>
                  <a:pt x="464563" y="281834"/>
                </a:lnTo>
                <a:close/>
                <a:moveTo>
                  <a:pt x="449761" y="289553"/>
                </a:moveTo>
                <a:lnTo>
                  <a:pt x="454323" y="294263"/>
                </a:lnTo>
                <a:lnTo>
                  <a:pt x="455390" y="295962"/>
                </a:lnTo>
                <a:lnTo>
                  <a:pt x="453158" y="298584"/>
                </a:lnTo>
                <a:lnTo>
                  <a:pt x="451362" y="302274"/>
                </a:lnTo>
                <a:lnTo>
                  <a:pt x="450294" y="303050"/>
                </a:lnTo>
                <a:lnTo>
                  <a:pt x="446849" y="301642"/>
                </a:lnTo>
                <a:lnTo>
                  <a:pt x="444373" y="305284"/>
                </a:lnTo>
                <a:lnTo>
                  <a:pt x="442772" y="299458"/>
                </a:lnTo>
                <a:lnTo>
                  <a:pt x="439229" y="295768"/>
                </a:lnTo>
                <a:lnTo>
                  <a:pt x="441413" y="292030"/>
                </a:lnTo>
                <a:lnTo>
                  <a:pt x="442238" y="291738"/>
                </a:lnTo>
                <a:lnTo>
                  <a:pt x="443306" y="291884"/>
                </a:lnTo>
                <a:lnTo>
                  <a:pt x="444422" y="292855"/>
                </a:lnTo>
                <a:lnTo>
                  <a:pt x="449761" y="289553"/>
                </a:lnTo>
                <a:close/>
                <a:moveTo>
                  <a:pt x="413991" y="290185"/>
                </a:moveTo>
                <a:lnTo>
                  <a:pt x="407633" y="291884"/>
                </a:lnTo>
                <a:lnTo>
                  <a:pt x="400596" y="290670"/>
                </a:lnTo>
                <a:lnTo>
                  <a:pt x="401470" y="287709"/>
                </a:lnTo>
                <a:lnTo>
                  <a:pt x="404867" y="284359"/>
                </a:lnTo>
                <a:lnTo>
                  <a:pt x="407876" y="284504"/>
                </a:lnTo>
                <a:lnTo>
                  <a:pt x="413360" y="286738"/>
                </a:lnTo>
                <a:lnTo>
                  <a:pt x="415302" y="288728"/>
                </a:lnTo>
                <a:lnTo>
                  <a:pt x="413991" y="290185"/>
                </a:lnTo>
                <a:close/>
                <a:moveTo>
                  <a:pt x="703882" y="330627"/>
                </a:moveTo>
                <a:lnTo>
                  <a:pt x="694224" y="335579"/>
                </a:lnTo>
                <a:lnTo>
                  <a:pt x="691943" y="335336"/>
                </a:lnTo>
                <a:lnTo>
                  <a:pt x="690196" y="333540"/>
                </a:lnTo>
                <a:lnTo>
                  <a:pt x="691263" y="323976"/>
                </a:lnTo>
                <a:lnTo>
                  <a:pt x="692525" y="321111"/>
                </a:lnTo>
                <a:lnTo>
                  <a:pt x="699271" y="320820"/>
                </a:lnTo>
                <a:lnTo>
                  <a:pt x="703397" y="322179"/>
                </a:lnTo>
                <a:lnTo>
                  <a:pt x="705484" y="323733"/>
                </a:lnTo>
                <a:lnTo>
                  <a:pt x="706357" y="326937"/>
                </a:lnTo>
                <a:lnTo>
                  <a:pt x="705872" y="328879"/>
                </a:lnTo>
                <a:lnTo>
                  <a:pt x="703882" y="330627"/>
                </a:lnTo>
                <a:close/>
                <a:moveTo>
                  <a:pt x="904568" y="618238"/>
                </a:moveTo>
                <a:lnTo>
                  <a:pt x="903646" y="618966"/>
                </a:lnTo>
                <a:lnTo>
                  <a:pt x="895395" y="618578"/>
                </a:lnTo>
                <a:lnTo>
                  <a:pt x="890057" y="622511"/>
                </a:lnTo>
                <a:lnTo>
                  <a:pt x="886417" y="623724"/>
                </a:lnTo>
                <a:lnTo>
                  <a:pt x="873167" y="623724"/>
                </a:lnTo>
                <a:lnTo>
                  <a:pt x="871614" y="623190"/>
                </a:lnTo>
                <a:lnTo>
                  <a:pt x="870449" y="623239"/>
                </a:lnTo>
                <a:lnTo>
                  <a:pt x="869721" y="624016"/>
                </a:lnTo>
                <a:lnTo>
                  <a:pt x="865499" y="623433"/>
                </a:lnTo>
                <a:lnTo>
                  <a:pt x="852104" y="619937"/>
                </a:lnTo>
                <a:lnTo>
                  <a:pt x="850259" y="616685"/>
                </a:lnTo>
                <a:lnTo>
                  <a:pt x="852346" y="613189"/>
                </a:lnTo>
                <a:lnTo>
                  <a:pt x="857151" y="608285"/>
                </a:lnTo>
                <a:lnTo>
                  <a:pt x="866809" y="607314"/>
                </a:lnTo>
                <a:lnTo>
                  <a:pt x="910878" y="606974"/>
                </a:lnTo>
                <a:lnTo>
                  <a:pt x="915682" y="611198"/>
                </a:lnTo>
                <a:lnTo>
                  <a:pt x="916119" y="612606"/>
                </a:lnTo>
                <a:lnTo>
                  <a:pt x="906510" y="615519"/>
                </a:lnTo>
                <a:lnTo>
                  <a:pt x="904568" y="618238"/>
                </a:lnTo>
                <a:close/>
                <a:moveTo>
                  <a:pt x="347500" y="539296"/>
                </a:moveTo>
                <a:lnTo>
                  <a:pt x="343569" y="539490"/>
                </a:lnTo>
                <a:lnTo>
                  <a:pt x="336289" y="533567"/>
                </a:lnTo>
                <a:lnTo>
                  <a:pt x="335076" y="531722"/>
                </a:lnTo>
                <a:lnTo>
                  <a:pt x="337163" y="529925"/>
                </a:lnTo>
                <a:lnTo>
                  <a:pt x="339298" y="530071"/>
                </a:lnTo>
                <a:lnTo>
                  <a:pt x="347743" y="533809"/>
                </a:lnTo>
                <a:lnTo>
                  <a:pt x="349345" y="535703"/>
                </a:lnTo>
                <a:lnTo>
                  <a:pt x="347500" y="539296"/>
                </a:lnTo>
                <a:close/>
                <a:moveTo>
                  <a:pt x="253248" y="427824"/>
                </a:moveTo>
                <a:lnTo>
                  <a:pt x="255190" y="434913"/>
                </a:lnTo>
                <a:lnTo>
                  <a:pt x="249414" y="430058"/>
                </a:lnTo>
                <a:lnTo>
                  <a:pt x="249511" y="426659"/>
                </a:lnTo>
                <a:lnTo>
                  <a:pt x="248735" y="424426"/>
                </a:lnTo>
                <a:lnTo>
                  <a:pt x="245240" y="421707"/>
                </a:lnTo>
                <a:lnTo>
                  <a:pt x="242522" y="418309"/>
                </a:lnTo>
                <a:lnTo>
                  <a:pt x="241309" y="410201"/>
                </a:lnTo>
                <a:lnTo>
                  <a:pt x="242280" y="408550"/>
                </a:lnTo>
                <a:lnTo>
                  <a:pt x="244561" y="408404"/>
                </a:lnTo>
                <a:lnTo>
                  <a:pt x="254704" y="419037"/>
                </a:lnTo>
                <a:lnTo>
                  <a:pt x="255384" y="420833"/>
                </a:lnTo>
                <a:lnTo>
                  <a:pt x="255141" y="424620"/>
                </a:lnTo>
                <a:lnTo>
                  <a:pt x="253685" y="425785"/>
                </a:lnTo>
                <a:lnTo>
                  <a:pt x="253248" y="427824"/>
                </a:lnTo>
                <a:close/>
                <a:moveTo>
                  <a:pt x="242522" y="406365"/>
                </a:moveTo>
                <a:lnTo>
                  <a:pt x="239076" y="410249"/>
                </a:lnTo>
                <a:lnTo>
                  <a:pt x="233349" y="410201"/>
                </a:lnTo>
                <a:lnTo>
                  <a:pt x="232233" y="407773"/>
                </a:lnTo>
                <a:lnTo>
                  <a:pt x="232476" y="401899"/>
                </a:lnTo>
                <a:lnTo>
                  <a:pt x="231068" y="400005"/>
                </a:lnTo>
                <a:lnTo>
                  <a:pt x="231117" y="399228"/>
                </a:lnTo>
                <a:lnTo>
                  <a:pt x="232039" y="395878"/>
                </a:lnTo>
                <a:lnTo>
                  <a:pt x="233204" y="395150"/>
                </a:lnTo>
                <a:lnTo>
                  <a:pt x="242425" y="403404"/>
                </a:lnTo>
                <a:lnTo>
                  <a:pt x="242522" y="406365"/>
                </a:lnTo>
                <a:close/>
                <a:moveTo>
                  <a:pt x="225002" y="387042"/>
                </a:moveTo>
                <a:lnTo>
                  <a:pt x="225244" y="388353"/>
                </a:lnTo>
                <a:lnTo>
                  <a:pt x="217333" y="384081"/>
                </a:lnTo>
                <a:lnTo>
                  <a:pt x="213548" y="382915"/>
                </a:lnTo>
                <a:lnTo>
                  <a:pt x="210150" y="378255"/>
                </a:lnTo>
                <a:lnTo>
                  <a:pt x="211218" y="375973"/>
                </a:lnTo>
                <a:lnTo>
                  <a:pt x="211364" y="372866"/>
                </a:lnTo>
                <a:lnTo>
                  <a:pt x="211849" y="371652"/>
                </a:lnTo>
                <a:lnTo>
                  <a:pt x="214276" y="371215"/>
                </a:lnTo>
                <a:lnTo>
                  <a:pt x="217382" y="373448"/>
                </a:lnTo>
                <a:lnTo>
                  <a:pt x="219760" y="379031"/>
                </a:lnTo>
                <a:lnTo>
                  <a:pt x="223691" y="384178"/>
                </a:lnTo>
                <a:lnTo>
                  <a:pt x="225002" y="387042"/>
                </a:lnTo>
                <a:close/>
                <a:moveTo>
                  <a:pt x="157831" y="299021"/>
                </a:moveTo>
                <a:lnTo>
                  <a:pt x="154968" y="301303"/>
                </a:lnTo>
                <a:lnTo>
                  <a:pt x="150600" y="299118"/>
                </a:lnTo>
                <a:lnTo>
                  <a:pt x="152056" y="296011"/>
                </a:lnTo>
                <a:lnTo>
                  <a:pt x="152784" y="291690"/>
                </a:lnTo>
                <a:lnTo>
                  <a:pt x="155405" y="288291"/>
                </a:lnTo>
                <a:lnTo>
                  <a:pt x="156278" y="284261"/>
                </a:lnTo>
                <a:lnTo>
                  <a:pt x="151231" y="273338"/>
                </a:lnTo>
                <a:lnTo>
                  <a:pt x="153754" y="272949"/>
                </a:lnTo>
                <a:lnTo>
                  <a:pt x="155696" y="274163"/>
                </a:lnTo>
                <a:lnTo>
                  <a:pt x="159045" y="281446"/>
                </a:lnTo>
                <a:lnTo>
                  <a:pt x="161957" y="285815"/>
                </a:lnTo>
                <a:lnTo>
                  <a:pt x="160792" y="291738"/>
                </a:lnTo>
                <a:lnTo>
                  <a:pt x="157831" y="299021"/>
                </a:lnTo>
                <a:close/>
                <a:moveTo>
                  <a:pt x="61007" y="158711"/>
                </a:moveTo>
                <a:lnTo>
                  <a:pt x="57949" y="159148"/>
                </a:lnTo>
                <a:lnTo>
                  <a:pt x="55037" y="158128"/>
                </a:lnTo>
                <a:lnTo>
                  <a:pt x="52562" y="155312"/>
                </a:lnTo>
                <a:lnTo>
                  <a:pt x="39555" y="147253"/>
                </a:lnTo>
                <a:lnTo>
                  <a:pt x="35478" y="147156"/>
                </a:lnTo>
                <a:lnTo>
                  <a:pt x="32663" y="145068"/>
                </a:lnTo>
                <a:lnTo>
                  <a:pt x="29217" y="144340"/>
                </a:lnTo>
                <a:lnTo>
                  <a:pt x="25529" y="138951"/>
                </a:lnTo>
                <a:lnTo>
                  <a:pt x="24752" y="136086"/>
                </a:lnTo>
                <a:lnTo>
                  <a:pt x="27422" y="134678"/>
                </a:lnTo>
                <a:lnTo>
                  <a:pt x="29072" y="131717"/>
                </a:lnTo>
                <a:lnTo>
                  <a:pt x="33440" y="133028"/>
                </a:lnTo>
                <a:lnTo>
                  <a:pt x="38390" y="138271"/>
                </a:lnTo>
                <a:lnTo>
                  <a:pt x="43438" y="140213"/>
                </a:lnTo>
                <a:lnTo>
                  <a:pt x="44797" y="141184"/>
                </a:lnTo>
                <a:lnTo>
                  <a:pt x="47223" y="144097"/>
                </a:lnTo>
                <a:lnTo>
                  <a:pt x="58726" y="151185"/>
                </a:lnTo>
                <a:lnTo>
                  <a:pt x="59988" y="153564"/>
                </a:lnTo>
                <a:lnTo>
                  <a:pt x="60764" y="155992"/>
                </a:lnTo>
                <a:lnTo>
                  <a:pt x="61007" y="158711"/>
                </a:lnTo>
                <a:close/>
                <a:moveTo>
                  <a:pt x="1227559" y="579058"/>
                </a:moveTo>
                <a:lnTo>
                  <a:pt x="1226928" y="587166"/>
                </a:lnTo>
                <a:lnTo>
                  <a:pt x="1226006" y="584302"/>
                </a:lnTo>
                <a:lnTo>
                  <a:pt x="1225666" y="576922"/>
                </a:lnTo>
                <a:lnTo>
                  <a:pt x="1224453" y="573329"/>
                </a:lnTo>
                <a:lnTo>
                  <a:pt x="1225229" y="569202"/>
                </a:lnTo>
                <a:lnTo>
                  <a:pt x="1224938" y="558570"/>
                </a:lnTo>
                <a:lnTo>
                  <a:pt x="1226443" y="553666"/>
                </a:lnTo>
                <a:lnTo>
                  <a:pt x="1227559" y="559929"/>
                </a:lnTo>
                <a:lnTo>
                  <a:pt x="1227559" y="563085"/>
                </a:lnTo>
                <a:lnTo>
                  <a:pt x="1227559" y="579058"/>
                </a:lnTo>
                <a:close/>
                <a:moveTo>
                  <a:pt x="978922" y="611732"/>
                </a:moveTo>
                <a:lnTo>
                  <a:pt x="974990" y="612558"/>
                </a:lnTo>
                <a:lnTo>
                  <a:pt x="971302" y="610859"/>
                </a:lnTo>
                <a:lnTo>
                  <a:pt x="971399" y="608528"/>
                </a:lnTo>
                <a:lnTo>
                  <a:pt x="972321" y="606392"/>
                </a:lnTo>
                <a:lnTo>
                  <a:pt x="977805" y="605275"/>
                </a:lnTo>
                <a:lnTo>
                  <a:pt x="980717" y="605372"/>
                </a:lnTo>
                <a:lnTo>
                  <a:pt x="983872" y="606829"/>
                </a:lnTo>
                <a:lnTo>
                  <a:pt x="986056" y="608382"/>
                </a:lnTo>
                <a:lnTo>
                  <a:pt x="987124" y="610179"/>
                </a:lnTo>
                <a:lnTo>
                  <a:pt x="981203" y="610276"/>
                </a:lnTo>
                <a:lnTo>
                  <a:pt x="978922" y="611732"/>
                </a:lnTo>
                <a:close/>
                <a:moveTo>
                  <a:pt x="1023864" y="461081"/>
                </a:moveTo>
                <a:lnTo>
                  <a:pt x="1013672" y="470112"/>
                </a:lnTo>
                <a:lnTo>
                  <a:pt x="1012022" y="467830"/>
                </a:lnTo>
                <a:lnTo>
                  <a:pt x="1012895" y="458605"/>
                </a:lnTo>
                <a:lnTo>
                  <a:pt x="1010032" y="452925"/>
                </a:lnTo>
                <a:lnTo>
                  <a:pt x="1010226" y="448652"/>
                </a:lnTo>
                <a:lnTo>
                  <a:pt x="1012264" y="441176"/>
                </a:lnTo>
                <a:lnTo>
                  <a:pt x="1014837" y="435447"/>
                </a:lnTo>
                <a:lnTo>
                  <a:pt x="1020758" y="431563"/>
                </a:lnTo>
                <a:lnTo>
                  <a:pt x="1022262" y="431126"/>
                </a:lnTo>
                <a:lnTo>
                  <a:pt x="1021874" y="438117"/>
                </a:lnTo>
                <a:lnTo>
                  <a:pt x="1023087" y="440739"/>
                </a:lnTo>
                <a:lnTo>
                  <a:pt x="1023475" y="442972"/>
                </a:lnTo>
                <a:lnTo>
                  <a:pt x="1022845" y="444914"/>
                </a:lnTo>
                <a:lnTo>
                  <a:pt x="1023961" y="453847"/>
                </a:lnTo>
                <a:lnTo>
                  <a:pt x="1024640" y="455983"/>
                </a:lnTo>
                <a:lnTo>
                  <a:pt x="1023184" y="458799"/>
                </a:lnTo>
                <a:lnTo>
                  <a:pt x="1023864" y="461081"/>
                </a:lnTo>
                <a:close/>
                <a:moveTo>
                  <a:pt x="512175" y="134290"/>
                </a:moveTo>
                <a:lnTo>
                  <a:pt x="510185" y="134484"/>
                </a:lnTo>
                <a:lnTo>
                  <a:pt x="509554" y="133028"/>
                </a:lnTo>
                <a:lnTo>
                  <a:pt x="509651" y="130552"/>
                </a:lnTo>
                <a:lnTo>
                  <a:pt x="509457" y="128561"/>
                </a:lnTo>
                <a:lnTo>
                  <a:pt x="508874" y="127105"/>
                </a:lnTo>
                <a:lnTo>
                  <a:pt x="508874" y="124629"/>
                </a:lnTo>
                <a:lnTo>
                  <a:pt x="510767" y="125842"/>
                </a:lnTo>
                <a:lnTo>
                  <a:pt x="512175" y="127007"/>
                </a:lnTo>
                <a:lnTo>
                  <a:pt x="513873" y="127833"/>
                </a:lnTo>
                <a:lnTo>
                  <a:pt x="515184" y="128415"/>
                </a:lnTo>
                <a:lnTo>
                  <a:pt x="515912" y="128755"/>
                </a:lnTo>
                <a:lnTo>
                  <a:pt x="514553" y="132299"/>
                </a:lnTo>
                <a:lnTo>
                  <a:pt x="512175" y="134290"/>
                </a:lnTo>
                <a:close/>
                <a:moveTo>
                  <a:pt x="1177278" y="697666"/>
                </a:moveTo>
                <a:lnTo>
                  <a:pt x="1175385" y="698103"/>
                </a:lnTo>
                <a:lnTo>
                  <a:pt x="1173493" y="697423"/>
                </a:lnTo>
                <a:lnTo>
                  <a:pt x="1174269" y="693103"/>
                </a:lnTo>
                <a:lnTo>
                  <a:pt x="1173153" y="690189"/>
                </a:lnTo>
                <a:lnTo>
                  <a:pt x="1175143" y="687859"/>
                </a:lnTo>
                <a:lnTo>
                  <a:pt x="1175628" y="683781"/>
                </a:lnTo>
                <a:lnTo>
                  <a:pt x="1176405" y="682519"/>
                </a:lnTo>
                <a:lnTo>
                  <a:pt x="1177618" y="683829"/>
                </a:lnTo>
                <a:lnTo>
                  <a:pt x="1178152" y="684655"/>
                </a:lnTo>
                <a:lnTo>
                  <a:pt x="1179123" y="685043"/>
                </a:lnTo>
                <a:lnTo>
                  <a:pt x="1181307" y="685140"/>
                </a:lnTo>
                <a:lnTo>
                  <a:pt x="1181792" y="686888"/>
                </a:lnTo>
                <a:lnTo>
                  <a:pt x="1181695" y="688539"/>
                </a:lnTo>
                <a:lnTo>
                  <a:pt x="1180773" y="690287"/>
                </a:lnTo>
                <a:lnTo>
                  <a:pt x="1178200" y="692180"/>
                </a:lnTo>
                <a:lnTo>
                  <a:pt x="1176308" y="694316"/>
                </a:lnTo>
                <a:lnTo>
                  <a:pt x="1177278" y="697666"/>
                </a:lnTo>
                <a:close/>
                <a:moveTo>
                  <a:pt x="1089190" y="70883"/>
                </a:moveTo>
                <a:lnTo>
                  <a:pt x="1093849" y="70981"/>
                </a:lnTo>
                <a:lnTo>
                  <a:pt x="1100644" y="70058"/>
                </a:lnTo>
                <a:lnTo>
                  <a:pt x="1102245" y="74670"/>
                </a:lnTo>
                <a:lnTo>
                  <a:pt x="1102488" y="76467"/>
                </a:lnTo>
                <a:lnTo>
                  <a:pt x="1093461" y="78894"/>
                </a:lnTo>
                <a:lnTo>
                  <a:pt x="1088025" y="73214"/>
                </a:lnTo>
                <a:lnTo>
                  <a:pt x="1089190" y="70883"/>
                </a:lnTo>
                <a:close/>
                <a:moveTo>
                  <a:pt x="1089627" y="113996"/>
                </a:moveTo>
                <a:lnTo>
                  <a:pt x="1089044" y="115598"/>
                </a:lnTo>
                <a:lnTo>
                  <a:pt x="1084870" y="111714"/>
                </a:lnTo>
                <a:lnTo>
                  <a:pt x="1083754" y="108898"/>
                </a:lnTo>
                <a:lnTo>
                  <a:pt x="1084288" y="106665"/>
                </a:lnTo>
                <a:lnTo>
                  <a:pt x="1088607" y="106471"/>
                </a:lnTo>
                <a:lnTo>
                  <a:pt x="1090743" y="107830"/>
                </a:lnTo>
                <a:lnTo>
                  <a:pt x="1089627" y="113996"/>
                </a:lnTo>
                <a:close/>
                <a:moveTo>
                  <a:pt x="1084676" y="679508"/>
                </a:moveTo>
                <a:lnTo>
                  <a:pt x="1083609" y="679557"/>
                </a:lnTo>
                <a:lnTo>
                  <a:pt x="1081473" y="678635"/>
                </a:lnTo>
                <a:lnTo>
                  <a:pt x="1082250" y="676595"/>
                </a:lnTo>
                <a:lnTo>
                  <a:pt x="1081085" y="673294"/>
                </a:lnTo>
                <a:lnTo>
                  <a:pt x="1081522" y="670575"/>
                </a:lnTo>
                <a:lnTo>
                  <a:pt x="1084191" y="669070"/>
                </a:lnTo>
                <a:lnTo>
                  <a:pt x="1089966" y="668876"/>
                </a:lnTo>
                <a:lnTo>
                  <a:pt x="1090161" y="670867"/>
                </a:lnTo>
                <a:lnTo>
                  <a:pt x="1084676" y="679508"/>
                </a:lnTo>
                <a:close/>
              </a:path>
            </a:pathLst>
          </a:custGeom>
          <a:solidFill>
            <a:srgbClr val="D0D2D4"/>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7427115" y="1609031"/>
            <a:ext cx="73152" cy="73152"/>
          </a:xfrm>
          <a:prstGeom prst="ellipse">
            <a:avLst/>
          </a:prstGeom>
          <a:solidFill>
            <a:srgbClr val="E6B222"/>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7779954" y="2080453"/>
            <a:ext cx="73152" cy="73152"/>
          </a:xfrm>
          <a:prstGeom prst="ellipse">
            <a:avLst/>
          </a:prstGeom>
          <a:solidFill>
            <a:srgbClr val="E6B222"/>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106099" y="2141626"/>
            <a:ext cx="73152" cy="73152"/>
          </a:xfrm>
          <a:prstGeom prst="ellipse">
            <a:avLst/>
          </a:prstGeom>
          <a:solidFill>
            <a:srgbClr val="E6B222"/>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7551924" y="1701842"/>
            <a:ext cx="91440" cy="91440"/>
          </a:xfrm>
          <a:prstGeom prst="ellipse">
            <a:avLst/>
          </a:prstGeom>
          <a:solidFill>
            <a:srgbClr val="FFFFFF"/>
          </a:solidFill>
          <a:ln w="15875">
            <a:solidFill>
              <a:srgbClr val="E6B2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7837730" y="2148345"/>
            <a:ext cx="91440" cy="91440"/>
          </a:xfrm>
          <a:prstGeom prst="ellipse">
            <a:avLst/>
          </a:prstGeom>
          <a:solidFill>
            <a:srgbClr val="FFFFFF"/>
          </a:solidFill>
          <a:ln w="15875">
            <a:solidFill>
              <a:srgbClr val="E6B2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260336" y="1097280"/>
            <a:ext cx="731520" cy="146304"/>
          </a:xfrm>
          <a:prstGeom prst="rect">
            <a:avLst/>
          </a:prstGeom>
          <a:noFill/>
        </p:spPr>
        <p:txBody>
          <a:bodyPr wrap="square" lIns="0" rIns="0" tIns="0" bIns="0" anchor="t">
            <a:noAutofit/>
          </a:bodyPr>
          <a:lstStyle/>
          <a:p>
            <a:pPr algn="l"/>
            <a:r>
              <a:rPr sz="750" b="1" i="0" spc="200">
                <a:solidFill>
                  <a:srgbClr val="8A6A0C"/>
                </a:solidFill>
                <a:latin typeface="Calibri"/>
              </a:rPr>
              <a:t>NEXT</a:t>
            </a:r>
          </a:p>
        </p:txBody>
      </p:sp>
      <p:sp>
        <p:nvSpPr>
          <p:cNvPr id="40" name="Oval 39"/>
          <p:cNvSpPr/>
          <p:nvPr/>
        </p:nvSpPr>
        <p:spPr>
          <a:xfrm>
            <a:off x="7150608" y="2724912"/>
            <a:ext cx="128016" cy="128016"/>
          </a:xfrm>
          <a:prstGeom prst="ellipse">
            <a:avLst/>
          </a:prstGeom>
          <a:solidFill>
            <a:srgbClr val="FFFFFF"/>
          </a:solidFill>
          <a:ln w="15875">
            <a:solidFill>
              <a:srgbClr val="E6B2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150608" y="2907791"/>
            <a:ext cx="1481328" cy="274320"/>
          </a:xfrm>
          <a:prstGeom prst="rect">
            <a:avLst/>
          </a:prstGeom>
          <a:noFill/>
        </p:spPr>
        <p:txBody>
          <a:bodyPr wrap="square" lIns="0" rIns="0" tIns="0" bIns="0" anchor="t">
            <a:noAutofit/>
          </a:bodyPr>
          <a:lstStyle/>
          <a:p>
            <a:pPr algn="l"/>
            <a:r>
              <a:rPr sz="1300" b="1" i="0">
                <a:solidFill>
                  <a:srgbClr val="8A6A0C"/>
                </a:solidFill>
                <a:latin typeface="Calibri"/>
              </a:rPr>
              <a:t>Next</a:t>
            </a:r>
          </a:p>
        </p:txBody>
      </p:sp>
      <p:sp>
        <p:nvSpPr>
          <p:cNvPr id="42" name="TextBox 41"/>
          <p:cNvSpPr txBox="1"/>
          <p:nvPr/>
        </p:nvSpPr>
        <p:spPr>
          <a:xfrm>
            <a:off x="7150608" y="3182112"/>
            <a:ext cx="1481328" cy="237744"/>
          </a:xfrm>
          <a:prstGeom prst="rect">
            <a:avLst/>
          </a:prstGeom>
          <a:noFill/>
        </p:spPr>
        <p:txBody>
          <a:bodyPr wrap="square" lIns="0" rIns="0" tIns="0" bIns="0" anchor="t">
            <a:noAutofit/>
          </a:bodyPr>
          <a:lstStyle/>
          <a:p>
            <a:pPr algn="l"/>
            <a:r>
              <a:rPr sz="1100" b="1" i="0">
                <a:solidFill>
                  <a:srgbClr val="4D4D4F"/>
                </a:solidFill>
                <a:latin typeface="Calibri"/>
              </a:rPr>
              <a:t>Expansion</a:t>
            </a:r>
          </a:p>
        </p:txBody>
      </p:sp>
      <p:sp>
        <p:nvSpPr>
          <p:cNvPr id="43" name="TextBox 42"/>
          <p:cNvSpPr txBox="1"/>
          <p:nvPr/>
        </p:nvSpPr>
        <p:spPr>
          <a:xfrm>
            <a:off x="7150608" y="3419856"/>
            <a:ext cx="1481328" cy="182880"/>
          </a:xfrm>
          <a:prstGeom prst="rect">
            <a:avLst/>
          </a:prstGeom>
          <a:noFill/>
        </p:spPr>
        <p:txBody>
          <a:bodyPr wrap="square" lIns="0" rIns="0" tIns="0" bIns="0" anchor="t">
            <a:noAutofit/>
          </a:bodyPr>
          <a:lstStyle/>
          <a:p>
            <a:pPr algn="l"/>
            <a:r>
              <a:rPr sz="850" b="0" i="0">
                <a:solidFill>
                  <a:srgbClr val="747678"/>
                </a:solidFill>
                <a:latin typeface="Calibri"/>
              </a:rPr>
              <a:t>Sites and new gateways</a:t>
            </a:r>
          </a:p>
        </p:txBody>
      </p:sp>
      <p:sp>
        <p:nvSpPr>
          <p:cNvPr id="44" name="TextBox 43"/>
          <p:cNvSpPr txBox="1"/>
          <p:nvPr/>
        </p:nvSpPr>
        <p:spPr>
          <a:xfrm>
            <a:off x="7150608" y="3666744"/>
            <a:ext cx="1481328" cy="868680"/>
          </a:xfrm>
          <a:prstGeom prst="rect">
            <a:avLst/>
          </a:prstGeom>
          <a:noFill/>
        </p:spPr>
        <p:txBody>
          <a:bodyPr wrap="square" lIns="0" rIns="0" tIns="0" bIns="0" anchor="t">
            <a:noAutofit/>
          </a:bodyPr>
          <a:lstStyle/>
          <a:p>
            <a:pPr algn="l">
              <a:lnSpc>
                <a:spcPct val="108000"/>
              </a:lnSpc>
            </a:pPr>
            <a:r>
              <a:rPr sz="950" b="0" i="0">
                <a:solidFill>
                  <a:srgbClr val="4D4D4F"/>
                </a:solidFill>
                <a:latin typeface="Calibri"/>
              </a:rPr>
              <a:t>Cigading 4 → 6 Mtpa</a:t>
            </a:r>
          </a:p>
          <a:p>
            <a:pPr algn="l">
              <a:lnSpc>
                <a:spcPct val="108000"/>
              </a:lnSpc>
            </a:pPr>
            <a:r>
              <a:rPr sz="950" b="0" i="0">
                <a:solidFill>
                  <a:srgbClr val="4D4D4F"/>
                </a:solidFill>
                <a:latin typeface="Calibri"/>
              </a:rPr>
              <a:t>Teluk Lamong 4 → 5 Mtpa</a:t>
            </a:r>
          </a:p>
          <a:p>
            <a:pPr algn="l">
              <a:lnSpc>
                <a:spcPct val="108000"/>
              </a:lnSpc>
            </a:pPr>
            <a:r>
              <a:rPr sz="950" b="0" i="0">
                <a:solidFill>
                  <a:srgbClr val="4D4D4F"/>
                </a:solidFill>
                <a:latin typeface="Calibri"/>
              </a:rPr>
              <a:t>New: Ciwandan, Dumai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5" sz="half"/>
          </p:nvPr>
        </p:nvSpPr>
        <p:spPr/>
        <p:txBody>
          <a:bodyPr/>
          <a:lstStyle/>
          <a:p>
            <a:r>
              <a:rPr sz="1400" b="1">
                <a:solidFill>
                  <a:srgbClr val="747678"/>
                </a:solidFill>
                <a:latin typeface="Calibri"/>
              </a:rPr>
              <a:t>Ciwandan replicates the import model next to Cigading; Dumai applies it to palm-kernel exports</a:t>
            </a:r>
          </a:p>
        </p:txBody>
      </p:sp>
      <p:sp>
        <p:nvSpPr>
          <p:cNvPr id="5" name="Text Placeholder 4"/>
          <p:cNvSpPr>
            <a:spLocks noGrp="1"/>
          </p:cNvSpPr>
          <p:nvPr>
            <p:ph type="body" idx="16" sz="half"/>
          </p:nvPr>
        </p:nvSpPr>
        <p:spPr/>
        <p:txBody>
          <a:bodyPr/>
          <a:lstStyle/>
          <a:p>
            <a:r>
              <a:rPr sz="1800" b="1">
                <a:solidFill>
                  <a:srgbClr val="4D4D4F"/>
                </a:solidFill>
                <a:latin typeface="Calibri"/>
              </a:rPr>
              <a:t>Next projects identified: two new gateways and two site expansions</a:t>
            </a:r>
          </a:p>
        </p:txBody>
      </p:sp>
      <p:cxnSp>
        <p:nvCxnSpPr>
          <p:cNvPr id="6" name="Title rule"/>
          <p:cNvCxnSpPr/>
          <p:nvPr/>
        </p:nvCxnSpPr>
        <p:spPr>
          <a:xfrm>
            <a:off x="512064" y="886968"/>
            <a:ext cx="8119872" cy="0"/>
          </a:xfrm>
          <a:prstGeom prst="line">
            <a:avLst/>
          </a:prstGeom>
          <a:ln w="9525">
            <a:solidFill>
              <a:srgbClr val="D9DADC"/>
            </a:solidFill>
          </a:ln>
        </p:spPr>
        <p:style>
          <a:lnRef idx="2">
            <a:schemeClr val="accent1"/>
          </a:lnRef>
          <a:fillRef idx="0">
            <a:schemeClr val="accent1"/>
          </a:fillRef>
          <a:effectRef idx="1">
            <a:schemeClr val="accent1"/>
          </a:effectRef>
          <a:fontRef idx="minor">
            <a:schemeClr val="tx1"/>
          </a:fontRef>
        </p:style>
      </p:cxnSp>
      <p:sp>
        <p:nvSpPr>
          <p:cNvPr id="7" name="Page number"/>
          <p:cNvSpPr txBox="1"/>
          <p:nvPr/>
        </p:nvSpPr>
        <p:spPr>
          <a:xfrm>
            <a:off x="8229600" y="4754880"/>
            <a:ext cx="402336" cy="182880"/>
          </a:xfrm>
          <a:prstGeom prst="rect">
            <a:avLst/>
          </a:prstGeom>
          <a:noFill/>
        </p:spPr>
        <p:txBody>
          <a:bodyPr wrap="square" lIns="0" rIns="0" tIns="0" bIns="0" anchor="t">
            <a:noAutofit/>
          </a:bodyPr>
          <a:lstStyle/>
          <a:p>
            <a:pPr algn="r"/>
            <a:r>
              <a:rPr sz="800" b="0" i="0">
                <a:solidFill>
                  <a:srgbClr val="4D4D4F"/>
                </a:solidFill>
                <a:latin typeface="Calibri"/>
              </a:rPr>
              <a:t>8</a:t>
            </a:r>
          </a:p>
        </p:txBody>
      </p:sp>
      <p:sp>
        <p:nvSpPr>
          <p:cNvPr id="2" name="Map - Neighbouring countries"/>
          <p:cNvSpPr/>
          <p:nvPr/>
        </p:nvSpPr>
        <p:spPr>
          <a:xfrm>
            <a:off x="946692" y="1024128"/>
            <a:ext cx="3459485" cy="852914"/>
          </a:xfrm>
          <a:custGeom>
            <a:avLst/>
            <a:gdLst/>
            <a:ahLst/>
            <a:cxnLst/>
            <a:rect l="l" t="t" r="r" b="b"/>
            <a:pathLst>
              <a:path w="3459485" h="852914">
                <a:moveTo>
                  <a:pt x="415120" y="8774"/>
                </a:moveTo>
                <a:lnTo>
                  <a:pt x="417994" y="1664"/>
                </a:lnTo>
                <a:lnTo>
                  <a:pt x="421472" y="0"/>
                </a:lnTo>
                <a:lnTo>
                  <a:pt x="423892" y="0"/>
                </a:lnTo>
                <a:lnTo>
                  <a:pt x="429941" y="0"/>
                </a:lnTo>
                <a:lnTo>
                  <a:pt x="436595" y="0"/>
                </a:lnTo>
                <a:lnTo>
                  <a:pt x="449298" y="0"/>
                </a:lnTo>
                <a:lnTo>
                  <a:pt x="482417" y="4841"/>
                </a:lnTo>
                <a:lnTo>
                  <a:pt x="492247" y="7867"/>
                </a:lnTo>
                <a:lnTo>
                  <a:pt x="505403" y="2874"/>
                </a:lnTo>
                <a:lnTo>
                  <a:pt x="511150" y="6051"/>
                </a:lnTo>
                <a:lnTo>
                  <a:pt x="517199" y="11195"/>
                </a:lnTo>
                <a:lnTo>
                  <a:pt x="520677" y="25415"/>
                </a:lnTo>
                <a:lnTo>
                  <a:pt x="529297" y="38576"/>
                </a:lnTo>
                <a:lnTo>
                  <a:pt x="546688" y="36610"/>
                </a:lnTo>
                <a:lnTo>
                  <a:pt x="552738" y="38576"/>
                </a:lnTo>
                <a:lnTo>
                  <a:pt x="556518" y="38879"/>
                </a:lnTo>
                <a:lnTo>
                  <a:pt x="559845" y="50527"/>
                </a:lnTo>
                <a:lnTo>
                  <a:pt x="561509" y="70496"/>
                </a:lnTo>
                <a:lnTo>
                  <a:pt x="559845" y="82296"/>
                </a:lnTo>
                <a:lnTo>
                  <a:pt x="547293" y="98937"/>
                </a:lnTo>
                <a:lnTo>
                  <a:pt x="545630" y="110283"/>
                </a:lnTo>
                <a:lnTo>
                  <a:pt x="552133" y="117242"/>
                </a:lnTo>
                <a:lnTo>
                  <a:pt x="560753" y="124806"/>
                </a:lnTo>
                <a:lnTo>
                  <a:pt x="565592" y="130554"/>
                </a:lnTo>
                <a:lnTo>
                  <a:pt x="570734" y="129647"/>
                </a:lnTo>
                <a:lnTo>
                  <a:pt x="577236" y="125713"/>
                </a:lnTo>
                <a:lnTo>
                  <a:pt x="583134" y="115880"/>
                </a:lnTo>
                <a:lnTo>
                  <a:pt x="587218" y="107560"/>
                </a:lnTo>
                <a:lnTo>
                  <a:pt x="609448" y="98029"/>
                </a:lnTo>
                <a:lnTo>
                  <a:pt x="632435" y="89557"/>
                </a:lnTo>
                <a:lnTo>
                  <a:pt x="635610" y="90465"/>
                </a:lnTo>
                <a:lnTo>
                  <a:pt x="639240" y="94247"/>
                </a:lnTo>
                <a:lnTo>
                  <a:pt x="646650" y="106501"/>
                </a:lnTo>
                <a:lnTo>
                  <a:pt x="650884" y="109073"/>
                </a:lnTo>
                <a:lnTo>
                  <a:pt x="657236" y="110283"/>
                </a:lnTo>
                <a:lnTo>
                  <a:pt x="667973" y="109073"/>
                </a:lnTo>
                <a:lnTo>
                  <a:pt x="680525" y="102114"/>
                </a:lnTo>
                <a:lnTo>
                  <a:pt x="687028" y="89104"/>
                </a:lnTo>
                <a:lnTo>
                  <a:pt x="689901" y="78817"/>
                </a:lnTo>
                <a:lnTo>
                  <a:pt x="707897" y="60966"/>
                </a:lnTo>
                <a:lnTo>
                  <a:pt x="709863" y="47653"/>
                </a:lnTo>
                <a:lnTo>
                  <a:pt x="714854" y="39030"/>
                </a:lnTo>
                <a:lnTo>
                  <a:pt x="741016" y="44930"/>
                </a:lnTo>
                <a:lnTo>
                  <a:pt x="750997" y="49620"/>
                </a:lnTo>
                <a:lnTo>
                  <a:pt x="780335" y="96365"/>
                </a:lnTo>
                <a:lnTo>
                  <a:pt x="819050" y="129344"/>
                </a:lnTo>
                <a:lnTo>
                  <a:pt x="835533" y="141598"/>
                </a:lnTo>
                <a:lnTo>
                  <a:pt x="848085" y="147498"/>
                </a:lnTo>
                <a:lnTo>
                  <a:pt x="865476" y="165197"/>
                </a:lnTo>
                <a:lnTo>
                  <a:pt x="880599" y="187284"/>
                </a:lnTo>
                <a:lnTo>
                  <a:pt x="913718" y="249611"/>
                </a:lnTo>
                <a:lnTo>
                  <a:pt x="919465" y="276993"/>
                </a:lnTo>
                <a:lnTo>
                  <a:pt x="921733" y="318746"/>
                </a:lnTo>
                <a:lnTo>
                  <a:pt x="914474" y="381678"/>
                </a:lnTo>
                <a:lnTo>
                  <a:pt x="905552" y="413144"/>
                </a:lnTo>
                <a:lnTo>
                  <a:pt x="907215" y="427970"/>
                </a:lnTo>
                <a:lnTo>
                  <a:pt x="919465" y="450662"/>
                </a:lnTo>
                <a:lnTo>
                  <a:pt x="915684" y="472143"/>
                </a:lnTo>
                <a:lnTo>
                  <a:pt x="918104" y="489994"/>
                </a:lnTo>
                <a:lnTo>
                  <a:pt x="917196" y="539614"/>
                </a:lnTo>
                <a:lnTo>
                  <a:pt x="924153" y="554137"/>
                </a:lnTo>
                <a:lnTo>
                  <a:pt x="932017" y="563516"/>
                </a:lnTo>
                <a:lnTo>
                  <a:pt x="973604" y="593016"/>
                </a:lnTo>
                <a:lnTo>
                  <a:pt x="976629" y="603908"/>
                </a:lnTo>
                <a:lnTo>
                  <a:pt x="997196" y="641274"/>
                </a:lnTo>
                <a:lnTo>
                  <a:pt x="1035154" y="722662"/>
                </a:lnTo>
                <a:lnTo>
                  <a:pt x="1045589" y="759272"/>
                </a:lnTo>
                <a:lnTo>
                  <a:pt x="1044379" y="769105"/>
                </a:lnTo>
                <a:lnTo>
                  <a:pt x="1039842" y="773190"/>
                </a:lnTo>
                <a:lnTo>
                  <a:pt x="1028651" y="776820"/>
                </a:lnTo>
                <a:lnTo>
                  <a:pt x="1019426" y="769710"/>
                </a:lnTo>
                <a:lnTo>
                  <a:pt x="1016250" y="764567"/>
                </a:lnTo>
                <a:lnTo>
                  <a:pt x="1017309" y="758213"/>
                </a:lnTo>
                <a:lnTo>
                  <a:pt x="1013528" y="751859"/>
                </a:lnTo>
                <a:lnTo>
                  <a:pt x="1004455" y="744447"/>
                </a:lnTo>
                <a:lnTo>
                  <a:pt x="999162" y="737639"/>
                </a:lnTo>
                <a:lnTo>
                  <a:pt x="1000674" y="748834"/>
                </a:lnTo>
                <a:lnTo>
                  <a:pt x="1000825" y="763205"/>
                </a:lnTo>
                <a:lnTo>
                  <a:pt x="989181" y="764415"/>
                </a:lnTo>
                <a:lnTo>
                  <a:pt x="974360" y="759877"/>
                </a:lnTo>
                <a:lnTo>
                  <a:pt x="955911" y="763962"/>
                </a:lnTo>
                <a:lnTo>
                  <a:pt x="933983" y="781661"/>
                </a:lnTo>
                <a:lnTo>
                  <a:pt x="923397" y="782266"/>
                </a:lnTo>
                <a:lnTo>
                  <a:pt x="915382" y="766987"/>
                </a:lnTo>
                <a:lnTo>
                  <a:pt x="911298" y="756700"/>
                </a:lnTo>
                <a:lnTo>
                  <a:pt x="904796" y="749439"/>
                </a:lnTo>
                <a:lnTo>
                  <a:pt x="835231" y="712224"/>
                </a:lnTo>
                <a:lnTo>
                  <a:pt x="809522" y="702542"/>
                </a:lnTo>
                <a:lnTo>
                  <a:pt x="782452" y="674404"/>
                </a:lnTo>
                <a:lnTo>
                  <a:pt x="721659" y="643241"/>
                </a:lnTo>
                <a:lnTo>
                  <a:pt x="682945" y="612833"/>
                </a:lnTo>
                <a:lnTo>
                  <a:pt x="666461" y="593923"/>
                </a:lnTo>
                <a:lnTo>
                  <a:pt x="626990" y="577283"/>
                </a:lnTo>
                <a:lnTo>
                  <a:pt x="609902" y="557768"/>
                </a:lnTo>
                <a:lnTo>
                  <a:pt x="601433" y="553834"/>
                </a:lnTo>
                <a:lnTo>
                  <a:pt x="593115" y="546876"/>
                </a:lnTo>
                <a:lnTo>
                  <a:pt x="601887" y="527814"/>
                </a:lnTo>
                <a:lnTo>
                  <a:pt x="598257" y="507997"/>
                </a:lnTo>
                <a:lnTo>
                  <a:pt x="593720" y="491205"/>
                </a:lnTo>
                <a:lnTo>
                  <a:pt x="565743" y="458074"/>
                </a:lnTo>
                <a:lnTo>
                  <a:pt x="552133" y="434929"/>
                </a:lnTo>
                <a:lnTo>
                  <a:pt x="525819" y="411934"/>
                </a:lnTo>
                <a:lnTo>
                  <a:pt x="515384" y="398773"/>
                </a:lnTo>
                <a:lnTo>
                  <a:pt x="505252" y="383342"/>
                </a:lnTo>
                <a:lnTo>
                  <a:pt x="511604" y="377896"/>
                </a:lnTo>
                <a:lnTo>
                  <a:pt x="517502" y="374719"/>
                </a:lnTo>
                <a:lnTo>
                  <a:pt x="512057" y="363525"/>
                </a:lnTo>
                <a:lnTo>
                  <a:pt x="497086" y="344010"/>
                </a:lnTo>
                <a:lnTo>
                  <a:pt x="490129" y="321772"/>
                </a:lnTo>
                <a:lnTo>
                  <a:pt x="490129" y="279565"/>
                </a:lnTo>
                <a:lnTo>
                  <a:pt x="468655" y="220263"/>
                </a:lnTo>
                <a:lnTo>
                  <a:pt x="450508" y="137967"/>
                </a:lnTo>
                <a:lnTo>
                  <a:pt x="453683" y="109224"/>
                </a:lnTo>
                <a:lnTo>
                  <a:pt x="448995" y="78060"/>
                </a:lnTo>
                <a:lnTo>
                  <a:pt x="436897" y="47956"/>
                </a:lnTo>
                <a:lnTo>
                  <a:pt x="421018" y="26625"/>
                </a:lnTo>
                <a:lnTo>
                  <a:pt x="415120" y="8774"/>
                </a:lnTo>
                <a:close/>
                <a:moveTo>
                  <a:pt x="3054800" y="352330"/>
                </a:moveTo>
                <a:lnTo>
                  <a:pt x="3049204" y="352330"/>
                </a:lnTo>
                <a:lnTo>
                  <a:pt x="3036199" y="349002"/>
                </a:lnTo>
                <a:lnTo>
                  <a:pt x="3010036" y="332966"/>
                </a:lnTo>
                <a:lnTo>
                  <a:pt x="2983269" y="327218"/>
                </a:lnTo>
                <a:lnTo>
                  <a:pt x="2944404" y="326764"/>
                </a:lnTo>
                <a:lnTo>
                  <a:pt x="2922324" y="324495"/>
                </a:lnTo>
                <a:lnTo>
                  <a:pt x="2913402" y="326915"/>
                </a:lnTo>
                <a:lnTo>
                  <a:pt x="2905840" y="327066"/>
                </a:lnTo>
                <a:lnTo>
                  <a:pt x="2900396" y="323738"/>
                </a:lnTo>
                <a:lnTo>
                  <a:pt x="2894650" y="322074"/>
                </a:lnTo>
                <a:lnTo>
                  <a:pt x="2879527" y="331605"/>
                </a:lnTo>
                <a:lnTo>
                  <a:pt x="2872419" y="328730"/>
                </a:lnTo>
                <a:lnTo>
                  <a:pt x="2865160" y="324646"/>
                </a:lnTo>
                <a:lnTo>
                  <a:pt x="2852457" y="323284"/>
                </a:lnTo>
                <a:lnTo>
                  <a:pt x="2837032" y="324495"/>
                </a:lnTo>
                <a:lnTo>
                  <a:pt x="2820094" y="334176"/>
                </a:lnTo>
                <a:lnTo>
                  <a:pt x="2801040" y="325402"/>
                </a:lnTo>
                <a:lnTo>
                  <a:pt x="2795747" y="325554"/>
                </a:lnTo>
                <a:lnTo>
                  <a:pt x="2792117" y="327823"/>
                </a:lnTo>
                <a:lnTo>
                  <a:pt x="2783800" y="339774"/>
                </a:lnTo>
                <a:lnTo>
                  <a:pt x="2768223" y="349002"/>
                </a:lnTo>
                <a:lnTo>
                  <a:pt x="2760511" y="365794"/>
                </a:lnTo>
                <a:lnTo>
                  <a:pt x="2755671" y="381830"/>
                </a:lnTo>
                <a:lnTo>
                  <a:pt x="2751437" y="387427"/>
                </a:lnTo>
                <a:lnTo>
                  <a:pt x="2750378" y="418590"/>
                </a:lnTo>
                <a:lnTo>
                  <a:pt x="2747959" y="433567"/>
                </a:lnTo>
                <a:lnTo>
                  <a:pt x="2751891" y="453536"/>
                </a:lnTo>
                <a:lnTo>
                  <a:pt x="2751135" y="462008"/>
                </a:lnTo>
                <a:lnTo>
                  <a:pt x="2744178" y="474715"/>
                </a:lnTo>
                <a:lnTo>
                  <a:pt x="2743271" y="477741"/>
                </a:lnTo>
                <a:lnTo>
                  <a:pt x="2739641" y="497861"/>
                </a:lnTo>
                <a:lnTo>
                  <a:pt x="2741002" y="503307"/>
                </a:lnTo>
                <a:lnTo>
                  <a:pt x="2740095" y="510115"/>
                </a:lnTo>
                <a:lnTo>
                  <a:pt x="2734197" y="524335"/>
                </a:lnTo>
                <a:lnTo>
                  <a:pt x="2723611" y="528117"/>
                </a:lnTo>
                <a:lnTo>
                  <a:pt x="2712420" y="530386"/>
                </a:lnTo>
                <a:lnTo>
                  <a:pt x="2702893" y="525545"/>
                </a:lnTo>
                <a:lnTo>
                  <a:pt x="2694273" y="533412"/>
                </a:lnTo>
                <a:lnTo>
                  <a:pt x="2683385" y="545363"/>
                </a:lnTo>
                <a:lnTo>
                  <a:pt x="2678545" y="553532"/>
                </a:lnTo>
                <a:lnTo>
                  <a:pt x="2678697" y="561096"/>
                </a:lnTo>
                <a:lnTo>
                  <a:pt x="2679755" y="566088"/>
                </a:lnTo>
                <a:lnTo>
                  <a:pt x="2677487" y="571383"/>
                </a:lnTo>
                <a:lnTo>
                  <a:pt x="2677184" y="576829"/>
                </a:lnTo>
                <a:lnTo>
                  <a:pt x="2677789" y="584847"/>
                </a:lnTo>
                <a:lnTo>
                  <a:pt x="2685199" y="588175"/>
                </a:lnTo>
                <a:lnTo>
                  <a:pt x="2692912" y="594982"/>
                </a:lnTo>
                <a:lnTo>
                  <a:pt x="2692609" y="601639"/>
                </a:lnTo>
                <a:lnTo>
                  <a:pt x="2688375" y="606177"/>
                </a:lnTo>
                <a:lnTo>
                  <a:pt x="2678697" y="613287"/>
                </a:lnTo>
                <a:lnTo>
                  <a:pt x="2660852" y="627659"/>
                </a:lnTo>
                <a:lnTo>
                  <a:pt x="2640738" y="640064"/>
                </a:lnTo>
                <a:lnTo>
                  <a:pt x="2633177" y="642938"/>
                </a:lnTo>
                <a:lnTo>
                  <a:pt x="2630455" y="648535"/>
                </a:lnTo>
                <a:lnTo>
                  <a:pt x="2629094" y="656251"/>
                </a:lnTo>
                <a:lnTo>
                  <a:pt x="2633479" y="672891"/>
                </a:lnTo>
                <a:lnTo>
                  <a:pt x="2637714" y="677884"/>
                </a:lnTo>
                <a:lnTo>
                  <a:pt x="2639982" y="683783"/>
                </a:lnTo>
                <a:lnTo>
                  <a:pt x="2637260" y="690742"/>
                </a:lnTo>
                <a:lnTo>
                  <a:pt x="2635294" y="696794"/>
                </a:lnTo>
                <a:lnTo>
                  <a:pt x="2627884" y="700576"/>
                </a:lnTo>
                <a:lnTo>
                  <a:pt x="2620776" y="703299"/>
                </a:lnTo>
                <a:lnTo>
                  <a:pt x="2618054" y="708139"/>
                </a:lnTo>
                <a:lnTo>
                  <a:pt x="2614274" y="728260"/>
                </a:lnTo>
                <a:lnTo>
                  <a:pt x="2609888" y="738698"/>
                </a:lnTo>
                <a:lnTo>
                  <a:pt x="2600058" y="754280"/>
                </a:lnTo>
                <a:lnTo>
                  <a:pt x="2596882" y="761390"/>
                </a:lnTo>
                <a:lnTo>
                  <a:pt x="2591892" y="763659"/>
                </a:lnTo>
                <a:lnTo>
                  <a:pt x="2572837" y="756398"/>
                </a:lnTo>
                <a:lnTo>
                  <a:pt x="2555900" y="760785"/>
                </a:lnTo>
                <a:lnTo>
                  <a:pt x="2533367" y="763659"/>
                </a:lnTo>
                <a:lnTo>
                  <a:pt x="2514312" y="763205"/>
                </a:lnTo>
                <a:lnTo>
                  <a:pt x="2499492" y="766382"/>
                </a:lnTo>
                <a:lnTo>
                  <a:pt x="2489359" y="774551"/>
                </a:lnTo>
                <a:lnTo>
                  <a:pt x="2478017" y="784989"/>
                </a:lnTo>
                <a:lnTo>
                  <a:pt x="2466222" y="792553"/>
                </a:lnTo>
                <a:lnTo>
                  <a:pt x="2457148" y="796335"/>
                </a:lnTo>
                <a:lnTo>
                  <a:pt x="2440664" y="785443"/>
                </a:lnTo>
                <a:lnTo>
                  <a:pt x="2432347" y="786351"/>
                </a:lnTo>
                <a:lnTo>
                  <a:pt x="2417375" y="782569"/>
                </a:lnTo>
                <a:lnTo>
                  <a:pt x="2382139" y="770315"/>
                </a:lnTo>
                <a:lnTo>
                  <a:pt x="2373519" y="766685"/>
                </a:lnTo>
                <a:lnTo>
                  <a:pt x="2364143" y="766382"/>
                </a:lnTo>
                <a:lnTo>
                  <a:pt x="2361270" y="762903"/>
                </a:lnTo>
                <a:lnTo>
                  <a:pt x="2362782" y="757003"/>
                </a:lnTo>
                <a:lnTo>
                  <a:pt x="2361270" y="749136"/>
                </a:lnTo>
                <a:lnTo>
                  <a:pt x="2354464" y="746262"/>
                </a:lnTo>
                <a:lnTo>
                  <a:pt x="2283841" y="747472"/>
                </a:lnTo>
                <a:lnTo>
                  <a:pt x="2263576" y="754128"/>
                </a:lnTo>
                <a:lnTo>
                  <a:pt x="2249815" y="759423"/>
                </a:lnTo>
                <a:lnTo>
                  <a:pt x="2239985" y="765626"/>
                </a:lnTo>
                <a:lnTo>
                  <a:pt x="2237112" y="780905"/>
                </a:lnTo>
                <a:lnTo>
                  <a:pt x="2231365" y="795125"/>
                </a:lnTo>
                <a:lnTo>
                  <a:pt x="2223804" y="810404"/>
                </a:lnTo>
                <a:lnTo>
                  <a:pt x="2200212" y="814943"/>
                </a:lnTo>
                <a:lnTo>
                  <a:pt x="2182972" y="830222"/>
                </a:lnTo>
                <a:lnTo>
                  <a:pt x="2177074" y="832189"/>
                </a:lnTo>
                <a:lnTo>
                  <a:pt x="2165127" y="829920"/>
                </a:lnTo>
                <a:lnTo>
                  <a:pt x="2152424" y="828558"/>
                </a:lnTo>
                <a:lnTo>
                  <a:pt x="2143350" y="832945"/>
                </a:lnTo>
                <a:lnTo>
                  <a:pt x="2133672" y="832643"/>
                </a:lnTo>
                <a:lnTo>
                  <a:pt x="2104031" y="825532"/>
                </a:lnTo>
                <a:lnTo>
                  <a:pt x="2075903" y="824322"/>
                </a:lnTo>
                <a:lnTo>
                  <a:pt x="2060024" y="828104"/>
                </a:lnTo>
                <a:lnTo>
                  <a:pt x="2051253" y="829466"/>
                </a:lnTo>
                <a:lnTo>
                  <a:pt x="2002406" y="850494"/>
                </a:lnTo>
                <a:lnTo>
                  <a:pt x="1985922" y="852914"/>
                </a:lnTo>
                <a:lnTo>
                  <a:pt x="1979117" y="849888"/>
                </a:lnTo>
                <a:lnTo>
                  <a:pt x="1969741" y="841265"/>
                </a:lnTo>
                <a:lnTo>
                  <a:pt x="1957038" y="832643"/>
                </a:lnTo>
                <a:lnTo>
                  <a:pt x="1926792" y="803294"/>
                </a:lnTo>
                <a:lnTo>
                  <a:pt x="1915602" y="796335"/>
                </a:lnTo>
                <a:lnTo>
                  <a:pt x="1908191" y="789225"/>
                </a:lnTo>
                <a:lnTo>
                  <a:pt x="1901084" y="780905"/>
                </a:lnTo>
                <a:lnTo>
                  <a:pt x="1891103" y="771828"/>
                </a:lnTo>
                <a:lnTo>
                  <a:pt x="1881878" y="765626"/>
                </a:lnTo>
                <a:lnTo>
                  <a:pt x="1869477" y="752918"/>
                </a:lnTo>
                <a:lnTo>
                  <a:pt x="1857076" y="739001"/>
                </a:lnTo>
                <a:lnTo>
                  <a:pt x="1854354" y="714493"/>
                </a:lnTo>
                <a:lnTo>
                  <a:pt x="1844525" y="710106"/>
                </a:lnTo>
                <a:lnTo>
                  <a:pt x="1841198" y="703752"/>
                </a:lnTo>
                <a:lnTo>
                  <a:pt x="1839685" y="696491"/>
                </a:lnTo>
                <a:lnTo>
                  <a:pt x="1853296" y="676522"/>
                </a:lnTo>
                <a:lnTo>
                  <a:pt x="1863126" y="697550"/>
                </a:lnTo>
                <a:lnTo>
                  <a:pt x="1867057" y="702240"/>
                </a:lnTo>
                <a:lnTo>
                  <a:pt x="1888985" y="716460"/>
                </a:lnTo>
                <a:lnTo>
                  <a:pt x="1907133" y="723419"/>
                </a:lnTo>
                <a:lnTo>
                  <a:pt x="1926641" y="726293"/>
                </a:lnTo>
                <a:lnTo>
                  <a:pt x="1946603" y="726898"/>
                </a:lnTo>
                <a:lnTo>
                  <a:pt x="1954467" y="725990"/>
                </a:lnTo>
                <a:lnTo>
                  <a:pt x="1962180" y="723116"/>
                </a:lnTo>
                <a:lnTo>
                  <a:pt x="1969892" y="726142"/>
                </a:lnTo>
                <a:lnTo>
                  <a:pt x="2011480" y="749136"/>
                </a:lnTo>
                <a:lnTo>
                  <a:pt x="2027661" y="753221"/>
                </a:lnTo>
                <a:lnTo>
                  <a:pt x="2044750" y="751557"/>
                </a:lnTo>
                <a:lnTo>
                  <a:pt x="2051555" y="753826"/>
                </a:lnTo>
                <a:lnTo>
                  <a:pt x="2075449" y="771374"/>
                </a:lnTo>
                <a:lnTo>
                  <a:pt x="2082557" y="773492"/>
                </a:lnTo>
                <a:lnTo>
                  <a:pt x="2094353" y="772131"/>
                </a:lnTo>
                <a:lnTo>
                  <a:pt x="2079230" y="764113"/>
                </a:lnTo>
                <a:lnTo>
                  <a:pt x="2069400" y="758364"/>
                </a:lnTo>
                <a:lnTo>
                  <a:pt x="2065015" y="747623"/>
                </a:lnTo>
                <a:lnTo>
                  <a:pt x="2067737" y="736126"/>
                </a:lnTo>
                <a:lnTo>
                  <a:pt x="2077264" y="728562"/>
                </a:lnTo>
                <a:lnTo>
                  <a:pt x="2083918" y="720242"/>
                </a:lnTo>
                <a:lnTo>
                  <a:pt x="2086338" y="695583"/>
                </a:lnTo>
                <a:lnTo>
                  <a:pt x="2090572" y="683027"/>
                </a:lnTo>
                <a:lnTo>
                  <a:pt x="2098587" y="671076"/>
                </a:lnTo>
                <a:lnTo>
                  <a:pt x="2101158" y="659579"/>
                </a:lnTo>
                <a:lnTo>
                  <a:pt x="2092236" y="650805"/>
                </a:lnTo>
                <a:lnTo>
                  <a:pt x="2090270" y="635828"/>
                </a:lnTo>
                <a:lnTo>
                  <a:pt x="2092236" y="623272"/>
                </a:lnTo>
                <a:lnTo>
                  <a:pt x="2097226" y="614800"/>
                </a:lnTo>
                <a:lnTo>
                  <a:pt x="2105392" y="620397"/>
                </a:lnTo>
                <a:lnTo>
                  <a:pt x="2113710" y="625692"/>
                </a:lnTo>
                <a:lnTo>
                  <a:pt x="2122027" y="625087"/>
                </a:lnTo>
                <a:lnTo>
                  <a:pt x="2127774" y="622969"/>
                </a:lnTo>
                <a:lnTo>
                  <a:pt x="2128833" y="616615"/>
                </a:lnTo>
                <a:lnTo>
                  <a:pt x="2127169" y="605421"/>
                </a:lnTo>
                <a:lnTo>
                  <a:pt x="2127623" y="584847"/>
                </a:lnTo>
                <a:lnTo>
                  <a:pt x="2138209" y="568357"/>
                </a:lnTo>
                <a:lnTo>
                  <a:pt x="2154844" y="557011"/>
                </a:lnTo>
                <a:lnTo>
                  <a:pt x="2170723" y="551565"/>
                </a:lnTo>
                <a:lnTo>
                  <a:pt x="2229853" y="542337"/>
                </a:lnTo>
                <a:lnTo>
                  <a:pt x="2323311" y="518889"/>
                </a:lnTo>
                <a:lnTo>
                  <a:pt x="2351137" y="509661"/>
                </a:lnTo>
                <a:lnTo>
                  <a:pt x="2361270" y="504971"/>
                </a:lnTo>
                <a:lnTo>
                  <a:pt x="2369890" y="498466"/>
                </a:lnTo>
                <a:lnTo>
                  <a:pt x="2384256" y="477438"/>
                </a:lnTo>
                <a:lnTo>
                  <a:pt x="2411477" y="444611"/>
                </a:lnTo>
                <a:lnTo>
                  <a:pt x="2430532" y="417380"/>
                </a:lnTo>
                <a:lnTo>
                  <a:pt x="2470758" y="378048"/>
                </a:lnTo>
                <a:lnTo>
                  <a:pt x="2502819" y="341438"/>
                </a:lnTo>
                <a:lnTo>
                  <a:pt x="2507204" y="334479"/>
                </a:lnTo>
                <a:lnTo>
                  <a:pt x="2512497" y="314510"/>
                </a:lnTo>
                <a:lnTo>
                  <a:pt x="2512800" y="305131"/>
                </a:lnTo>
                <a:lnTo>
                  <a:pt x="2511892" y="295600"/>
                </a:lnTo>
                <a:lnTo>
                  <a:pt x="2516278" y="291213"/>
                </a:lnTo>
                <a:lnTo>
                  <a:pt x="2522478" y="288490"/>
                </a:lnTo>
                <a:lnTo>
                  <a:pt x="2523991" y="288490"/>
                </a:lnTo>
                <a:lnTo>
                  <a:pt x="2528679" y="292726"/>
                </a:lnTo>
                <a:lnTo>
                  <a:pt x="2539869" y="298475"/>
                </a:lnTo>
                <a:lnTo>
                  <a:pt x="2548187" y="305887"/>
                </a:lnTo>
                <a:lnTo>
                  <a:pt x="2553782" y="315569"/>
                </a:lnTo>
                <a:lnTo>
                  <a:pt x="2557866" y="324495"/>
                </a:lnTo>
                <a:lnTo>
                  <a:pt x="2558168" y="332210"/>
                </a:lnTo>
                <a:lnTo>
                  <a:pt x="2563159" y="338412"/>
                </a:lnTo>
                <a:lnTo>
                  <a:pt x="2577374" y="339471"/>
                </a:lnTo>
                <a:lnTo>
                  <a:pt x="2581911" y="347338"/>
                </a:lnTo>
                <a:lnTo>
                  <a:pt x="2591741" y="360953"/>
                </a:lnTo>
                <a:lnTo>
                  <a:pt x="2600814" y="370786"/>
                </a:lnTo>
                <a:lnTo>
                  <a:pt x="2606258" y="374568"/>
                </a:lnTo>
                <a:lnTo>
                  <a:pt x="2613215" y="372450"/>
                </a:lnTo>
                <a:lnTo>
                  <a:pt x="2623952" y="363525"/>
                </a:lnTo>
                <a:lnTo>
                  <a:pt x="2631665" y="352633"/>
                </a:lnTo>
                <a:lnTo>
                  <a:pt x="2636806" y="337807"/>
                </a:lnTo>
                <a:lnTo>
                  <a:pt x="2632723" y="335689"/>
                </a:lnTo>
                <a:lnTo>
                  <a:pt x="2639982" y="324646"/>
                </a:lnTo>
                <a:lnTo>
                  <a:pt x="2641343" y="318746"/>
                </a:lnTo>
                <a:lnTo>
                  <a:pt x="2638016" y="313300"/>
                </a:lnTo>
                <a:lnTo>
                  <a:pt x="2633782" y="308005"/>
                </a:lnTo>
                <a:lnTo>
                  <a:pt x="2632118" y="294541"/>
                </a:lnTo>
                <a:lnTo>
                  <a:pt x="2629245" y="277295"/>
                </a:lnTo>
                <a:lnTo>
                  <a:pt x="2627279" y="269580"/>
                </a:lnTo>
                <a:lnTo>
                  <a:pt x="2632875" y="263983"/>
                </a:lnTo>
                <a:lnTo>
                  <a:pt x="2645124" y="256873"/>
                </a:lnTo>
                <a:lnTo>
                  <a:pt x="2657222" y="248704"/>
                </a:lnTo>
                <a:lnTo>
                  <a:pt x="2669623" y="242047"/>
                </a:lnTo>
                <a:lnTo>
                  <a:pt x="2669925" y="253998"/>
                </a:lnTo>
                <a:lnTo>
                  <a:pt x="2669623" y="273665"/>
                </a:lnTo>
                <a:lnTo>
                  <a:pt x="2673404" y="290003"/>
                </a:lnTo>
                <a:lnTo>
                  <a:pt x="2681721" y="319200"/>
                </a:lnTo>
                <a:lnTo>
                  <a:pt x="2691400" y="323133"/>
                </a:lnTo>
                <a:lnTo>
                  <a:pt x="2702893" y="325705"/>
                </a:lnTo>
                <a:lnTo>
                  <a:pt x="2709547" y="324797"/>
                </a:lnTo>
                <a:lnTo>
                  <a:pt x="2713781" y="322982"/>
                </a:lnTo>
                <a:lnTo>
                  <a:pt x="2714991" y="320561"/>
                </a:lnTo>
                <a:lnTo>
                  <a:pt x="2707732" y="309215"/>
                </a:lnTo>
                <a:lnTo>
                  <a:pt x="2705917" y="282288"/>
                </a:lnTo>
                <a:lnTo>
                  <a:pt x="2700020" y="264588"/>
                </a:lnTo>
                <a:lnTo>
                  <a:pt x="2690946" y="247039"/>
                </a:lnTo>
                <a:lnTo>
                  <a:pt x="2686712" y="242047"/>
                </a:lnTo>
                <a:lnTo>
                  <a:pt x="2722250" y="237055"/>
                </a:lnTo>
                <a:lnTo>
                  <a:pt x="2730265" y="231609"/>
                </a:lnTo>
                <a:lnTo>
                  <a:pt x="2744178" y="219507"/>
                </a:lnTo>
                <a:lnTo>
                  <a:pt x="2749320" y="212699"/>
                </a:lnTo>
                <a:lnTo>
                  <a:pt x="2753554" y="197571"/>
                </a:lnTo>
                <a:lnTo>
                  <a:pt x="2736163" y="188494"/>
                </a:lnTo>
                <a:lnTo>
                  <a:pt x="2729358" y="176846"/>
                </a:lnTo>
                <a:lnTo>
                  <a:pt x="2728904" y="164441"/>
                </a:lnTo>
                <a:lnTo>
                  <a:pt x="2749622" y="141144"/>
                </a:lnTo>
                <a:lnTo>
                  <a:pt x="2756881" y="135698"/>
                </a:lnTo>
                <a:lnTo>
                  <a:pt x="2760057" y="143867"/>
                </a:lnTo>
                <a:lnTo>
                  <a:pt x="2769131" y="145985"/>
                </a:lnTo>
                <a:lnTo>
                  <a:pt x="2777599" y="146287"/>
                </a:lnTo>
                <a:lnTo>
                  <a:pt x="2786068" y="145833"/>
                </a:lnTo>
                <a:lnTo>
                  <a:pt x="2798166" y="134034"/>
                </a:lnTo>
                <a:lnTo>
                  <a:pt x="2804367" y="117242"/>
                </a:lnTo>
                <a:lnTo>
                  <a:pt x="2825841" y="93491"/>
                </a:lnTo>
                <a:lnTo>
                  <a:pt x="2833402" y="75186"/>
                </a:lnTo>
                <a:lnTo>
                  <a:pt x="2837637" y="55973"/>
                </a:lnTo>
                <a:lnTo>
                  <a:pt x="2891625" y="0"/>
                </a:lnTo>
                <a:lnTo>
                  <a:pt x="2898128" y="0"/>
                </a:lnTo>
                <a:lnTo>
                  <a:pt x="2930188" y="0"/>
                </a:lnTo>
                <a:lnTo>
                  <a:pt x="2934120" y="0"/>
                </a:lnTo>
                <a:lnTo>
                  <a:pt x="2942740" y="0"/>
                </a:lnTo>
                <a:lnTo>
                  <a:pt x="2945311" y="0"/>
                </a:lnTo>
                <a:lnTo>
                  <a:pt x="2944101" y="0"/>
                </a:lnTo>
                <a:lnTo>
                  <a:pt x="2938959" y="0"/>
                </a:lnTo>
                <a:lnTo>
                  <a:pt x="2935935" y="0"/>
                </a:lnTo>
                <a:lnTo>
                  <a:pt x="2939564" y="0"/>
                </a:lnTo>
                <a:lnTo>
                  <a:pt x="2954838" y="0"/>
                </a:lnTo>
                <a:lnTo>
                  <a:pt x="2970868" y="0"/>
                </a:lnTo>
                <a:lnTo>
                  <a:pt x="2979791" y="0"/>
                </a:lnTo>
                <a:lnTo>
                  <a:pt x="2987503" y="0"/>
                </a:lnTo>
                <a:lnTo>
                  <a:pt x="3002777" y="0"/>
                </a:lnTo>
                <a:lnTo>
                  <a:pt x="3006104" y="0"/>
                </a:lnTo>
                <a:lnTo>
                  <a:pt x="3005046" y="0"/>
                </a:lnTo>
                <a:lnTo>
                  <a:pt x="3006558" y="0"/>
                </a:lnTo>
                <a:lnTo>
                  <a:pt x="3012456" y="0"/>
                </a:lnTo>
                <a:lnTo>
                  <a:pt x="3025462" y="0"/>
                </a:lnTo>
                <a:lnTo>
                  <a:pt x="3043458" y="0"/>
                </a:lnTo>
                <a:lnTo>
                  <a:pt x="3060244" y="0"/>
                </a:lnTo>
                <a:lnTo>
                  <a:pt x="3065688" y="3933"/>
                </a:lnTo>
                <a:lnTo>
                  <a:pt x="3069318" y="11043"/>
                </a:lnTo>
                <a:lnTo>
                  <a:pt x="3072947" y="22692"/>
                </a:lnTo>
                <a:lnTo>
                  <a:pt x="3073250" y="34492"/>
                </a:lnTo>
                <a:lnTo>
                  <a:pt x="3061151" y="45838"/>
                </a:lnTo>
                <a:lnTo>
                  <a:pt x="3066293" y="64445"/>
                </a:lnTo>
                <a:lnTo>
                  <a:pt x="3065537" y="75337"/>
                </a:lnTo>
                <a:lnTo>
                  <a:pt x="3061303" y="84565"/>
                </a:lnTo>
                <a:lnTo>
                  <a:pt x="3043760" y="93037"/>
                </a:lnTo>
                <a:lnTo>
                  <a:pt x="3091699" y="84717"/>
                </a:lnTo>
                <a:lnTo>
                  <a:pt x="3103495" y="79876"/>
                </a:lnTo>
                <a:lnTo>
                  <a:pt x="3119828" y="67622"/>
                </a:lnTo>
                <a:lnTo>
                  <a:pt x="3128599" y="78212"/>
                </a:lnTo>
                <a:lnTo>
                  <a:pt x="3136765" y="96516"/>
                </a:lnTo>
                <a:lnTo>
                  <a:pt x="3130111" y="101055"/>
                </a:lnTo>
                <a:lnTo>
                  <a:pt x="3109393" y="107862"/>
                </a:lnTo>
                <a:lnTo>
                  <a:pt x="3108334" y="110585"/>
                </a:lnTo>
                <a:lnTo>
                  <a:pt x="3115291" y="120116"/>
                </a:lnTo>
                <a:lnTo>
                  <a:pt x="3123911" y="119208"/>
                </a:lnTo>
                <a:lnTo>
                  <a:pt x="3141151" y="112855"/>
                </a:lnTo>
                <a:lnTo>
                  <a:pt x="3156878" y="102719"/>
                </a:lnTo>
                <a:lnTo>
                  <a:pt x="3164591" y="102870"/>
                </a:lnTo>
                <a:lnTo>
                  <a:pt x="3172606" y="104988"/>
                </a:lnTo>
                <a:lnTo>
                  <a:pt x="3188183" y="111493"/>
                </a:lnTo>
                <a:lnTo>
                  <a:pt x="3196954" y="116637"/>
                </a:lnTo>
                <a:lnTo>
                  <a:pt x="3204364" y="123293"/>
                </a:lnTo>
                <a:lnTo>
                  <a:pt x="3209203" y="137362"/>
                </a:lnTo>
                <a:lnTo>
                  <a:pt x="3227199" y="142354"/>
                </a:lnTo>
                <a:lnTo>
                  <a:pt x="3263948" y="162020"/>
                </a:lnTo>
                <a:lnTo>
                  <a:pt x="3270904" y="163684"/>
                </a:lnTo>
                <a:lnTo>
                  <a:pt x="3278012" y="164138"/>
                </a:lnTo>
                <a:lnTo>
                  <a:pt x="3297369" y="161718"/>
                </a:lnTo>
                <a:lnTo>
                  <a:pt x="3304174" y="164441"/>
                </a:lnTo>
                <a:lnTo>
                  <a:pt x="3309165" y="171551"/>
                </a:lnTo>
                <a:lnTo>
                  <a:pt x="3310677" y="180325"/>
                </a:lnTo>
                <a:lnTo>
                  <a:pt x="3310223" y="189705"/>
                </a:lnTo>
                <a:lnTo>
                  <a:pt x="3308257" y="196815"/>
                </a:lnTo>
                <a:lnTo>
                  <a:pt x="3303721" y="202715"/>
                </a:lnTo>
                <a:lnTo>
                  <a:pt x="3290413" y="211791"/>
                </a:lnTo>
                <a:lnTo>
                  <a:pt x="3257142" y="223440"/>
                </a:lnTo>
                <a:lnTo>
                  <a:pt x="3220848" y="232365"/>
                </a:lnTo>
                <a:lnTo>
                  <a:pt x="3202549" y="231760"/>
                </a:lnTo>
                <a:lnTo>
                  <a:pt x="3176992" y="224045"/>
                </a:lnTo>
                <a:lnTo>
                  <a:pt x="3167616" y="225104"/>
                </a:lnTo>
                <a:lnTo>
                  <a:pt x="3158693" y="228583"/>
                </a:lnTo>
                <a:lnTo>
                  <a:pt x="3147200" y="252788"/>
                </a:lnTo>
                <a:lnTo>
                  <a:pt x="3168221" y="276993"/>
                </a:lnTo>
                <a:lnTo>
                  <a:pt x="3204213" y="302257"/>
                </a:lnTo>
                <a:lnTo>
                  <a:pt x="3209203" y="308459"/>
                </a:lnTo>
                <a:lnTo>
                  <a:pt x="3207842" y="316174"/>
                </a:lnTo>
                <a:lnTo>
                  <a:pt x="3202096" y="320864"/>
                </a:lnTo>
                <a:lnTo>
                  <a:pt x="3194534" y="323436"/>
                </a:lnTo>
                <a:lnTo>
                  <a:pt x="3174270" y="327369"/>
                </a:lnTo>
                <a:lnTo>
                  <a:pt x="3153854" y="330394"/>
                </a:lnTo>
                <a:lnTo>
                  <a:pt x="3136916" y="334630"/>
                </a:lnTo>
                <a:lnTo>
                  <a:pt x="3120433" y="340379"/>
                </a:lnTo>
                <a:lnTo>
                  <a:pt x="3103495" y="338412"/>
                </a:lnTo>
                <a:lnTo>
                  <a:pt x="3080055" y="327066"/>
                </a:lnTo>
                <a:lnTo>
                  <a:pt x="3073250" y="326310"/>
                </a:lnTo>
                <a:lnTo>
                  <a:pt x="3066293" y="332210"/>
                </a:lnTo>
                <a:lnTo>
                  <a:pt x="3059337" y="347943"/>
                </a:lnTo>
                <a:lnTo>
                  <a:pt x="3054800" y="352330"/>
                </a:lnTo>
                <a:close/>
                <a:moveTo>
                  <a:pt x="440829" y="182292"/>
                </a:moveTo>
                <a:lnTo>
                  <a:pt x="437048" y="186528"/>
                </a:lnTo>
                <a:lnTo>
                  <a:pt x="426009" y="184107"/>
                </a:lnTo>
                <a:lnTo>
                  <a:pt x="427975" y="159297"/>
                </a:lnTo>
                <a:lnTo>
                  <a:pt x="434326" y="156120"/>
                </a:lnTo>
                <a:lnTo>
                  <a:pt x="444005" y="160659"/>
                </a:lnTo>
                <a:lnTo>
                  <a:pt x="448390" y="164895"/>
                </a:lnTo>
                <a:lnTo>
                  <a:pt x="440829" y="182292"/>
                </a:lnTo>
                <a:close/>
                <a:moveTo>
                  <a:pt x="374138" y="5144"/>
                </a:moveTo>
                <a:lnTo>
                  <a:pt x="384875" y="21330"/>
                </a:lnTo>
                <a:lnTo>
                  <a:pt x="379431" y="28592"/>
                </a:lnTo>
                <a:lnTo>
                  <a:pt x="376860" y="30710"/>
                </a:lnTo>
                <a:lnTo>
                  <a:pt x="370357" y="28289"/>
                </a:lnTo>
                <a:lnTo>
                  <a:pt x="364308" y="34492"/>
                </a:lnTo>
                <a:lnTo>
                  <a:pt x="358410" y="35853"/>
                </a:lnTo>
                <a:lnTo>
                  <a:pt x="352512" y="24507"/>
                </a:lnTo>
                <a:lnTo>
                  <a:pt x="345253" y="20120"/>
                </a:lnTo>
                <a:lnTo>
                  <a:pt x="343590" y="12405"/>
                </a:lnTo>
                <a:lnTo>
                  <a:pt x="353420" y="11043"/>
                </a:lnTo>
                <a:lnTo>
                  <a:pt x="359166" y="13615"/>
                </a:lnTo>
                <a:lnTo>
                  <a:pt x="370206" y="8320"/>
                </a:lnTo>
                <a:lnTo>
                  <a:pt x="374138" y="5144"/>
                </a:lnTo>
                <a:close/>
                <a:moveTo>
                  <a:pt x="2119456" y="617977"/>
                </a:moveTo>
                <a:lnTo>
                  <a:pt x="2114920" y="619944"/>
                </a:lnTo>
                <a:lnTo>
                  <a:pt x="2107812" y="614497"/>
                </a:lnTo>
                <a:lnTo>
                  <a:pt x="2105997" y="568660"/>
                </a:lnTo>
                <a:lnTo>
                  <a:pt x="2110988" y="564575"/>
                </a:lnTo>
                <a:lnTo>
                  <a:pt x="2114315" y="565180"/>
                </a:lnTo>
                <a:lnTo>
                  <a:pt x="2117793" y="573501"/>
                </a:lnTo>
                <a:lnTo>
                  <a:pt x="2117491" y="593621"/>
                </a:lnTo>
                <a:lnTo>
                  <a:pt x="2118095" y="611321"/>
                </a:lnTo>
                <a:lnTo>
                  <a:pt x="2119456" y="617977"/>
                </a:lnTo>
                <a:close/>
                <a:moveTo>
                  <a:pt x="997498" y="781964"/>
                </a:moveTo>
                <a:lnTo>
                  <a:pt x="974814" y="791948"/>
                </a:lnTo>
                <a:lnTo>
                  <a:pt x="949105" y="782720"/>
                </a:lnTo>
                <a:lnTo>
                  <a:pt x="957423" y="768046"/>
                </a:lnTo>
                <a:lnTo>
                  <a:pt x="974512" y="764415"/>
                </a:lnTo>
                <a:lnTo>
                  <a:pt x="988273" y="769105"/>
                </a:lnTo>
                <a:lnTo>
                  <a:pt x="996137" y="772736"/>
                </a:lnTo>
                <a:lnTo>
                  <a:pt x="1001430" y="776820"/>
                </a:lnTo>
                <a:lnTo>
                  <a:pt x="997498" y="781964"/>
                </a:lnTo>
                <a:close/>
                <a:moveTo>
                  <a:pt x="2686712" y="242047"/>
                </a:moveTo>
                <a:lnTo>
                  <a:pt x="2690946" y="247039"/>
                </a:lnTo>
                <a:lnTo>
                  <a:pt x="2700020" y="264588"/>
                </a:lnTo>
                <a:lnTo>
                  <a:pt x="2705917" y="282288"/>
                </a:lnTo>
                <a:lnTo>
                  <a:pt x="2707732" y="309215"/>
                </a:lnTo>
                <a:lnTo>
                  <a:pt x="2714991" y="320561"/>
                </a:lnTo>
                <a:lnTo>
                  <a:pt x="2713781" y="322982"/>
                </a:lnTo>
                <a:lnTo>
                  <a:pt x="2709547" y="324797"/>
                </a:lnTo>
                <a:lnTo>
                  <a:pt x="2702893" y="325705"/>
                </a:lnTo>
                <a:lnTo>
                  <a:pt x="2691400" y="323133"/>
                </a:lnTo>
                <a:lnTo>
                  <a:pt x="2681721" y="319200"/>
                </a:lnTo>
                <a:lnTo>
                  <a:pt x="2673404" y="290003"/>
                </a:lnTo>
                <a:lnTo>
                  <a:pt x="2669623" y="273665"/>
                </a:lnTo>
                <a:lnTo>
                  <a:pt x="2669925" y="253998"/>
                </a:lnTo>
                <a:lnTo>
                  <a:pt x="2669623" y="242047"/>
                </a:lnTo>
                <a:lnTo>
                  <a:pt x="2686712" y="242047"/>
                </a:lnTo>
                <a:close/>
                <a:moveTo>
                  <a:pt x="2669623" y="242047"/>
                </a:moveTo>
                <a:lnTo>
                  <a:pt x="2657222" y="248704"/>
                </a:lnTo>
                <a:lnTo>
                  <a:pt x="2645124" y="256873"/>
                </a:lnTo>
                <a:lnTo>
                  <a:pt x="2632875" y="263983"/>
                </a:lnTo>
                <a:lnTo>
                  <a:pt x="2627279" y="269580"/>
                </a:lnTo>
                <a:lnTo>
                  <a:pt x="2629245" y="277295"/>
                </a:lnTo>
                <a:lnTo>
                  <a:pt x="2632118" y="294541"/>
                </a:lnTo>
                <a:lnTo>
                  <a:pt x="2633782" y="308005"/>
                </a:lnTo>
                <a:lnTo>
                  <a:pt x="2638016" y="313300"/>
                </a:lnTo>
                <a:lnTo>
                  <a:pt x="2641343" y="318746"/>
                </a:lnTo>
                <a:lnTo>
                  <a:pt x="2639982" y="324646"/>
                </a:lnTo>
                <a:lnTo>
                  <a:pt x="2632723" y="335689"/>
                </a:lnTo>
                <a:lnTo>
                  <a:pt x="2636806" y="337807"/>
                </a:lnTo>
                <a:lnTo>
                  <a:pt x="2631665" y="352633"/>
                </a:lnTo>
                <a:lnTo>
                  <a:pt x="2623952" y="363525"/>
                </a:lnTo>
                <a:lnTo>
                  <a:pt x="2613215" y="372450"/>
                </a:lnTo>
                <a:lnTo>
                  <a:pt x="2606258" y="374568"/>
                </a:lnTo>
                <a:lnTo>
                  <a:pt x="2600814" y="370786"/>
                </a:lnTo>
                <a:lnTo>
                  <a:pt x="2591741" y="360953"/>
                </a:lnTo>
                <a:lnTo>
                  <a:pt x="2581911" y="347338"/>
                </a:lnTo>
                <a:lnTo>
                  <a:pt x="2577374" y="339471"/>
                </a:lnTo>
                <a:lnTo>
                  <a:pt x="2563159" y="338412"/>
                </a:lnTo>
                <a:lnTo>
                  <a:pt x="2558168" y="332210"/>
                </a:lnTo>
                <a:lnTo>
                  <a:pt x="2557866" y="324495"/>
                </a:lnTo>
                <a:lnTo>
                  <a:pt x="2553782" y="315569"/>
                </a:lnTo>
                <a:lnTo>
                  <a:pt x="2548187" y="305887"/>
                </a:lnTo>
                <a:lnTo>
                  <a:pt x="2539869" y="298475"/>
                </a:lnTo>
                <a:lnTo>
                  <a:pt x="2528679" y="292726"/>
                </a:lnTo>
                <a:lnTo>
                  <a:pt x="2523991" y="288490"/>
                </a:lnTo>
                <a:lnTo>
                  <a:pt x="2541231" y="288793"/>
                </a:lnTo>
                <a:lnTo>
                  <a:pt x="2559529" y="286372"/>
                </a:lnTo>
                <a:lnTo>
                  <a:pt x="2578433" y="278354"/>
                </a:lnTo>
                <a:lnTo>
                  <a:pt x="2596731" y="268521"/>
                </a:lnTo>
                <a:lnTo>
                  <a:pt x="2612005" y="257478"/>
                </a:lnTo>
                <a:lnTo>
                  <a:pt x="2626372" y="244922"/>
                </a:lnTo>
                <a:lnTo>
                  <a:pt x="2641494" y="235088"/>
                </a:lnTo>
                <a:lnTo>
                  <a:pt x="2664784" y="223591"/>
                </a:lnTo>
                <a:lnTo>
                  <a:pt x="2672799" y="224499"/>
                </a:lnTo>
                <a:lnTo>
                  <a:pt x="2672647" y="232668"/>
                </a:lnTo>
                <a:lnTo>
                  <a:pt x="2669623" y="242047"/>
                </a:lnTo>
                <a:close/>
                <a:moveTo>
                  <a:pt x="3459485" y="188040"/>
                </a:moveTo>
                <a:lnTo>
                  <a:pt x="3455402" y="197269"/>
                </a:lnTo>
                <a:lnTo>
                  <a:pt x="3450714" y="201504"/>
                </a:lnTo>
                <a:lnTo>
                  <a:pt x="3444362" y="199084"/>
                </a:lnTo>
                <a:lnTo>
                  <a:pt x="3439523" y="194394"/>
                </a:lnTo>
                <a:lnTo>
                  <a:pt x="3436952" y="201353"/>
                </a:lnTo>
                <a:lnTo>
                  <a:pt x="3423644" y="204076"/>
                </a:lnTo>
                <a:lnTo>
                  <a:pt x="3415327" y="214817"/>
                </a:lnTo>
                <a:lnTo>
                  <a:pt x="3403228" y="217843"/>
                </a:lnTo>
                <a:lnTo>
                  <a:pt x="3394608" y="216330"/>
                </a:lnTo>
                <a:lnTo>
                  <a:pt x="3395516" y="206799"/>
                </a:lnTo>
                <a:lnTo>
                  <a:pt x="3419107" y="192428"/>
                </a:lnTo>
                <a:lnTo>
                  <a:pt x="3433776" y="186982"/>
                </a:lnTo>
                <a:lnTo>
                  <a:pt x="3446631" y="176694"/>
                </a:lnTo>
                <a:lnTo>
                  <a:pt x="3453134" y="175484"/>
                </a:lnTo>
                <a:lnTo>
                  <a:pt x="3456309" y="183956"/>
                </a:lnTo>
                <a:lnTo>
                  <a:pt x="3459485" y="188040"/>
                </a:lnTo>
                <a:close/>
                <a:moveTo>
                  <a:pt x="415574" y="0"/>
                </a:moveTo>
                <a:lnTo>
                  <a:pt x="414515" y="0"/>
                </a:lnTo>
                <a:lnTo>
                  <a:pt x="418296" y="0"/>
                </a:lnTo>
                <a:lnTo>
                  <a:pt x="423438" y="0"/>
                </a:lnTo>
                <a:lnTo>
                  <a:pt x="430092" y="0"/>
                </a:lnTo>
                <a:lnTo>
                  <a:pt x="437351" y="0"/>
                </a:lnTo>
                <a:lnTo>
                  <a:pt x="445215" y="0"/>
                </a:lnTo>
                <a:lnTo>
                  <a:pt x="453532" y="0"/>
                </a:lnTo>
                <a:lnTo>
                  <a:pt x="462455" y="0"/>
                </a:lnTo>
                <a:lnTo>
                  <a:pt x="471528" y="0"/>
                </a:lnTo>
                <a:lnTo>
                  <a:pt x="475763" y="0"/>
                </a:lnTo>
                <a:lnTo>
                  <a:pt x="478787" y="0"/>
                </a:lnTo>
                <a:lnTo>
                  <a:pt x="479241" y="0"/>
                </a:lnTo>
                <a:lnTo>
                  <a:pt x="475007" y="0"/>
                </a:lnTo>
                <a:lnTo>
                  <a:pt x="467596" y="0"/>
                </a:lnTo>
                <a:lnTo>
                  <a:pt x="457313" y="0"/>
                </a:lnTo>
                <a:lnTo>
                  <a:pt x="460640" y="0"/>
                </a:lnTo>
                <a:lnTo>
                  <a:pt x="474855" y="0"/>
                </a:lnTo>
                <a:lnTo>
                  <a:pt x="491642" y="0"/>
                </a:lnTo>
                <a:lnTo>
                  <a:pt x="509638" y="0"/>
                </a:lnTo>
                <a:lnTo>
                  <a:pt x="519165" y="0"/>
                </a:lnTo>
                <a:lnTo>
                  <a:pt x="526878" y="0"/>
                </a:lnTo>
                <a:lnTo>
                  <a:pt x="534137" y="0"/>
                </a:lnTo>
                <a:lnTo>
                  <a:pt x="543361" y="0"/>
                </a:lnTo>
                <a:lnTo>
                  <a:pt x="571792" y="0"/>
                </a:lnTo>
                <a:lnTo>
                  <a:pt x="580412" y="0"/>
                </a:lnTo>
                <a:lnTo>
                  <a:pt x="581773" y="0"/>
                </a:lnTo>
                <a:lnTo>
                  <a:pt x="578295" y="0"/>
                </a:lnTo>
                <a:lnTo>
                  <a:pt x="582681" y="0"/>
                </a:lnTo>
                <a:lnTo>
                  <a:pt x="590696" y="0"/>
                </a:lnTo>
                <a:lnTo>
                  <a:pt x="591603" y="0"/>
                </a:lnTo>
                <a:lnTo>
                  <a:pt x="581773" y="0"/>
                </a:lnTo>
                <a:lnTo>
                  <a:pt x="573456" y="0"/>
                </a:lnTo>
                <a:lnTo>
                  <a:pt x="564382" y="0"/>
                </a:lnTo>
                <a:lnTo>
                  <a:pt x="557426" y="0"/>
                </a:lnTo>
                <a:lnTo>
                  <a:pt x="555460" y="0"/>
                </a:lnTo>
                <a:lnTo>
                  <a:pt x="556065" y="0"/>
                </a:lnTo>
                <a:lnTo>
                  <a:pt x="562416" y="0"/>
                </a:lnTo>
                <a:lnTo>
                  <a:pt x="569221" y="0"/>
                </a:lnTo>
                <a:lnTo>
                  <a:pt x="570885" y="0"/>
                </a:lnTo>
                <a:lnTo>
                  <a:pt x="570129" y="0"/>
                </a:lnTo>
                <a:lnTo>
                  <a:pt x="565441" y="0"/>
                </a:lnTo>
                <a:lnTo>
                  <a:pt x="548201" y="0"/>
                </a:lnTo>
                <a:lnTo>
                  <a:pt x="534439" y="0"/>
                </a:lnTo>
                <a:lnTo>
                  <a:pt x="541698" y="0"/>
                </a:lnTo>
                <a:lnTo>
                  <a:pt x="555308" y="0"/>
                </a:lnTo>
                <a:lnTo>
                  <a:pt x="564231" y="0"/>
                </a:lnTo>
                <a:lnTo>
                  <a:pt x="573607" y="0"/>
                </a:lnTo>
                <a:lnTo>
                  <a:pt x="593720" y="0"/>
                </a:lnTo>
                <a:lnTo>
                  <a:pt x="610960" y="0"/>
                </a:lnTo>
                <a:lnTo>
                  <a:pt x="632283" y="0"/>
                </a:lnTo>
                <a:lnTo>
                  <a:pt x="633644" y="0"/>
                </a:lnTo>
                <a:lnTo>
                  <a:pt x="652397" y="0"/>
                </a:lnTo>
                <a:lnTo>
                  <a:pt x="660865" y="0"/>
                </a:lnTo>
                <a:lnTo>
                  <a:pt x="665553" y="0"/>
                </a:lnTo>
                <a:lnTo>
                  <a:pt x="672207" y="0"/>
                </a:lnTo>
                <a:lnTo>
                  <a:pt x="680676" y="0"/>
                </a:lnTo>
                <a:lnTo>
                  <a:pt x="691565" y="0"/>
                </a:lnTo>
                <a:lnTo>
                  <a:pt x="704873" y="0"/>
                </a:lnTo>
                <a:lnTo>
                  <a:pt x="714854" y="0"/>
                </a:lnTo>
                <a:lnTo>
                  <a:pt x="721961" y="0"/>
                </a:lnTo>
                <a:lnTo>
                  <a:pt x="734665" y="0"/>
                </a:lnTo>
                <a:lnTo>
                  <a:pt x="752812" y="0"/>
                </a:lnTo>
                <a:lnTo>
                  <a:pt x="768993" y="0"/>
                </a:lnTo>
                <a:lnTo>
                  <a:pt x="783209" y="0"/>
                </a:lnTo>
                <a:lnTo>
                  <a:pt x="790014" y="0"/>
                </a:lnTo>
                <a:lnTo>
                  <a:pt x="789711" y="0"/>
                </a:lnTo>
                <a:lnTo>
                  <a:pt x="792887" y="0"/>
                </a:lnTo>
                <a:lnTo>
                  <a:pt x="799541" y="0"/>
                </a:lnTo>
                <a:lnTo>
                  <a:pt x="802415" y="0"/>
                </a:lnTo>
                <a:lnTo>
                  <a:pt x="801658" y="0"/>
                </a:lnTo>
                <a:lnTo>
                  <a:pt x="808161" y="0"/>
                </a:lnTo>
                <a:lnTo>
                  <a:pt x="821620" y="0"/>
                </a:lnTo>
                <a:lnTo>
                  <a:pt x="835533" y="0"/>
                </a:lnTo>
                <a:lnTo>
                  <a:pt x="849446" y="0"/>
                </a:lnTo>
                <a:lnTo>
                  <a:pt x="858520" y="0"/>
                </a:lnTo>
                <a:lnTo>
                  <a:pt x="864569" y="0"/>
                </a:lnTo>
                <a:lnTo>
                  <a:pt x="873340" y="0"/>
                </a:lnTo>
                <a:lnTo>
                  <a:pt x="881053" y="0"/>
                </a:lnTo>
                <a:lnTo>
                  <a:pt x="890580" y="0"/>
                </a:lnTo>
                <a:lnTo>
                  <a:pt x="893151" y="0"/>
                </a:lnTo>
                <a:lnTo>
                  <a:pt x="888463" y="0"/>
                </a:lnTo>
                <a:lnTo>
                  <a:pt x="888917" y="0"/>
                </a:lnTo>
                <a:lnTo>
                  <a:pt x="894361" y="0"/>
                </a:lnTo>
                <a:lnTo>
                  <a:pt x="906308" y="0"/>
                </a:lnTo>
                <a:lnTo>
                  <a:pt x="924606" y="0"/>
                </a:lnTo>
                <a:lnTo>
                  <a:pt x="946081" y="0"/>
                </a:lnTo>
                <a:lnTo>
                  <a:pt x="970580" y="0"/>
                </a:lnTo>
                <a:lnTo>
                  <a:pt x="986761" y="0"/>
                </a:lnTo>
                <a:lnTo>
                  <a:pt x="994474" y="0"/>
                </a:lnTo>
                <a:lnTo>
                  <a:pt x="1009445" y="0"/>
                </a:lnTo>
                <a:lnTo>
                  <a:pt x="1031676" y="0"/>
                </a:lnTo>
                <a:lnTo>
                  <a:pt x="1050882" y="0"/>
                </a:lnTo>
                <a:lnTo>
                  <a:pt x="1066761" y="0"/>
                </a:lnTo>
                <a:lnTo>
                  <a:pt x="1083547" y="0"/>
                </a:lnTo>
                <a:lnTo>
                  <a:pt x="1101240" y="0"/>
                </a:lnTo>
                <a:lnTo>
                  <a:pt x="1113944" y="0"/>
                </a:lnTo>
                <a:lnTo>
                  <a:pt x="1125437" y="0"/>
                </a:lnTo>
                <a:lnTo>
                  <a:pt x="1116817" y="0"/>
                </a:lnTo>
                <a:lnTo>
                  <a:pt x="1114548" y="0"/>
                </a:lnTo>
                <a:lnTo>
                  <a:pt x="1115607" y="0"/>
                </a:lnTo>
                <a:lnTo>
                  <a:pt x="1125891" y="0"/>
                </a:lnTo>
                <a:lnTo>
                  <a:pt x="1145701" y="0"/>
                </a:lnTo>
                <a:lnTo>
                  <a:pt x="1157195" y="0"/>
                </a:lnTo>
                <a:lnTo>
                  <a:pt x="1160370" y="0"/>
                </a:lnTo>
                <a:lnTo>
                  <a:pt x="1175796" y="0"/>
                </a:lnTo>
                <a:lnTo>
                  <a:pt x="1203319" y="0"/>
                </a:lnTo>
                <a:lnTo>
                  <a:pt x="1214661" y="0"/>
                </a:lnTo>
                <a:lnTo>
                  <a:pt x="1210124" y="0"/>
                </a:lnTo>
                <a:lnTo>
                  <a:pt x="1209671" y="0"/>
                </a:lnTo>
                <a:lnTo>
                  <a:pt x="1213603" y="0"/>
                </a:lnTo>
                <a:lnTo>
                  <a:pt x="1223130" y="0"/>
                </a:lnTo>
                <a:lnTo>
                  <a:pt x="1238253" y="0"/>
                </a:lnTo>
                <a:lnTo>
                  <a:pt x="1247326" y="0"/>
                </a:lnTo>
                <a:lnTo>
                  <a:pt x="1250200" y="0"/>
                </a:lnTo>
                <a:lnTo>
                  <a:pt x="1249897" y="0"/>
                </a:lnTo>
                <a:lnTo>
                  <a:pt x="1246419" y="0"/>
                </a:lnTo>
                <a:lnTo>
                  <a:pt x="1240067" y="0"/>
                </a:lnTo>
                <a:lnTo>
                  <a:pt x="1230843" y="0"/>
                </a:lnTo>
                <a:lnTo>
                  <a:pt x="1229784" y="0"/>
                </a:lnTo>
                <a:lnTo>
                  <a:pt x="1227364" y="0"/>
                </a:lnTo>
                <a:lnTo>
                  <a:pt x="1233867" y="0"/>
                </a:lnTo>
                <a:lnTo>
                  <a:pt x="1235984" y="0"/>
                </a:lnTo>
                <a:lnTo>
                  <a:pt x="1232355" y="0"/>
                </a:lnTo>
                <a:lnTo>
                  <a:pt x="1228877" y="0"/>
                </a:lnTo>
                <a:lnTo>
                  <a:pt x="1228423" y="0"/>
                </a:lnTo>
                <a:lnTo>
                  <a:pt x="1225247" y="0"/>
                </a:lnTo>
                <a:lnTo>
                  <a:pt x="1217232" y="0"/>
                </a:lnTo>
                <a:lnTo>
                  <a:pt x="1204983" y="0"/>
                </a:lnTo>
                <a:lnTo>
                  <a:pt x="1190162" y="0"/>
                </a:lnTo>
                <a:lnTo>
                  <a:pt x="1180937" y="0"/>
                </a:lnTo>
                <a:lnTo>
                  <a:pt x="1178820" y="0"/>
                </a:lnTo>
                <a:lnTo>
                  <a:pt x="1172317" y="0"/>
                </a:lnTo>
                <a:lnTo>
                  <a:pt x="1164454" y="0"/>
                </a:lnTo>
                <a:lnTo>
                  <a:pt x="1158405" y="0"/>
                </a:lnTo>
                <a:lnTo>
                  <a:pt x="1153716" y="0"/>
                </a:lnTo>
                <a:lnTo>
                  <a:pt x="1150541" y="0"/>
                </a:lnTo>
                <a:lnTo>
                  <a:pt x="1148726" y="0"/>
                </a:lnTo>
                <a:lnTo>
                  <a:pt x="1134964" y="0"/>
                </a:lnTo>
                <a:lnTo>
                  <a:pt x="1119841" y="0"/>
                </a:lnTo>
                <a:lnTo>
                  <a:pt x="1089142" y="0"/>
                </a:lnTo>
                <a:lnTo>
                  <a:pt x="1064341" y="0"/>
                </a:lnTo>
                <a:lnTo>
                  <a:pt x="1036515" y="0"/>
                </a:lnTo>
                <a:lnTo>
                  <a:pt x="1010201" y="0"/>
                </a:lnTo>
                <a:lnTo>
                  <a:pt x="999313" y="0"/>
                </a:lnTo>
                <a:lnTo>
                  <a:pt x="986761" y="0"/>
                </a:lnTo>
                <a:lnTo>
                  <a:pt x="974512" y="0"/>
                </a:lnTo>
                <a:lnTo>
                  <a:pt x="963018" y="0"/>
                </a:lnTo>
                <a:lnTo>
                  <a:pt x="941544" y="0"/>
                </a:lnTo>
                <a:lnTo>
                  <a:pt x="933378" y="0"/>
                </a:lnTo>
                <a:lnTo>
                  <a:pt x="916138" y="0"/>
                </a:lnTo>
                <a:lnTo>
                  <a:pt x="898142" y="0"/>
                </a:lnTo>
                <a:lnTo>
                  <a:pt x="880902" y="0"/>
                </a:lnTo>
                <a:lnTo>
                  <a:pt x="855495" y="0"/>
                </a:lnTo>
                <a:lnTo>
                  <a:pt x="837046" y="0"/>
                </a:lnTo>
                <a:lnTo>
                  <a:pt x="831601" y="0"/>
                </a:lnTo>
                <a:lnTo>
                  <a:pt x="822528" y="0"/>
                </a:lnTo>
                <a:lnTo>
                  <a:pt x="809825" y="0"/>
                </a:lnTo>
                <a:lnTo>
                  <a:pt x="793341" y="0"/>
                </a:lnTo>
                <a:lnTo>
                  <a:pt x="781999" y="0"/>
                </a:lnTo>
                <a:lnTo>
                  <a:pt x="785175" y="0"/>
                </a:lnTo>
                <a:lnTo>
                  <a:pt x="782301" y="0"/>
                </a:lnTo>
                <a:lnTo>
                  <a:pt x="764456" y="0"/>
                </a:lnTo>
                <a:lnTo>
                  <a:pt x="750392" y="0"/>
                </a:lnTo>
                <a:lnTo>
                  <a:pt x="747973" y="0"/>
                </a:lnTo>
                <a:lnTo>
                  <a:pt x="749636" y="0"/>
                </a:lnTo>
                <a:lnTo>
                  <a:pt x="754475" y="0"/>
                </a:lnTo>
                <a:lnTo>
                  <a:pt x="763549" y="0"/>
                </a:lnTo>
                <a:lnTo>
                  <a:pt x="769447" y="0"/>
                </a:lnTo>
                <a:lnTo>
                  <a:pt x="773832" y="0"/>
                </a:lnTo>
                <a:lnTo>
                  <a:pt x="775194" y="0"/>
                </a:lnTo>
                <a:lnTo>
                  <a:pt x="794853" y="0"/>
                </a:lnTo>
                <a:lnTo>
                  <a:pt x="805893" y="0"/>
                </a:lnTo>
                <a:lnTo>
                  <a:pt x="813908" y="0"/>
                </a:lnTo>
                <a:lnTo>
                  <a:pt x="811035" y="0"/>
                </a:lnTo>
                <a:lnTo>
                  <a:pt x="806346" y="0"/>
                </a:lnTo>
                <a:lnTo>
                  <a:pt x="811035" y="0"/>
                </a:lnTo>
                <a:lnTo>
                  <a:pt x="838407" y="0"/>
                </a:lnTo>
                <a:lnTo>
                  <a:pt x="840826" y="0"/>
                </a:lnTo>
                <a:lnTo>
                  <a:pt x="837499" y="0"/>
                </a:lnTo>
                <a:lnTo>
                  <a:pt x="833265" y="0"/>
                </a:lnTo>
                <a:lnTo>
                  <a:pt x="819352" y="0"/>
                </a:lnTo>
                <a:lnTo>
                  <a:pt x="814966" y="0"/>
                </a:lnTo>
                <a:lnTo>
                  <a:pt x="798634" y="0"/>
                </a:lnTo>
                <a:lnTo>
                  <a:pt x="789409" y="0"/>
                </a:lnTo>
                <a:lnTo>
                  <a:pt x="786536" y="0"/>
                </a:lnTo>
                <a:lnTo>
                  <a:pt x="781243" y="0"/>
                </a:lnTo>
                <a:lnTo>
                  <a:pt x="765213" y="0"/>
                </a:lnTo>
                <a:lnTo>
                  <a:pt x="751451" y="0"/>
                </a:lnTo>
                <a:lnTo>
                  <a:pt x="738748" y="0"/>
                </a:lnTo>
                <a:lnTo>
                  <a:pt x="737084" y="0"/>
                </a:lnTo>
                <a:lnTo>
                  <a:pt x="734362" y="0"/>
                </a:lnTo>
                <a:lnTo>
                  <a:pt x="719844" y="0"/>
                </a:lnTo>
                <a:lnTo>
                  <a:pt x="704721" y="0"/>
                </a:lnTo>
                <a:lnTo>
                  <a:pt x="691262" y="0"/>
                </a:lnTo>
                <a:lnTo>
                  <a:pt x="682793" y="0"/>
                </a:lnTo>
                <a:lnTo>
                  <a:pt x="674778" y="0"/>
                </a:lnTo>
                <a:lnTo>
                  <a:pt x="657841" y="0"/>
                </a:lnTo>
                <a:lnTo>
                  <a:pt x="615648" y="0"/>
                </a:lnTo>
                <a:lnTo>
                  <a:pt x="561962" y="0"/>
                </a:lnTo>
                <a:lnTo>
                  <a:pt x="541396" y="0"/>
                </a:lnTo>
                <a:lnTo>
                  <a:pt x="532927" y="0"/>
                </a:lnTo>
                <a:lnTo>
                  <a:pt x="527634" y="0"/>
                </a:lnTo>
                <a:lnTo>
                  <a:pt x="532624" y="0"/>
                </a:lnTo>
                <a:lnTo>
                  <a:pt x="533834" y="0"/>
                </a:lnTo>
                <a:lnTo>
                  <a:pt x="540186" y="0"/>
                </a:lnTo>
                <a:lnTo>
                  <a:pt x="537161" y="0"/>
                </a:lnTo>
                <a:lnTo>
                  <a:pt x="540337" y="0"/>
                </a:lnTo>
                <a:lnTo>
                  <a:pt x="542757" y="0"/>
                </a:lnTo>
                <a:lnTo>
                  <a:pt x="534288" y="0"/>
                </a:lnTo>
                <a:lnTo>
                  <a:pt x="496330" y="0"/>
                </a:lnTo>
                <a:lnTo>
                  <a:pt x="488315" y="0"/>
                </a:lnTo>
                <a:lnTo>
                  <a:pt x="478182" y="0"/>
                </a:lnTo>
                <a:lnTo>
                  <a:pt x="432814" y="0"/>
                </a:lnTo>
                <a:lnTo>
                  <a:pt x="415574" y="0"/>
                </a:lnTo>
                <a:lnTo>
                  <a:pt x="399695" y="0"/>
                </a:lnTo>
                <a:lnTo>
                  <a:pt x="395763" y="0"/>
                </a:lnTo>
                <a:lnTo>
                  <a:pt x="404837" y="0"/>
                </a:lnTo>
                <a:lnTo>
                  <a:pt x="410735" y="0"/>
                </a:lnTo>
                <a:lnTo>
                  <a:pt x="394402" y="0"/>
                </a:lnTo>
                <a:lnTo>
                  <a:pt x="391680" y="0"/>
                </a:lnTo>
                <a:lnTo>
                  <a:pt x="398032" y="0"/>
                </a:lnTo>
                <a:lnTo>
                  <a:pt x="395461" y="0"/>
                </a:lnTo>
                <a:lnTo>
                  <a:pt x="386538" y="0"/>
                </a:lnTo>
                <a:lnTo>
                  <a:pt x="372474" y="0"/>
                </a:lnTo>
                <a:lnTo>
                  <a:pt x="366728" y="0"/>
                </a:lnTo>
                <a:lnTo>
                  <a:pt x="355537" y="0"/>
                </a:lnTo>
                <a:lnTo>
                  <a:pt x="340716" y="0"/>
                </a:lnTo>
                <a:lnTo>
                  <a:pt x="330735" y="0"/>
                </a:lnTo>
                <a:lnTo>
                  <a:pt x="323628" y="0"/>
                </a:lnTo>
                <a:lnTo>
                  <a:pt x="319545" y="0"/>
                </a:lnTo>
                <a:lnTo>
                  <a:pt x="288997" y="0"/>
                </a:lnTo>
                <a:lnTo>
                  <a:pt x="281738" y="0"/>
                </a:lnTo>
                <a:lnTo>
                  <a:pt x="270849" y="0"/>
                </a:lnTo>
                <a:lnTo>
                  <a:pt x="274630" y="0"/>
                </a:lnTo>
                <a:lnTo>
                  <a:pt x="275386" y="0"/>
                </a:lnTo>
                <a:lnTo>
                  <a:pt x="271454" y="0"/>
                </a:lnTo>
                <a:lnTo>
                  <a:pt x="270244" y="0"/>
                </a:lnTo>
                <a:lnTo>
                  <a:pt x="274781" y="0"/>
                </a:lnTo>
                <a:lnTo>
                  <a:pt x="289450" y="0"/>
                </a:lnTo>
                <a:lnTo>
                  <a:pt x="285972" y="0"/>
                </a:lnTo>
                <a:lnTo>
                  <a:pt x="284308" y="0"/>
                </a:lnTo>
                <a:lnTo>
                  <a:pt x="296558" y="0"/>
                </a:lnTo>
                <a:lnTo>
                  <a:pt x="305480" y="0"/>
                </a:lnTo>
                <a:lnTo>
                  <a:pt x="355385" y="0"/>
                </a:lnTo>
                <a:lnTo>
                  <a:pt x="372323" y="0"/>
                </a:lnTo>
                <a:lnTo>
                  <a:pt x="378675" y="0"/>
                </a:lnTo>
                <a:lnTo>
                  <a:pt x="382758" y="0"/>
                </a:lnTo>
                <a:lnTo>
                  <a:pt x="391226" y="0"/>
                </a:lnTo>
                <a:lnTo>
                  <a:pt x="395612" y="0"/>
                </a:lnTo>
                <a:lnTo>
                  <a:pt x="405593" y="0"/>
                </a:lnTo>
                <a:lnTo>
                  <a:pt x="416633" y="0"/>
                </a:lnTo>
                <a:lnTo>
                  <a:pt x="420413" y="0"/>
                </a:lnTo>
                <a:lnTo>
                  <a:pt x="421170" y="0"/>
                </a:lnTo>
                <a:lnTo>
                  <a:pt x="421774" y="0"/>
                </a:lnTo>
                <a:lnTo>
                  <a:pt x="431755" y="0"/>
                </a:lnTo>
                <a:lnTo>
                  <a:pt x="439317" y="0"/>
                </a:lnTo>
                <a:lnTo>
                  <a:pt x="465782" y="0"/>
                </a:lnTo>
                <a:lnTo>
                  <a:pt x="473343" y="0"/>
                </a:lnTo>
                <a:lnTo>
                  <a:pt x="479543" y="0"/>
                </a:lnTo>
                <a:lnTo>
                  <a:pt x="463513" y="0"/>
                </a:lnTo>
                <a:lnTo>
                  <a:pt x="459279" y="0"/>
                </a:lnTo>
                <a:lnTo>
                  <a:pt x="454591" y="0"/>
                </a:lnTo>
                <a:lnTo>
                  <a:pt x="448995" y="0"/>
                </a:lnTo>
                <a:lnTo>
                  <a:pt x="440073" y="0"/>
                </a:lnTo>
                <a:lnTo>
                  <a:pt x="439468" y="0"/>
                </a:lnTo>
                <a:lnTo>
                  <a:pt x="446122" y="0"/>
                </a:lnTo>
                <a:lnTo>
                  <a:pt x="445063" y="0"/>
                </a:lnTo>
                <a:lnTo>
                  <a:pt x="435990" y="0"/>
                </a:lnTo>
                <a:lnTo>
                  <a:pt x="421018" y="0"/>
                </a:lnTo>
                <a:lnTo>
                  <a:pt x="421472" y="0"/>
                </a:lnTo>
                <a:lnTo>
                  <a:pt x="428126" y="0"/>
                </a:lnTo>
                <a:lnTo>
                  <a:pt x="453230" y="0"/>
                </a:lnTo>
                <a:lnTo>
                  <a:pt x="461245" y="0"/>
                </a:lnTo>
                <a:lnTo>
                  <a:pt x="471226" y="0"/>
                </a:lnTo>
                <a:lnTo>
                  <a:pt x="485744" y="0"/>
                </a:lnTo>
                <a:lnTo>
                  <a:pt x="503286" y="0"/>
                </a:lnTo>
                <a:lnTo>
                  <a:pt x="517048" y="0"/>
                </a:lnTo>
                <a:lnTo>
                  <a:pt x="551074" y="0"/>
                </a:lnTo>
                <a:lnTo>
                  <a:pt x="571641" y="0"/>
                </a:lnTo>
                <a:lnTo>
                  <a:pt x="594023" y="0"/>
                </a:lnTo>
                <a:lnTo>
                  <a:pt x="608994" y="0"/>
                </a:lnTo>
                <a:lnTo>
                  <a:pt x="623663" y="0"/>
                </a:lnTo>
                <a:lnTo>
                  <a:pt x="641206" y="0"/>
                </a:lnTo>
                <a:lnTo>
                  <a:pt x="669183" y="3782"/>
                </a:lnTo>
                <a:lnTo>
                  <a:pt x="714854" y="39030"/>
                </a:lnTo>
                <a:lnTo>
                  <a:pt x="709863" y="47653"/>
                </a:lnTo>
                <a:lnTo>
                  <a:pt x="707897" y="60966"/>
                </a:lnTo>
                <a:lnTo>
                  <a:pt x="689901" y="78817"/>
                </a:lnTo>
                <a:lnTo>
                  <a:pt x="687028" y="89104"/>
                </a:lnTo>
                <a:lnTo>
                  <a:pt x="680525" y="102114"/>
                </a:lnTo>
                <a:lnTo>
                  <a:pt x="667973" y="109073"/>
                </a:lnTo>
                <a:lnTo>
                  <a:pt x="657236" y="110283"/>
                </a:lnTo>
                <a:lnTo>
                  <a:pt x="650884" y="109073"/>
                </a:lnTo>
                <a:lnTo>
                  <a:pt x="646650" y="106501"/>
                </a:lnTo>
                <a:lnTo>
                  <a:pt x="639240" y="94247"/>
                </a:lnTo>
                <a:lnTo>
                  <a:pt x="635610" y="90465"/>
                </a:lnTo>
                <a:lnTo>
                  <a:pt x="632435" y="89557"/>
                </a:lnTo>
                <a:lnTo>
                  <a:pt x="609448" y="98029"/>
                </a:lnTo>
                <a:lnTo>
                  <a:pt x="587218" y="107560"/>
                </a:lnTo>
                <a:lnTo>
                  <a:pt x="583134" y="115880"/>
                </a:lnTo>
                <a:lnTo>
                  <a:pt x="577236" y="125713"/>
                </a:lnTo>
                <a:lnTo>
                  <a:pt x="570734" y="129647"/>
                </a:lnTo>
                <a:lnTo>
                  <a:pt x="565592" y="130554"/>
                </a:lnTo>
                <a:lnTo>
                  <a:pt x="560753" y="124806"/>
                </a:lnTo>
                <a:lnTo>
                  <a:pt x="552133" y="117242"/>
                </a:lnTo>
                <a:lnTo>
                  <a:pt x="545630" y="110283"/>
                </a:lnTo>
                <a:lnTo>
                  <a:pt x="547293" y="98937"/>
                </a:lnTo>
                <a:lnTo>
                  <a:pt x="559845" y="82296"/>
                </a:lnTo>
                <a:lnTo>
                  <a:pt x="561509" y="70496"/>
                </a:lnTo>
                <a:lnTo>
                  <a:pt x="559845" y="50527"/>
                </a:lnTo>
                <a:lnTo>
                  <a:pt x="556518" y="38879"/>
                </a:lnTo>
                <a:lnTo>
                  <a:pt x="552738" y="38576"/>
                </a:lnTo>
                <a:lnTo>
                  <a:pt x="546688" y="36610"/>
                </a:lnTo>
                <a:lnTo>
                  <a:pt x="529297" y="38576"/>
                </a:lnTo>
                <a:lnTo>
                  <a:pt x="520677" y="25415"/>
                </a:lnTo>
                <a:lnTo>
                  <a:pt x="517199" y="11195"/>
                </a:lnTo>
                <a:lnTo>
                  <a:pt x="511150" y="6051"/>
                </a:lnTo>
                <a:lnTo>
                  <a:pt x="505403" y="2874"/>
                </a:lnTo>
                <a:lnTo>
                  <a:pt x="492247" y="7867"/>
                </a:lnTo>
                <a:lnTo>
                  <a:pt x="482417" y="4841"/>
                </a:lnTo>
                <a:lnTo>
                  <a:pt x="449298" y="0"/>
                </a:lnTo>
                <a:lnTo>
                  <a:pt x="436595" y="0"/>
                </a:lnTo>
                <a:lnTo>
                  <a:pt x="429941" y="0"/>
                </a:lnTo>
                <a:lnTo>
                  <a:pt x="423892" y="0"/>
                </a:lnTo>
                <a:lnTo>
                  <a:pt x="421472" y="0"/>
                </a:lnTo>
                <a:lnTo>
                  <a:pt x="417994" y="1664"/>
                </a:lnTo>
                <a:lnTo>
                  <a:pt x="415120" y="8774"/>
                </a:lnTo>
                <a:lnTo>
                  <a:pt x="377313" y="0"/>
                </a:lnTo>
                <a:lnTo>
                  <a:pt x="351151" y="0"/>
                </a:lnTo>
                <a:lnTo>
                  <a:pt x="354781" y="0"/>
                </a:lnTo>
                <a:lnTo>
                  <a:pt x="346917" y="0"/>
                </a:lnTo>
                <a:lnTo>
                  <a:pt x="336936" y="0"/>
                </a:lnTo>
                <a:lnTo>
                  <a:pt x="329526" y="0"/>
                </a:lnTo>
                <a:lnTo>
                  <a:pt x="336180" y="0"/>
                </a:lnTo>
                <a:lnTo>
                  <a:pt x="325896" y="0"/>
                </a:lnTo>
                <a:lnTo>
                  <a:pt x="311681" y="0"/>
                </a:lnTo>
                <a:lnTo>
                  <a:pt x="300187" y="0"/>
                </a:lnTo>
                <a:lnTo>
                  <a:pt x="291265" y="0"/>
                </a:lnTo>
                <a:lnTo>
                  <a:pt x="285821" y="0"/>
                </a:lnTo>
                <a:lnTo>
                  <a:pt x="273571" y="0"/>
                </a:lnTo>
                <a:lnTo>
                  <a:pt x="257692" y="0"/>
                </a:lnTo>
                <a:lnTo>
                  <a:pt x="252399" y="0"/>
                </a:lnTo>
                <a:lnTo>
                  <a:pt x="253609" y="0"/>
                </a:lnTo>
                <a:lnTo>
                  <a:pt x="241965" y="0"/>
                </a:lnTo>
                <a:lnTo>
                  <a:pt x="226539" y="0"/>
                </a:lnTo>
                <a:lnTo>
                  <a:pt x="213988" y="0"/>
                </a:lnTo>
                <a:lnTo>
                  <a:pt x="201133" y="0"/>
                </a:lnTo>
                <a:lnTo>
                  <a:pt x="190850" y="0"/>
                </a:lnTo>
                <a:lnTo>
                  <a:pt x="182230" y="0"/>
                </a:lnTo>
                <a:lnTo>
                  <a:pt x="170283" y="0"/>
                </a:lnTo>
                <a:lnTo>
                  <a:pt x="166351" y="0"/>
                </a:lnTo>
                <a:lnTo>
                  <a:pt x="158336" y="0"/>
                </a:lnTo>
                <a:lnTo>
                  <a:pt x="149262" y="0"/>
                </a:lnTo>
                <a:lnTo>
                  <a:pt x="140793" y="0"/>
                </a:lnTo>
                <a:lnTo>
                  <a:pt x="130661" y="0"/>
                </a:lnTo>
                <a:lnTo>
                  <a:pt x="128998" y="0"/>
                </a:lnTo>
                <a:lnTo>
                  <a:pt x="131266" y="0"/>
                </a:lnTo>
                <a:lnTo>
                  <a:pt x="143969" y="0"/>
                </a:lnTo>
                <a:lnTo>
                  <a:pt x="150774" y="0"/>
                </a:lnTo>
                <a:lnTo>
                  <a:pt x="161663" y="0"/>
                </a:lnTo>
                <a:lnTo>
                  <a:pt x="169224" y="0"/>
                </a:lnTo>
                <a:lnTo>
                  <a:pt x="179659" y="0"/>
                </a:lnTo>
                <a:lnTo>
                  <a:pt x="200982" y="0"/>
                </a:lnTo>
                <a:lnTo>
                  <a:pt x="203250" y="0"/>
                </a:lnTo>
                <a:lnTo>
                  <a:pt x="207636" y="0"/>
                </a:lnTo>
                <a:lnTo>
                  <a:pt x="210812" y="0"/>
                </a:lnTo>
                <a:lnTo>
                  <a:pt x="211870" y="0"/>
                </a:lnTo>
                <a:lnTo>
                  <a:pt x="209148" y="0"/>
                </a:lnTo>
                <a:lnTo>
                  <a:pt x="213685" y="0"/>
                </a:lnTo>
                <a:lnTo>
                  <a:pt x="228808" y="0"/>
                </a:lnTo>
                <a:lnTo>
                  <a:pt x="249677" y="0"/>
                </a:lnTo>
                <a:lnTo>
                  <a:pt x="274630" y="0"/>
                </a:lnTo>
                <a:lnTo>
                  <a:pt x="300187" y="0"/>
                </a:lnTo>
                <a:lnTo>
                  <a:pt x="312890" y="0"/>
                </a:lnTo>
                <a:lnTo>
                  <a:pt x="318183" y="0"/>
                </a:lnTo>
                <a:lnTo>
                  <a:pt x="323779" y="0"/>
                </a:lnTo>
                <a:lnTo>
                  <a:pt x="332550" y="0"/>
                </a:lnTo>
                <a:lnTo>
                  <a:pt x="338448" y="0"/>
                </a:lnTo>
                <a:lnTo>
                  <a:pt x="338902" y="0"/>
                </a:lnTo>
                <a:lnTo>
                  <a:pt x="324989" y="0"/>
                </a:lnTo>
                <a:lnTo>
                  <a:pt x="315915" y="0"/>
                </a:lnTo>
                <a:lnTo>
                  <a:pt x="311227" y="0"/>
                </a:lnTo>
                <a:lnTo>
                  <a:pt x="308807" y="0"/>
                </a:lnTo>
                <a:lnTo>
                  <a:pt x="305480" y="0"/>
                </a:lnTo>
                <a:lnTo>
                  <a:pt x="307144" y="0"/>
                </a:lnTo>
                <a:lnTo>
                  <a:pt x="302153" y="0"/>
                </a:lnTo>
                <a:lnTo>
                  <a:pt x="290811" y="0"/>
                </a:lnTo>
                <a:lnTo>
                  <a:pt x="279167" y="0"/>
                </a:lnTo>
                <a:lnTo>
                  <a:pt x="272210" y="0"/>
                </a:lnTo>
                <a:lnTo>
                  <a:pt x="264649" y="0"/>
                </a:lnTo>
                <a:lnTo>
                  <a:pt x="262078" y="0"/>
                </a:lnTo>
                <a:lnTo>
                  <a:pt x="266615" y="0"/>
                </a:lnTo>
                <a:lnTo>
                  <a:pt x="272513" y="0"/>
                </a:lnTo>
                <a:lnTo>
                  <a:pt x="271908" y="0"/>
                </a:lnTo>
                <a:lnTo>
                  <a:pt x="269488" y="0"/>
                </a:lnTo>
                <a:lnTo>
                  <a:pt x="266615" y="0"/>
                </a:lnTo>
                <a:lnTo>
                  <a:pt x="258902" y="0"/>
                </a:lnTo>
                <a:lnTo>
                  <a:pt x="248165" y="0"/>
                </a:lnTo>
                <a:lnTo>
                  <a:pt x="235916" y="0"/>
                </a:lnTo>
                <a:lnTo>
                  <a:pt x="203704" y="0"/>
                </a:lnTo>
                <a:lnTo>
                  <a:pt x="180869" y="0"/>
                </a:lnTo>
                <a:lnTo>
                  <a:pt x="169527" y="0"/>
                </a:lnTo>
                <a:lnTo>
                  <a:pt x="155160" y="0"/>
                </a:lnTo>
                <a:lnTo>
                  <a:pt x="144877" y="0"/>
                </a:lnTo>
                <a:lnTo>
                  <a:pt x="131871" y="0"/>
                </a:lnTo>
                <a:lnTo>
                  <a:pt x="125217" y="0"/>
                </a:lnTo>
                <a:lnTo>
                  <a:pt x="121587" y="0"/>
                </a:lnTo>
                <a:lnTo>
                  <a:pt x="123553" y="0"/>
                </a:lnTo>
                <a:lnTo>
                  <a:pt x="129754" y="0"/>
                </a:lnTo>
                <a:lnTo>
                  <a:pt x="137920" y="0"/>
                </a:lnTo>
                <a:lnTo>
                  <a:pt x="144423" y="0"/>
                </a:lnTo>
                <a:lnTo>
                  <a:pt x="163024" y="0"/>
                </a:lnTo>
                <a:lnTo>
                  <a:pt x="175878" y="0"/>
                </a:lnTo>
                <a:lnTo>
                  <a:pt x="178903" y="0"/>
                </a:lnTo>
                <a:lnTo>
                  <a:pt x="180113" y="0"/>
                </a:lnTo>
                <a:lnTo>
                  <a:pt x="178449" y="0"/>
                </a:lnTo>
                <a:lnTo>
                  <a:pt x="179054" y="0"/>
                </a:lnTo>
                <a:lnTo>
                  <a:pt x="181474" y="0"/>
                </a:lnTo>
                <a:lnTo>
                  <a:pt x="184196" y="0"/>
                </a:lnTo>
                <a:lnTo>
                  <a:pt x="218373" y="0"/>
                </a:lnTo>
                <a:lnTo>
                  <a:pt x="225632" y="0"/>
                </a:lnTo>
                <a:lnTo>
                  <a:pt x="228959" y="0"/>
                </a:lnTo>
                <a:lnTo>
                  <a:pt x="226086" y="0"/>
                </a:lnTo>
                <a:lnTo>
                  <a:pt x="220944" y="0"/>
                </a:lnTo>
                <a:lnTo>
                  <a:pt x="198865" y="0"/>
                </a:lnTo>
                <a:lnTo>
                  <a:pt x="194630" y="0"/>
                </a:lnTo>
                <a:lnTo>
                  <a:pt x="184498" y="0"/>
                </a:lnTo>
                <a:lnTo>
                  <a:pt x="180113" y="0"/>
                </a:lnTo>
                <a:lnTo>
                  <a:pt x="173761" y="0"/>
                </a:lnTo>
                <a:lnTo>
                  <a:pt x="166956" y="0"/>
                </a:lnTo>
                <a:lnTo>
                  <a:pt x="165897" y="0"/>
                </a:lnTo>
                <a:lnTo>
                  <a:pt x="161058" y="0"/>
                </a:lnTo>
                <a:lnTo>
                  <a:pt x="133534" y="0"/>
                </a:lnTo>
                <a:lnTo>
                  <a:pt x="121134" y="0"/>
                </a:lnTo>
                <a:lnTo>
                  <a:pt x="104196" y="0"/>
                </a:lnTo>
                <a:lnTo>
                  <a:pt x="83932" y="0"/>
                </a:lnTo>
                <a:lnTo>
                  <a:pt x="63365" y="0"/>
                </a:lnTo>
                <a:lnTo>
                  <a:pt x="53686" y="0"/>
                </a:lnTo>
                <a:lnTo>
                  <a:pt x="50208" y="0"/>
                </a:lnTo>
                <a:lnTo>
                  <a:pt x="49149" y="0"/>
                </a:lnTo>
                <a:lnTo>
                  <a:pt x="55350" y="0"/>
                </a:lnTo>
                <a:lnTo>
                  <a:pt x="52325" y="0"/>
                </a:lnTo>
                <a:lnTo>
                  <a:pt x="42042" y="0"/>
                </a:lnTo>
                <a:lnTo>
                  <a:pt x="37505" y="0"/>
                </a:lnTo>
                <a:lnTo>
                  <a:pt x="39017" y="0"/>
                </a:lnTo>
                <a:lnTo>
                  <a:pt x="34027" y="0"/>
                </a:lnTo>
                <a:lnTo>
                  <a:pt x="22685" y="0"/>
                </a:lnTo>
                <a:lnTo>
                  <a:pt x="11645" y="0"/>
                </a:lnTo>
                <a:lnTo>
                  <a:pt x="1059" y="0"/>
                </a:lnTo>
                <a:lnTo>
                  <a:pt x="0" y="0"/>
                </a:lnTo>
                <a:lnTo>
                  <a:pt x="3479" y="0"/>
                </a:lnTo>
                <a:lnTo>
                  <a:pt x="16787" y="0"/>
                </a:lnTo>
                <a:lnTo>
                  <a:pt x="21323" y="0"/>
                </a:lnTo>
                <a:lnTo>
                  <a:pt x="30700" y="0"/>
                </a:lnTo>
                <a:lnTo>
                  <a:pt x="45066" y="0"/>
                </a:lnTo>
                <a:lnTo>
                  <a:pt x="53535" y="0"/>
                </a:lnTo>
                <a:lnTo>
                  <a:pt x="56257" y="0"/>
                </a:lnTo>
                <a:lnTo>
                  <a:pt x="57467" y="0"/>
                </a:lnTo>
                <a:lnTo>
                  <a:pt x="50208" y="0"/>
                </a:lnTo>
                <a:lnTo>
                  <a:pt x="51418" y="0"/>
                </a:lnTo>
                <a:lnTo>
                  <a:pt x="65028" y="0"/>
                </a:lnTo>
                <a:lnTo>
                  <a:pt x="63516" y="0"/>
                </a:lnTo>
                <a:lnTo>
                  <a:pt x="66994" y="0"/>
                </a:lnTo>
                <a:lnTo>
                  <a:pt x="81966" y="0"/>
                </a:lnTo>
                <a:lnTo>
                  <a:pt x="93308" y="0"/>
                </a:lnTo>
                <a:lnTo>
                  <a:pt x="96937" y="0"/>
                </a:lnTo>
                <a:lnTo>
                  <a:pt x="102079" y="0"/>
                </a:lnTo>
                <a:lnTo>
                  <a:pt x="111455" y="0"/>
                </a:lnTo>
                <a:lnTo>
                  <a:pt x="130812" y="0"/>
                </a:lnTo>
                <a:lnTo>
                  <a:pt x="139130" y="0"/>
                </a:lnTo>
                <a:lnTo>
                  <a:pt x="150774" y="0"/>
                </a:lnTo>
                <a:lnTo>
                  <a:pt x="163478" y="0"/>
                </a:lnTo>
                <a:lnTo>
                  <a:pt x="169375" y="0"/>
                </a:lnTo>
                <a:lnTo>
                  <a:pt x="209753" y="0"/>
                </a:lnTo>
                <a:lnTo>
                  <a:pt x="218676" y="0"/>
                </a:lnTo>
                <a:lnTo>
                  <a:pt x="227144" y="0"/>
                </a:lnTo>
                <a:lnTo>
                  <a:pt x="233345" y="0"/>
                </a:lnTo>
                <a:lnTo>
                  <a:pt x="239545" y="0"/>
                </a:lnTo>
                <a:lnTo>
                  <a:pt x="243931" y="0"/>
                </a:lnTo>
                <a:lnTo>
                  <a:pt x="249072" y="0"/>
                </a:lnTo>
                <a:lnTo>
                  <a:pt x="251946" y="0"/>
                </a:lnTo>
                <a:lnTo>
                  <a:pt x="257087" y="0"/>
                </a:lnTo>
                <a:lnTo>
                  <a:pt x="265707" y="0"/>
                </a:lnTo>
                <a:lnTo>
                  <a:pt x="275688" y="0"/>
                </a:lnTo>
                <a:lnTo>
                  <a:pt x="288845" y="0"/>
                </a:lnTo>
                <a:lnTo>
                  <a:pt x="297012" y="0"/>
                </a:lnTo>
                <a:lnTo>
                  <a:pt x="306236" y="0"/>
                </a:lnTo>
                <a:lnTo>
                  <a:pt x="314252" y="0"/>
                </a:lnTo>
                <a:lnTo>
                  <a:pt x="319393" y="0"/>
                </a:lnTo>
                <a:lnTo>
                  <a:pt x="321813" y="0"/>
                </a:lnTo>
                <a:lnTo>
                  <a:pt x="319545" y="0"/>
                </a:lnTo>
                <a:lnTo>
                  <a:pt x="313647" y="0"/>
                </a:lnTo>
                <a:lnTo>
                  <a:pt x="315310" y="0"/>
                </a:lnTo>
                <a:lnTo>
                  <a:pt x="326350" y="0"/>
                </a:lnTo>
                <a:lnTo>
                  <a:pt x="342531" y="0"/>
                </a:lnTo>
                <a:lnTo>
                  <a:pt x="354781" y="0"/>
                </a:lnTo>
                <a:lnTo>
                  <a:pt x="362796" y="0"/>
                </a:lnTo>
                <a:lnTo>
                  <a:pt x="370659" y="0"/>
                </a:lnTo>
                <a:lnTo>
                  <a:pt x="380489" y="0"/>
                </a:lnTo>
                <a:lnTo>
                  <a:pt x="390168" y="0"/>
                </a:lnTo>
                <a:lnTo>
                  <a:pt x="397729" y="0"/>
                </a:lnTo>
                <a:lnTo>
                  <a:pt x="415574" y="0"/>
                </a:lnTo>
                <a:close/>
              </a:path>
            </a:pathLst>
          </a:custGeom>
          <a:solidFill>
            <a:srgbClr val="E8E9EA"/>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ap - Indonesia"/>
          <p:cNvSpPr/>
          <p:nvPr/>
        </p:nvSpPr>
        <p:spPr>
          <a:xfrm>
            <a:off x="618982" y="1155892"/>
            <a:ext cx="3825002" cy="2288709"/>
          </a:xfrm>
          <a:custGeom>
            <a:avLst/>
            <a:gdLst/>
            <a:ahLst/>
            <a:cxnLst/>
            <a:rect l="l" t="t" r="r" b="b"/>
            <a:pathLst>
              <a:path w="3825002" h="2288709">
                <a:moveTo>
                  <a:pt x="344043" y="629928"/>
                </a:moveTo>
                <a:lnTo>
                  <a:pt x="376708" y="672438"/>
                </a:lnTo>
                <a:lnTo>
                  <a:pt x="390016" y="678187"/>
                </a:lnTo>
                <a:lnTo>
                  <a:pt x="407710" y="697550"/>
                </a:lnTo>
                <a:lnTo>
                  <a:pt x="412095" y="704207"/>
                </a:lnTo>
                <a:lnTo>
                  <a:pt x="407559" y="717822"/>
                </a:lnTo>
                <a:lnTo>
                  <a:pt x="403627" y="756549"/>
                </a:lnTo>
                <a:lnTo>
                  <a:pt x="395158" y="766231"/>
                </a:lnTo>
                <a:lnTo>
                  <a:pt x="374591" y="761390"/>
                </a:lnTo>
                <a:lnTo>
                  <a:pt x="374440" y="754583"/>
                </a:lnTo>
                <a:lnTo>
                  <a:pt x="362493" y="725386"/>
                </a:lnTo>
                <a:lnTo>
                  <a:pt x="340867" y="709199"/>
                </a:lnTo>
                <a:lnTo>
                  <a:pt x="332398" y="708291"/>
                </a:lnTo>
                <a:lnTo>
                  <a:pt x="326954" y="691650"/>
                </a:lnTo>
                <a:lnTo>
                  <a:pt x="316066" y="671984"/>
                </a:lnTo>
                <a:lnTo>
                  <a:pt x="283098" y="635980"/>
                </a:lnTo>
                <a:lnTo>
                  <a:pt x="308051" y="636131"/>
                </a:lnTo>
                <a:lnTo>
                  <a:pt x="320149" y="627357"/>
                </a:lnTo>
                <a:lnTo>
                  <a:pt x="323022" y="620398"/>
                </a:lnTo>
                <a:lnTo>
                  <a:pt x="324988" y="618582"/>
                </a:lnTo>
                <a:lnTo>
                  <a:pt x="344043" y="629928"/>
                </a:lnTo>
                <a:close/>
                <a:moveTo>
                  <a:pt x="598408" y="1120528"/>
                </a:moveTo>
                <a:lnTo>
                  <a:pt x="584495" y="1121284"/>
                </a:lnTo>
                <a:lnTo>
                  <a:pt x="554552" y="1103282"/>
                </a:lnTo>
                <a:lnTo>
                  <a:pt x="547595" y="1095113"/>
                </a:lnTo>
                <a:lnTo>
                  <a:pt x="545781" y="1084221"/>
                </a:lnTo>
                <a:lnTo>
                  <a:pt x="517199" y="1042316"/>
                </a:lnTo>
                <a:lnTo>
                  <a:pt x="513418" y="1032786"/>
                </a:lnTo>
                <a:lnTo>
                  <a:pt x="524609" y="998445"/>
                </a:lnTo>
                <a:lnTo>
                  <a:pt x="553796" y="990125"/>
                </a:lnTo>
                <a:lnTo>
                  <a:pt x="563474" y="995874"/>
                </a:lnTo>
                <a:lnTo>
                  <a:pt x="566801" y="1011304"/>
                </a:lnTo>
                <a:lnTo>
                  <a:pt x="583436" y="1039291"/>
                </a:lnTo>
                <a:lnTo>
                  <a:pt x="588881" y="1054268"/>
                </a:lnTo>
                <a:lnTo>
                  <a:pt x="593115" y="1060924"/>
                </a:lnTo>
                <a:lnTo>
                  <a:pt x="594778" y="1066067"/>
                </a:lnTo>
                <a:lnTo>
                  <a:pt x="593417" y="1069698"/>
                </a:lnTo>
                <a:lnTo>
                  <a:pt x="605364" y="1087398"/>
                </a:lnTo>
                <a:lnTo>
                  <a:pt x="613984" y="1097836"/>
                </a:lnTo>
                <a:lnTo>
                  <a:pt x="614589" y="1114477"/>
                </a:lnTo>
                <a:lnTo>
                  <a:pt x="598408" y="1120528"/>
                </a:lnTo>
                <a:close/>
                <a:moveTo>
                  <a:pt x="3241414" y="2154675"/>
                </a:moveTo>
                <a:lnTo>
                  <a:pt x="3222208" y="2185990"/>
                </a:lnTo>
                <a:lnTo>
                  <a:pt x="3229014" y="2190982"/>
                </a:lnTo>
                <a:lnTo>
                  <a:pt x="3233248" y="2195823"/>
                </a:lnTo>
                <a:lnTo>
                  <a:pt x="3201490" y="2202328"/>
                </a:lnTo>
                <a:lnTo>
                  <a:pt x="3188333" y="2198848"/>
                </a:lnTo>
                <a:lnTo>
                  <a:pt x="3180621" y="2199756"/>
                </a:lnTo>
                <a:lnTo>
                  <a:pt x="3148561" y="2193856"/>
                </a:lnTo>
                <a:lnTo>
                  <a:pt x="3125574" y="2186746"/>
                </a:lnTo>
                <a:lnTo>
                  <a:pt x="3122852" y="2180997"/>
                </a:lnTo>
                <a:lnTo>
                  <a:pt x="3124667" y="2174190"/>
                </a:lnTo>
                <a:lnTo>
                  <a:pt x="3131472" y="2176459"/>
                </a:lnTo>
                <a:lnTo>
                  <a:pt x="3149317" y="2177518"/>
                </a:lnTo>
                <a:lnTo>
                  <a:pt x="3155971" y="2174492"/>
                </a:lnTo>
                <a:lnTo>
                  <a:pt x="3156273" y="2154221"/>
                </a:lnTo>
                <a:lnTo>
                  <a:pt x="3153702" y="2127898"/>
                </a:lnTo>
                <a:lnTo>
                  <a:pt x="3177747" y="2106417"/>
                </a:lnTo>
                <a:lnTo>
                  <a:pt x="3190451" y="2097794"/>
                </a:lnTo>
                <a:lnTo>
                  <a:pt x="3205271" y="2092650"/>
                </a:lnTo>
                <a:lnTo>
                  <a:pt x="3242322" y="2104601"/>
                </a:lnTo>
                <a:lnTo>
                  <a:pt x="3248522" y="2107778"/>
                </a:lnTo>
                <a:lnTo>
                  <a:pt x="3253210" y="2112619"/>
                </a:lnTo>
                <a:lnTo>
                  <a:pt x="3255479" y="2120334"/>
                </a:lnTo>
                <a:lnTo>
                  <a:pt x="3241414" y="2154675"/>
                </a:lnTo>
                <a:close/>
                <a:moveTo>
                  <a:pt x="3061000" y="2085238"/>
                </a:moveTo>
                <a:lnTo>
                  <a:pt x="3076274" y="2093255"/>
                </a:lnTo>
                <a:lnTo>
                  <a:pt x="3097748" y="2116855"/>
                </a:lnTo>
                <a:lnTo>
                  <a:pt x="3099714" y="2123360"/>
                </a:lnTo>
                <a:lnTo>
                  <a:pt x="3093211" y="2129562"/>
                </a:lnTo>
                <a:lnTo>
                  <a:pt x="3077937" y="2139547"/>
                </a:lnTo>
                <a:lnTo>
                  <a:pt x="3043760" y="2154977"/>
                </a:lnTo>
                <a:lnTo>
                  <a:pt x="3037862" y="2162239"/>
                </a:lnTo>
                <a:lnTo>
                  <a:pt x="3030603" y="2176459"/>
                </a:lnTo>
                <a:lnTo>
                  <a:pt x="3028939" y="2182510"/>
                </a:lnTo>
                <a:lnTo>
                  <a:pt x="3026520" y="2185838"/>
                </a:lnTo>
                <a:lnTo>
                  <a:pt x="3022588" y="2188108"/>
                </a:lnTo>
                <a:lnTo>
                  <a:pt x="3015178" y="2190226"/>
                </a:lnTo>
                <a:lnTo>
                  <a:pt x="3007163" y="2187200"/>
                </a:lnTo>
                <a:lnTo>
                  <a:pt x="3014422" y="2178123"/>
                </a:lnTo>
                <a:lnTo>
                  <a:pt x="3014724" y="2167231"/>
                </a:lnTo>
                <a:lnTo>
                  <a:pt x="3009280" y="2156944"/>
                </a:lnTo>
                <a:lnTo>
                  <a:pt x="3001567" y="2148472"/>
                </a:lnTo>
                <a:lnTo>
                  <a:pt x="2985991" y="2136824"/>
                </a:lnTo>
                <a:lnTo>
                  <a:pt x="2969356" y="2126688"/>
                </a:lnTo>
                <a:lnTo>
                  <a:pt x="2952569" y="2121393"/>
                </a:lnTo>
                <a:lnTo>
                  <a:pt x="2934725" y="2118973"/>
                </a:lnTo>
                <a:lnTo>
                  <a:pt x="2928373" y="2113981"/>
                </a:lnTo>
                <a:lnTo>
                  <a:pt x="2917938" y="2101273"/>
                </a:lnTo>
                <a:lnTo>
                  <a:pt x="2914460" y="2094314"/>
                </a:lnTo>
                <a:lnTo>
                  <a:pt x="2912797" y="2086902"/>
                </a:lnTo>
                <a:lnTo>
                  <a:pt x="2913855" y="2079791"/>
                </a:lnTo>
                <a:lnTo>
                  <a:pt x="2918241" y="2079489"/>
                </a:lnTo>
                <a:lnTo>
                  <a:pt x="2935783" y="2081153"/>
                </a:lnTo>
                <a:lnTo>
                  <a:pt x="2967995" y="2089473"/>
                </a:lnTo>
                <a:lnTo>
                  <a:pt x="2983874" y="2090078"/>
                </a:lnTo>
                <a:lnTo>
                  <a:pt x="2992947" y="2088112"/>
                </a:lnTo>
                <a:lnTo>
                  <a:pt x="3016539" y="2071774"/>
                </a:lnTo>
                <a:lnTo>
                  <a:pt x="3022134" y="2071925"/>
                </a:lnTo>
                <a:lnTo>
                  <a:pt x="3044667" y="2079186"/>
                </a:lnTo>
                <a:lnTo>
                  <a:pt x="3061000" y="2085238"/>
                </a:lnTo>
                <a:close/>
                <a:moveTo>
                  <a:pt x="1639157" y="1104038"/>
                </a:moveTo>
                <a:lnTo>
                  <a:pt x="1644299" y="1114477"/>
                </a:lnTo>
                <a:lnTo>
                  <a:pt x="1651406" y="1123856"/>
                </a:lnTo>
                <a:lnTo>
                  <a:pt x="1656699" y="1133992"/>
                </a:lnTo>
                <a:lnTo>
                  <a:pt x="1663807" y="1182704"/>
                </a:lnTo>
                <a:lnTo>
                  <a:pt x="1687550" y="1224457"/>
                </a:lnTo>
                <a:lnTo>
                  <a:pt x="1755905" y="1240795"/>
                </a:lnTo>
                <a:lnTo>
                  <a:pt x="1744714" y="1247603"/>
                </a:lnTo>
                <a:lnTo>
                  <a:pt x="1739118" y="1253654"/>
                </a:lnTo>
                <a:lnTo>
                  <a:pt x="1734884" y="1260613"/>
                </a:lnTo>
                <a:lnTo>
                  <a:pt x="1724752" y="1289658"/>
                </a:lnTo>
                <a:lnTo>
                  <a:pt x="1725810" y="1295710"/>
                </a:lnTo>
                <a:lnTo>
                  <a:pt x="1731708" y="1305543"/>
                </a:lnTo>
                <a:lnTo>
                  <a:pt x="1733069" y="1316284"/>
                </a:lnTo>
                <a:lnTo>
                  <a:pt x="1724601" y="1316132"/>
                </a:lnTo>
                <a:lnTo>
                  <a:pt x="1714922" y="1313863"/>
                </a:lnTo>
                <a:lnTo>
                  <a:pt x="1707209" y="1309779"/>
                </a:lnTo>
                <a:lnTo>
                  <a:pt x="1700102" y="1304484"/>
                </a:lnTo>
                <a:lnTo>
                  <a:pt x="1692238" y="1300399"/>
                </a:lnTo>
                <a:lnTo>
                  <a:pt x="1683920" y="1297676"/>
                </a:lnTo>
                <a:lnTo>
                  <a:pt x="1670007" y="1289356"/>
                </a:lnTo>
                <a:lnTo>
                  <a:pt x="1651255" y="1283456"/>
                </a:lnTo>
                <a:lnTo>
                  <a:pt x="1632049" y="1278918"/>
                </a:lnTo>
                <a:lnTo>
                  <a:pt x="1622673" y="1266664"/>
                </a:lnTo>
                <a:lnTo>
                  <a:pt x="1618288" y="1251385"/>
                </a:lnTo>
                <a:lnTo>
                  <a:pt x="1622976" y="1228693"/>
                </a:lnTo>
                <a:lnTo>
                  <a:pt x="1618288" y="1222490"/>
                </a:lnTo>
                <a:lnTo>
                  <a:pt x="1611331" y="1216893"/>
                </a:lnTo>
                <a:lnTo>
                  <a:pt x="1603014" y="1200555"/>
                </a:lnTo>
                <a:lnTo>
                  <a:pt x="1599838" y="1181494"/>
                </a:lnTo>
                <a:lnTo>
                  <a:pt x="1587588" y="1174232"/>
                </a:lnTo>
                <a:lnTo>
                  <a:pt x="1571558" y="1169694"/>
                </a:lnTo>
                <a:lnTo>
                  <a:pt x="1564602" y="1166063"/>
                </a:lnTo>
                <a:lnTo>
                  <a:pt x="1532844" y="1173022"/>
                </a:lnTo>
                <a:lnTo>
                  <a:pt x="1525282" y="1171358"/>
                </a:lnTo>
                <a:lnTo>
                  <a:pt x="1518477" y="1166063"/>
                </a:lnTo>
                <a:lnTo>
                  <a:pt x="1501086" y="1160617"/>
                </a:lnTo>
                <a:lnTo>
                  <a:pt x="1501842" y="1150027"/>
                </a:lnTo>
                <a:lnTo>
                  <a:pt x="1509857" y="1141556"/>
                </a:lnTo>
                <a:lnTo>
                  <a:pt x="1528761" y="1133084"/>
                </a:lnTo>
                <a:lnTo>
                  <a:pt x="1537683" y="1125823"/>
                </a:lnTo>
                <a:lnTo>
                  <a:pt x="1539498" y="1116443"/>
                </a:lnTo>
                <a:lnTo>
                  <a:pt x="1536020" y="1109485"/>
                </a:lnTo>
                <a:lnTo>
                  <a:pt x="1537381" y="1102223"/>
                </a:lnTo>
                <a:lnTo>
                  <a:pt x="1543430" y="1095264"/>
                </a:lnTo>
                <a:lnTo>
                  <a:pt x="1550538" y="1089818"/>
                </a:lnTo>
                <a:lnTo>
                  <a:pt x="1569441" y="1082557"/>
                </a:lnTo>
                <a:lnTo>
                  <a:pt x="1577758" y="1095113"/>
                </a:lnTo>
                <a:lnTo>
                  <a:pt x="1581993" y="1105703"/>
                </a:lnTo>
                <a:lnTo>
                  <a:pt x="1586983" y="1113418"/>
                </a:lnTo>
                <a:lnTo>
                  <a:pt x="1594998" y="1102526"/>
                </a:lnTo>
                <a:lnTo>
                  <a:pt x="1589857" y="1083616"/>
                </a:lnTo>
                <a:lnTo>
                  <a:pt x="1604375" y="1079380"/>
                </a:lnTo>
                <a:lnTo>
                  <a:pt x="1618590" y="1079229"/>
                </a:lnTo>
                <a:lnTo>
                  <a:pt x="1629327" y="1084372"/>
                </a:lnTo>
                <a:lnTo>
                  <a:pt x="1636284" y="1092541"/>
                </a:lnTo>
                <a:lnTo>
                  <a:pt x="1639157" y="1104038"/>
                </a:lnTo>
                <a:close/>
                <a:moveTo>
                  <a:pt x="1982444" y="293331"/>
                </a:moveTo>
                <a:lnTo>
                  <a:pt x="1961877" y="298929"/>
                </a:lnTo>
                <a:lnTo>
                  <a:pt x="1949779" y="291062"/>
                </a:lnTo>
                <a:lnTo>
                  <a:pt x="1962784" y="281532"/>
                </a:lnTo>
                <a:lnTo>
                  <a:pt x="1967321" y="280927"/>
                </a:lnTo>
                <a:lnTo>
                  <a:pt x="1970346" y="278960"/>
                </a:lnTo>
                <a:lnTo>
                  <a:pt x="1971404" y="275178"/>
                </a:lnTo>
                <a:lnTo>
                  <a:pt x="1947964" y="268824"/>
                </a:lnTo>
                <a:lnTo>
                  <a:pt x="1941461" y="263227"/>
                </a:lnTo>
                <a:lnTo>
                  <a:pt x="1934958" y="249007"/>
                </a:lnTo>
                <a:lnTo>
                  <a:pt x="1935261" y="239930"/>
                </a:lnTo>
                <a:lnTo>
                  <a:pt x="1965204" y="216179"/>
                </a:lnTo>
                <a:lnTo>
                  <a:pt x="1972160" y="213607"/>
                </a:lnTo>
                <a:lnTo>
                  <a:pt x="1973370" y="223440"/>
                </a:lnTo>
                <a:lnTo>
                  <a:pt x="1994088" y="248553"/>
                </a:lnTo>
                <a:lnTo>
                  <a:pt x="1994996" y="265193"/>
                </a:lnTo>
                <a:lnTo>
                  <a:pt x="1994240" y="271245"/>
                </a:lnTo>
                <a:lnTo>
                  <a:pt x="1982444" y="293331"/>
                </a:lnTo>
                <a:close/>
                <a:moveTo>
                  <a:pt x="1965960" y="1305089"/>
                </a:moveTo>
                <a:lnTo>
                  <a:pt x="1963692" y="1320973"/>
                </a:lnTo>
                <a:lnTo>
                  <a:pt x="1959911" y="1327025"/>
                </a:lnTo>
                <a:lnTo>
                  <a:pt x="1947359" y="1334891"/>
                </a:lnTo>
                <a:lnTo>
                  <a:pt x="1942973" y="1339732"/>
                </a:lnTo>
                <a:lnTo>
                  <a:pt x="1931178" y="1338976"/>
                </a:lnTo>
                <a:lnTo>
                  <a:pt x="1929665" y="1330655"/>
                </a:lnTo>
                <a:lnTo>
                  <a:pt x="1925733" y="1324907"/>
                </a:lnTo>
                <a:lnTo>
                  <a:pt x="1913182" y="1318402"/>
                </a:lnTo>
                <a:lnTo>
                  <a:pt x="1910006" y="1320066"/>
                </a:lnTo>
                <a:lnTo>
                  <a:pt x="1907737" y="1329748"/>
                </a:lnTo>
                <a:lnTo>
                  <a:pt x="1883238" y="1336555"/>
                </a:lnTo>
                <a:lnTo>
                  <a:pt x="1876282" y="1337009"/>
                </a:lnTo>
                <a:lnTo>
                  <a:pt x="1879760" y="1324301"/>
                </a:lnTo>
                <a:lnTo>
                  <a:pt x="1873409" y="1314166"/>
                </a:lnTo>
                <a:lnTo>
                  <a:pt x="1872955" y="1301912"/>
                </a:lnTo>
                <a:lnTo>
                  <a:pt x="1871745" y="1296466"/>
                </a:lnTo>
                <a:lnTo>
                  <a:pt x="1868569" y="1293289"/>
                </a:lnTo>
                <a:lnTo>
                  <a:pt x="1874921" y="1284666"/>
                </a:lnTo>
                <a:lnTo>
                  <a:pt x="1873862" y="1275136"/>
                </a:lnTo>
                <a:lnTo>
                  <a:pt x="1880516" y="1264849"/>
                </a:lnTo>
                <a:lnTo>
                  <a:pt x="1884146" y="1239736"/>
                </a:lnTo>
                <a:lnTo>
                  <a:pt x="1910157" y="1234290"/>
                </a:lnTo>
                <a:lnTo>
                  <a:pt x="1915752" y="1238829"/>
                </a:lnTo>
                <a:lnTo>
                  <a:pt x="1945847" y="1244426"/>
                </a:lnTo>
                <a:lnTo>
                  <a:pt x="1967170" y="1259554"/>
                </a:lnTo>
                <a:lnTo>
                  <a:pt x="1978663" y="1279674"/>
                </a:lnTo>
                <a:lnTo>
                  <a:pt x="1965960" y="1305089"/>
                </a:lnTo>
                <a:close/>
                <a:moveTo>
                  <a:pt x="194479" y="60512"/>
                </a:moveTo>
                <a:lnTo>
                  <a:pt x="212929" y="61874"/>
                </a:lnTo>
                <a:lnTo>
                  <a:pt x="247408" y="53705"/>
                </a:lnTo>
                <a:lnTo>
                  <a:pt x="266312" y="54461"/>
                </a:lnTo>
                <a:lnTo>
                  <a:pt x="284157" y="60361"/>
                </a:lnTo>
                <a:lnTo>
                  <a:pt x="299884" y="63840"/>
                </a:lnTo>
                <a:lnTo>
                  <a:pt x="339355" y="59453"/>
                </a:lnTo>
                <a:lnTo>
                  <a:pt x="346765" y="60664"/>
                </a:lnTo>
                <a:lnTo>
                  <a:pt x="353873" y="63992"/>
                </a:lnTo>
                <a:lnTo>
                  <a:pt x="360073" y="69438"/>
                </a:lnTo>
                <a:lnTo>
                  <a:pt x="378069" y="89104"/>
                </a:lnTo>
                <a:lnTo>
                  <a:pt x="408466" y="113309"/>
                </a:lnTo>
                <a:lnTo>
                  <a:pt x="417388" y="128891"/>
                </a:lnTo>
                <a:lnTo>
                  <a:pt x="422379" y="146288"/>
                </a:lnTo>
                <a:lnTo>
                  <a:pt x="425555" y="150372"/>
                </a:lnTo>
                <a:lnTo>
                  <a:pt x="459883" y="183654"/>
                </a:lnTo>
                <a:lnTo>
                  <a:pt x="463664" y="197723"/>
                </a:lnTo>
                <a:lnTo>
                  <a:pt x="458825" y="216935"/>
                </a:lnTo>
                <a:lnTo>
                  <a:pt x="468806" y="232366"/>
                </a:lnTo>
                <a:lnTo>
                  <a:pt x="502227" y="246737"/>
                </a:lnTo>
                <a:lnTo>
                  <a:pt x="522038" y="257327"/>
                </a:lnTo>
                <a:lnTo>
                  <a:pt x="526272" y="263681"/>
                </a:lnTo>
                <a:lnTo>
                  <a:pt x="529146" y="271396"/>
                </a:lnTo>
                <a:lnTo>
                  <a:pt x="540034" y="282893"/>
                </a:lnTo>
                <a:lnTo>
                  <a:pt x="553796" y="290306"/>
                </a:lnTo>
                <a:lnTo>
                  <a:pt x="596442" y="309821"/>
                </a:lnTo>
                <a:lnTo>
                  <a:pt x="652396" y="350666"/>
                </a:lnTo>
                <a:lnTo>
                  <a:pt x="684305" y="370030"/>
                </a:lnTo>
                <a:lnTo>
                  <a:pt x="710770" y="399530"/>
                </a:lnTo>
                <a:lnTo>
                  <a:pt x="720146" y="413599"/>
                </a:lnTo>
                <a:lnTo>
                  <a:pt x="728010" y="428878"/>
                </a:lnTo>
                <a:lnTo>
                  <a:pt x="744040" y="450965"/>
                </a:lnTo>
                <a:lnTo>
                  <a:pt x="771261" y="478346"/>
                </a:lnTo>
                <a:lnTo>
                  <a:pt x="778218" y="486818"/>
                </a:lnTo>
                <a:lnTo>
                  <a:pt x="785477" y="498769"/>
                </a:lnTo>
                <a:lnTo>
                  <a:pt x="793945" y="510115"/>
                </a:lnTo>
                <a:lnTo>
                  <a:pt x="804078" y="520402"/>
                </a:lnTo>
                <a:lnTo>
                  <a:pt x="816176" y="528269"/>
                </a:lnTo>
                <a:lnTo>
                  <a:pt x="828425" y="530840"/>
                </a:lnTo>
                <a:lnTo>
                  <a:pt x="848387" y="550658"/>
                </a:lnTo>
                <a:lnTo>
                  <a:pt x="859124" y="556860"/>
                </a:lnTo>
                <a:lnTo>
                  <a:pt x="857461" y="541279"/>
                </a:lnTo>
                <a:lnTo>
                  <a:pt x="848387" y="527815"/>
                </a:lnTo>
                <a:lnTo>
                  <a:pt x="848539" y="519646"/>
                </a:lnTo>
                <a:lnTo>
                  <a:pt x="850051" y="512233"/>
                </a:lnTo>
                <a:lnTo>
                  <a:pt x="857461" y="506182"/>
                </a:lnTo>
                <a:lnTo>
                  <a:pt x="866383" y="504366"/>
                </a:lnTo>
                <a:lnTo>
                  <a:pt x="883018" y="510115"/>
                </a:lnTo>
                <a:lnTo>
                  <a:pt x="910088" y="533563"/>
                </a:lnTo>
                <a:lnTo>
                  <a:pt x="921582" y="547179"/>
                </a:lnTo>
                <a:lnTo>
                  <a:pt x="930202" y="566088"/>
                </a:lnTo>
                <a:lnTo>
                  <a:pt x="937309" y="585755"/>
                </a:lnTo>
                <a:lnTo>
                  <a:pt x="948198" y="595437"/>
                </a:lnTo>
                <a:lnTo>
                  <a:pt x="963018" y="598765"/>
                </a:lnTo>
                <a:lnTo>
                  <a:pt x="979502" y="600278"/>
                </a:lnTo>
                <a:lnTo>
                  <a:pt x="994776" y="606329"/>
                </a:lnTo>
                <a:lnTo>
                  <a:pt x="1030314" y="633408"/>
                </a:lnTo>
                <a:lnTo>
                  <a:pt x="1042110" y="646115"/>
                </a:lnTo>
                <a:lnTo>
                  <a:pt x="1051032" y="661092"/>
                </a:lnTo>
                <a:lnTo>
                  <a:pt x="1057233" y="678792"/>
                </a:lnTo>
                <a:lnTo>
                  <a:pt x="1061013" y="697399"/>
                </a:lnTo>
                <a:lnTo>
                  <a:pt x="1063433" y="701786"/>
                </a:lnTo>
                <a:lnTo>
                  <a:pt x="1086268" y="724176"/>
                </a:lnTo>
                <a:lnTo>
                  <a:pt x="1098215" y="733706"/>
                </a:lnTo>
                <a:lnTo>
                  <a:pt x="1112885" y="738245"/>
                </a:lnTo>
                <a:lnTo>
                  <a:pt x="1155682" y="743388"/>
                </a:lnTo>
                <a:lnTo>
                  <a:pt x="1170805" y="751103"/>
                </a:lnTo>
                <a:lnTo>
                  <a:pt x="1183357" y="763962"/>
                </a:lnTo>
                <a:lnTo>
                  <a:pt x="1188650" y="777123"/>
                </a:lnTo>
                <a:lnTo>
                  <a:pt x="1179727" y="788772"/>
                </a:lnTo>
                <a:lnTo>
                  <a:pt x="1146155" y="806472"/>
                </a:lnTo>
                <a:lnTo>
                  <a:pt x="1110465" y="818877"/>
                </a:lnTo>
                <a:lnTo>
                  <a:pt x="1145247" y="814641"/>
                </a:lnTo>
                <a:lnTo>
                  <a:pt x="1162790" y="809346"/>
                </a:lnTo>
                <a:lnTo>
                  <a:pt x="1178971" y="801328"/>
                </a:lnTo>
                <a:lnTo>
                  <a:pt x="1195001" y="791041"/>
                </a:lnTo>
                <a:lnTo>
                  <a:pt x="1220407" y="776670"/>
                </a:lnTo>
                <a:lnTo>
                  <a:pt x="1229784" y="773795"/>
                </a:lnTo>
                <a:lnTo>
                  <a:pt x="1240823" y="774854"/>
                </a:lnTo>
                <a:lnTo>
                  <a:pt x="1250955" y="778939"/>
                </a:lnTo>
                <a:lnTo>
                  <a:pt x="1266078" y="793008"/>
                </a:lnTo>
                <a:lnTo>
                  <a:pt x="1280294" y="807833"/>
                </a:lnTo>
                <a:lnTo>
                  <a:pt x="1290880" y="825230"/>
                </a:lnTo>
                <a:lnTo>
                  <a:pt x="1297534" y="844443"/>
                </a:lnTo>
                <a:lnTo>
                  <a:pt x="1285284" y="854579"/>
                </a:lnTo>
                <a:lnTo>
                  <a:pt x="1267590" y="861991"/>
                </a:lnTo>
                <a:lnTo>
                  <a:pt x="1243394" y="880599"/>
                </a:lnTo>
                <a:lnTo>
                  <a:pt x="1240823" y="887860"/>
                </a:lnTo>
                <a:lnTo>
                  <a:pt x="1245662" y="892701"/>
                </a:lnTo>
                <a:lnTo>
                  <a:pt x="1239765" y="906316"/>
                </a:lnTo>
                <a:lnTo>
                  <a:pt x="1253375" y="914788"/>
                </a:lnTo>
                <a:lnTo>
                  <a:pt x="1255492" y="922049"/>
                </a:lnTo>
                <a:lnTo>
                  <a:pt x="1243697" y="932336"/>
                </a:lnTo>
                <a:lnTo>
                  <a:pt x="1244906" y="938690"/>
                </a:lnTo>
                <a:lnTo>
                  <a:pt x="1259122" y="965769"/>
                </a:lnTo>
                <a:lnTo>
                  <a:pt x="1265927" y="971971"/>
                </a:lnTo>
                <a:lnTo>
                  <a:pt x="1287553" y="985738"/>
                </a:lnTo>
                <a:lnTo>
                  <a:pt x="1320671" y="999656"/>
                </a:lnTo>
                <a:lnTo>
                  <a:pt x="1338970" y="1006009"/>
                </a:lnTo>
                <a:lnTo>
                  <a:pt x="1359839" y="1011002"/>
                </a:lnTo>
                <a:lnTo>
                  <a:pt x="1368762" y="1010850"/>
                </a:lnTo>
                <a:lnTo>
                  <a:pt x="1384338" y="1008581"/>
                </a:lnTo>
                <a:lnTo>
                  <a:pt x="1387363" y="1014027"/>
                </a:lnTo>
                <a:lnTo>
                  <a:pt x="1394168" y="1040804"/>
                </a:lnTo>
                <a:lnTo>
                  <a:pt x="1397344" y="1057596"/>
                </a:lnTo>
                <a:lnTo>
                  <a:pt x="1402032" y="1093600"/>
                </a:lnTo>
                <a:lnTo>
                  <a:pt x="1408232" y="1108577"/>
                </a:lnTo>
                <a:lnTo>
                  <a:pt x="1407779" y="1126730"/>
                </a:lnTo>
                <a:lnTo>
                  <a:pt x="1415794" y="1142312"/>
                </a:lnTo>
                <a:lnTo>
                  <a:pt x="1431975" y="1152145"/>
                </a:lnTo>
                <a:lnTo>
                  <a:pt x="1449366" y="1160314"/>
                </a:lnTo>
                <a:lnTo>
                  <a:pt x="1457532" y="1168181"/>
                </a:lnTo>
                <a:lnTo>
                  <a:pt x="1457532" y="1180132"/>
                </a:lnTo>
                <a:lnTo>
                  <a:pt x="1454659" y="1189511"/>
                </a:lnTo>
                <a:lnTo>
                  <a:pt x="1448761" y="1196924"/>
                </a:lnTo>
                <a:lnTo>
                  <a:pt x="1430765" y="1212506"/>
                </a:lnTo>
                <a:lnTo>
                  <a:pt x="1427589" y="1219162"/>
                </a:lnTo>
                <a:lnTo>
                  <a:pt x="1425170" y="1236257"/>
                </a:lnTo>
                <a:lnTo>
                  <a:pt x="1428194" y="1244123"/>
                </a:lnTo>
                <a:lnTo>
                  <a:pt x="1435302" y="1244577"/>
                </a:lnTo>
                <a:lnTo>
                  <a:pt x="1441049" y="1240493"/>
                </a:lnTo>
                <a:lnTo>
                  <a:pt x="1462523" y="1217498"/>
                </a:lnTo>
                <a:lnTo>
                  <a:pt x="1468421" y="1213414"/>
                </a:lnTo>
                <a:lnTo>
                  <a:pt x="1476587" y="1210237"/>
                </a:lnTo>
                <a:lnTo>
                  <a:pt x="1484905" y="1208270"/>
                </a:lnTo>
                <a:lnTo>
                  <a:pt x="1524375" y="1207968"/>
                </a:lnTo>
                <a:lnTo>
                  <a:pt x="1541010" y="1211598"/>
                </a:lnTo>
                <a:lnTo>
                  <a:pt x="1555830" y="1219162"/>
                </a:lnTo>
                <a:lnTo>
                  <a:pt x="1568987" y="1228542"/>
                </a:lnTo>
                <a:lnTo>
                  <a:pt x="1616926" y="1288448"/>
                </a:lnTo>
                <a:lnTo>
                  <a:pt x="1638854" y="1321427"/>
                </a:lnTo>
                <a:lnTo>
                  <a:pt x="1640669" y="1329748"/>
                </a:lnTo>
                <a:lnTo>
                  <a:pt x="1640972" y="1338219"/>
                </a:lnTo>
                <a:lnTo>
                  <a:pt x="1637342" y="1344876"/>
                </a:lnTo>
                <a:lnTo>
                  <a:pt x="1617229" y="1367416"/>
                </a:lnTo>
                <a:lnTo>
                  <a:pt x="1614809" y="1373619"/>
                </a:lnTo>
                <a:lnTo>
                  <a:pt x="1608609" y="1398277"/>
                </a:lnTo>
                <a:lnTo>
                  <a:pt x="1609819" y="1415977"/>
                </a:lnTo>
                <a:lnTo>
                  <a:pt x="1616473" y="1423390"/>
                </a:lnTo>
                <a:lnTo>
                  <a:pt x="1621615" y="1431407"/>
                </a:lnTo>
                <a:lnTo>
                  <a:pt x="1621312" y="1438669"/>
                </a:lnTo>
                <a:lnTo>
                  <a:pt x="1608155" y="1475127"/>
                </a:lnTo>
                <a:lnTo>
                  <a:pt x="1606643" y="1481330"/>
                </a:lnTo>
                <a:lnTo>
                  <a:pt x="1615112" y="1540480"/>
                </a:lnTo>
                <a:lnTo>
                  <a:pt x="1615717" y="1556516"/>
                </a:lnTo>
                <a:lnTo>
                  <a:pt x="1613902" y="1576787"/>
                </a:lnTo>
                <a:lnTo>
                  <a:pt x="1615112" y="1609463"/>
                </a:lnTo>
                <a:lnTo>
                  <a:pt x="1604375" y="1710367"/>
                </a:lnTo>
                <a:lnTo>
                  <a:pt x="1602409" y="1716267"/>
                </a:lnTo>
                <a:lnTo>
                  <a:pt x="1594091" y="1731697"/>
                </a:lnTo>
                <a:lnTo>
                  <a:pt x="1583354" y="1731697"/>
                </a:lnTo>
                <a:lnTo>
                  <a:pt x="1574583" y="1728974"/>
                </a:lnTo>
                <a:lnTo>
                  <a:pt x="1568382" y="1723074"/>
                </a:lnTo>
                <a:lnTo>
                  <a:pt x="1565055" y="1715662"/>
                </a:lnTo>
                <a:lnTo>
                  <a:pt x="1560065" y="1709762"/>
                </a:lnTo>
                <a:lnTo>
                  <a:pt x="1533751" y="1691154"/>
                </a:lnTo>
                <a:lnTo>
                  <a:pt x="1526946" y="1694180"/>
                </a:lnTo>
                <a:lnTo>
                  <a:pt x="1500330" y="1717326"/>
                </a:lnTo>
                <a:lnTo>
                  <a:pt x="1493222" y="1720805"/>
                </a:lnTo>
                <a:lnTo>
                  <a:pt x="1484451" y="1717931"/>
                </a:lnTo>
                <a:lnTo>
                  <a:pt x="1470387" y="1710972"/>
                </a:lnTo>
                <a:lnTo>
                  <a:pt x="1426531" y="1686616"/>
                </a:lnTo>
                <a:lnTo>
                  <a:pt x="1423809" y="1694483"/>
                </a:lnTo>
                <a:lnTo>
                  <a:pt x="1423204" y="1705072"/>
                </a:lnTo>
                <a:lnTo>
                  <a:pt x="1431975" y="1731395"/>
                </a:lnTo>
                <a:lnTo>
                  <a:pt x="1433185" y="1743043"/>
                </a:lnTo>
                <a:lnTo>
                  <a:pt x="1425170" y="1745312"/>
                </a:lnTo>
                <a:lnTo>
                  <a:pt x="1420784" y="1744859"/>
                </a:lnTo>
                <a:lnTo>
                  <a:pt x="1402486" y="1729428"/>
                </a:lnTo>
                <a:lnTo>
                  <a:pt x="1385699" y="1712485"/>
                </a:lnTo>
                <a:lnTo>
                  <a:pt x="1366493" y="1689490"/>
                </a:lnTo>
                <a:lnTo>
                  <a:pt x="1352429" y="1678598"/>
                </a:lnTo>
                <a:lnTo>
                  <a:pt x="1339877" y="1666345"/>
                </a:lnTo>
                <a:lnTo>
                  <a:pt x="1304188" y="1620053"/>
                </a:lnTo>
                <a:lnTo>
                  <a:pt x="1294963" y="1612943"/>
                </a:lnTo>
                <a:lnTo>
                  <a:pt x="1239916" y="1580115"/>
                </a:lnTo>
                <a:lnTo>
                  <a:pt x="1228725" y="1572400"/>
                </a:lnTo>
                <a:lnTo>
                  <a:pt x="1214661" y="1558936"/>
                </a:lnTo>
                <a:lnTo>
                  <a:pt x="1199538" y="1546834"/>
                </a:lnTo>
                <a:lnTo>
                  <a:pt x="1166268" y="1527924"/>
                </a:lnTo>
                <a:lnTo>
                  <a:pt x="1108650" y="1479666"/>
                </a:lnTo>
                <a:lnTo>
                  <a:pt x="1083546" y="1451981"/>
                </a:lnTo>
                <a:lnTo>
                  <a:pt x="1055720" y="1407505"/>
                </a:lnTo>
                <a:lnTo>
                  <a:pt x="1046647" y="1396008"/>
                </a:lnTo>
                <a:lnTo>
                  <a:pt x="999766" y="1362575"/>
                </a:lnTo>
                <a:lnTo>
                  <a:pt x="974209" y="1342304"/>
                </a:lnTo>
                <a:lnTo>
                  <a:pt x="963623" y="1330655"/>
                </a:lnTo>
                <a:lnTo>
                  <a:pt x="938670" y="1290112"/>
                </a:lnTo>
                <a:lnTo>
                  <a:pt x="931411" y="1276346"/>
                </a:lnTo>
                <a:lnTo>
                  <a:pt x="922338" y="1264395"/>
                </a:lnTo>
                <a:lnTo>
                  <a:pt x="907215" y="1254562"/>
                </a:lnTo>
                <a:lnTo>
                  <a:pt x="894058" y="1243064"/>
                </a:lnTo>
                <a:lnTo>
                  <a:pt x="867593" y="1206303"/>
                </a:lnTo>
                <a:lnTo>
                  <a:pt x="859427" y="1191781"/>
                </a:lnTo>
                <a:lnTo>
                  <a:pt x="853075" y="1175896"/>
                </a:lnTo>
                <a:lnTo>
                  <a:pt x="854134" y="1144128"/>
                </a:lnTo>
                <a:lnTo>
                  <a:pt x="798482" y="1048065"/>
                </a:lnTo>
                <a:lnTo>
                  <a:pt x="784418" y="1018112"/>
                </a:lnTo>
                <a:lnTo>
                  <a:pt x="771412" y="976661"/>
                </a:lnTo>
                <a:lnTo>
                  <a:pt x="768539" y="972425"/>
                </a:lnTo>
                <a:lnTo>
                  <a:pt x="738142" y="935211"/>
                </a:lnTo>
                <a:lnTo>
                  <a:pt x="727405" y="923259"/>
                </a:lnTo>
                <a:lnTo>
                  <a:pt x="714400" y="912065"/>
                </a:lnTo>
                <a:lnTo>
                  <a:pt x="703662" y="899055"/>
                </a:lnTo>
                <a:lnTo>
                  <a:pt x="682642" y="856545"/>
                </a:lnTo>
                <a:lnTo>
                  <a:pt x="674929" y="844745"/>
                </a:lnTo>
                <a:lnTo>
                  <a:pt x="664041" y="836122"/>
                </a:lnTo>
                <a:lnTo>
                  <a:pt x="624268" y="819936"/>
                </a:lnTo>
                <a:lnTo>
                  <a:pt x="609296" y="811010"/>
                </a:lnTo>
                <a:lnTo>
                  <a:pt x="597652" y="798303"/>
                </a:lnTo>
                <a:lnTo>
                  <a:pt x="590544" y="782116"/>
                </a:lnTo>
                <a:lnTo>
                  <a:pt x="582680" y="747775"/>
                </a:lnTo>
                <a:lnTo>
                  <a:pt x="563928" y="695432"/>
                </a:lnTo>
                <a:lnTo>
                  <a:pt x="542756" y="625390"/>
                </a:lnTo>
                <a:lnTo>
                  <a:pt x="528692" y="594075"/>
                </a:lnTo>
                <a:lnTo>
                  <a:pt x="512359" y="569417"/>
                </a:lnTo>
                <a:lnTo>
                  <a:pt x="507671" y="563819"/>
                </a:lnTo>
                <a:lnTo>
                  <a:pt x="435536" y="519494"/>
                </a:lnTo>
                <a:lnTo>
                  <a:pt x="423135" y="512989"/>
                </a:lnTo>
                <a:lnTo>
                  <a:pt x="410129" y="509056"/>
                </a:lnTo>
                <a:lnTo>
                  <a:pt x="391377" y="506182"/>
                </a:lnTo>
                <a:lnTo>
                  <a:pt x="377162" y="494685"/>
                </a:lnTo>
                <a:lnTo>
                  <a:pt x="371264" y="474262"/>
                </a:lnTo>
                <a:lnTo>
                  <a:pt x="368088" y="446729"/>
                </a:lnTo>
                <a:lnTo>
                  <a:pt x="364459" y="430239"/>
                </a:lnTo>
                <a:lnTo>
                  <a:pt x="360527" y="420860"/>
                </a:lnTo>
                <a:lnTo>
                  <a:pt x="330281" y="401496"/>
                </a:lnTo>
                <a:lnTo>
                  <a:pt x="318485" y="386066"/>
                </a:lnTo>
                <a:lnTo>
                  <a:pt x="308656" y="369123"/>
                </a:lnTo>
                <a:lnTo>
                  <a:pt x="299582" y="355961"/>
                </a:lnTo>
                <a:lnTo>
                  <a:pt x="266463" y="310729"/>
                </a:lnTo>
                <a:lnTo>
                  <a:pt x="255121" y="298778"/>
                </a:lnTo>
                <a:lnTo>
                  <a:pt x="241057" y="290457"/>
                </a:lnTo>
                <a:lnTo>
                  <a:pt x="199318" y="281683"/>
                </a:lnTo>
                <a:lnTo>
                  <a:pt x="187220" y="274270"/>
                </a:lnTo>
                <a:lnTo>
                  <a:pt x="166955" y="248553"/>
                </a:lnTo>
                <a:lnTo>
                  <a:pt x="154706" y="235391"/>
                </a:lnTo>
                <a:lnTo>
                  <a:pt x="118109" y="206648"/>
                </a:lnTo>
                <a:lnTo>
                  <a:pt x="56257" y="146288"/>
                </a:lnTo>
                <a:lnTo>
                  <a:pt x="43554" y="131311"/>
                </a:lnTo>
                <a:lnTo>
                  <a:pt x="34026" y="115578"/>
                </a:lnTo>
                <a:lnTo>
                  <a:pt x="26314" y="98786"/>
                </a:lnTo>
                <a:lnTo>
                  <a:pt x="0" y="52192"/>
                </a:lnTo>
                <a:lnTo>
                  <a:pt x="2117" y="42813"/>
                </a:lnTo>
                <a:lnTo>
                  <a:pt x="6049" y="32979"/>
                </a:lnTo>
                <a:lnTo>
                  <a:pt x="5444" y="24962"/>
                </a:lnTo>
                <a:lnTo>
                  <a:pt x="2571" y="16944"/>
                </a:lnTo>
                <a:lnTo>
                  <a:pt x="3176" y="9682"/>
                </a:lnTo>
                <a:lnTo>
                  <a:pt x="11040" y="5447"/>
                </a:lnTo>
                <a:lnTo>
                  <a:pt x="28582" y="0"/>
                </a:lnTo>
                <a:lnTo>
                  <a:pt x="46881" y="606"/>
                </a:lnTo>
                <a:lnTo>
                  <a:pt x="63818" y="3026"/>
                </a:lnTo>
                <a:lnTo>
                  <a:pt x="80151" y="7564"/>
                </a:lnTo>
                <a:lnTo>
                  <a:pt x="95878" y="17246"/>
                </a:lnTo>
                <a:lnTo>
                  <a:pt x="124007" y="42056"/>
                </a:lnTo>
                <a:lnTo>
                  <a:pt x="140037" y="50679"/>
                </a:lnTo>
                <a:lnTo>
                  <a:pt x="157882" y="54764"/>
                </a:lnTo>
                <a:lnTo>
                  <a:pt x="194479" y="60512"/>
                </a:lnTo>
                <a:close/>
                <a:moveTo>
                  <a:pt x="3825002" y="2154372"/>
                </a:moveTo>
                <a:lnTo>
                  <a:pt x="3825002" y="2159667"/>
                </a:lnTo>
                <a:lnTo>
                  <a:pt x="3825002" y="2164811"/>
                </a:lnTo>
                <a:lnTo>
                  <a:pt x="3825002" y="2171467"/>
                </a:lnTo>
                <a:lnTo>
                  <a:pt x="3825002" y="2172980"/>
                </a:lnTo>
                <a:lnTo>
                  <a:pt x="3825002" y="2173434"/>
                </a:lnTo>
                <a:lnTo>
                  <a:pt x="3825002" y="2172223"/>
                </a:lnTo>
                <a:lnTo>
                  <a:pt x="3825002" y="2174492"/>
                </a:lnTo>
                <a:lnTo>
                  <a:pt x="3825002" y="2191890"/>
                </a:lnTo>
                <a:lnTo>
                  <a:pt x="3825002" y="2193402"/>
                </a:lnTo>
                <a:lnTo>
                  <a:pt x="3825002" y="2197790"/>
                </a:lnTo>
                <a:lnTo>
                  <a:pt x="3825002" y="2190982"/>
                </a:lnTo>
                <a:lnTo>
                  <a:pt x="3825002" y="2185990"/>
                </a:lnTo>
                <a:lnTo>
                  <a:pt x="3825002" y="2184628"/>
                </a:lnTo>
                <a:lnTo>
                  <a:pt x="3825002" y="2185082"/>
                </a:lnTo>
                <a:lnTo>
                  <a:pt x="3825002" y="2200513"/>
                </a:lnTo>
                <a:lnTo>
                  <a:pt x="3825002" y="2197336"/>
                </a:lnTo>
                <a:lnTo>
                  <a:pt x="3825002" y="2198546"/>
                </a:lnTo>
                <a:lnTo>
                  <a:pt x="3825002" y="2201874"/>
                </a:lnTo>
                <a:lnTo>
                  <a:pt x="3825002" y="2203236"/>
                </a:lnTo>
                <a:lnTo>
                  <a:pt x="3825002" y="2202177"/>
                </a:lnTo>
                <a:lnTo>
                  <a:pt x="3825002" y="2190226"/>
                </a:lnTo>
                <a:lnTo>
                  <a:pt x="3825002" y="2183115"/>
                </a:lnTo>
                <a:lnTo>
                  <a:pt x="3797781" y="2185838"/>
                </a:lnTo>
                <a:lnTo>
                  <a:pt x="3767687" y="2179333"/>
                </a:lnTo>
                <a:lnTo>
                  <a:pt x="3751203" y="2184326"/>
                </a:lnTo>
                <a:lnTo>
                  <a:pt x="3735626" y="2191587"/>
                </a:lnTo>
                <a:lnTo>
                  <a:pt x="3731090" y="2184023"/>
                </a:lnTo>
                <a:lnTo>
                  <a:pt x="3725343" y="2177367"/>
                </a:lnTo>
                <a:lnTo>
                  <a:pt x="3720352" y="2167382"/>
                </a:lnTo>
                <a:lnTo>
                  <a:pt x="3720201" y="2156036"/>
                </a:lnTo>
                <a:lnTo>
                  <a:pt x="3721865" y="2148170"/>
                </a:lnTo>
                <a:lnTo>
                  <a:pt x="3726402" y="2140908"/>
                </a:lnTo>
                <a:lnTo>
                  <a:pt x="3729124" y="2133344"/>
                </a:lnTo>
                <a:lnTo>
                  <a:pt x="3730485" y="2125327"/>
                </a:lnTo>
                <a:lnTo>
                  <a:pt x="3736987" y="2129109"/>
                </a:lnTo>
                <a:lnTo>
                  <a:pt x="3743944" y="2127747"/>
                </a:lnTo>
                <a:lnTo>
                  <a:pt x="3764360" y="2118973"/>
                </a:lnTo>
                <a:lnTo>
                  <a:pt x="3784322" y="2105660"/>
                </a:lnTo>
                <a:lnTo>
                  <a:pt x="3802923" y="2100819"/>
                </a:lnTo>
                <a:lnTo>
                  <a:pt x="3813660" y="2099458"/>
                </a:lnTo>
                <a:lnTo>
                  <a:pt x="3822885" y="2102030"/>
                </a:lnTo>
                <a:lnTo>
                  <a:pt x="3825002" y="2101122"/>
                </a:lnTo>
                <a:lnTo>
                  <a:pt x="3825002" y="2098096"/>
                </a:lnTo>
                <a:lnTo>
                  <a:pt x="3825002" y="2108383"/>
                </a:lnTo>
                <a:lnTo>
                  <a:pt x="3825002" y="2110350"/>
                </a:lnTo>
                <a:lnTo>
                  <a:pt x="3825002" y="2111258"/>
                </a:lnTo>
                <a:lnTo>
                  <a:pt x="3825002" y="2117158"/>
                </a:lnTo>
                <a:lnTo>
                  <a:pt x="3825002" y="2125932"/>
                </a:lnTo>
                <a:lnTo>
                  <a:pt x="3825002" y="2134101"/>
                </a:lnTo>
                <a:lnTo>
                  <a:pt x="3825002" y="2145144"/>
                </a:lnTo>
                <a:lnTo>
                  <a:pt x="3825002" y="2149229"/>
                </a:lnTo>
                <a:lnTo>
                  <a:pt x="3825002" y="2150288"/>
                </a:lnTo>
                <a:lnTo>
                  <a:pt x="3825002" y="2148775"/>
                </a:lnTo>
                <a:lnTo>
                  <a:pt x="3825002" y="2141362"/>
                </a:lnTo>
                <a:lnTo>
                  <a:pt x="3825002" y="2138337"/>
                </a:lnTo>
                <a:lnTo>
                  <a:pt x="3825002" y="2138488"/>
                </a:lnTo>
                <a:lnTo>
                  <a:pt x="3825002" y="2136521"/>
                </a:lnTo>
                <a:lnTo>
                  <a:pt x="3825002" y="2134706"/>
                </a:lnTo>
                <a:lnTo>
                  <a:pt x="3825002" y="2130621"/>
                </a:lnTo>
                <a:lnTo>
                  <a:pt x="3825002" y="2133193"/>
                </a:lnTo>
                <a:lnTo>
                  <a:pt x="3825002" y="2136975"/>
                </a:lnTo>
                <a:lnTo>
                  <a:pt x="3825002" y="2156339"/>
                </a:lnTo>
                <a:lnTo>
                  <a:pt x="3825002" y="2156793"/>
                </a:lnTo>
                <a:lnTo>
                  <a:pt x="3825002" y="2152708"/>
                </a:lnTo>
                <a:lnTo>
                  <a:pt x="3825002" y="2147413"/>
                </a:lnTo>
                <a:lnTo>
                  <a:pt x="3825002" y="2139547"/>
                </a:lnTo>
                <a:lnTo>
                  <a:pt x="3825002" y="2132891"/>
                </a:lnTo>
                <a:lnTo>
                  <a:pt x="3825002" y="2127142"/>
                </a:lnTo>
                <a:lnTo>
                  <a:pt x="3825002" y="2122604"/>
                </a:lnTo>
                <a:lnTo>
                  <a:pt x="3825002" y="2115191"/>
                </a:lnTo>
                <a:lnTo>
                  <a:pt x="3825002" y="2107778"/>
                </a:lnTo>
                <a:lnTo>
                  <a:pt x="3825002" y="2095373"/>
                </a:lnTo>
                <a:lnTo>
                  <a:pt x="3825002" y="2089927"/>
                </a:lnTo>
                <a:lnTo>
                  <a:pt x="3825002" y="2081002"/>
                </a:lnTo>
                <a:lnTo>
                  <a:pt x="3825002" y="2075858"/>
                </a:lnTo>
                <a:lnTo>
                  <a:pt x="3825002" y="2077825"/>
                </a:lnTo>
                <a:lnTo>
                  <a:pt x="3825002" y="2084784"/>
                </a:lnTo>
                <a:lnTo>
                  <a:pt x="3825002" y="2111560"/>
                </a:lnTo>
                <a:lnTo>
                  <a:pt x="3825002" y="2115342"/>
                </a:lnTo>
                <a:lnTo>
                  <a:pt x="3825002" y="2119427"/>
                </a:lnTo>
                <a:lnTo>
                  <a:pt x="3825002" y="2124721"/>
                </a:lnTo>
                <a:lnTo>
                  <a:pt x="3825002" y="2134555"/>
                </a:lnTo>
                <a:lnTo>
                  <a:pt x="3825002" y="2146808"/>
                </a:lnTo>
                <a:lnTo>
                  <a:pt x="3825002" y="2151952"/>
                </a:lnTo>
                <a:lnTo>
                  <a:pt x="3825002" y="2154372"/>
                </a:lnTo>
                <a:close/>
                <a:moveTo>
                  <a:pt x="3751354" y="2269799"/>
                </a:moveTo>
                <a:lnTo>
                  <a:pt x="3758159" y="2276606"/>
                </a:lnTo>
                <a:lnTo>
                  <a:pt x="3782809" y="2288709"/>
                </a:lnTo>
                <a:lnTo>
                  <a:pt x="3786893" y="2288709"/>
                </a:lnTo>
                <a:lnTo>
                  <a:pt x="3788405" y="2288709"/>
                </a:lnTo>
                <a:lnTo>
                  <a:pt x="3793395" y="2288709"/>
                </a:lnTo>
                <a:lnTo>
                  <a:pt x="3804586" y="2288709"/>
                </a:lnTo>
                <a:lnTo>
                  <a:pt x="3816533" y="2288709"/>
                </a:lnTo>
                <a:lnTo>
                  <a:pt x="3825002" y="2288709"/>
                </a:lnTo>
                <a:lnTo>
                  <a:pt x="3815777" y="2288709"/>
                </a:lnTo>
                <a:lnTo>
                  <a:pt x="3809123" y="2288709"/>
                </a:lnTo>
                <a:lnTo>
                  <a:pt x="3787951" y="2288709"/>
                </a:lnTo>
                <a:lnTo>
                  <a:pt x="3771316" y="2288709"/>
                </a:lnTo>
                <a:lnTo>
                  <a:pt x="3757252" y="2288709"/>
                </a:lnTo>
                <a:lnTo>
                  <a:pt x="3749086" y="2288709"/>
                </a:lnTo>
                <a:lnTo>
                  <a:pt x="3738953" y="2288709"/>
                </a:lnTo>
                <a:lnTo>
                  <a:pt x="3721109" y="2288709"/>
                </a:lnTo>
                <a:lnTo>
                  <a:pt x="3689048" y="2288709"/>
                </a:lnTo>
                <a:lnTo>
                  <a:pt x="3669237" y="2288709"/>
                </a:lnTo>
                <a:lnTo>
                  <a:pt x="3661222" y="2288709"/>
                </a:lnTo>
                <a:lnTo>
                  <a:pt x="3653056" y="2288709"/>
                </a:lnTo>
                <a:lnTo>
                  <a:pt x="3611015" y="2288709"/>
                </a:lnTo>
                <a:lnTo>
                  <a:pt x="3604512" y="2288709"/>
                </a:lnTo>
                <a:lnTo>
                  <a:pt x="3599370" y="2288709"/>
                </a:lnTo>
                <a:lnTo>
                  <a:pt x="3594682" y="2288709"/>
                </a:lnTo>
                <a:lnTo>
                  <a:pt x="3591960" y="2288709"/>
                </a:lnTo>
                <a:lnTo>
                  <a:pt x="3597253" y="2284473"/>
                </a:lnTo>
                <a:lnTo>
                  <a:pt x="3602849" y="2279632"/>
                </a:lnTo>
                <a:lnTo>
                  <a:pt x="3626289" y="2271160"/>
                </a:lnTo>
                <a:lnTo>
                  <a:pt x="3642924" y="2268588"/>
                </a:lnTo>
                <a:lnTo>
                  <a:pt x="3662281" y="2269042"/>
                </a:lnTo>
                <a:lnTo>
                  <a:pt x="3691165" y="2266319"/>
                </a:lnTo>
                <a:lnTo>
                  <a:pt x="3718386" y="2270555"/>
                </a:lnTo>
                <a:lnTo>
                  <a:pt x="3726855" y="2267529"/>
                </a:lnTo>
                <a:lnTo>
                  <a:pt x="3740617" y="2258604"/>
                </a:lnTo>
                <a:lnTo>
                  <a:pt x="3745456" y="2261781"/>
                </a:lnTo>
                <a:lnTo>
                  <a:pt x="3751354" y="2269799"/>
                </a:lnTo>
                <a:close/>
                <a:moveTo>
                  <a:pt x="3483530" y="2109896"/>
                </a:moveTo>
                <a:lnTo>
                  <a:pt x="3491091" y="2115796"/>
                </a:lnTo>
                <a:lnTo>
                  <a:pt x="3498048" y="2115342"/>
                </a:lnTo>
                <a:lnTo>
                  <a:pt x="3512414" y="2106114"/>
                </a:lnTo>
                <a:lnTo>
                  <a:pt x="3521186" y="2102786"/>
                </a:lnTo>
                <a:lnTo>
                  <a:pt x="3530410" y="2102635"/>
                </a:lnTo>
                <a:lnTo>
                  <a:pt x="3539484" y="2104299"/>
                </a:lnTo>
                <a:lnTo>
                  <a:pt x="3548407" y="2110653"/>
                </a:lnTo>
                <a:lnTo>
                  <a:pt x="3551582" y="2121242"/>
                </a:lnTo>
                <a:lnTo>
                  <a:pt x="3554909" y="2124570"/>
                </a:lnTo>
                <a:lnTo>
                  <a:pt x="3560051" y="2111863"/>
                </a:lnTo>
                <a:lnTo>
                  <a:pt x="3567008" y="2108081"/>
                </a:lnTo>
                <a:lnTo>
                  <a:pt x="3574871" y="2106114"/>
                </a:lnTo>
                <a:lnTo>
                  <a:pt x="3586970" y="2106871"/>
                </a:lnTo>
                <a:lnTo>
                  <a:pt x="3596346" y="2112922"/>
                </a:lnTo>
                <a:lnTo>
                  <a:pt x="3604814" y="2130924"/>
                </a:lnTo>
                <a:lnTo>
                  <a:pt x="3604512" y="2146657"/>
                </a:lnTo>
                <a:lnTo>
                  <a:pt x="3607537" y="2152557"/>
                </a:lnTo>
                <a:lnTo>
                  <a:pt x="3613434" y="2156793"/>
                </a:lnTo>
                <a:lnTo>
                  <a:pt x="3617820" y="2162844"/>
                </a:lnTo>
                <a:lnTo>
                  <a:pt x="3613888" y="2169198"/>
                </a:lnTo>
                <a:lnTo>
                  <a:pt x="3610107" y="2172223"/>
                </a:lnTo>
                <a:lnTo>
                  <a:pt x="3599068" y="2175249"/>
                </a:lnTo>
                <a:lnTo>
                  <a:pt x="3593775" y="2173887"/>
                </a:lnTo>
                <a:lnTo>
                  <a:pt x="3588936" y="2169652"/>
                </a:lnTo>
                <a:lnTo>
                  <a:pt x="3583491" y="2168139"/>
                </a:lnTo>
                <a:lnTo>
                  <a:pt x="3571091" y="2169500"/>
                </a:lnTo>
                <a:lnTo>
                  <a:pt x="3559749" y="2172980"/>
                </a:lnTo>
                <a:lnTo>
                  <a:pt x="3561261" y="2178880"/>
                </a:lnTo>
                <a:lnTo>
                  <a:pt x="3570637" y="2181451"/>
                </a:lnTo>
                <a:lnTo>
                  <a:pt x="3573510" y="2184174"/>
                </a:lnTo>
                <a:lnTo>
                  <a:pt x="3572905" y="2187805"/>
                </a:lnTo>
                <a:lnTo>
                  <a:pt x="3569125" y="2188561"/>
                </a:lnTo>
                <a:lnTo>
                  <a:pt x="3557027" y="2183569"/>
                </a:lnTo>
                <a:lnTo>
                  <a:pt x="3548860" y="2184628"/>
                </a:lnTo>
                <a:lnTo>
                  <a:pt x="3519371" y="2191284"/>
                </a:lnTo>
                <a:lnTo>
                  <a:pt x="3511507" y="2191133"/>
                </a:lnTo>
                <a:lnTo>
                  <a:pt x="3507121" y="2184779"/>
                </a:lnTo>
                <a:lnTo>
                  <a:pt x="3507424" y="2168290"/>
                </a:lnTo>
                <a:lnTo>
                  <a:pt x="3504248" y="2163903"/>
                </a:lnTo>
                <a:lnTo>
                  <a:pt x="3482320" y="2184023"/>
                </a:lnTo>
                <a:lnTo>
                  <a:pt x="3475666" y="2189015"/>
                </a:lnTo>
                <a:lnTo>
                  <a:pt x="3466895" y="2191284"/>
                </a:lnTo>
                <a:lnTo>
                  <a:pt x="3457670" y="2190528"/>
                </a:lnTo>
                <a:lnTo>
                  <a:pt x="3425912" y="2202630"/>
                </a:lnTo>
                <a:lnTo>
                  <a:pt x="3415931" y="2200966"/>
                </a:lnTo>
                <a:lnTo>
                  <a:pt x="3406404" y="2200966"/>
                </a:lnTo>
                <a:lnTo>
                  <a:pt x="3372529" y="2214279"/>
                </a:lnTo>
                <a:lnTo>
                  <a:pt x="3354381" y="2217910"/>
                </a:lnTo>
                <a:lnTo>
                  <a:pt x="3345005" y="2218212"/>
                </a:lnTo>
                <a:lnTo>
                  <a:pt x="3335780" y="2217002"/>
                </a:lnTo>
                <a:lnTo>
                  <a:pt x="3327463" y="2218212"/>
                </a:lnTo>
                <a:lnTo>
                  <a:pt x="3320053" y="2223507"/>
                </a:lnTo>
                <a:lnTo>
                  <a:pt x="3304930" y="2228045"/>
                </a:lnTo>
                <a:lnTo>
                  <a:pt x="3289354" y="2224566"/>
                </a:lnTo>
                <a:lnTo>
                  <a:pt x="3276197" y="2220028"/>
                </a:lnTo>
                <a:lnTo>
                  <a:pt x="3263645" y="2213976"/>
                </a:lnTo>
                <a:lnTo>
                  <a:pt x="3260620" y="2206261"/>
                </a:lnTo>
                <a:lnTo>
                  <a:pt x="3261225" y="2197033"/>
                </a:lnTo>
                <a:lnTo>
                  <a:pt x="3266518" y="2184477"/>
                </a:lnTo>
                <a:lnTo>
                  <a:pt x="3262889" y="2162390"/>
                </a:lnTo>
                <a:lnTo>
                  <a:pt x="3265611" y="2152254"/>
                </a:lnTo>
                <a:lnTo>
                  <a:pt x="3270753" y="2142270"/>
                </a:lnTo>
                <a:lnTo>
                  <a:pt x="3278465" y="2138639"/>
                </a:lnTo>
                <a:lnTo>
                  <a:pt x="3288597" y="2137883"/>
                </a:lnTo>
                <a:lnTo>
                  <a:pt x="3305384" y="2128957"/>
                </a:lnTo>
                <a:lnTo>
                  <a:pt x="3320658" y="2117309"/>
                </a:lnTo>
                <a:lnTo>
                  <a:pt x="3329580" y="2118519"/>
                </a:lnTo>
                <a:lnTo>
                  <a:pt x="3349693" y="2126688"/>
                </a:lnTo>
                <a:lnTo>
                  <a:pt x="3361489" y="2127596"/>
                </a:lnTo>
                <a:lnTo>
                  <a:pt x="3381451" y="2126234"/>
                </a:lnTo>
                <a:lnTo>
                  <a:pt x="3389769" y="2131378"/>
                </a:lnTo>
                <a:lnTo>
                  <a:pt x="3392944" y="2142875"/>
                </a:lnTo>
                <a:lnTo>
                  <a:pt x="3397481" y="2146960"/>
                </a:lnTo>
                <a:lnTo>
                  <a:pt x="3403379" y="2149985"/>
                </a:lnTo>
                <a:lnTo>
                  <a:pt x="3417595" y="2169349"/>
                </a:lnTo>
                <a:lnTo>
                  <a:pt x="3430751" y="2168290"/>
                </a:lnTo>
                <a:lnTo>
                  <a:pt x="3442396" y="2171921"/>
                </a:lnTo>
                <a:lnTo>
                  <a:pt x="3462660" y="2160121"/>
                </a:lnTo>
                <a:lnTo>
                  <a:pt x="3478086" y="2160423"/>
                </a:lnTo>
                <a:lnTo>
                  <a:pt x="3482471" y="2151347"/>
                </a:lnTo>
                <a:lnTo>
                  <a:pt x="3473246" y="2141665"/>
                </a:lnTo>
                <a:lnTo>
                  <a:pt x="3462056" y="2133647"/>
                </a:lnTo>
                <a:lnTo>
                  <a:pt x="3456158" y="2131983"/>
                </a:lnTo>
                <a:lnTo>
                  <a:pt x="3449655" y="2132437"/>
                </a:lnTo>
                <a:lnTo>
                  <a:pt x="3443757" y="2131227"/>
                </a:lnTo>
                <a:lnTo>
                  <a:pt x="3418956" y="2113527"/>
                </a:lnTo>
                <a:lnTo>
                  <a:pt x="3411545" y="2103996"/>
                </a:lnTo>
                <a:lnTo>
                  <a:pt x="3407311" y="2092802"/>
                </a:lnTo>
                <a:lnTo>
                  <a:pt x="3409882" y="2084481"/>
                </a:lnTo>
                <a:lnTo>
                  <a:pt x="3426971" y="2077068"/>
                </a:lnTo>
                <a:lnTo>
                  <a:pt x="3434986" y="2075253"/>
                </a:lnTo>
                <a:lnTo>
                  <a:pt x="3464626" y="2080245"/>
                </a:lnTo>
                <a:lnTo>
                  <a:pt x="3469768" y="2084481"/>
                </a:lnTo>
                <a:lnTo>
                  <a:pt x="3477632" y="2102181"/>
                </a:lnTo>
                <a:lnTo>
                  <a:pt x="3483530" y="2109896"/>
                </a:lnTo>
                <a:close/>
                <a:moveTo>
                  <a:pt x="3825002" y="701030"/>
                </a:moveTo>
                <a:lnTo>
                  <a:pt x="3825002" y="726596"/>
                </a:lnTo>
                <a:lnTo>
                  <a:pt x="3825002" y="739001"/>
                </a:lnTo>
                <a:lnTo>
                  <a:pt x="3825002" y="752465"/>
                </a:lnTo>
                <a:lnTo>
                  <a:pt x="3825002" y="767290"/>
                </a:lnTo>
                <a:lnTo>
                  <a:pt x="3825002" y="780300"/>
                </a:lnTo>
                <a:lnTo>
                  <a:pt x="3825002" y="784234"/>
                </a:lnTo>
                <a:lnTo>
                  <a:pt x="3825002" y="791344"/>
                </a:lnTo>
                <a:lnTo>
                  <a:pt x="3825002" y="794067"/>
                </a:lnTo>
                <a:lnTo>
                  <a:pt x="3825002" y="794823"/>
                </a:lnTo>
                <a:lnTo>
                  <a:pt x="3825002" y="805261"/>
                </a:lnTo>
                <a:lnTo>
                  <a:pt x="3825002" y="806623"/>
                </a:lnTo>
                <a:lnTo>
                  <a:pt x="3825002" y="806169"/>
                </a:lnTo>
                <a:lnTo>
                  <a:pt x="3825002" y="803446"/>
                </a:lnTo>
                <a:lnTo>
                  <a:pt x="3825002" y="802085"/>
                </a:lnTo>
                <a:lnTo>
                  <a:pt x="3825002" y="788621"/>
                </a:lnTo>
                <a:lnTo>
                  <a:pt x="3825002" y="778031"/>
                </a:lnTo>
                <a:lnTo>
                  <a:pt x="3825002" y="776821"/>
                </a:lnTo>
                <a:lnTo>
                  <a:pt x="3825002" y="778031"/>
                </a:lnTo>
                <a:lnTo>
                  <a:pt x="3825002" y="778788"/>
                </a:lnTo>
                <a:lnTo>
                  <a:pt x="3825002" y="780754"/>
                </a:lnTo>
                <a:lnTo>
                  <a:pt x="3825002" y="785444"/>
                </a:lnTo>
                <a:lnTo>
                  <a:pt x="3825002" y="783326"/>
                </a:lnTo>
                <a:lnTo>
                  <a:pt x="3825002" y="778031"/>
                </a:lnTo>
                <a:lnTo>
                  <a:pt x="3825002" y="776216"/>
                </a:lnTo>
                <a:lnTo>
                  <a:pt x="3825002" y="776670"/>
                </a:lnTo>
                <a:lnTo>
                  <a:pt x="3825002" y="784687"/>
                </a:lnTo>
                <a:lnTo>
                  <a:pt x="3825002" y="783931"/>
                </a:lnTo>
                <a:lnTo>
                  <a:pt x="3825002" y="773644"/>
                </a:lnTo>
                <a:lnTo>
                  <a:pt x="3825002" y="771677"/>
                </a:lnTo>
                <a:lnTo>
                  <a:pt x="3818953" y="774400"/>
                </a:lnTo>
                <a:lnTo>
                  <a:pt x="3802167" y="783628"/>
                </a:lnTo>
                <a:lnTo>
                  <a:pt x="3795815" y="789831"/>
                </a:lnTo>
                <a:lnTo>
                  <a:pt x="3778424" y="810859"/>
                </a:lnTo>
                <a:lnTo>
                  <a:pt x="3768594" y="826289"/>
                </a:lnTo>
                <a:lnTo>
                  <a:pt x="3761184" y="845502"/>
                </a:lnTo>
                <a:lnTo>
                  <a:pt x="3754832" y="865168"/>
                </a:lnTo>
                <a:lnTo>
                  <a:pt x="3751354" y="881204"/>
                </a:lnTo>
                <a:lnTo>
                  <a:pt x="3751203" y="897996"/>
                </a:lnTo>
                <a:lnTo>
                  <a:pt x="3754227" y="916906"/>
                </a:lnTo>
                <a:lnTo>
                  <a:pt x="3758915" y="935664"/>
                </a:lnTo>
                <a:lnTo>
                  <a:pt x="3764057" y="949885"/>
                </a:lnTo>
                <a:lnTo>
                  <a:pt x="3785834" y="982864"/>
                </a:lnTo>
                <a:lnTo>
                  <a:pt x="3790220" y="987553"/>
                </a:lnTo>
                <a:lnTo>
                  <a:pt x="3813660" y="996933"/>
                </a:lnTo>
                <a:lnTo>
                  <a:pt x="3825002" y="1008732"/>
                </a:lnTo>
                <a:lnTo>
                  <a:pt x="3825002" y="1041863"/>
                </a:lnTo>
                <a:lnTo>
                  <a:pt x="3825002" y="1058806"/>
                </a:lnTo>
                <a:lnTo>
                  <a:pt x="3825002" y="1058957"/>
                </a:lnTo>
                <a:lnTo>
                  <a:pt x="3825002" y="1057898"/>
                </a:lnTo>
                <a:lnTo>
                  <a:pt x="3825002" y="1060016"/>
                </a:lnTo>
                <a:lnTo>
                  <a:pt x="3825002" y="1064403"/>
                </a:lnTo>
                <a:lnTo>
                  <a:pt x="3825002" y="1054116"/>
                </a:lnTo>
                <a:lnTo>
                  <a:pt x="3825002" y="1034904"/>
                </a:lnTo>
                <a:lnTo>
                  <a:pt x="3825002" y="1020683"/>
                </a:lnTo>
                <a:lnTo>
                  <a:pt x="3825002" y="993604"/>
                </a:lnTo>
                <a:lnTo>
                  <a:pt x="3825002" y="981048"/>
                </a:lnTo>
                <a:lnTo>
                  <a:pt x="3825002" y="976964"/>
                </a:lnTo>
                <a:lnTo>
                  <a:pt x="3825002" y="978628"/>
                </a:lnTo>
                <a:lnTo>
                  <a:pt x="3825002" y="985889"/>
                </a:lnTo>
                <a:lnTo>
                  <a:pt x="3825002" y="991638"/>
                </a:lnTo>
                <a:lnTo>
                  <a:pt x="3825002" y="994663"/>
                </a:lnTo>
                <a:lnTo>
                  <a:pt x="3825002" y="992697"/>
                </a:lnTo>
                <a:lnTo>
                  <a:pt x="3825002" y="983923"/>
                </a:lnTo>
                <a:lnTo>
                  <a:pt x="3825002" y="978476"/>
                </a:lnTo>
                <a:lnTo>
                  <a:pt x="3825002" y="971669"/>
                </a:lnTo>
                <a:lnTo>
                  <a:pt x="3825002" y="966072"/>
                </a:lnTo>
                <a:lnTo>
                  <a:pt x="3825002" y="968038"/>
                </a:lnTo>
                <a:lnTo>
                  <a:pt x="3825002" y="965769"/>
                </a:lnTo>
                <a:lnTo>
                  <a:pt x="3825002" y="960777"/>
                </a:lnTo>
                <a:lnTo>
                  <a:pt x="3825002" y="955482"/>
                </a:lnTo>
                <a:lnTo>
                  <a:pt x="3825002" y="951246"/>
                </a:lnTo>
                <a:lnTo>
                  <a:pt x="3825002" y="948523"/>
                </a:lnTo>
                <a:lnTo>
                  <a:pt x="3825002" y="942321"/>
                </a:lnTo>
                <a:lnTo>
                  <a:pt x="3825002" y="937934"/>
                </a:lnTo>
                <a:lnTo>
                  <a:pt x="3825002" y="941110"/>
                </a:lnTo>
                <a:lnTo>
                  <a:pt x="3825002" y="949733"/>
                </a:lnTo>
                <a:lnTo>
                  <a:pt x="3825002" y="958508"/>
                </a:lnTo>
                <a:lnTo>
                  <a:pt x="3825002" y="969248"/>
                </a:lnTo>
                <a:lnTo>
                  <a:pt x="3825002" y="997084"/>
                </a:lnTo>
                <a:lnTo>
                  <a:pt x="3825002" y="1003438"/>
                </a:lnTo>
                <a:lnTo>
                  <a:pt x="3825002" y="1006766"/>
                </a:lnTo>
                <a:lnTo>
                  <a:pt x="3825002" y="1003135"/>
                </a:lnTo>
                <a:lnTo>
                  <a:pt x="3825002" y="988763"/>
                </a:lnTo>
                <a:lnTo>
                  <a:pt x="3825002" y="983469"/>
                </a:lnTo>
                <a:lnTo>
                  <a:pt x="3825002" y="987856"/>
                </a:lnTo>
                <a:lnTo>
                  <a:pt x="3825002" y="991940"/>
                </a:lnTo>
                <a:lnTo>
                  <a:pt x="3825002" y="997689"/>
                </a:lnTo>
                <a:lnTo>
                  <a:pt x="3825002" y="1012514"/>
                </a:lnTo>
                <a:lnTo>
                  <a:pt x="3825002" y="1029306"/>
                </a:lnTo>
                <a:lnTo>
                  <a:pt x="3825002" y="1055478"/>
                </a:lnTo>
                <a:lnTo>
                  <a:pt x="3825002" y="1078170"/>
                </a:lnTo>
                <a:lnTo>
                  <a:pt x="3825002" y="1086793"/>
                </a:lnTo>
                <a:lnTo>
                  <a:pt x="3825002" y="1092693"/>
                </a:lnTo>
                <a:lnTo>
                  <a:pt x="3825002" y="1107669"/>
                </a:lnTo>
                <a:lnTo>
                  <a:pt x="3825002" y="1118864"/>
                </a:lnTo>
                <a:lnTo>
                  <a:pt x="3825002" y="1133387"/>
                </a:lnTo>
                <a:lnTo>
                  <a:pt x="3825002" y="1138228"/>
                </a:lnTo>
                <a:lnTo>
                  <a:pt x="3825002" y="1139892"/>
                </a:lnTo>
                <a:lnTo>
                  <a:pt x="3825002" y="1137169"/>
                </a:lnTo>
                <a:lnTo>
                  <a:pt x="3825002" y="1129000"/>
                </a:lnTo>
                <a:lnTo>
                  <a:pt x="3825002" y="1135656"/>
                </a:lnTo>
                <a:lnTo>
                  <a:pt x="3825002" y="1145943"/>
                </a:lnTo>
                <a:lnTo>
                  <a:pt x="3825002" y="1149574"/>
                </a:lnTo>
                <a:lnTo>
                  <a:pt x="3825002" y="1160920"/>
                </a:lnTo>
                <a:lnTo>
                  <a:pt x="3825002" y="1176955"/>
                </a:lnTo>
                <a:lnTo>
                  <a:pt x="3825002" y="1180435"/>
                </a:lnTo>
                <a:lnTo>
                  <a:pt x="3825002" y="1185578"/>
                </a:lnTo>
                <a:lnTo>
                  <a:pt x="3825002" y="1190570"/>
                </a:lnTo>
                <a:lnTo>
                  <a:pt x="3825002" y="1204337"/>
                </a:lnTo>
                <a:lnTo>
                  <a:pt x="3825002" y="1236106"/>
                </a:lnTo>
                <a:lnTo>
                  <a:pt x="3825002" y="1253351"/>
                </a:lnTo>
                <a:lnTo>
                  <a:pt x="3825002" y="1267572"/>
                </a:lnTo>
                <a:lnTo>
                  <a:pt x="3825002" y="1291474"/>
                </a:lnTo>
                <a:lnTo>
                  <a:pt x="3825002" y="1298130"/>
                </a:lnTo>
                <a:lnTo>
                  <a:pt x="3825002" y="1305997"/>
                </a:lnTo>
                <a:lnTo>
                  <a:pt x="3825002" y="1313258"/>
                </a:lnTo>
                <a:lnTo>
                  <a:pt x="3825002" y="1326873"/>
                </a:lnTo>
                <a:lnTo>
                  <a:pt x="3825002" y="1335799"/>
                </a:lnTo>
                <a:lnTo>
                  <a:pt x="3825002" y="1346993"/>
                </a:lnTo>
                <a:lnTo>
                  <a:pt x="3825002" y="1363332"/>
                </a:lnTo>
                <a:lnTo>
                  <a:pt x="3825002" y="1385116"/>
                </a:lnTo>
                <a:lnTo>
                  <a:pt x="3825002" y="1392529"/>
                </a:lnTo>
                <a:lnTo>
                  <a:pt x="3825002" y="1399185"/>
                </a:lnTo>
                <a:lnTo>
                  <a:pt x="3825002" y="1405539"/>
                </a:lnTo>
                <a:lnTo>
                  <a:pt x="3825002" y="1410380"/>
                </a:lnTo>
                <a:lnTo>
                  <a:pt x="3825002" y="1412951"/>
                </a:lnTo>
                <a:lnTo>
                  <a:pt x="3825002" y="1417338"/>
                </a:lnTo>
                <a:lnTo>
                  <a:pt x="3825002" y="1434433"/>
                </a:lnTo>
                <a:lnTo>
                  <a:pt x="3825002" y="1438820"/>
                </a:lnTo>
                <a:lnTo>
                  <a:pt x="3825002" y="1445023"/>
                </a:lnTo>
                <a:lnTo>
                  <a:pt x="3825002" y="1454402"/>
                </a:lnTo>
                <a:lnTo>
                  <a:pt x="3825002" y="1459848"/>
                </a:lnTo>
                <a:lnTo>
                  <a:pt x="3825002" y="1469379"/>
                </a:lnTo>
                <a:lnTo>
                  <a:pt x="3825002" y="1471799"/>
                </a:lnTo>
                <a:lnTo>
                  <a:pt x="3825002" y="1469076"/>
                </a:lnTo>
                <a:lnTo>
                  <a:pt x="3825002" y="1464840"/>
                </a:lnTo>
                <a:lnTo>
                  <a:pt x="3825002" y="1466504"/>
                </a:lnTo>
                <a:lnTo>
                  <a:pt x="3825002" y="1473161"/>
                </a:lnTo>
                <a:lnTo>
                  <a:pt x="3825002" y="1481783"/>
                </a:lnTo>
                <a:lnTo>
                  <a:pt x="3825002" y="1491314"/>
                </a:lnTo>
                <a:lnTo>
                  <a:pt x="3825002" y="1509468"/>
                </a:lnTo>
                <a:lnTo>
                  <a:pt x="3825002" y="1515973"/>
                </a:lnTo>
                <a:lnTo>
                  <a:pt x="3825002" y="1515670"/>
                </a:lnTo>
                <a:lnTo>
                  <a:pt x="3825002" y="1508257"/>
                </a:lnTo>
                <a:lnTo>
                  <a:pt x="3825002" y="1513552"/>
                </a:lnTo>
                <a:lnTo>
                  <a:pt x="3825002" y="1518847"/>
                </a:lnTo>
                <a:lnTo>
                  <a:pt x="3825002" y="1520511"/>
                </a:lnTo>
                <a:lnTo>
                  <a:pt x="3825002" y="1519755"/>
                </a:lnTo>
                <a:lnTo>
                  <a:pt x="3825002" y="1520511"/>
                </a:lnTo>
                <a:lnTo>
                  <a:pt x="3825002" y="1531706"/>
                </a:lnTo>
                <a:lnTo>
                  <a:pt x="3825002" y="1538362"/>
                </a:lnTo>
                <a:lnTo>
                  <a:pt x="3825002" y="1550464"/>
                </a:lnTo>
                <a:lnTo>
                  <a:pt x="3825002" y="1558785"/>
                </a:lnTo>
                <a:lnTo>
                  <a:pt x="3825002" y="1576484"/>
                </a:lnTo>
                <a:lnTo>
                  <a:pt x="3825002" y="1582536"/>
                </a:lnTo>
                <a:lnTo>
                  <a:pt x="3825002" y="1584956"/>
                </a:lnTo>
                <a:lnTo>
                  <a:pt x="3825002" y="1580266"/>
                </a:lnTo>
                <a:lnTo>
                  <a:pt x="3825002" y="1575577"/>
                </a:lnTo>
                <a:lnTo>
                  <a:pt x="3825002" y="1571644"/>
                </a:lnTo>
                <a:lnTo>
                  <a:pt x="3825002" y="1559692"/>
                </a:lnTo>
                <a:lnTo>
                  <a:pt x="3825002" y="1544564"/>
                </a:lnTo>
                <a:lnTo>
                  <a:pt x="3825002" y="1499483"/>
                </a:lnTo>
                <a:lnTo>
                  <a:pt x="3825002" y="1493735"/>
                </a:lnTo>
                <a:lnTo>
                  <a:pt x="3825002" y="1488591"/>
                </a:lnTo>
                <a:lnTo>
                  <a:pt x="3825002" y="1480271"/>
                </a:lnTo>
                <a:lnTo>
                  <a:pt x="3825002" y="1470740"/>
                </a:lnTo>
                <a:lnTo>
                  <a:pt x="3825002" y="1458940"/>
                </a:lnTo>
                <a:lnTo>
                  <a:pt x="3825002" y="1454251"/>
                </a:lnTo>
                <a:lnTo>
                  <a:pt x="3825002" y="1444417"/>
                </a:lnTo>
                <a:lnTo>
                  <a:pt x="3825002" y="1389503"/>
                </a:lnTo>
                <a:lnTo>
                  <a:pt x="3825002" y="1384208"/>
                </a:lnTo>
                <a:lnTo>
                  <a:pt x="3825002" y="1374980"/>
                </a:lnTo>
                <a:lnTo>
                  <a:pt x="3825002" y="1366508"/>
                </a:lnTo>
                <a:lnTo>
                  <a:pt x="3825002" y="1336404"/>
                </a:lnTo>
                <a:lnTo>
                  <a:pt x="3825002" y="1330655"/>
                </a:lnTo>
                <a:lnTo>
                  <a:pt x="3825002" y="1306904"/>
                </a:lnTo>
                <a:lnTo>
                  <a:pt x="3825002" y="1287389"/>
                </a:lnTo>
                <a:lnTo>
                  <a:pt x="3825002" y="1267874"/>
                </a:lnTo>
                <a:lnTo>
                  <a:pt x="3825002" y="1255469"/>
                </a:lnTo>
                <a:lnTo>
                  <a:pt x="3825002" y="1251839"/>
                </a:lnTo>
                <a:lnTo>
                  <a:pt x="3825002" y="1251233"/>
                </a:lnTo>
                <a:lnTo>
                  <a:pt x="3825002" y="1255167"/>
                </a:lnTo>
                <a:lnTo>
                  <a:pt x="3825002" y="1265000"/>
                </a:lnTo>
                <a:lnTo>
                  <a:pt x="3800957" y="1285725"/>
                </a:lnTo>
                <a:lnTo>
                  <a:pt x="3788859" y="1297676"/>
                </a:lnTo>
                <a:lnTo>
                  <a:pt x="3787800" y="1313409"/>
                </a:lnTo>
                <a:lnTo>
                  <a:pt x="3794756" y="1328689"/>
                </a:lnTo>
                <a:lnTo>
                  <a:pt x="3803830" y="1342758"/>
                </a:lnTo>
                <a:lnTo>
                  <a:pt x="3808669" y="1358037"/>
                </a:lnTo>
                <a:lnTo>
                  <a:pt x="3815475" y="1412346"/>
                </a:lnTo>
                <a:lnTo>
                  <a:pt x="3815172" y="1418549"/>
                </a:lnTo>
                <a:lnTo>
                  <a:pt x="3807308" y="1434282"/>
                </a:lnTo>
                <a:lnTo>
                  <a:pt x="3804133" y="1469681"/>
                </a:lnTo>
                <a:lnTo>
                  <a:pt x="3807611" y="1519452"/>
                </a:lnTo>
                <a:lnTo>
                  <a:pt x="3812904" y="1550011"/>
                </a:lnTo>
                <a:lnTo>
                  <a:pt x="3810635" y="1566651"/>
                </a:lnTo>
                <a:lnTo>
                  <a:pt x="3796269" y="1602353"/>
                </a:lnTo>
                <a:lnTo>
                  <a:pt x="3791883" y="1622020"/>
                </a:lnTo>
                <a:lnTo>
                  <a:pt x="3791581" y="1630037"/>
                </a:lnTo>
                <a:lnTo>
                  <a:pt x="3808518" y="1667403"/>
                </a:lnTo>
                <a:lnTo>
                  <a:pt x="3812450" y="1682078"/>
                </a:lnTo>
                <a:lnTo>
                  <a:pt x="3814416" y="1697357"/>
                </a:lnTo>
                <a:lnTo>
                  <a:pt x="3796571" y="1689944"/>
                </a:lnTo>
                <a:lnTo>
                  <a:pt x="3788102" y="1690247"/>
                </a:lnTo>
                <a:lnTo>
                  <a:pt x="3779785" y="1692516"/>
                </a:lnTo>
                <a:lnTo>
                  <a:pt x="3761033" y="1694936"/>
                </a:lnTo>
                <a:lnTo>
                  <a:pt x="3742129" y="1695390"/>
                </a:lnTo>
                <a:lnTo>
                  <a:pt x="3735475" y="1698113"/>
                </a:lnTo>
                <a:lnTo>
                  <a:pt x="3721865" y="1708098"/>
                </a:lnTo>
                <a:lnTo>
                  <a:pt x="3713698" y="1712031"/>
                </a:lnTo>
                <a:lnTo>
                  <a:pt x="3706591" y="1712787"/>
                </a:lnTo>
                <a:lnTo>
                  <a:pt x="3682394" y="1700382"/>
                </a:lnTo>
                <a:lnTo>
                  <a:pt x="3668179" y="1686919"/>
                </a:lnTo>
                <a:lnTo>
                  <a:pt x="3655022" y="1672244"/>
                </a:lnTo>
                <a:lnTo>
                  <a:pt x="3652602" y="1655452"/>
                </a:lnTo>
                <a:lnTo>
                  <a:pt x="3657290" y="1638358"/>
                </a:lnTo>
                <a:lnTo>
                  <a:pt x="3663793" y="1619902"/>
                </a:lnTo>
                <a:lnTo>
                  <a:pt x="3676799" y="1589343"/>
                </a:lnTo>
                <a:lnTo>
                  <a:pt x="3676194" y="1568920"/>
                </a:lnTo>
                <a:lnTo>
                  <a:pt x="3680580" y="1552128"/>
                </a:lnTo>
                <a:lnTo>
                  <a:pt x="3687990" y="1535790"/>
                </a:lnTo>
                <a:lnTo>
                  <a:pt x="3690712" y="1520814"/>
                </a:lnTo>
                <a:lnTo>
                  <a:pt x="3692527" y="1461815"/>
                </a:lnTo>
                <a:lnTo>
                  <a:pt x="3690561" y="1456671"/>
                </a:lnTo>
                <a:lnTo>
                  <a:pt x="3672867" y="1421726"/>
                </a:lnTo>
                <a:lnTo>
                  <a:pt x="3670750" y="1415826"/>
                </a:lnTo>
                <a:lnTo>
                  <a:pt x="3670599" y="1406295"/>
                </a:lnTo>
                <a:lnTo>
                  <a:pt x="3672564" y="1397370"/>
                </a:lnTo>
                <a:lnTo>
                  <a:pt x="3673018" y="1389200"/>
                </a:lnTo>
                <a:lnTo>
                  <a:pt x="3668784" y="1382998"/>
                </a:lnTo>
                <a:lnTo>
                  <a:pt x="3661676" y="1377249"/>
                </a:lnTo>
                <a:lnTo>
                  <a:pt x="3652905" y="1374829"/>
                </a:lnTo>
                <a:lnTo>
                  <a:pt x="3634455" y="1377249"/>
                </a:lnTo>
                <a:lnTo>
                  <a:pt x="3597404" y="1386780"/>
                </a:lnTo>
                <a:lnTo>
                  <a:pt x="3586365" y="1378460"/>
                </a:lnTo>
                <a:lnTo>
                  <a:pt x="3578198" y="1365601"/>
                </a:lnTo>
                <a:lnTo>
                  <a:pt x="3572905" y="1347750"/>
                </a:lnTo>
                <a:lnTo>
                  <a:pt x="3569730" y="1329142"/>
                </a:lnTo>
                <a:lnTo>
                  <a:pt x="3571242" y="1311594"/>
                </a:lnTo>
                <a:lnTo>
                  <a:pt x="3576686" y="1294651"/>
                </a:lnTo>
                <a:lnTo>
                  <a:pt x="3572301" y="1282700"/>
                </a:lnTo>
                <a:lnTo>
                  <a:pt x="3565495" y="1269841"/>
                </a:lnTo>
                <a:lnTo>
                  <a:pt x="3565344" y="1263185"/>
                </a:lnTo>
                <a:lnTo>
                  <a:pt x="3569276" y="1257285"/>
                </a:lnTo>
                <a:lnTo>
                  <a:pt x="3575930" y="1252444"/>
                </a:lnTo>
                <a:lnTo>
                  <a:pt x="3584248" y="1249569"/>
                </a:lnTo>
                <a:lnTo>
                  <a:pt x="3591809" y="1244426"/>
                </a:lnTo>
                <a:lnTo>
                  <a:pt x="3612073" y="1227180"/>
                </a:lnTo>
                <a:lnTo>
                  <a:pt x="3618576" y="1211901"/>
                </a:lnTo>
                <a:lnTo>
                  <a:pt x="3619030" y="1193142"/>
                </a:lnTo>
                <a:lnTo>
                  <a:pt x="3624172" y="1175291"/>
                </a:lnTo>
                <a:lnTo>
                  <a:pt x="3634606" y="1158802"/>
                </a:lnTo>
                <a:lnTo>
                  <a:pt x="3646856" y="1143522"/>
                </a:lnTo>
                <a:lnTo>
                  <a:pt x="3650788" y="1127638"/>
                </a:lnTo>
                <a:lnTo>
                  <a:pt x="3644739" y="1102677"/>
                </a:lnTo>
                <a:lnTo>
                  <a:pt x="3647158" y="1091180"/>
                </a:lnTo>
                <a:lnTo>
                  <a:pt x="3645041" y="1077867"/>
                </a:lnTo>
                <a:lnTo>
                  <a:pt x="3644890" y="1064555"/>
                </a:lnTo>
                <a:lnTo>
                  <a:pt x="3652451" y="1039593"/>
                </a:lnTo>
                <a:lnTo>
                  <a:pt x="3674984" y="988763"/>
                </a:lnTo>
                <a:lnTo>
                  <a:pt x="3697063" y="961684"/>
                </a:lnTo>
                <a:lnTo>
                  <a:pt x="3705683" y="954574"/>
                </a:lnTo>
                <a:lnTo>
                  <a:pt x="3717177" y="967131"/>
                </a:lnTo>
                <a:lnTo>
                  <a:pt x="3725797" y="981956"/>
                </a:lnTo>
                <a:lnTo>
                  <a:pt x="3725948" y="968492"/>
                </a:lnTo>
                <a:lnTo>
                  <a:pt x="3723679" y="955331"/>
                </a:lnTo>
                <a:lnTo>
                  <a:pt x="3714908" y="924772"/>
                </a:lnTo>
                <a:lnTo>
                  <a:pt x="3707347" y="864866"/>
                </a:lnTo>
                <a:lnTo>
                  <a:pt x="3709464" y="859268"/>
                </a:lnTo>
                <a:lnTo>
                  <a:pt x="3717177" y="860176"/>
                </a:lnTo>
                <a:lnTo>
                  <a:pt x="3724889" y="854881"/>
                </a:lnTo>
                <a:lnTo>
                  <a:pt x="3729124" y="845502"/>
                </a:lnTo>
                <a:lnTo>
                  <a:pt x="3720957" y="823264"/>
                </a:lnTo>
                <a:lnTo>
                  <a:pt x="3720504" y="815397"/>
                </a:lnTo>
                <a:lnTo>
                  <a:pt x="3736231" y="784234"/>
                </a:lnTo>
                <a:lnTo>
                  <a:pt x="3749086" y="772888"/>
                </a:lnTo>
                <a:lnTo>
                  <a:pt x="3754681" y="765777"/>
                </a:lnTo>
                <a:lnTo>
                  <a:pt x="3757857" y="746716"/>
                </a:lnTo>
                <a:lnTo>
                  <a:pt x="3764662" y="739606"/>
                </a:lnTo>
                <a:lnTo>
                  <a:pt x="3773131" y="734463"/>
                </a:lnTo>
                <a:lnTo>
                  <a:pt x="3784171" y="721301"/>
                </a:lnTo>
                <a:lnTo>
                  <a:pt x="3790220" y="704661"/>
                </a:lnTo>
                <a:lnTo>
                  <a:pt x="3793849" y="703450"/>
                </a:lnTo>
                <a:lnTo>
                  <a:pt x="3798083" y="702845"/>
                </a:lnTo>
                <a:lnTo>
                  <a:pt x="3804889" y="717217"/>
                </a:lnTo>
                <a:lnTo>
                  <a:pt x="3812299" y="723117"/>
                </a:lnTo>
                <a:lnTo>
                  <a:pt x="3825002" y="727806"/>
                </a:lnTo>
                <a:lnTo>
                  <a:pt x="3825002" y="722360"/>
                </a:lnTo>
                <a:lnTo>
                  <a:pt x="3825002" y="715099"/>
                </a:lnTo>
                <a:lnTo>
                  <a:pt x="3825002" y="708745"/>
                </a:lnTo>
                <a:lnTo>
                  <a:pt x="3825002" y="702240"/>
                </a:lnTo>
                <a:lnTo>
                  <a:pt x="3825002" y="694827"/>
                </a:lnTo>
                <a:lnTo>
                  <a:pt x="3825002" y="677733"/>
                </a:lnTo>
                <a:lnTo>
                  <a:pt x="3825002" y="662000"/>
                </a:lnTo>
                <a:lnTo>
                  <a:pt x="3825002" y="656554"/>
                </a:lnTo>
                <a:lnTo>
                  <a:pt x="3825002" y="653074"/>
                </a:lnTo>
                <a:lnTo>
                  <a:pt x="3825002" y="650956"/>
                </a:lnTo>
                <a:lnTo>
                  <a:pt x="3825002" y="650654"/>
                </a:lnTo>
                <a:lnTo>
                  <a:pt x="3825002" y="660638"/>
                </a:lnTo>
                <a:lnTo>
                  <a:pt x="3825002" y="662454"/>
                </a:lnTo>
                <a:lnTo>
                  <a:pt x="3825002" y="661697"/>
                </a:lnTo>
                <a:lnTo>
                  <a:pt x="3825002" y="663361"/>
                </a:lnTo>
                <a:lnTo>
                  <a:pt x="3825002" y="667900"/>
                </a:lnTo>
                <a:lnTo>
                  <a:pt x="3825002" y="676674"/>
                </a:lnTo>
                <a:lnTo>
                  <a:pt x="3825002" y="684389"/>
                </a:lnTo>
                <a:lnTo>
                  <a:pt x="3825002" y="688171"/>
                </a:lnTo>
                <a:lnTo>
                  <a:pt x="3825002" y="689986"/>
                </a:lnTo>
                <a:lnTo>
                  <a:pt x="3825002" y="686810"/>
                </a:lnTo>
                <a:lnTo>
                  <a:pt x="3825002" y="695584"/>
                </a:lnTo>
                <a:lnTo>
                  <a:pt x="3825002" y="697550"/>
                </a:lnTo>
                <a:lnTo>
                  <a:pt x="3825002" y="702694"/>
                </a:lnTo>
                <a:lnTo>
                  <a:pt x="3825002" y="709199"/>
                </a:lnTo>
                <a:lnTo>
                  <a:pt x="3825002" y="720999"/>
                </a:lnTo>
                <a:lnTo>
                  <a:pt x="3825002" y="723570"/>
                </a:lnTo>
                <a:lnTo>
                  <a:pt x="3825002" y="722965"/>
                </a:lnTo>
                <a:lnTo>
                  <a:pt x="3825002" y="711922"/>
                </a:lnTo>
                <a:lnTo>
                  <a:pt x="3825002" y="709501"/>
                </a:lnTo>
                <a:lnTo>
                  <a:pt x="3825002" y="709048"/>
                </a:lnTo>
                <a:lnTo>
                  <a:pt x="3825002" y="711166"/>
                </a:lnTo>
                <a:lnTo>
                  <a:pt x="3825002" y="724781"/>
                </a:lnTo>
                <a:lnTo>
                  <a:pt x="3825002" y="722965"/>
                </a:lnTo>
                <a:lnTo>
                  <a:pt x="3825002" y="696945"/>
                </a:lnTo>
                <a:lnTo>
                  <a:pt x="3825002" y="672287"/>
                </a:lnTo>
                <a:lnTo>
                  <a:pt x="3825002" y="665479"/>
                </a:lnTo>
                <a:lnTo>
                  <a:pt x="3825002" y="654284"/>
                </a:lnTo>
                <a:lnTo>
                  <a:pt x="3825002" y="640972"/>
                </a:lnTo>
                <a:lnTo>
                  <a:pt x="3825002" y="637341"/>
                </a:lnTo>
                <a:lnTo>
                  <a:pt x="3825002" y="633559"/>
                </a:lnTo>
                <a:lnTo>
                  <a:pt x="3825002" y="629475"/>
                </a:lnTo>
                <a:lnTo>
                  <a:pt x="3825002" y="613136"/>
                </a:lnTo>
                <a:lnTo>
                  <a:pt x="3825002" y="598614"/>
                </a:lnTo>
                <a:lnTo>
                  <a:pt x="3825002" y="594226"/>
                </a:lnTo>
                <a:lnTo>
                  <a:pt x="3825002" y="596496"/>
                </a:lnTo>
                <a:lnTo>
                  <a:pt x="3825002" y="602849"/>
                </a:lnTo>
                <a:lnTo>
                  <a:pt x="3825002" y="624331"/>
                </a:lnTo>
                <a:lnTo>
                  <a:pt x="3825002" y="627811"/>
                </a:lnTo>
                <a:lnTo>
                  <a:pt x="3825002" y="638551"/>
                </a:lnTo>
                <a:lnTo>
                  <a:pt x="3825002" y="642938"/>
                </a:lnTo>
                <a:lnTo>
                  <a:pt x="3825002" y="673043"/>
                </a:lnTo>
                <a:lnTo>
                  <a:pt x="3825002" y="687717"/>
                </a:lnTo>
                <a:lnTo>
                  <a:pt x="3825002" y="701030"/>
                </a:lnTo>
                <a:close/>
                <a:moveTo>
                  <a:pt x="1839987" y="1760440"/>
                </a:moveTo>
                <a:lnTo>
                  <a:pt x="1855261" y="1777686"/>
                </a:lnTo>
                <a:lnTo>
                  <a:pt x="1868569" y="1786914"/>
                </a:lnTo>
                <a:lnTo>
                  <a:pt x="1884297" y="1791907"/>
                </a:lnTo>
                <a:lnTo>
                  <a:pt x="1900781" y="1792360"/>
                </a:lnTo>
                <a:lnTo>
                  <a:pt x="1917113" y="1794478"/>
                </a:lnTo>
                <a:lnTo>
                  <a:pt x="1936017" y="1801135"/>
                </a:lnTo>
                <a:lnTo>
                  <a:pt x="1955525" y="1804160"/>
                </a:lnTo>
                <a:lnTo>
                  <a:pt x="1964448" y="1802950"/>
                </a:lnTo>
                <a:lnTo>
                  <a:pt x="1973068" y="1799622"/>
                </a:lnTo>
                <a:lnTo>
                  <a:pt x="1979268" y="1799319"/>
                </a:lnTo>
                <a:lnTo>
                  <a:pt x="1984561" y="1802496"/>
                </a:lnTo>
                <a:lnTo>
                  <a:pt x="1998020" y="1817170"/>
                </a:lnTo>
                <a:lnTo>
                  <a:pt x="2012689" y="1830483"/>
                </a:lnTo>
                <a:lnTo>
                  <a:pt x="2016016" y="1837290"/>
                </a:lnTo>
                <a:lnTo>
                  <a:pt x="2025997" y="1869513"/>
                </a:lnTo>
                <a:lnTo>
                  <a:pt x="2037188" y="1878892"/>
                </a:lnTo>
                <a:lnTo>
                  <a:pt x="2052613" y="1881464"/>
                </a:lnTo>
                <a:lnTo>
                  <a:pt x="2070610" y="1881464"/>
                </a:lnTo>
                <a:lnTo>
                  <a:pt x="2088606" y="1882826"/>
                </a:lnTo>
                <a:lnTo>
                  <a:pt x="2130344" y="1890390"/>
                </a:lnTo>
                <a:lnTo>
                  <a:pt x="2146980" y="1889331"/>
                </a:lnTo>
                <a:lnTo>
                  <a:pt x="2161649" y="1881767"/>
                </a:lnTo>
                <a:lnTo>
                  <a:pt x="2174654" y="1886759"/>
                </a:lnTo>
                <a:lnTo>
                  <a:pt x="2210041" y="1895684"/>
                </a:lnTo>
                <a:lnTo>
                  <a:pt x="2227433" y="1897802"/>
                </a:lnTo>
                <a:lnTo>
                  <a:pt x="2247243" y="1895230"/>
                </a:lnTo>
                <a:lnTo>
                  <a:pt x="2267054" y="1894625"/>
                </a:lnTo>
                <a:lnTo>
                  <a:pt x="2276582" y="1897197"/>
                </a:lnTo>
                <a:lnTo>
                  <a:pt x="2285655" y="1901130"/>
                </a:lnTo>
                <a:lnTo>
                  <a:pt x="2293519" y="1902643"/>
                </a:lnTo>
                <a:lnTo>
                  <a:pt x="2301534" y="1902492"/>
                </a:lnTo>
                <a:lnTo>
                  <a:pt x="2315901" y="1894928"/>
                </a:lnTo>
                <a:lnTo>
                  <a:pt x="2325428" y="1881161"/>
                </a:lnTo>
                <a:lnTo>
                  <a:pt x="2332990" y="1863613"/>
                </a:lnTo>
                <a:lnTo>
                  <a:pt x="2339039" y="1845459"/>
                </a:lnTo>
                <a:lnTo>
                  <a:pt x="2343122" y="1837593"/>
                </a:lnTo>
                <a:lnTo>
                  <a:pt x="2348566" y="1830634"/>
                </a:lnTo>
                <a:lnTo>
                  <a:pt x="2355674" y="1826247"/>
                </a:lnTo>
                <a:lnTo>
                  <a:pt x="2363386" y="1823373"/>
                </a:lnTo>
                <a:lnTo>
                  <a:pt x="2384105" y="1825188"/>
                </a:lnTo>
                <a:lnTo>
                  <a:pt x="2388490" y="1829575"/>
                </a:lnTo>
                <a:lnTo>
                  <a:pt x="2411628" y="1860436"/>
                </a:lnTo>
                <a:lnTo>
                  <a:pt x="2415862" y="1863159"/>
                </a:lnTo>
                <a:lnTo>
                  <a:pt x="2440059" y="1865126"/>
                </a:lnTo>
                <a:lnTo>
                  <a:pt x="2446864" y="1864067"/>
                </a:lnTo>
                <a:lnTo>
                  <a:pt x="2461533" y="1857864"/>
                </a:lnTo>
                <a:lnTo>
                  <a:pt x="2470002" y="1857259"/>
                </a:lnTo>
                <a:lnTo>
                  <a:pt x="2485730" y="1864975"/>
                </a:lnTo>
                <a:lnTo>
                  <a:pt x="2492384" y="1871480"/>
                </a:lnTo>
                <a:lnTo>
                  <a:pt x="2499945" y="1876169"/>
                </a:lnTo>
                <a:lnTo>
                  <a:pt x="2538054" y="1881161"/>
                </a:lnTo>
                <a:lnTo>
                  <a:pt x="2552723" y="1894323"/>
                </a:lnTo>
                <a:lnTo>
                  <a:pt x="2560285" y="1896138"/>
                </a:lnTo>
                <a:lnTo>
                  <a:pt x="2586750" y="1894474"/>
                </a:lnTo>
                <a:lnTo>
                  <a:pt x="2605199" y="1895836"/>
                </a:lnTo>
                <a:lnTo>
                  <a:pt x="2621078" y="1899315"/>
                </a:lnTo>
                <a:lnTo>
                  <a:pt x="2628337" y="1918225"/>
                </a:lnTo>
                <a:lnTo>
                  <a:pt x="2634235" y="1937437"/>
                </a:lnTo>
                <a:lnTo>
                  <a:pt x="2637713" y="1943942"/>
                </a:lnTo>
                <a:lnTo>
                  <a:pt x="2653290" y="1950599"/>
                </a:lnTo>
                <a:lnTo>
                  <a:pt x="2659641" y="1956499"/>
                </a:lnTo>
                <a:lnTo>
                  <a:pt x="2657978" y="1975862"/>
                </a:lnTo>
                <a:lnTo>
                  <a:pt x="2659793" y="1994016"/>
                </a:lnTo>
                <a:lnTo>
                  <a:pt x="2692911" y="2010052"/>
                </a:lnTo>
                <a:lnTo>
                  <a:pt x="2728299" y="2019128"/>
                </a:lnTo>
                <a:lnTo>
                  <a:pt x="2766106" y="2020036"/>
                </a:lnTo>
                <a:lnTo>
                  <a:pt x="2803761" y="2016859"/>
                </a:lnTo>
                <a:lnTo>
                  <a:pt x="2823270" y="2012926"/>
                </a:lnTo>
                <a:lnTo>
                  <a:pt x="2847617" y="2006118"/>
                </a:lnTo>
                <a:lnTo>
                  <a:pt x="2852759" y="2006270"/>
                </a:lnTo>
                <a:lnTo>
                  <a:pt x="2899942" y="2027146"/>
                </a:lnTo>
                <a:lnTo>
                  <a:pt x="2903874" y="2030323"/>
                </a:lnTo>
                <a:lnTo>
                  <a:pt x="2909167" y="2046056"/>
                </a:lnTo>
                <a:lnTo>
                  <a:pt x="2909016" y="2062546"/>
                </a:lnTo>
                <a:lnTo>
                  <a:pt x="2900245" y="2101576"/>
                </a:lnTo>
                <a:lnTo>
                  <a:pt x="2899640" y="2112317"/>
                </a:lnTo>
                <a:lnTo>
                  <a:pt x="2900547" y="2123057"/>
                </a:lnTo>
                <a:lnTo>
                  <a:pt x="2909923" y="2146354"/>
                </a:lnTo>
                <a:lnTo>
                  <a:pt x="2914914" y="2153162"/>
                </a:lnTo>
                <a:lnTo>
                  <a:pt x="2932002" y="2165416"/>
                </a:lnTo>
                <a:lnTo>
                  <a:pt x="2932607" y="2171769"/>
                </a:lnTo>
                <a:lnTo>
                  <a:pt x="2930339" y="2178274"/>
                </a:lnTo>
                <a:lnTo>
                  <a:pt x="2911436" y="2173887"/>
                </a:lnTo>
                <a:lnTo>
                  <a:pt x="2899942" y="2168441"/>
                </a:lnTo>
                <a:lnTo>
                  <a:pt x="2893288" y="2159667"/>
                </a:lnTo>
                <a:lnTo>
                  <a:pt x="2883912" y="2154826"/>
                </a:lnTo>
                <a:lnTo>
                  <a:pt x="2866218" y="2156490"/>
                </a:lnTo>
                <a:lnTo>
                  <a:pt x="2832948" y="2147716"/>
                </a:lnTo>
                <a:lnTo>
                  <a:pt x="2795595" y="2134101"/>
                </a:lnTo>
                <a:lnTo>
                  <a:pt x="2729055" y="2105206"/>
                </a:lnTo>
                <a:lnTo>
                  <a:pt x="2711059" y="2105358"/>
                </a:lnTo>
                <a:lnTo>
                  <a:pt x="2693668" y="2109140"/>
                </a:lnTo>
                <a:lnTo>
                  <a:pt x="2675369" y="2116401"/>
                </a:lnTo>
                <a:lnTo>
                  <a:pt x="2656314" y="2121696"/>
                </a:lnTo>
                <a:lnTo>
                  <a:pt x="2642250" y="2123663"/>
                </a:lnTo>
                <a:lnTo>
                  <a:pt x="2628186" y="2122301"/>
                </a:lnTo>
                <a:lnTo>
                  <a:pt x="2592799" y="2115342"/>
                </a:lnTo>
                <a:lnTo>
                  <a:pt x="2556958" y="2110804"/>
                </a:lnTo>
                <a:lnTo>
                  <a:pt x="2465465" y="2107929"/>
                </a:lnTo>
                <a:lnTo>
                  <a:pt x="2439605" y="2101424"/>
                </a:lnTo>
                <a:lnTo>
                  <a:pt x="2396656" y="2098096"/>
                </a:lnTo>
                <a:lnTo>
                  <a:pt x="2362630" y="2092348"/>
                </a:lnTo>
                <a:lnTo>
                  <a:pt x="2328906" y="2084330"/>
                </a:lnTo>
                <a:lnTo>
                  <a:pt x="2243009" y="2045300"/>
                </a:lnTo>
                <a:lnTo>
                  <a:pt x="2214881" y="2035769"/>
                </a:lnTo>
                <a:lnTo>
                  <a:pt x="2128530" y="2017162"/>
                </a:lnTo>
                <a:lnTo>
                  <a:pt x="2115222" y="2015649"/>
                </a:lnTo>
                <a:lnTo>
                  <a:pt x="2083918" y="2017010"/>
                </a:lnTo>
                <a:lnTo>
                  <a:pt x="2064107" y="2011564"/>
                </a:lnTo>
                <a:lnTo>
                  <a:pt x="2046716" y="2011413"/>
                </a:lnTo>
                <a:lnTo>
                  <a:pt x="2021007" y="2017464"/>
                </a:lnTo>
                <a:lnTo>
                  <a:pt x="2012992" y="2021851"/>
                </a:lnTo>
                <a:lnTo>
                  <a:pt x="2003011" y="2031079"/>
                </a:lnTo>
                <a:lnTo>
                  <a:pt x="1985468" y="2030626"/>
                </a:lnTo>
                <a:lnTo>
                  <a:pt x="1968077" y="2028810"/>
                </a:lnTo>
                <a:lnTo>
                  <a:pt x="1922104" y="2020036"/>
                </a:lnTo>
                <a:lnTo>
                  <a:pt x="1905015" y="2014590"/>
                </a:lnTo>
                <a:lnTo>
                  <a:pt x="1888683" y="2006723"/>
                </a:lnTo>
                <a:lnTo>
                  <a:pt x="1873862" y="1996285"/>
                </a:lnTo>
                <a:lnTo>
                  <a:pt x="1866150" y="1992503"/>
                </a:lnTo>
                <a:lnTo>
                  <a:pt x="1826528" y="1981914"/>
                </a:lnTo>
                <a:lnTo>
                  <a:pt x="1794165" y="1978132"/>
                </a:lnTo>
                <a:lnTo>
                  <a:pt x="1727625" y="1973442"/>
                </a:lnTo>
                <a:lnTo>
                  <a:pt x="1713107" y="1970114"/>
                </a:lnTo>
                <a:lnTo>
                  <a:pt x="1701009" y="1966332"/>
                </a:lnTo>
                <a:lnTo>
                  <a:pt x="1694355" y="1957709"/>
                </a:lnTo>
                <a:lnTo>
                  <a:pt x="1695262" y="1946665"/>
                </a:lnTo>
                <a:lnTo>
                  <a:pt x="1699950" y="1937286"/>
                </a:lnTo>
                <a:lnTo>
                  <a:pt x="1706604" y="1927756"/>
                </a:lnTo>
                <a:lnTo>
                  <a:pt x="1710839" y="1918679"/>
                </a:lnTo>
                <a:lnTo>
                  <a:pt x="1662144" y="1899618"/>
                </a:lnTo>
                <a:lnTo>
                  <a:pt x="1623732" y="1889179"/>
                </a:lnTo>
                <a:lnTo>
                  <a:pt x="1607248" y="1887213"/>
                </a:lnTo>
                <a:lnTo>
                  <a:pt x="1590613" y="1887213"/>
                </a:lnTo>
                <a:lnTo>
                  <a:pt x="1571861" y="1889331"/>
                </a:lnTo>
                <a:lnTo>
                  <a:pt x="1553260" y="1888423"/>
                </a:lnTo>
                <a:lnTo>
                  <a:pt x="1544640" y="1885246"/>
                </a:lnTo>
                <a:lnTo>
                  <a:pt x="1535717" y="1884187"/>
                </a:lnTo>
                <a:lnTo>
                  <a:pt x="1526795" y="1886456"/>
                </a:lnTo>
                <a:lnTo>
                  <a:pt x="1519536" y="1885549"/>
                </a:lnTo>
                <a:lnTo>
                  <a:pt x="1517721" y="1876926"/>
                </a:lnTo>
                <a:lnTo>
                  <a:pt x="1522258" y="1869513"/>
                </a:lnTo>
                <a:lnTo>
                  <a:pt x="1531785" y="1861193"/>
                </a:lnTo>
                <a:lnTo>
                  <a:pt x="1537078" y="1859680"/>
                </a:lnTo>
                <a:lnTo>
                  <a:pt x="1539498" y="1872841"/>
                </a:lnTo>
                <a:lnTo>
                  <a:pt x="1542220" y="1875413"/>
                </a:lnTo>
                <a:lnTo>
                  <a:pt x="1550538" y="1878287"/>
                </a:lnTo>
                <a:lnTo>
                  <a:pt x="1554167" y="1877531"/>
                </a:lnTo>
                <a:lnTo>
                  <a:pt x="1568836" y="1860739"/>
                </a:lnTo>
                <a:lnTo>
                  <a:pt x="1572919" y="1852570"/>
                </a:lnTo>
                <a:lnTo>
                  <a:pt x="1580027" y="1830332"/>
                </a:lnTo>
                <a:lnTo>
                  <a:pt x="1587740" y="1834567"/>
                </a:lnTo>
                <a:lnTo>
                  <a:pt x="1595452" y="1831844"/>
                </a:lnTo>
                <a:lnTo>
                  <a:pt x="1599989" y="1828365"/>
                </a:lnTo>
                <a:lnTo>
                  <a:pt x="1612238" y="1776779"/>
                </a:lnTo>
                <a:lnTo>
                  <a:pt x="1622522" y="1761802"/>
                </a:lnTo>
                <a:lnTo>
                  <a:pt x="1636586" y="1749246"/>
                </a:lnTo>
                <a:lnTo>
                  <a:pt x="1643543" y="1746220"/>
                </a:lnTo>
                <a:lnTo>
                  <a:pt x="1657304" y="1753935"/>
                </a:lnTo>
                <a:lnTo>
                  <a:pt x="1685130" y="1756810"/>
                </a:lnTo>
                <a:lnTo>
                  <a:pt x="1701614" y="1761953"/>
                </a:lnTo>
                <a:lnTo>
                  <a:pt x="1718249" y="1762558"/>
                </a:lnTo>
                <a:lnTo>
                  <a:pt x="1734430" y="1764979"/>
                </a:lnTo>
                <a:lnTo>
                  <a:pt x="1756963" y="1774056"/>
                </a:lnTo>
                <a:lnTo>
                  <a:pt x="1764978" y="1773148"/>
                </a:lnTo>
                <a:lnTo>
                  <a:pt x="1773145" y="1770274"/>
                </a:lnTo>
                <a:lnTo>
                  <a:pt x="1785243" y="1760440"/>
                </a:lnTo>
                <a:lnTo>
                  <a:pt x="1790385" y="1744707"/>
                </a:lnTo>
                <a:lnTo>
                  <a:pt x="1807927" y="1752725"/>
                </a:lnTo>
                <a:lnTo>
                  <a:pt x="1833636" y="1755902"/>
                </a:lnTo>
                <a:lnTo>
                  <a:pt x="1839987" y="1760440"/>
                </a:lnTo>
                <a:close/>
                <a:moveTo>
                  <a:pt x="2181006" y="544758"/>
                </a:moveTo>
                <a:lnTo>
                  <a:pt x="2167395" y="564727"/>
                </a:lnTo>
                <a:lnTo>
                  <a:pt x="2168908" y="571988"/>
                </a:lnTo>
                <a:lnTo>
                  <a:pt x="2172235" y="578342"/>
                </a:lnTo>
                <a:lnTo>
                  <a:pt x="2182064" y="582729"/>
                </a:lnTo>
                <a:lnTo>
                  <a:pt x="2184786" y="607237"/>
                </a:lnTo>
                <a:lnTo>
                  <a:pt x="2197187" y="621154"/>
                </a:lnTo>
                <a:lnTo>
                  <a:pt x="2209588" y="633862"/>
                </a:lnTo>
                <a:lnTo>
                  <a:pt x="2218813" y="640064"/>
                </a:lnTo>
                <a:lnTo>
                  <a:pt x="2228794" y="649141"/>
                </a:lnTo>
                <a:lnTo>
                  <a:pt x="2235901" y="657461"/>
                </a:lnTo>
                <a:lnTo>
                  <a:pt x="2243312" y="664571"/>
                </a:lnTo>
                <a:lnTo>
                  <a:pt x="2254502" y="671530"/>
                </a:lnTo>
                <a:lnTo>
                  <a:pt x="2284748" y="700879"/>
                </a:lnTo>
                <a:lnTo>
                  <a:pt x="2297451" y="709501"/>
                </a:lnTo>
                <a:lnTo>
                  <a:pt x="2306827" y="718124"/>
                </a:lnTo>
                <a:lnTo>
                  <a:pt x="2313632" y="721150"/>
                </a:lnTo>
                <a:lnTo>
                  <a:pt x="2330116" y="718730"/>
                </a:lnTo>
                <a:lnTo>
                  <a:pt x="2378963" y="697702"/>
                </a:lnTo>
                <a:lnTo>
                  <a:pt x="2387734" y="696340"/>
                </a:lnTo>
                <a:lnTo>
                  <a:pt x="2403613" y="692558"/>
                </a:lnTo>
                <a:lnTo>
                  <a:pt x="2431741" y="693768"/>
                </a:lnTo>
                <a:lnTo>
                  <a:pt x="2461382" y="700879"/>
                </a:lnTo>
                <a:lnTo>
                  <a:pt x="2471060" y="701181"/>
                </a:lnTo>
                <a:lnTo>
                  <a:pt x="2480134" y="696794"/>
                </a:lnTo>
                <a:lnTo>
                  <a:pt x="2492837" y="698156"/>
                </a:lnTo>
                <a:lnTo>
                  <a:pt x="2504784" y="700425"/>
                </a:lnTo>
                <a:lnTo>
                  <a:pt x="2510682" y="698458"/>
                </a:lnTo>
                <a:lnTo>
                  <a:pt x="2527922" y="683179"/>
                </a:lnTo>
                <a:lnTo>
                  <a:pt x="2551514" y="678640"/>
                </a:lnTo>
                <a:lnTo>
                  <a:pt x="2559075" y="663361"/>
                </a:lnTo>
                <a:lnTo>
                  <a:pt x="2564822" y="649141"/>
                </a:lnTo>
                <a:lnTo>
                  <a:pt x="2567695" y="633862"/>
                </a:lnTo>
                <a:lnTo>
                  <a:pt x="2577525" y="627659"/>
                </a:lnTo>
                <a:lnTo>
                  <a:pt x="2591286" y="622364"/>
                </a:lnTo>
                <a:lnTo>
                  <a:pt x="2611551" y="615708"/>
                </a:lnTo>
                <a:lnTo>
                  <a:pt x="2682174" y="614498"/>
                </a:lnTo>
                <a:lnTo>
                  <a:pt x="2688980" y="617372"/>
                </a:lnTo>
                <a:lnTo>
                  <a:pt x="2690492" y="625239"/>
                </a:lnTo>
                <a:lnTo>
                  <a:pt x="2688980" y="631139"/>
                </a:lnTo>
                <a:lnTo>
                  <a:pt x="2691853" y="634618"/>
                </a:lnTo>
                <a:lnTo>
                  <a:pt x="2701229" y="634921"/>
                </a:lnTo>
                <a:lnTo>
                  <a:pt x="2709849" y="638551"/>
                </a:lnTo>
                <a:lnTo>
                  <a:pt x="2745085" y="650805"/>
                </a:lnTo>
                <a:lnTo>
                  <a:pt x="2760057" y="654587"/>
                </a:lnTo>
                <a:lnTo>
                  <a:pt x="2768374" y="653679"/>
                </a:lnTo>
                <a:lnTo>
                  <a:pt x="2784858" y="664571"/>
                </a:lnTo>
                <a:lnTo>
                  <a:pt x="2793932" y="660789"/>
                </a:lnTo>
                <a:lnTo>
                  <a:pt x="2805727" y="653225"/>
                </a:lnTo>
                <a:lnTo>
                  <a:pt x="2817069" y="642787"/>
                </a:lnTo>
                <a:lnTo>
                  <a:pt x="2827202" y="634618"/>
                </a:lnTo>
                <a:lnTo>
                  <a:pt x="2842022" y="631441"/>
                </a:lnTo>
                <a:lnTo>
                  <a:pt x="2861077" y="631895"/>
                </a:lnTo>
                <a:lnTo>
                  <a:pt x="2883610" y="629021"/>
                </a:lnTo>
                <a:lnTo>
                  <a:pt x="2900547" y="624634"/>
                </a:lnTo>
                <a:lnTo>
                  <a:pt x="2919602" y="631895"/>
                </a:lnTo>
                <a:lnTo>
                  <a:pt x="2924592" y="629626"/>
                </a:lnTo>
                <a:lnTo>
                  <a:pt x="2927768" y="622516"/>
                </a:lnTo>
                <a:lnTo>
                  <a:pt x="2937598" y="606934"/>
                </a:lnTo>
                <a:lnTo>
                  <a:pt x="2941984" y="596496"/>
                </a:lnTo>
                <a:lnTo>
                  <a:pt x="2945764" y="576375"/>
                </a:lnTo>
                <a:lnTo>
                  <a:pt x="2948486" y="571535"/>
                </a:lnTo>
                <a:lnTo>
                  <a:pt x="2955594" y="568812"/>
                </a:lnTo>
                <a:lnTo>
                  <a:pt x="2963004" y="565030"/>
                </a:lnTo>
                <a:lnTo>
                  <a:pt x="2964970" y="558978"/>
                </a:lnTo>
                <a:lnTo>
                  <a:pt x="2967692" y="552019"/>
                </a:lnTo>
                <a:lnTo>
                  <a:pt x="2965424" y="546120"/>
                </a:lnTo>
                <a:lnTo>
                  <a:pt x="2961189" y="541127"/>
                </a:lnTo>
                <a:lnTo>
                  <a:pt x="2956804" y="524487"/>
                </a:lnTo>
                <a:lnTo>
                  <a:pt x="2958165" y="516771"/>
                </a:lnTo>
                <a:lnTo>
                  <a:pt x="2960887" y="511174"/>
                </a:lnTo>
                <a:lnTo>
                  <a:pt x="2968448" y="508300"/>
                </a:lnTo>
                <a:lnTo>
                  <a:pt x="2988562" y="495895"/>
                </a:lnTo>
                <a:lnTo>
                  <a:pt x="3006407" y="481523"/>
                </a:lnTo>
                <a:lnTo>
                  <a:pt x="3016085" y="474413"/>
                </a:lnTo>
                <a:lnTo>
                  <a:pt x="3020319" y="469875"/>
                </a:lnTo>
                <a:lnTo>
                  <a:pt x="3020622" y="463218"/>
                </a:lnTo>
                <a:lnTo>
                  <a:pt x="3012909" y="456411"/>
                </a:lnTo>
                <a:lnTo>
                  <a:pt x="3005499" y="453083"/>
                </a:lnTo>
                <a:lnTo>
                  <a:pt x="3004894" y="445065"/>
                </a:lnTo>
                <a:lnTo>
                  <a:pt x="3005197" y="439619"/>
                </a:lnTo>
                <a:lnTo>
                  <a:pt x="3007465" y="434324"/>
                </a:lnTo>
                <a:lnTo>
                  <a:pt x="3006407" y="429332"/>
                </a:lnTo>
                <a:lnTo>
                  <a:pt x="3006255" y="421768"/>
                </a:lnTo>
                <a:lnTo>
                  <a:pt x="3011095" y="413599"/>
                </a:lnTo>
                <a:lnTo>
                  <a:pt x="3021983" y="401648"/>
                </a:lnTo>
                <a:lnTo>
                  <a:pt x="3030603" y="393781"/>
                </a:lnTo>
                <a:lnTo>
                  <a:pt x="3040130" y="398622"/>
                </a:lnTo>
                <a:lnTo>
                  <a:pt x="3051321" y="396353"/>
                </a:lnTo>
                <a:lnTo>
                  <a:pt x="3061907" y="392571"/>
                </a:lnTo>
                <a:lnTo>
                  <a:pt x="3067805" y="378351"/>
                </a:lnTo>
                <a:lnTo>
                  <a:pt x="3068712" y="371543"/>
                </a:lnTo>
                <a:lnTo>
                  <a:pt x="3067351" y="366097"/>
                </a:lnTo>
                <a:lnTo>
                  <a:pt x="3070981" y="345977"/>
                </a:lnTo>
                <a:lnTo>
                  <a:pt x="3071888" y="342951"/>
                </a:lnTo>
                <a:lnTo>
                  <a:pt x="3078845" y="330244"/>
                </a:lnTo>
                <a:lnTo>
                  <a:pt x="3079601" y="321772"/>
                </a:lnTo>
                <a:lnTo>
                  <a:pt x="3075669" y="301803"/>
                </a:lnTo>
                <a:lnTo>
                  <a:pt x="3078088" y="286826"/>
                </a:lnTo>
                <a:lnTo>
                  <a:pt x="3079147" y="255663"/>
                </a:lnTo>
                <a:lnTo>
                  <a:pt x="3083381" y="250066"/>
                </a:lnTo>
                <a:lnTo>
                  <a:pt x="3088221" y="234030"/>
                </a:lnTo>
                <a:lnTo>
                  <a:pt x="3095933" y="217238"/>
                </a:lnTo>
                <a:lnTo>
                  <a:pt x="3111510" y="208010"/>
                </a:lnTo>
                <a:lnTo>
                  <a:pt x="3119827" y="196059"/>
                </a:lnTo>
                <a:lnTo>
                  <a:pt x="3123457" y="193790"/>
                </a:lnTo>
                <a:lnTo>
                  <a:pt x="3128750" y="193638"/>
                </a:lnTo>
                <a:lnTo>
                  <a:pt x="3147804" y="202412"/>
                </a:lnTo>
                <a:lnTo>
                  <a:pt x="3164742" y="192731"/>
                </a:lnTo>
                <a:lnTo>
                  <a:pt x="3180167" y="191520"/>
                </a:lnTo>
                <a:lnTo>
                  <a:pt x="3192870" y="192882"/>
                </a:lnTo>
                <a:lnTo>
                  <a:pt x="3200129" y="196966"/>
                </a:lnTo>
                <a:lnTo>
                  <a:pt x="3207237" y="199841"/>
                </a:lnTo>
                <a:lnTo>
                  <a:pt x="3222360" y="190310"/>
                </a:lnTo>
                <a:lnTo>
                  <a:pt x="3228106" y="191974"/>
                </a:lnTo>
                <a:lnTo>
                  <a:pt x="3233550" y="195302"/>
                </a:lnTo>
                <a:lnTo>
                  <a:pt x="3241112" y="195151"/>
                </a:lnTo>
                <a:lnTo>
                  <a:pt x="3250034" y="192731"/>
                </a:lnTo>
                <a:lnTo>
                  <a:pt x="3272114" y="195000"/>
                </a:lnTo>
                <a:lnTo>
                  <a:pt x="3310979" y="195454"/>
                </a:lnTo>
                <a:lnTo>
                  <a:pt x="3337746" y="201202"/>
                </a:lnTo>
                <a:lnTo>
                  <a:pt x="3363909" y="217238"/>
                </a:lnTo>
                <a:lnTo>
                  <a:pt x="3376914" y="220566"/>
                </a:lnTo>
                <a:lnTo>
                  <a:pt x="3382510" y="220566"/>
                </a:lnTo>
                <a:lnTo>
                  <a:pt x="3381300" y="221928"/>
                </a:lnTo>
                <a:lnTo>
                  <a:pt x="3370865" y="226315"/>
                </a:lnTo>
                <a:lnTo>
                  <a:pt x="3366026" y="234938"/>
                </a:lnTo>
                <a:lnTo>
                  <a:pt x="3380241" y="248250"/>
                </a:lnTo>
                <a:lnTo>
                  <a:pt x="3381300" y="257024"/>
                </a:lnTo>
                <a:lnTo>
                  <a:pt x="3392340" y="264891"/>
                </a:lnTo>
                <a:lnTo>
                  <a:pt x="3405799" y="277145"/>
                </a:lnTo>
                <a:lnTo>
                  <a:pt x="3406404" y="281229"/>
                </a:lnTo>
                <a:lnTo>
                  <a:pt x="3410941" y="286675"/>
                </a:lnTo>
                <a:lnTo>
                  <a:pt x="3413209" y="293483"/>
                </a:lnTo>
                <a:lnTo>
                  <a:pt x="3403682" y="300139"/>
                </a:lnTo>
                <a:lnTo>
                  <a:pt x="3390979" y="301501"/>
                </a:lnTo>
                <a:lnTo>
                  <a:pt x="3381451" y="295147"/>
                </a:lnTo>
                <a:lnTo>
                  <a:pt x="3372831" y="287280"/>
                </a:lnTo>
                <a:lnTo>
                  <a:pt x="3370563" y="296962"/>
                </a:lnTo>
                <a:lnTo>
                  <a:pt x="3363758" y="302560"/>
                </a:lnTo>
                <a:lnTo>
                  <a:pt x="3339259" y="301047"/>
                </a:lnTo>
                <a:lnTo>
                  <a:pt x="3321716" y="301047"/>
                </a:lnTo>
                <a:lnTo>
                  <a:pt x="3304174" y="303467"/>
                </a:lnTo>
                <a:lnTo>
                  <a:pt x="3312945" y="304980"/>
                </a:lnTo>
                <a:lnTo>
                  <a:pt x="3320809" y="308157"/>
                </a:lnTo>
                <a:lnTo>
                  <a:pt x="3348030" y="333118"/>
                </a:lnTo>
                <a:lnTo>
                  <a:pt x="3353928" y="342497"/>
                </a:lnTo>
                <a:lnTo>
                  <a:pt x="3344400" y="360802"/>
                </a:lnTo>
                <a:lnTo>
                  <a:pt x="3348937" y="368366"/>
                </a:lnTo>
                <a:lnTo>
                  <a:pt x="3359523" y="372753"/>
                </a:lnTo>
                <a:lnTo>
                  <a:pt x="3372378" y="381830"/>
                </a:lnTo>
                <a:lnTo>
                  <a:pt x="3381451" y="382889"/>
                </a:lnTo>
                <a:lnTo>
                  <a:pt x="3388105" y="388032"/>
                </a:lnTo>
                <a:lnTo>
                  <a:pt x="3388256" y="396958"/>
                </a:lnTo>
                <a:lnTo>
                  <a:pt x="3392188" y="405127"/>
                </a:lnTo>
                <a:lnTo>
                  <a:pt x="3381754" y="408455"/>
                </a:lnTo>
                <a:lnTo>
                  <a:pt x="3392037" y="410573"/>
                </a:lnTo>
                <a:lnTo>
                  <a:pt x="3401262" y="414809"/>
                </a:lnTo>
                <a:lnTo>
                  <a:pt x="3396271" y="419045"/>
                </a:lnTo>
                <a:lnTo>
                  <a:pt x="3392340" y="424188"/>
                </a:lnTo>
                <a:lnTo>
                  <a:pt x="3396574" y="426911"/>
                </a:lnTo>
                <a:lnTo>
                  <a:pt x="3409126" y="431601"/>
                </a:lnTo>
                <a:lnTo>
                  <a:pt x="3414570" y="435988"/>
                </a:lnTo>
                <a:lnTo>
                  <a:pt x="3417443" y="447788"/>
                </a:lnTo>
                <a:lnTo>
                  <a:pt x="3429693" y="467000"/>
                </a:lnTo>
                <a:lnTo>
                  <a:pt x="3452075" y="491810"/>
                </a:lnTo>
                <a:lnTo>
                  <a:pt x="3457065" y="500887"/>
                </a:lnTo>
                <a:lnTo>
                  <a:pt x="3456914" y="509207"/>
                </a:lnTo>
                <a:lnTo>
                  <a:pt x="3453284" y="516469"/>
                </a:lnTo>
                <a:lnTo>
                  <a:pt x="3440430" y="524789"/>
                </a:lnTo>
                <a:lnTo>
                  <a:pt x="3430146" y="535833"/>
                </a:lnTo>
                <a:lnTo>
                  <a:pt x="3428937" y="539766"/>
                </a:lnTo>
                <a:lnTo>
                  <a:pt x="3415024" y="544909"/>
                </a:lnTo>
                <a:lnTo>
                  <a:pt x="3421375" y="548691"/>
                </a:lnTo>
                <a:lnTo>
                  <a:pt x="3426517" y="553835"/>
                </a:lnTo>
                <a:lnTo>
                  <a:pt x="3436044" y="569114"/>
                </a:lnTo>
                <a:lnTo>
                  <a:pt x="3459031" y="594075"/>
                </a:lnTo>
                <a:lnTo>
                  <a:pt x="3470676" y="603455"/>
                </a:lnTo>
                <a:lnTo>
                  <a:pt x="3518312" y="637341"/>
                </a:lnTo>
                <a:lnTo>
                  <a:pt x="3543567" y="652015"/>
                </a:lnTo>
                <a:lnTo>
                  <a:pt x="3575930" y="685751"/>
                </a:lnTo>
                <a:lnTo>
                  <a:pt x="3592565" y="693617"/>
                </a:lnTo>
                <a:lnTo>
                  <a:pt x="3595892" y="702996"/>
                </a:lnTo>
                <a:lnTo>
                  <a:pt x="3581828" y="717368"/>
                </a:lnTo>
                <a:lnTo>
                  <a:pt x="3561412" y="724629"/>
                </a:lnTo>
                <a:lnTo>
                  <a:pt x="3527840" y="728411"/>
                </a:lnTo>
                <a:lnTo>
                  <a:pt x="3494116" y="723419"/>
                </a:lnTo>
                <a:lnTo>
                  <a:pt x="3476573" y="719335"/>
                </a:lnTo>
                <a:lnTo>
                  <a:pt x="3461451" y="711014"/>
                </a:lnTo>
                <a:lnTo>
                  <a:pt x="3449352" y="694374"/>
                </a:lnTo>
                <a:lnTo>
                  <a:pt x="3433625" y="685297"/>
                </a:lnTo>
                <a:lnTo>
                  <a:pt x="3439674" y="695432"/>
                </a:lnTo>
                <a:lnTo>
                  <a:pt x="3443455" y="705719"/>
                </a:lnTo>
                <a:lnTo>
                  <a:pt x="3441489" y="716914"/>
                </a:lnTo>
                <a:lnTo>
                  <a:pt x="3435288" y="725840"/>
                </a:lnTo>
                <a:lnTo>
                  <a:pt x="3424702" y="732193"/>
                </a:lnTo>
                <a:lnTo>
                  <a:pt x="3413209" y="737488"/>
                </a:lnTo>
                <a:lnTo>
                  <a:pt x="3408370" y="741119"/>
                </a:lnTo>
                <a:lnTo>
                  <a:pt x="3379334" y="799967"/>
                </a:lnTo>
                <a:lnTo>
                  <a:pt x="3374646" y="815851"/>
                </a:lnTo>
                <a:lnTo>
                  <a:pt x="3365875" y="881809"/>
                </a:lnTo>
                <a:lnTo>
                  <a:pt x="3365723" y="900568"/>
                </a:lnTo>
                <a:lnTo>
                  <a:pt x="3378729" y="935362"/>
                </a:lnTo>
                <a:lnTo>
                  <a:pt x="3379939" y="953667"/>
                </a:lnTo>
                <a:lnTo>
                  <a:pt x="3382510" y="961684"/>
                </a:lnTo>
                <a:lnTo>
                  <a:pt x="3380695" y="968189"/>
                </a:lnTo>
                <a:lnTo>
                  <a:pt x="3374646" y="972123"/>
                </a:lnTo>
                <a:lnTo>
                  <a:pt x="3349693" y="982712"/>
                </a:lnTo>
                <a:lnTo>
                  <a:pt x="3332151" y="991638"/>
                </a:lnTo>
                <a:lnTo>
                  <a:pt x="3317784" y="1004194"/>
                </a:lnTo>
                <a:lnTo>
                  <a:pt x="3306291" y="1019927"/>
                </a:lnTo>
                <a:lnTo>
                  <a:pt x="3296159" y="1031273"/>
                </a:lnTo>
                <a:lnTo>
                  <a:pt x="3282699" y="1036719"/>
                </a:lnTo>
                <a:lnTo>
                  <a:pt x="3272870" y="1035811"/>
                </a:lnTo>
                <a:lnTo>
                  <a:pt x="3265006" y="1030668"/>
                </a:lnTo>
                <a:lnTo>
                  <a:pt x="3259562" y="1020532"/>
                </a:lnTo>
                <a:lnTo>
                  <a:pt x="3256386" y="1009489"/>
                </a:lnTo>
                <a:lnTo>
                  <a:pt x="3254269" y="1017658"/>
                </a:lnTo>
                <a:lnTo>
                  <a:pt x="3254722" y="1025676"/>
                </a:lnTo>
                <a:lnTo>
                  <a:pt x="3259259" y="1034147"/>
                </a:lnTo>
                <a:lnTo>
                  <a:pt x="3261074" y="1043224"/>
                </a:lnTo>
                <a:lnTo>
                  <a:pt x="3258352" y="1052301"/>
                </a:lnTo>
                <a:lnTo>
                  <a:pt x="3252605" y="1059714"/>
                </a:lnTo>
                <a:lnTo>
                  <a:pt x="3237029" y="1067731"/>
                </a:lnTo>
                <a:lnTo>
                  <a:pt x="3228258" y="1074539"/>
                </a:lnTo>
                <a:lnTo>
                  <a:pt x="3226896" y="1086490"/>
                </a:lnTo>
                <a:lnTo>
                  <a:pt x="3222813" y="1093298"/>
                </a:lnTo>
                <a:lnTo>
                  <a:pt x="3216764" y="1098592"/>
                </a:lnTo>
                <a:lnTo>
                  <a:pt x="3194685" y="1110544"/>
                </a:lnTo>
                <a:lnTo>
                  <a:pt x="3189846" y="1115384"/>
                </a:lnTo>
                <a:lnTo>
                  <a:pt x="3186065" y="1121587"/>
                </a:lnTo>
                <a:lnTo>
                  <a:pt x="3197861" y="1120679"/>
                </a:lnTo>
                <a:lnTo>
                  <a:pt x="3208598" y="1121587"/>
                </a:lnTo>
                <a:lnTo>
                  <a:pt x="3209505" y="1133538"/>
                </a:lnTo>
                <a:lnTo>
                  <a:pt x="3212832" y="1142463"/>
                </a:lnTo>
                <a:lnTo>
                  <a:pt x="3208598" y="1162130"/>
                </a:lnTo>
                <a:lnTo>
                  <a:pt x="3191963" y="1175291"/>
                </a:lnTo>
                <a:lnTo>
                  <a:pt x="3200280" y="1178014"/>
                </a:lnTo>
                <a:lnTo>
                  <a:pt x="3207691" y="1182401"/>
                </a:lnTo>
                <a:lnTo>
                  <a:pt x="3224326" y="1185578"/>
                </a:lnTo>
                <a:lnTo>
                  <a:pt x="3229921" y="1199496"/>
                </a:lnTo>
                <a:lnTo>
                  <a:pt x="3227501" y="1216288"/>
                </a:lnTo>
                <a:lnTo>
                  <a:pt x="3224477" y="1231416"/>
                </a:lnTo>
                <a:lnTo>
                  <a:pt x="3212530" y="1235500"/>
                </a:lnTo>
                <a:lnTo>
                  <a:pt x="3205120" y="1232777"/>
                </a:lnTo>
                <a:lnTo>
                  <a:pt x="3197861" y="1233080"/>
                </a:lnTo>
                <a:lnTo>
                  <a:pt x="3192417" y="1237618"/>
                </a:lnTo>
                <a:lnTo>
                  <a:pt x="3190904" y="1245334"/>
                </a:lnTo>
                <a:lnTo>
                  <a:pt x="3201188" y="1241552"/>
                </a:lnTo>
                <a:lnTo>
                  <a:pt x="3200734" y="1261067"/>
                </a:lnTo>
                <a:lnTo>
                  <a:pt x="3197861" y="1280128"/>
                </a:lnTo>
                <a:lnTo>
                  <a:pt x="3194534" y="1290566"/>
                </a:lnTo>
                <a:lnTo>
                  <a:pt x="3188182" y="1299189"/>
                </a:lnTo>
                <a:lnTo>
                  <a:pt x="3178655" y="1301912"/>
                </a:lnTo>
                <a:lnTo>
                  <a:pt x="3169581" y="1295558"/>
                </a:lnTo>
                <a:lnTo>
                  <a:pt x="3167766" y="1302971"/>
                </a:lnTo>
                <a:lnTo>
                  <a:pt x="3170489" y="1309174"/>
                </a:lnTo>
                <a:lnTo>
                  <a:pt x="3183343" y="1324453"/>
                </a:lnTo>
                <a:lnTo>
                  <a:pt x="3175479" y="1327932"/>
                </a:lnTo>
                <a:lnTo>
                  <a:pt x="3169732" y="1333076"/>
                </a:lnTo>
                <a:lnTo>
                  <a:pt x="3167162" y="1340640"/>
                </a:lnTo>
                <a:lnTo>
                  <a:pt x="3153249" y="1358037"/>
                </a:lnTo>
                <a:lnTo>
                  <a:pt x="3147048" y="1370896"/>
                </a:lnTo>
                <a:lnTo>
                  <a:pt x="3144326" y="1384511"/>
                </a:lnTo>
                <a:lnTo>
                  <a:pt x="3137823" y="1395403"/>
                </a:lnTo>
                <a:lnTo>
                  <a:pt x="3032266" y="1442602"/>
                </a:lnTo>
                <a:lnTo>
                  <a:pt x="2946974" y="1482389"/>
                </a:lnTo>
                <a:lnTo>
                  <a:pt x="2940774" y="1479666"/>
                </a:lnTo>
                <a:lnTo>
                  <a:pt x="2936539" y="1473614"/>
                </a:lnTo>
                <a:lnTo>
                  <a:pt x="2933666" y="1411741"/>
                </a:lnTo>
                <a:lnTo>
                  <a:pt x="2923080" y="1380124"/>
                </a:lnTo>
                <a:lnTo>
                  <a:pt x="2921568" y="1362424"/>
                </a:lnTo>
                <a:lnTo>
                  <a:pt x="2909470" y="1378308"/>
                </a:lnTo>
                <a:lnTo>
                  <a:pt x="2902059" y="1376644"/>
                </a:lnTo>
                <a:lnTo>
                  <a:pt x="2894044" y="1372560"/>
                </a:lnTo>
                <a:lnTo>
                  <a:pt x="2888146" y="1367416"/>
                </a:lnTo>
                <a:lnTo>
                  <a:pt x="2887693" y="1360609"/>
                </a:lnTo>
                <a:lnTo>
                  <a:pt x="2894044" y="1340942"/>
                </a:lnTo>
                <a:lnTo>
                  <a:pt x="2886332" y="1351683"/>
                </a:lnTo>
                <a:lnTo>
                  <a:pt x="2877712" y="1360003"/>
                </a:lnTo>
                <a:lnTo>
                  <a:pt x="2868941" y="1358945"/>
                </a:lnTo>
                <a:lnTo>
                  <a:pt x="2861379" y="1354860"/>
                </a:lnTo>
                <a:lnTo>
                  <a:pt x="2858506" y="1348506"/>
                </a:lnTo>
                <a:lnTo>
                  <a:pt x="2854423" y="1347599"/>
                </a:lnTo>
                <a:lnTo>
                  <a:pt x="2835822" y="1364996"/>
                </a:lnTo>
                <a:lnTo>
                  <a:pt x="2811172" y="1374375"/>
                </a:lnTo>
                <a:lnTo>
                  <a:pt x="2797410" y="1374224"/>
                </a:lnTo>
                <a:lnTo>
                  <a:pt x="2786673" y="1368929"/>
                </a:lnTo>
                <a:lnTo>
                  <a:pt x="2787126" y="1355616"/>
                </a:lnTo>
                <a:lnTo>
                  <a:pt x="2786068" y="1342606"/>
                </a:lnTo>
                <a:lnTo>
                  <a:pt x="2783043" y="1335042"/>
                </a:lnTo>
                <a:lnTo>
                  <a:pt x="2776389" y="1332319"/>
                </a:lnTo>
                <a:lnTo>
                  <a:pt x="2770340" y="1333227"/>
                </a:lnTo>
                <a:lnTo>
                  <a:pt x="2752646" y="1340035"/>
                </a:lnTo>
                <a:lnTo>
                  <a:pt x="2746295" y="1339278"/>
                </a:lnTo>
                <a:lnTo>
                  <a:pt x="2742665" y="1342606"/>
                </a:lnTo>
                <a:lnTo>
                  <a:pt x="2695936" y="1295256"/>
                </a:lnTo>
                <a:lnTo>
                  <a:pt x="2686409" y="1333681"/>
                </a:lnTo>
                <a:lnTo>
                  <a:pt x="2654197" y="1354104"/>
                </a:lnTo>
                <a:lnTo>
                  <a:pt x="2630303" y="1365903"/>
                </a:lnTo>
                <a:lnTo>
                  <a:pt x="2606712" y="1361516"/>
                </a:lnTo>
                <a:lnTo>
                  <a:pt x="2582667" y="1353952"/>
                </a:lnTo>
                <a:lnTo>
                  <a:pt x="2558773" y="1363029"/>
                </a:lnTo>
                <a:lnTo>
                  <a:pt x="2532761" y="1385570"/>
                </a:lnTo>
                <a:lnTo>
                  <a:pt x="2525502" y="1389049"/>
                </a:lnTo>
                <a:lnTo>
                  <a:pt x="2518092" y="1388898"/>
                </a:lnTo>
                <a:lnTo>
                  <a:pt x="2512648" y="1386024"/>
                </a:lnTo>
                <a:lnTo>
                  <a:pt x="2514463" y="1368929"/>
                </a:lnTo>
                <a:lnTo>
                  <a:pt x="2514765" y="1351986"/>
                </a:lnTo>
                <a:lnTo>
                  <a:pt x="2512799" y="1314014"/>
                </a:lnTo>
                <a:lnTo>
                  <a:pt x="2510682" y="1306602"/>
                </a:lnTo>
                <a:lnTo>
                  <a:pt x="2503272" y="1296164"/>
                </a:lnTo>
                <a:lnTo>
                  <a:pt x="2493442" y="1288600"/>
                </a:lnTo>
                <a:lnTo>
                  <a:pt x="2487847" y="1294197"/>
                </a:lnTo>
                <a:lnTo>
                  <a:pt x="2482856" y="1301610"/>
                </a:lnTo>
                <a:lnTo>
                  <a:pt x="2463197" y="1301307"/>
                </a:lnTo>
                <a:lnTo>
                  <a:pt x="2443991" y="1295407"/>
                </a:lnTo>
                <a:lnTo>
                  <a:pt x="2427507" y="1298735"/>
                </a:lnTo>
                <a:lnTo>
                  <a:pt x="2394993" y="1313863"/>
                </a:lnTo>
                <a:lnTo>
                  <a:pt x="2377753" y="1316132"/>
                </a:lnTo>
                <a:lnTo>
                  <a:pt x="2368528" y="1312804"/>
                </a:lnTo>
                <a:lnTo>
                  <a:pt x="2362630" y="1304635"/>
                </a:lnTo>
                <a:lnTo>
                  <a:pt x="2365957" y="1297222"/>
                </a:lnTo>
                <a:lnTo>
                  <a:pt x="2373065" y="1291625"/>
                </a:lnTo>
                <a:lnTo>
                  <a:pt x="2359757" y="1296012"/>
                </a:lnTo>
                <a:lnTo>
                  <a:pt x="2348415" y="1303727"/>
                </a:lnTo>
                <a:lnTo>
                  <a:pt x="2343424" y="1308568"/>
                </a:lnTo>
                <a:lnTo>
                  <a:pt x="2338131" y="1306148"/>
                </a:lnTo>
                <a:lnTo>
                  <a:pt x="2323916" y="1288902"/>
                </a:lnTo>
                <a:lnTo>
                  <a:pt x="2294275" y="1295407"/>
                </a:lnTo>
                <a:lnTo>
                  <a:pt x="2290192" y="1297374"/>
                </a:lnTo>
                <a:lnTo>
                  <a:pt x="2282933" y="1303122"/>
                </a:lnTo>
                <a:lnTo>
                  <a:pt x="2275826" y="1300248"/>
                </a:lnTo>
                <a:lnTo>
                  <a:pt x="2272347" y="1294046"/>
                </a:lnTo>
                <a:lnTo>
                  <a:pt x="2270986" y="1258344"/>
                </a:lnTo>
                <a:lnTo>
                  <a:pt x="2255863" y="1189511"/>
                </a:lnTo>
                <a:lnTo>
                  <a:pt x="2251780" y="1154263"/>
                </a:lnTo>
                <a:lnTo>
                  <a:pt x="2248453" y="1145943"/>
                </a:lnTo>
                <a:lnTo>
                  <a:pt x="2231062" y="1133387"/>
                </a:lnTo>
                <a:lnTo>
                  <a:pt x="2231667" y="1115233"/>
                </a:lnTo>
                <a:lnTo>
                  <a:pt x="2240589" y="1100105"/>
                </a:lnTo>
                <a:lnTo>
                  <a:pt x="2242555" y="1082406"/>
                </a:lnTo>
                <a:lnTo>
                  <a:pt x="2239985" y="1063193"/>
                </a:lnTo>
                <a:lnTo>
                  <a:pt x="2234540" y="1044434"/>
                </a:lnTo>
                <a:lnTo>
                  <a:pt x="2227735" y="1030214"/>
                </a:lnTo>
                <a:lnTo>
                  <a:pt x="2217905" y="1018112"/>
                </a:lnTo>
                <a:lnTo>
                  <a:pt x="2204900" y="1004497"/>
                </a:lnTo>
                <a:lnTo>
                  <a:pt x="2189021" y="994361"/>
                </a:lnTo>
                <a:lnTo>
                  <a:pt x="2154541" y="983015"/>
                </a:lnTo>
                <a:lnTo>
                  <a:pt x="2136242" y="983923"/>
                </a:lnTo>
                <a:lnTo>
                  <a:pt x="2129588" y="979535"/>
                </a:lnTo>
                <a:lnTo>
                  <a:pt x="2125052" y="973636"/>
                </a:lnTo>
                <a:lnTo>
                  <a:pt x="2126866" y="962290"/>
                </a:lnTo>
                <a:lnTo>
                  <a:pt x="2133067" y="954423"/>
                </a:lnTo>
                <a:lnTo>
                  <a:pt x="2141233" y="952456"/>
                </a:lnTo>
                <a:lnTo>
                  <a:pt x="2142291" y="948069"/>
                </a:lnTo>
                <a:lnTo>
                  <a:pt x="2124749" y="938841"/>
                </a:lnTo>
                <a:lnTo>
                  <a:pt x="2110231" y="926436"/>
                </a:lnTo>
                <a:lnTo>
                  <a:pt x="2105543" y="918872"/>
                </a:lnTo>
                <a:lnTo>
                  <a:pt x="2104182" y="910703"/>
                </a:lnTo>
                <a:lnTo>
                  <a:pt x="2104333" y="891642"/>
                </a:lnTo>
                <a:lnTo>
                  <a:pt x="2108568" y="879691"/>
                </a:lnTo>
                <a:lnTo>
                  <a:pt x="2110836" y="873035"/>
                </a:lnTo>
                <a:lnTo>
                  <a:pt x="2115373" y="852914"/>
                </a:lnTo>
                <a:lnTo>
                  <a:pt x="2124900" y="846863"/>
                </a:lnTo>
                <a:lnTo>
                  <a:pt x="2123237" y="843081"/>
                </a:lnTo>
                <a:lnTo>
                  <a:pt x="2119154" y="840358"/>
                </a:lnTo>
                <a:lnTo>
                  <a:pt x="2113256" y="833853"/>
                </a:lnTo>
                <a:lnTo>
                  <a:pt x="2108416" y="826138"/>
                </a:lnTo>
                <a:lnTo>
                  <a:pt x="2097226" y="813279"/>
                </a:lnTo>
                <a:lnTo>
                  <a:pt x="2077566" y="797697"/>
                </a:lnTo>
                <a:lnTo>
                  <a:pt x="2074239" y="770921"/>
                </a:lnTo>
                <a:lnTo>
                  <a:pt x="2071668" y="731437"/>
                </a:lnTo>
                <a:lnTo>
                  <a:pt x="2073332" y="713435"/>
                </a:lnTo>
                <a:lnTo>
                  <a:pt x="2079683" y="679851"/>
                </a:lnTo>
                <a:lnTo>
                  <a:pt x="2090572" y="669412"/>
                </a:lnTo>
                <a:lnTo>
                  <a:pt x="2099192" y="666387"/>
                </a:lnTo>
                <a:lnTo>
                  <a:pt x="2105846" y="661848"/>
                </a:lnTo>
                <a:lnTo>
                  <a:pt x="2100401" y="661243"/>
                </a:lnTo>
                <a:lnTo>
                  <a:pt x="2095713" y="662907"/>
                </a:lnTo>
                <a:lnTo>
                  <a:pt x="2087396" y="663966"/>
                </a:lnTo>
                <a:lnTo>
                  <a:pt x="2094201" y="634013"/>
                </a:lnTo>
                <a:lnTo>
                  <a:pt x="2097377" y="625239"/>
                </a:lnTo>
                <a:lnTo>
                  <a:pt x="2111139" y="608447"/>
                </a:lnTo>
                <a:lnTo>
                  <a:pt x="2127169" y="593621"/>
                </a:lnTo>
                <a:lnTo>
                  <a:pt x="2133974" y="576073"/>
                </a:lnTo>
                <a:lnTo>
                  <a:pt x="2143199" y="560642"/>
                </a:lnTo>
                <a:lnTo>
                  <a:pt x="2181006" y="544758"/>
                </a:lnTo>
                <a:close/>
                <a:moveTo>
                  <a:pt x="983131" y="537194"/>
                </a:moveTo>
                <a:lnTo>
                  <a:pt x="991298" y="549448"/>
                </a:lnTo>
                <a:lnTo>
                  <a:pt x="993112" y="557617"/>
                </a:lnTo>
                <a:lnTo>
                  <a:pt x="987063" y="566694"/>
                </a:lnTo>
                <a:lnTo>
                  <a:pt x="984795" y="580914"/>
                </a:lnTo>
                <a:lnTo>
                  <a:pt x="967252" y="591957"/>
                </a:lnTo>
                <a:lnTo>
                  <a:pt x="951827" y="589386"/>
                </a:lnTo>
                <a:lnTo>
                  <a:pt x="946837" y="585452"/>
                </a:lnTo>
                <a:lnTo>
                  <a:pt x="937007" y="563971"/>
                </a:lnTo>
                <a:lnTo>
                  <a:pt x="938065" y="545666"/>
                </a:lnTo>
                <a:lnTo>
                  <a:pt x="944114" y="538707"/>
                </a:lnTo>
                <a:lnTo>
                  <a:pt x="958481" y="539766"/>
                </a:lnTo>
                <a:lnTo>
                  <a:pt x="972999" y="529781"/>
                </a:lnTo>
                <a:lnTo>
                  <a:pt x="983131" y="537194"/>
                </a:lnTo>
                <a:close/>
                <a:moveTo>
                  <a:pt x="1091864" y="701786"/>
                </a:moveTo>
                <a:lnTo>
                  <a:pt x="1084907" y="706325"/>
                </a:lnTo>
                <a:lnTo>
                  <a:pt x="1076439" y="699214"/>
                </a:lnTo>
                <a:lnTo>
                  <a:pt x="1069633" y="688776"/>
                </a:lnTo>
                <a:lnTo>
                  <a:pt x="1065853" y="678035"/>
                </a:lnTo>
                <a:lnTo>
                  <a:pt x="1062677" y="660336"/>
                </a:lnTo>
                <a:lnTo>
                  <a:pt x="1061921" y="647628"/>
                </a:lnTo>
                <a:lnTo>
                  <a:pt x="1066004" y="640215"/>
                </a:lnTo>
                <a:lnTo>
                  <a:pt x="1069029" y="640518"/>
                </a:lnTo>
                <a:lnTo>
                  <a:pt x="1081580" y="647931"/>
                </a:lnTo>
                <a:lnTo>
                  <a:pt x="1089747" y="660789"/>
                </a:lnTo>
                <a:lnTo>
                  <a:pt x="1094284" y="664874"/>
                </a:lnTo>
                <a:lnTo>
                  <a:pt x="1095191" y="676674"/>
                </a:lnTo>
                <a:lnTo>
                  <a:pt x="1092166" y="690138"/>
                </a:lnTo>
                <a:lnTo>
                  <a:pt x="1091864" y="701786"/>
                </a:lnTo>
                <a:close/>
                <a:moveTo>
                  <a:pt x="1101694" y="630836"/>
                </a:moveTo>
                <a:lnTo>
                  <a:pt x="1102752" y="650200"/>
                </a:lnTo>
                <a:lnTo>
                  <a:pt x="1091561" y="645208"/>
                </a:lnTo>
                <a:lnTo>
                  <a:pt x="1082790" y="637492"/>
                </a:lnTo>
                <a:lnTo>
                  <a:pt x="1068726" y="631744"/>
                </a:lnTo>
                <a:lnTo>
                  <a:pt x="1051637" y="629928"/>
                </a:lnTo>
                <a:lnTo>
                  <a:pt x="1039237" y="624785"/>
                </a:lnTo>
                <a:lnTo>
                  <a:pt x="1030465" y="615859"/>
                </a:lnTo>
                <a:lnTo>
                  <a:pt x="1030012" y="611624"/>
                </a:lnTo>
                <a:lnTo>
                  <a:pt x="1030919" y="608295"/>
                </a:lnTo>
                <a:lnTo>
                  <a:pt x="1033641" y="605724"/>
                </a:lnTo>
                <a:lnTo>
                  <a:pt x="1098367" y="623121"/>
                </a:lnTo>
                <a:lnTo>
                  <a:pt x="1101694" y="630836"/>
                </a:lnTo>
                <a:close/>
                <a:moveTo>
                  <a:pt x="1182752" y="738547"/>
                </a:moveTo>
                <a:lnTo>
                  <a:pt x="1179878" y="744447"/>
                </a:lnTo>
                <a:lnTo>
                  <a:pt x="1174132" y="740060"/>
                </a:lnTo>
                <a:lnTo>
                  <a:pt x="1144642" y="733555"/>
                </a:lnTo>
                <a:lnTo>
                  <a:pt x="1134813" y="732950"/>
                </a:lnTo>
                <a:lnTo>
                  <a:pt x="1109255" y="725688"/>
                </a:lnTo>
                <a:lnTo>
                  <a:pt x="1101391" y="721906"/>
                </a:lnTo>
                <a:lnTo>
                  <a:pt x="1095947" y="716914"/>
                </a:lnTo>
                <a:lnTo>
                  <a:pt x="1097762" y="707837"/>
                </a:lnTo>
                <a:lnTo>
                  <a:pt x="1101542" y="702240"/>
                </a:lnTo>
                <a:lnTo>
                  <a:pt x="1103962" y="686810"/>
                </a:lnTo>
                <a:lnTo>
                  <a:pt x="1110314" y="680607"/>
                </a:lnTo>
                <a:lnTo>
                  <a:pt x="1123017" y="692104"/>
                </a:lnTo>
                <a:lnTo>
                  <a:pt x="1137081" y="701938"/>
                </a:lnTo>
                <a:lnTo>
                  <a:pt x="1145247" y="706476"/>
                </a:lnTo>
                <a:lnTo>
                  <a:pt x="1170049" y="716460"/>
                </a:lnTo>
                <a:lnTo>
                  <a:pt x="1178820" y="721604"/>
                </a:lnTo>
                <a:lnTo>
                  <a:pt x="1182752" y="738547"/>
                </a:lnTo>
                <a:close/>
                <a:moveTo>
                  <a:pt x="1203621" y="719940"/>
                </a:moveTo>
                <a:lnTo>
                  <a:pt x="1199236" y="724176"/>
                </a:lnTo>
                <a:lnTo>
                  <a:pt x="1191674" y="723268"/>
                </a:lnTo>
                <a:lnTo>
                  <a:pt x="1183508" y="718124"/>
                </a:lnTo>
                <a:lnTo>
                  <a:pt x="1173073" y="708896"/>
                </a:lnTo>
                <a:lnTo>
                  <a:pt x="1161277" y="700727"/>
                </a:lnTo>
                <a:lnTo>
                  <a:pt x="1146457" y="695584"/>
                </a:lnTo>
                <a:lnTo>
                  <a:pt x="1137081" y="694071"/>
                </a:lnTo>
                <a:lnTo>
                  <a:pt x="1133452" y="692104"/>
                </a:lnTo>
                <a:lnTo>
                  <a:pt x="1137081" y="676220"/>
                </a:lnTo>
                <a:lnTo>
                  <a:pt x="1146760" y="675312"/>
                </a:lnTo>
                <a:lnTo>
                  <a:pt x="1178366" y="689986"/>
                </a:lnTo>
                <a:lnTo>
                  <a:pt x="1188801" y="698004"/>
                </a:lnTo>
                <a:lnTo>
                  <a:pt x="1203621" y="719940"/>
                </a:lnTo>
                <a:close/>
                <a:moveTo>
                  <a:pt x="1221466" y="769559"/>
                </a:moveTo>
                <a:lnTo>
                  <a:pt x="1204529" y="770467"/>
                </a:lnTo>
                <a:lnTo>
                  <a:pt x="1199689" y="768500"/>
                </a:lnTo>
                <a:lnTo>
                  <a:pt x="1201655" y="754280"/>
                </a:lnTo>
                <a:lnTo>
                  <a:pt x="1206797" y="745657"/>
                </a:lnTo>
                <a:lnTo>
                  <a:pt x="1214510" y="745809"/>
                </a:lnTo>
                <a:lnTo>
                  <a:pt x="1223130" y="758667"/>
                </a:lnTo>
                <a:lnTo>
                  <a:pt x="1221466" y="769559"/>
                </a:lnTo>
                <a:close/>
                <a:moveTo>
                  <a:pt x="1246570" y="751103"/>
                </a:moveTo>
                <a:lnTo>
                  <a:pt x="1243545" y="753070"/>
                </a:lnTo>
                <a:lnTo>
                  <a:pt x="1230540" y="733857"/>
                </a:lnTo>
                <a:lnTo>
                  <a:pt x="1233867" y="722814"/>
                </a:lnTo>
                <a:lnTo>
                  <a:pt x="1236891" y="719940"/>
                </a:lnTo>
                <a:lnTo>
                  <a:pt x="1243999" y="726747"/>
                </a:lnTo>
                <a:lnTo>
                  <a:pt x="1249594" y="733857"/>
                </a:lnTo>
                <a:lnTo>
                  <a:pt x="1253678" y="742178"/>
                </a:lnTo>
                <a:lnTo>
                  <a:pt x="1246570" y="751103"/>
                </a:lnTo>
                <a:close/>
                <a:moveTo>
                  <a:pt x="1333526" y="672892"/>
                </a:moveTo>
                <a:lnTo>
                  <a:pt x="1343053" y="679548"/>
                </a:lnTo>
                <a:lnTo>
                  <a:pt x="1350917" y="675161"/>
                </a:lnTo>
                <a:lnTo>
                  <a:pt x="1350614" y="680910"/>
                </a:lnTo>
                <a:lnTo>
                  <a:pt x="1348951" y="686356"/>
                </a:lnTo>
                <a:lnTo>
                  <a:pt x="1339726" y="701786"/>
                </a:lnTo>
                <a:lnTo>
                  <a:pt x="1324301" y="698307"/>
                </a:lnTo>
                <a:lnTo>
                  <a:pt x="1320671" y="693315"/>
                </a:lnTo>
                <a:lnTo>
                  <a:pt x="1319462" y="689533"/>
                </a:lnTo>
                <a:lnTo>
                  <a:pt x="1321730" y="687112"/>
                </a:lnTo>
                <a:lnTo>
                  <a:pt x="1322940" y="679548"/>
                </a:lnTo>
                <a:lnTo>
                  <a:pt x="1329745" y="679548"/>
                </a:lnTo>
                <a:lnTo>
                  <a:pt x="1333526" y="672892"/>
                </a:lnTo>
                <a:close/>
                <a:moveTo>
                  <a:pt x="1418213" y="667597"/>
                </a:moveTo>
                <a:lnTo>
                  <a:pt x="1419121" y="678943"/>
                </a:lnTo>
                <a:lnTo>
                  <a:pt x="1427741" y="684389"/>
                </a:lnTo>
                <a:lnTo>
                  <a:pt x="1430009" y="692709"/>
                </a:lnTo>
                <a:lnTo>
                  <a:pt x="1428497" y="706173"/>
                </a:lnTo>
                <a:lnTo>
                  <a:pt x="1420330" y="721604"/>
                </a:lnTo>
                <a:lnTo>
                  <a:pt x="1416701" y="725688"/>
                </a:lnTo>
                <a:lnTo>
                  <a:pt x="1405964" y="722512"/>
                </a:lnTo>
                <a:lnTo>
                  <a:pt x="1402486" y="717368"/>
                </a:lnTo>
                <a:lnTo>
                  <a:pt x="1400973" y="713435"/>
                </a:lnTo>
                <a:lnTo>
                  <a:pt x="1402486" y="710409"/>
                </a:lnTo>
                <a:lnTo>
                  <a:pt x="1394622" y="706930"/>
                </a:lnTo>
                <a:lnTo>
                  <a:pt x="1399612" y="700879"/>
                </a:lnTo>
                <a:lnTo>
                  <a:pt x="1396134" y="692709"/>
                </a:lnTo>
                <a:lnTo>
                  <a:pt x="1374206" y="697853"/>
                </a:lnTo>
                <a:lnTo>
                  <a:pt x="1367854" y="698004"/>
                </a:lnTo>
                <a:lnTo>
                  <a:pt x="1366645" y="688625"/>
                </a:lnTo>
                <a:lnTo>
                  <a:pt x="1367552" y="684692"/>
                </a:lnTo>
                <a:lnTo>
                  <a:pt x="1384490" y="672892"/>
                </a:lnTo>
                <a:lnTo>
                  <a:pt x="1394471" y="670623"/>
                </a:lnTo>
                <a:lnTo>
                  <a:pt x="1405359" y="673043"/>
                </a:lnTo>
                <a:lnTo>
                  <a:pt x="1418213" y="667597"/>
                </a:lnTo>
                <a:close/>
                <a:moveTo>
                  <a:pt x="1447551" y="878178"/>
                </a:moveTo>
                <a:lnTo>
                  <a:pt x="1451937" y="880599"/>
                </a:lnTo>
                <a:lnTo>
                  <a:pt x="1457230" y="872883"/>
                </a:lnTo>
                <a:lnTo>
                  <a:pt x="1467211" y="883624"/>
                </a:lnTo>
                <a:lnTo>
                  <a:pt x="1473411" y="888919"/>
                </a:lnTo>
                <a:lnTo>
                  <a:pt x="1481729" y="894365"/>
                </a:lnTo>
                <a:lnTo>
                  <a:pt x="1473563" y="894516"/>
                </a:lnTo>
                <a:lnTo>
                  <a:pt x="1470236" y="899509"/>
                </a:lnTo>
                <a:lnTo>
                  <a:pt x="1467967" y="900416"/>
                </a:lnTo>
                <a:lnTo>
                  <a:pt x="1435907" y="883170"/>
                </a:lnTo>
                <a:lnTo>
                  <a:pt x="1415491" y="888768"/>
                </a:lnTo>
                <a:lnTo>
                  <a:pt x="1401427" y="883624"/>
                </a:lnTo>
                <a:lnTo>
                  <a:pt x="1397344" y="880145"/>
                </a:lnTo>
                <a:lnTo>
                  <a:pt x="1404905" y="870614"/>
                </a:lnTo>
                <a:lnTo>
                  <a:pt x="1411862" y="848830"/>
                </a:lnTo>
                <a:lnTo>
                  <a:pt x="1425926" y="854276"/>
                </a:lnTo>
                <a:lnTo>
                  <a:pt x="1429253" y="861084"/>
                </a:lnTo>
                <a:lnTo>
                  <a:pt x="1428497" y="863050"/>
                </a:lnTo>
                <a:lnTo>
                  <a:pt x="1437570" y="867135"/>
                </a:lnTo>
                <a:lnTo>
                  <a:pt x="1447551" y="878178"/>
                </a:lnTo>
                <a:close/>
                <a:moveTo>
                  <a:pt x="1401427" y="902232"/>
                </a:moveTo>
                <a:lnTo>
                  <a:pt x="1415642" y="916906"/>
                </a:lnTo>
                <a:lnTo>
                  <a:pt x="1418969" y="922200"/>
                </a:lnTo>
                <a:lnTo>
                  <a:pt x="1412013" y="930370"/>
                </a:lnTo>
                <a:lnTo>
                  <a:pt x="1406418" y="941867"/>
                </a:lnTo>
                <a:lnTo>
                  <a:pt x="1403091" y="944287"/>
                </a:lnTo>
                <a:lnTo>
                  <a:pt x="1392353" y="939900"/>
                </a:lnTo>
                <a:lnTo>
                  <a:pt x="1384641" y="951246"/>
                </a:lnTo>
                <a:lnTo>
                  <a:pt x="1379650" y="933093"/>
                </a:lnTo>
                <a:lnTo>
                  <a:pt x="1368611" y="921595"/>
                </a:lnTo>
                <a:lnTo>
                  <a:pt x="1375416" y="909947"/>
                </a:lnTo>
                <a:lnTo>
                  <a:pt x="1377987" y="909039"/>
                </a:lnTo>
                <a:lnTo>
                  <a:pt x="1381314" y="909493"/>
                </a:lnTo>
                <a:lnTo>
                  <a:pt x="1384792" y="912519"/>
                </a:lnTo>
                <a:lnTo>
                  <a:pt x="1401427" y="902232"/>
                </a:lnTo>
                <a:close/>
                <a:moveTo>
                  <a:pt x="1289972" y="904198"/>
                </a:moveTo>
                <a:lnTo>
                  <a:pt x="1270161" y="909493"/>
                </a:lnTo>
                <a:lnTo>
                  <a:pt x="1248233" y="905711"/>
                </a:lnTo>
                <a:lnTo>
                  <a:pt x="1250955" y="896483"/>
                </a:lnTo>
                <a:lnTo>
                  <a:pt x="1261541" y="886045"/>
                </a:lnTo>
                <a:lnTo>
                  <a:pt x="1270918" y="886499"/>
                </a:lnTo>
                <a:lnTo>
                  <a:pt x="1288006" y="893457"/>
                </a:lnTo>
                <a:lnTo>
                  <a:pt x="1294055" y="899660"/>
                </a:lnTo>
                <a:lnTo>
                  <a:pt x="1289972" y="904198"/>
                </a:lnTo>
                <a:close/>
                <a:moveTo>
                  <a:pt x="2193255" y="1030214"/>
                </a:moveTo>
                <a:lnTo>
                  <a:pt x="2163161" y="1045645"/>
                </a:lnTo>
                <a:lnTo>
                  <a:pt x="2156053" y="1044888"/>
                </a:lnTo>
                <a:lnTo>
                  <a:pt x="2150609" y="1039291"/>
                </a:lnTo>
                <a:lnTo>
                  <a:pt x="2153936" y="1009489"/>
                </a:lnTo>
                <a:lnTo>
                  <a:pt x="2157868" y="1000563"/>
                </a:lnTo>
                <a:lnTo>
                  <a:pt x="2178889" y="999656"/>
                </a:lnTo>
                <a:lnTo>
                  <a:pt x="2191743" y="1003891"/>
                </a:lnTo>
                <a:lnTo>
                  <a:pt x="2198246" y="1008732"/>
                </a:lnTo>
                <a:lnTo>
                  <a:pt x="2200968" y="1018717"/>
                </a:lnTo>
                <a:lnTo>
                  <a:pt x="2199456" y="1024768"/>
                </a:lnTo>
                <a:lnTo>
                  <a:pt x="2193255" y="1030214"/>
                </a:lnTo>
                <a:close/>
                <a:moveTo>
                  <a:pt x="2818582" y="1926394"/>
                </a:moveTo>
                <a:lnTo>
                  <a:pt x="2815708" y="1928663"/>
                </a:lnTo>
                <a:lnTo>
                  <a:pt x="2790000" y="1927453"/>
                </a:lnTo>
                <a:lnTo>
                  <a:pt x="2773365" y="1939707"/>
                </a:lnTo>
                <a:lnTo>
                  <a:pt x="2762023" y="1943489"/>
                </a:lnTo>
                <a:lnTo>
                  <a:pt x="2720737" y="1943489"/>
                </a:lnTo>
                <a:lnTo>
                  <a:pt x="2715898" y="1941825"/>
                </a:lnTo>
                <a:lnTo>
                  <a:pt x="2712269" y="1941976"/>
                </a:lnTo>
                <a:lnTo>
                  <a:pt x="2710000" y="1944396"/>
                </a:lnTo>
                <a:lnTo>
                  <a:pt x="2696843" y="1942581"/>
                </a:lnTo>
                <a:lnTo>
                  <a:pt x="2655105" y="1931689"/>
                </a:lnTo>
                <a:lnTo>
                  <a:pt x="2649358" y="1921553"/>
                </a:lnTo>
                <a:lnTo>
                  <a:pt x="2655861" y="1910661"/>
                </a:lnTo>
                <a:lnTo>
                  <a:pt x="2670832" y="1895382"/>
                </a:lnTo>
                <a:lnTo>
                  <a:pt x="2700927" y="1892356"/>
                </a:lnTo>
                <a:lnTo>
                  <a:pt x="2838241" y="1891297"/>
                </a:lnTo>
                <a:lnTo>
                  <a:pt x="2853213" y="1904459"/>
                </a:lnTo>
                <a:lnTo>
                  <a:pt x="2854574" y="1908846"/>
                </a:lnTo>
                <a:lnTo>
                  <a:pt x="2824631" y="1917922"/>
                </a:lnTo>
                <a:lnTo>
                  <a:pt x="2818582" y="1926394"/>
                </a:lnTo>
                <a:close/>
                <a:moveTo>
                  <a:pt x="1082790" y="1680414"/>
                </a:moveTo>
                <a:lnTo>
                  <a:pt x="1070541" y="1681019"/>
                </a:lnTo>
                <a:lnTo>
                  <a:pt x="1047857" y="1662563"/>
                </a:lnTo>
                <a:lnTo>
                  <a:pt x="1044076" y="1656814"/>
                </a:lnTo>
                <a:lnTo>
                  <a:pt x="1050579" y="1651217"/>
                </a:lnTo>
                <a:lnTo>
                  <a:pt x="1057233" y="1651670"/>
                </a:lnTo>
                <a:lnTo>
                  <a:pt x="1083546" y="1663319"/>
                </a:lnTo>
                <a:lnTo>
                  <a:pt x="1088537" y="1669219"/>
                </a:lnTo>
                <a:lnTo>
                  <a:pt x="1082790" y="1680414"/>
                </a:lnTo>
                <a:close/>
                <a:moveTo>
                  <a:pt x="789106" y="1333076"/>
                </a:moveTo>
                <a:lnTo>
                  <a:pt x="795155" y="1355163"/>
                </a:lnTo>
                <a:lnTo>
                  <a:pt x="777159" y="1340035"/>
                </a:lnTo>
                <a:lnTo>
                  <a:pt x="777462" y="1329445"/>
                </a:lnTo>
                <a:lnTo>
                  <a:pt x="775042" y="1322486"/>
                </a:lnTo>
                <a:lnTo>
                  <a:pt x="764154" y="1314014"/>
                </a:lnTo>
                <a:lnTo>
                  <a:pt x="755685" y="1303425"/>
                </a:lnTo>
                <a:lnTo>
                  <a:pt x="751904" y="1278161"/>
                </a:lnTo>
                <a:lnTo>
                  <a:pt x="754929" y="1273018"/>
                </a:lnTo>
                <a:lnTo>
                  <a:pt x="762036" y="1272564"/>
                </a:lnTo>
                <a:lnTo>
                  <a:pt x="793643" y="1305694"/>
                </a:lnTo>
                <a:lnTo>
                  <a:pt x="795760" y="1311291"/>
                </a:lnTo>
                <a:lnTo>
                  <a:pt x="795004" y="1323091"/>
                </a:lnTo>
                <a:lnTo>
                  <a:pt x="790467" y="1326722"/>
                </a:lnTo>
                <a:lnTo>
                  <a:pt x="789106" y="1333076"/>
                </a:lnTo>
                <a:close/>
                <a:moveTo>
                  <a:pt x="755685" y="1266210"/>
                </a:moveTo>
                <a:lnTo>
                  <a:pt x="744948" y="1278313"/>
                </a:lnTo>
                <a:lnTo>
                  <a:pt x="727103" y="1278161"/>
                </a:lnTo>
                <a:lnTo>
                  <a:pt x="723624" y="1270597"/>
                </a:lnTo>
                <a:lnTo>
                  <a:pt x="724381" y="1252292"/>
                </a:lnTo>
                <a:lnTo>
                  <a:pt x="719995" y="1246393"/>
                </a:lnTo>
                <a:lnTo>
                  <a:pt x="720146" y="1243972"/>
                </a:lnTo>
                <a:lnTo>
                  <a:pt x="723020" y="1233534"/>
                </a:lnTo>
                <a:lnTo>
                  <a:pt x="726649" y="1231265"/>
                </a:lnTo>
                <a:lnTo>
                  <a:pt x="755382" y="1256982"/>
                </a:lnTo>
                <a:lnTo>
                  <a:pt x="755685" y="1266210"/>
                </a:lnTo>
                <a:close/>
                <a:moveTo>
                  <a:pt x="701092" y="1206001"/>
                </a:moveTo>
                <a:lnTo>
                  <a:pt x="701848" y="1210085"/>
                </a:lnTo>
                <a:lnTo>
                  <a:pt x="677198" y="1196773"/>
                </a:lnTo>
                <a:lnTo>
                  <a:pt x="665402" y="1193142"/>
                </a:lnTo>
                <a:lnTo>
                  <a:pt x="654816" y="1178619"/>
                </a:lnTo>
                <a:lnTo>
                  <a:pt x="658143" y="1171509"/>
                </a:lnTo>
                <a:lnTo>
                  <a:pt x="658597" y="1161827"/>
                </a:lnTo>
                <a:lnTo>
                  <a:pt x="660109" y="1158045"/>
                </a:lnTo>
                <a:lnTo>
                  <a:pt x="667670" y="1156684"/>
                </a:lnTo>
                <a:lnTo>
                  <a:pt x="677349" y="1163643"/>
                </a:lnTo>
                <a:lnTo>
                  <a:pt x="684759" y="1181040"/>
                </a:lnTo>
                <a:lnTo>
                  <a:pt x="697008" y="1197075"/>
                </a:lnTo>
                <a:lnTo>
                  <a:pt x="701092" y="1206001"/>
                </a:lnTo>
                <a:close/>
                <a:moveTo>
                  <a:pt x="491792" y="931731"/>
                </a:moveTo>
                <a:lnTo>
                  <a:pt x="482870" y="938841"/>
                </a:lnTo>
                <a:lnTo>
                  <a:pt x="469260" y="932034"/>
                </a:lnTo>
                <a:lnTo>
                  <a:pt x="473796" y="922352"/>
                </a:lnTo>
                <a:lnTo>
                  <a:pt x="476065" y="908888"/>
                </a:lnTo>
                <a:lnTo>
                  <a:pt x="484231" y="898298"/>
                </a:lnTo>
                <a:lnTo>
                  <a:pt x="486953" y="885742"/>
                </a:lnTo>
                <a:lnTo>
                  <a:pt x="471225" y="851704"/>
                </a:lnTo>
                <a:lnTo>
                  <a:pt x="479089" y="850494"/>
                </a:lnTo>
                <a:lnTo>
                  <a:pt x="485138" y="854276"/>
                </a:lnTo>
                <a:lnTo>
                  <a:pt x="495573" y="876968"/>
                </a:lnTo>
                <a:lnTo>
                  <a:pt x="504647" y="890583"/>
                </a:lnTo>
                <a:lnTo>
                  <a:pt x="501017" y="909039"/>
                </a:lnTo>
                <a:lnTo>
                  <a:pt x="491792" y="931731"/>
                </a:lnTo>
                <a:close/>
                <a:moveTo>
                  <a:pt x="190093" y="494533"/>
                </a:moveTo>
                <a:lnTo>
                  <a:pt x="180566" y="495895"/>
                </a:lnTo>
                <a:lnTo>
                  <a:pt x="171492" y="492718"/>
                </a:lnTo>
                <a:lnTo>
                  <a:pt x="163780" y="483944"/>
                </a:lnTo>
                <a:lnTo>
                  <a:pt x="123251" y="458831"/>
                </a:lnTo>
                <a:lnTo>
                  <a:pt x="110547" y="458529"/>
                </a:lnTo>
                <a:lnTo>
                  <a:pt x="101776" y="452024"/>
                </a:lnTo>
                <a:lnTo>
                  <a:pt x="91039" y="449755"/>
                </a:lnTo>
                <a:lnTo>
                  <a:pt x="79546" y="432962"/>
                </a:lnTo>
                <a:lnTo>
                  <a:pt x="77126" y="424037"/>
                </a:lnTo>
                <a:lnTo>
                  <a:pt x="85444" y="419650"/>
                </a:lnTo>
                <a:lnTo>
                  <a:pt x="90585" y="410422"/>
                </a:lnTo>
                <a:lnTo>
                  <a:pt x="104196" y="414506"/>
                </a:lnTo>
                <a:lnTo>
                  <a:pt x="119621" y="430845"/>
                </a:lnTo>
                <a:lnTo>
                  <a:pt x="135349" y="436896"/>
                </a:lnTo>
                <a:lnTo>
                  <a:pt x="139583" y="439921"/>
                </a:lnTo>
                <a:lnTo>
                  <a:pt x="147145" y="448998"/>
                </a:lnTo>
                <a:lnTo>
                  <a:pt x="182985" y="471085"/>
                </a:lnTo>
                <a:lnTo>
                  <a:pt x="186917" y="478498"/>
                </a:lnTo>
                <a:lnTo>
                  <a:pt x="189337" y="486062"/>
                </a:lnTo>
                <a:lnTo>
                  <a:pt x="190093" y="494533"/>
                </a:lnTo>
                <a:close/>
                <a:moveTo>
                  <a:pt x="3825002" y="1804311"/>
                </a:moveTo>
                <a:lnTo>
                  <a:pt x="3823036" y="1829575"/>
                </a:lnTo>
                <a:lnTo>
                  <a:pt x="3820163" y="1820650"/>
                </a:lnTo>
                <a:lnTo>
                  <a:pt x="3819104" y="1797655"/>
                </a:lnTo>
                <a:lnTo>
                  <a:pt x="3815323" y="1786460"/>
                </a:lnTo>
                <a:lnTo>
                  <a:pt x="3817743" y="1773602"/>
                </a:lnTo>
                <a:lnTo>
                  <a:pt x="3816836" y="1740471"/>
                </a:lnTo>
                <a:lnTo>
                  <a:pt x="3821524" y="1725192"/>
                </a:lnTo>
                <a:lnTo>
                  <a:pt x="3825002" y="1744707"/>
                </a:lnTo>
                <a:lnTo>
                  <a:pt x="3825002" y="1754540"/>
                </a:lnTo>
                <a:lnTo>
                  <a:pt x="3825002" y="1804311"/>
                </a:lnTo>
                <a:close/>
                <a:moveTo>
                  <a:pt x="3050263" y="1906123"/>
                </a:moveTo>
                <a:lnTo>
                  <a:pt x="3038013" y="1908694"/>
                </a:lnTo>
                <a:lnTo>
                  <a:pt x="3026520" y="1903400"/>
                </a:lnTo>
                <a:lnTo>
                  <a:pt x="3026822" y="1896138"/>
                </a:lnTo>
                <a:lnTo>
                  <a:pt x="3029696" y="1889482"/>
                </a:lnTo>
                <a:lnTo>
                  <a:pt x="3046784" y="1886002"/>
                </a:lnTo>
                <a:lnTo>
                  <a:pt x="3055858" y="1886305"/>
                </a:lnTo>
                <a:lnTo>
                  <a:pt x="3065688" y="1890843"/>
                </a:lnTo>
                <a:lnTo>
                  <a:pt x="3072493" y="1895684"/>
                </a:lnTo>
                <a:lnTo>
                  <a:pt x="3075820" y="1901282"/>
                </a:lnTo>
                <a:lnTo>
                  <a:pt x="3057370" y="1901584"/>
                </a:lnTo>
                <a:lnTo>
                  <a:pt x="3050263" y="1906123"/>
                </a:lnTo>
                <a:close/>
                <a:moveTo>
                  <a:pt x="3190299" y="1436702"/>
                </a:moveTo>
                <a:lnTo>
                  <a:pt x="3158542" y="1464840"/>
                </a:lnTo>
                <a:lnTo>
                  <a:pt x="3153400" y="1457730"/>
                </a:lnTo>
                <a:lnTo>
                  <a:pt x="3156122" y="1428987"/>
                </a:lnTo>
                <a:lnTo>
                  <a:pt x="3147199" y="1411287"/>
                </a:lnTo>
                <a:lnTo>
                  <a:pt x="3147804" y="1397975"/>
                </a:lnTo>
                <a:lnTo>
                  <a:pt x="3154156" y="1374678"/>
                </a:lnTo>
                <a:lnTo>
                  <a:pt x="3162171" y="1356827"/>
                </a:lnTo>
                <a:lnTo>
                  <a:pt x="3180621" y="1344724"/>
                </a:lnTo>
                <a:lnTo>
                  <a:pt x="3185309" y="1343363"/>
                </a:lnTo>
                <a:lnTo>
                  <a:pt x="3184099" y="1365147"/>
                </a:lnTo>
                <a:lnTo>
                  <a:pt x="3187880" y="1373316"/>
                </a:lnTo>
                <a:lnTo>
                  <a:pt x="3189090" y="1380275"/>
                </a:lnTo>
                <a:lnTo>
                  <a:pt x="3187124" y="1386326"/>
                </a:lnTo>
                <a:lnTo>
                  <a:pt x="3190602" y="1414162"/>
                </a:lnTo>
                <a:lnTo>
                  <a:pt x="3192719" y="1420818"/>
                </a:lnTo>
                <a:lnTo>
                  <a:pt x="3188182" y="1429592"/>
                </a:lnTo>
                <a:lnTo>
                  <a:pt x="3190299" y="1436702"/>
                </a:lnTo>
                <a:close/>
                <a:moveTo>
                  <a:pt x="1595906" y="418440"/>
                </a:moveTo>
                <a:lnTo>
                  <a:pt x="1589705" y="419045"/>
                </a:lnTo>
                <a:lnTo>
                  <a:pt x="1587740" y="414506"/>
                </a:lnTo>
                <a:lnTo>
                  <a:pt x="1588042" y="406791"/>
                </a:lnTo>
                <a:lnTo>
                  <a:pt x="1587437" y="400589"/>
                </a:lnTo>
                <a:lnTo>
                  <a:pt x="1585622" y="396050"/>
                </a:lnTo>
                <a:lnTo>
                  <a:pt x="1585622" y="388335"/>
                </a:lnTo>
                <a:lnTo>
                  <a:pt x="1591520" y="392117"/>
                </a:lnTo>
                <a:lnTo>
                  <a:pt x="1595906" y="395748"/>
                </a:lnTo>
                <a:lnTo>
                  <a:pt x="1601199" y="398319"/>
                </a:lnTo>
                <a:lnTo>
                  <a:pt x="1605282" y="400135"/>
                </a:lnTo>
                <a:lnTo>
                  <a:pt x="1607550" y="401194"/>
                </a:lnTo>
                <a:lnTo>
                  <a:pt x="1603316" y="412237"/>
                </a:lnTo>
                <a:lnTo>
                  <a:pt x="1595906" y="418440"/>
                </a:lnTo>
                <a:close/>
                <a:moveTo>
                  <a:pt x="3668330" y="2173887"/>
                </a:moveTo>
                <a:lnTo>
                  <a:pt x="3662432" y="2175249"/>
                </a:lnTo>
                <a:lnTo>
                  <a:pt x="3656534" y="2173131"/>
                </a:lnTo>
                <a:lnTo>
                  <a:pt x="3658954" y="2159667"/>
                </a:lnTo>
                <a:lnTo>
                  <a:pt x="3655476" y="2150590"/>
                </a:lnTo>
                <a:lnTo>
                  <a:pt x="3661676" y="2143329"/>
                </a:lnTo>
                <a:lnTo>
                  <a:pt x="3663188" y="2130621"/>
                </a:lnTo>
                <a:lnTo>
                  <a:pt x="3665608" y="2126688"/>
                </a:lnTo>
                <a:lnTo>
                  <a:pt x="3669389" y="2130773"/>
                </a:lnTo>
                <a:lnTo>
                  <a:pt x="3671052" y="2133344"/>
                </a:lnTo>
                <a:lnTo>
                  <a:pt x="3674077" y="2134555"/>
                </a:lnTo>
                <a:lnTo>
                  <a:pt x="3680882" y="2134857"/>
                </a:lnTo>
                <a:lnTo>
                  <a:pt x="3682394" y="2140303"/>
                </a:lnTo>
                <a:lnTo>
                  <a:pt x="3682092" y="2145447"/>
                </a:lnTo>
                <a:lnTo>
                  <a:pt x="3679219" y="2150893"/>
                </a:lnTo>
                <a:lnTo>
                  <a:pt x="3671203" y="2156793"/>
                </a:lnTo>
                <a:lnTo>
                  <a:pt x="3665306" y="2163449"/>
                </a:lnTo>
                <a:lnTo>
                  <a:pt x="3668330" y="2173887"/>
                </a:lnTo>
                <a:close/>
                <a:moveTo>
                  <a:pt x="3393852" y="220869"/>
                </a:moveTo>
                <a:lnTo>
                  <a:pt x="3408370" y="221171"/>
                </a:lnTo>
                <a:lnTo>
                  <a:pt x="3429542" y="218297"/>
                </a:lnTo>
                <a:lnTo>
                  <a:pt x="3434532" y="232668"/>
                </a:lnTo>
                <a:lnTo>
                  <a:pt x="3435288" y="238266"/>
                </a:lnTo>
                <a:lnTo>
                  <a:pt x="3407160" y="245830"/>
                </a:lnTo>
                <a:lnTo>
                  <a:pt x="3390222" y="228130"/>
                </a:lnTo>
                <a:lnTo>
                  <a:pt x="3393852" y="220869"/>
                </a:lnTo>
                <a:close/>
                <a:moveTo>
                  <a:pt x="3395213" y="355205"/>
                </a:moveTo>
                <a:lnTo>
                  <a:pt x="3393398" y="360197"/>
                </a:lnTo>
                <a:lnTo>
                  <a:pt x="3380393" y="348095"/>
                </a:lnTo>
                <a:lnTo>
                  <a:pt x="3376914" y="339320"/>
                </a:lnTo>
                <a:lnTo>
                  <a:pt x="3378578" y="332362"/>
                </a:lnTo>
                <a:lnTo>
                  <a:pt x="3392037" y="331756"/>
                </a:lnTo>
                <a:lnTo>
                  <a:pt x="3398691" y="335992"/>
                </a:lnTo>
                <a:lnTo>
                  <a:pt x="3395213" y="355205"/>
                </a:lnTo>
                <a:close/>
                <a:moveTo>
                  <a:pt x="3379788" y="2117309"/>
                </a:moveTo>
                <a:lnTo>
                  <a:pt x="3376461" y="2117460"/>
                </a:lnTo>
                <a:lnTo>
                  <a:pt x="3369807" y="2114586"/>
                </a:lnTo>
                <a:lnTo>
                  <a:pt x="3372226" y="2108232"/>
                </a:lnTo>
                <a:lnTo>
                  <a:pt x="3368597" y="2097945"/>
                </a:lnTo>
                <a:lnTo>
                  <a:pt x="3369958" y="2089473"/>
                </a:lnTo>
                <a:lnTo>
                  <a:pt x="3378275" y="2084784"/>
                </a:lnTo>
                <a:lnTo>
                  <a:pt x="3396271" y="2084179"/>
                </a:lnTo>
                <a:lnTo>
                  <a:pt x="3396876" y="2090381"/>
                </a:lnTo>
                <a:lnTo>
                  <a:pt x="3379788" y="2117309"/>
                </a:lnTo>
                <a:close/>
              </a:path>
            </a:pathLst>
          </a:custGeom>
          <a:solidFill>
            <a:srgbClr val="D9DADC"/>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ite BELAWAN"/>
          <p:cNvSpPr/>
          <p:nvPr/>
        </p:nvSpPr>
        <p:spPr>
          <a:xfrm>
            <a:off x="1072556" y="1362456"/>
            <a:ext cx="146304" cy="146304"/>
          </a:xfrm>
          <a:prstGeom prst="ellipse">
            <a:avLst/>
          </a:prstGeom>
          <a:solidFill>
            <a:srgbClr val="E6B222"/>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92012" y="1344168"/>
            <a:ext cx="1097280" cy="164592"/>
          </a:xfrm>
          <a:prstGeom prst="rect">
            <a:avLst/>
          </a:prstGeom>
          <a:noFill/>
        </p:spPr>
        <p:txBody>
          <a:bodyPr wrap="square" lIns="0" rIns="0" tIns="0" bIns="0" anchor="t">
            <a:noAutofit/>
          </a:bodyPr>
          <a:lstStyle/>
          <a:p>
            <a:pPr algn="l"/>
            <a:r>
              <a:rPr sz="800" b="1" i="0" spc="150">
                <a:solidFill>
                  <a:srgbClr val="4D4D4F"/>
                </a:solidFill>
                <a:latin typeface="Calibri"/>
              </a:rPr>
              <a:t>BELAWAN</a:t>
            </a:r>
          </a:p>
        </p:txBody>
      </p:sp>
      <p:sp>
        <p:nvSpPr>
          <p:cNvPr id="10" name="Expansion CIGADING"/>
          <p:cNvSpPr/>
          <p:nvPr/>
        </p:nvSpPr>
        <p:spPr>
          <a:xfrm>
            <a:off x="2126261" y="2785660"/>
            <a:ext cx="237744" cy="237744"/>
          </a:xfrm>
          <a:prstGeom prst="ellipse">
            <a:avLst/>
          </a:prstGeom>
          <a:noFill/>
          <a:ln w="15875">
            <a:solidFill>
              <a:srgbClr val="E6B2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ite CIGADING"/>
          <p:cNvSpPr/>
          <p:nvPr/>
        </p:nvSpPr>
        <p:spPr>
          <a:xfrm>
            <a:off x="2171981" y="2831380"/>
            <a:ext cx="146304" cy="146304"/>
          </a:xfrm>
          <a:prstGeom prst="ellipse">
            <a:avLst/>
          </a:prstGeom>
          <a:solidFill>
            <a:srgbClr val="E6B222"/>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39293" y="2611924"/>
            <a:ext cx="1097280" cy="164592"/>
          </a:xfrm>
          <a:prstGeom prst="rect">
            <a:avLst/>
          </a:prstGeom>
          <a:noFill/>
        </p:spPr>
        <p:txBody>
          <a:bodyPr wrap="square" lIns="0" rIns="0" tIns="0" bIns="0" anchor="t">
            <a:noAutofit/>
          </a:bodyPr>
          <a:lstStyle/>
          <a:p>
            <a:pPr algn="r"/>
            <a:r>
              <a:rPr sz="800" b="1" i="0" spc="150">
                <a:solidFill>
                  <a:srgbClr val="4D4D4F"/>
                </a:solidFill>
                <a:latin typeface="Calibri"/>
              </a:rPr>
              <a:t>CIGADING</a:t>
            </a:r>
          </a:p>
        </p:txBody>
      </p:sp>
      <p:sp>
        <p:nvSpPr>
          <p:cNvPr id="13" name="Expansion TELUK LAMONG"/>
          <p:cNvSpPr/>
          <p:nvPr/>
        </p:nvSpPr>
        <p:spPr>
          <a:xfrm>
            <a:off x="3142511" y="2976272"/>
            <a:ext cx="237744" cy="237744"/>
          </a:xfrm>
          <a:prstGeom prst="ellipse">
            <a:avLst/>
          </a:prstGeom>
          <a:noFill/>
          <a:ln w="15875">
            <a:solidFill>
              <a:srgbClr val="E6B2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ite TELUK LAMONG"/>
          <p:cNvSpPr/>
          <p:nvPr/>
        </p:nvSpPr>
        <p:spPr>
          <a:xfrm>
            <a:off x="3188231" y="3021992"/>
            <a:ext cx="146304" cy="146304"/>
          </a:xfrm>
          <a:prstGeom prst="ellipse">
            <a:avLst/>
          </a:prstGeom>
          <a:solidFill>
            <a:srgbClr val="E6B222"/>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07687" y="3003704"/>
            <a:ext cx="1097280" cy="164592"/>
          </a:xfrm>
          <a:prstGeom prst="rect">
            <a:avLst/>
          </a:prstGeom>
          <a:noFill/>
        </p:spPr>
        <p:txBody>
          <a:bodyPr wrap="square" lIns="0" rIns="0" tIns="0" bIns="0" anchor="t">
            <a:noAutofit/>
          </a:bodyPr>
          <a:lstStyle/>
          <a:p>
            <a:pPr algn="l"/>
            <a:r>
              <a:rPr sz="800" b="1" i="0" spc="150">
                <a:solidFill>
                  <a:srgbClr val="4D4D4F"/>
                </a:solidFill>
                <a:latin typeface="Calibri"/>
              </a:rPr>
              <a:t>TELUK LAMONG</a:t>
            </a:r>
          </a:p>
        </p:txBody>
      </p:sp>
      <p:sp>
        <p:nvSpPr>
          <p:cNvPr id="16" name="New DUMAI"/>
          <p:cNvSpPr/>
          <p:nvPr/>
        </p:nvSpPr>
        <p:spPr>
          <a:xfrm>
            <a:off x="1471656" y="1661855"/>
            <a:ext cx="182880" cy="182880"/>
          </a:xfrm>
          <a:prstGeom prst="ellipse">
            <a:avLst/>
          </a:prstGeom>
          <a:solidFill>
            <a:srgbClr val="FFFFFF"/>
          </a:solidFill>
          <a:ln w="22225">
            <a:solidFill>
              <a:srgbClr val="E6B2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727688" y="1661855"/>
            <a:ext cx="1097280" cy="164592"/>
          </a:xfrm>
          <a:prstGeom prst="rect">
            <a:avLst/>
          </a:prstGeom>
          <a:noFill/>
        </p:spPr>
        <p:txBody>
          <a:bodyPr wrap="square" lIns="0" rIns="0" tIns="0" bIns="0" anchor="t">
            <a:noAutofit/>
          </a:bodyPr>
          <a:lstStyle/>
          <a:p>
            <a:pPr algn="l"/>
            <a:r>
              <a:rPr sz="800" b="1" i="0" spc="150">
                <a:solidFill>
                  <a:srgbClr val="8A6A0C"/>
                </a:solidFill>
                <a:latin typeface="Calibri"/>
              </a:rPr>
              <a:t>DUMAI</a:t>
            </a:r>
          </a:p>
        </p:txBody>
      </p:sp>
      <p:sp>
        <p:nvSpPr>
          <p:cNvPr id="18" name="New CIWANDAN"/>
          <p:cNvSpPr/>
          <p:nvPr/>
        </p:nvSpPr>
        <p:spPr>
          <a:xfrm>
            <a:off x="2290783" y="2971498"/>
            <a:ext cx="182880" cy="182880"/>
          </a:xfrm>
          <a:prstGeom prst="ellipse">
            <a:avLst/>
          </a:prstGeom>
          <a:solidFill>
            <a:srgbClr val="FFFFFF"/>
          </a:solidFill>
          <a:ln w="22225">
            <a:solidFill>
              <a:srgbClr val="E6B2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879303" y="3181810"/>
            <a:ext cx="1097280" cy="164592"/>
          </a:xfrm>
          <a:prstGeom prst="rect">
            <a:avLst/>
          </a:prstGeom>
          <a:noFill/>
        </p:spPr>
        <p:txBody>
          <a:bodyPr wrap="square" lIns="0" rIns="0" tIns="0" bIns="0" anchor="t">
            <a:noAutofit/>
          </a:bodyPr>
          <a:lstStyle/>
          <a:p>
            <a:pPr algn="r"/>
            <a:r>
              <a:rPr sz="800" b="1" i="0" spc="150">
                <a:solidFill>
                  <a:srgbClr val="8A6A0C"/>
                </a:solidFill>
                <a:latin typeface="Calibri"/>
              </a:rPr>
              <a:t>CIWANDAN</a:t>
            </a:r>
          </a:p>
        </p:txBody>
      </p:sp>
      <p:sp>
        <p:nvSpPr>
          <p:cNvPr id="20" name="Watch Teluk Bayur"/>
          <p:cNvSpPr/>
          <p:nvPr/>
        </p:nvSpPr>
        <p:spPr>
          <a:xfrm>
            <a:off x="1344906" y="2102347"/>
            <a:ext cx="109728" cy="109728"/>
          </a:xfrm>
          <a:prstGeom prst="ellipse">
            <a:avLst/>
          </a:prstGeom>
          <a:solidFill>
            <a:srgbClr val="FFFFFF"/>
          </a:solidFill>
          <a:ln w="12700">
            <a:solidFill>
              <a:srgbClr val="A7A9A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509498" y="2084059"/>
            <a:ext cx="822960" cy="146304"/>
          </a:xfrm>
          <a:prstGeom prst="rect">
            <a:avLst/>
          </a:prstGeom>
          <a:noFill/>
        </p:spPr>
        <p:txBody>
          <a:bodyPr wrap="square" lIns="0" rIns="0" tIns="0" bIns="0" anchor="t">
            <a:noAutofit/>
          </a:bodyPr>
          <a:lstStyle/>
          <a:p>
            <a:pPr algn="l"/>
            <a:r>
              <a:rPr sz="750" b="0" i="0">
                <a:solidFill>
                  <a:srgbClr val="747678"/>
                </a:solidFill>
                <a:latin typeface="Calibri"/>
              </a:rPr>
              <a:t>Teluk Bayur</a:t>
            </a:r>
          </a:p>
        </p:txBody>
      </p:sp>
      <p:sp>
        <p:nvSpPr>
          <p:cNvPr id="22" name="Watch Makassar"/>
          <p:cNvSpPr/>
          <p:nvPr/>
        </p:nvSpPr>
        <p:spPr>
          <a:xfrm>
            <a:off x="4224281" y="2728644"/>
            <a:ext cx="109728" cy="109728"/>
          </a:xfrm>
          <a:prstGeom prst="ellipse">
            <a:avLst/>
          </a:prstGeom>
          <a:solidFill>
            <a:srgbClr val="FFFFFF"/>
          </a:solidFill>
          <a:ln w="12700">
            <a:solidFill>
              <a:srgbClr val="A7A9A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867665" y="2545764"/>
            <a:ext cx="822960" cy="146304"/>
          </a:xfrm>
          <a:prstGeom prst="rect">
            <a:avLst/>
          </a:prstGeom>
          <a:noFill/>
        </p:spPr>
        <p:txBody>
          <a:bodyPr wrap="square" lIns="0" rIns="0" tIns="0" bIns="0" anchor="t">
            <a:noAutofit/>
          </a:bodyPr>
          <a:lstStyle/>
          <a:p>
            <a:pPr algn="ctr"/>
            <a:r>
              <a:rPr sz="750" b="0" i="0">
                <a:solidFill>
                  <a:srgbClr val="747678"/>
                </a:solidFill>
                <a:latin typeface="Calibri"/>
              </a:rPr>
              <a:t>Makassar</a:t>
            </a:r>
          </a:p>
        </p:txBody>
      </p:sp>
      <p:sp>
        <p:nvSpPr>
          <p:cNvPr id="24" name="Oval 23"/>
          <p:cNvSpPr/>
          <p:nvPr/>
        </p:nvSpPr>
        <p:spPr>
          <a:xfrm>
            <a:off x="512064" y="3627480"/>
            <a:ext cx="128016" cy="128016"/>
          </a:xfrm>
          <a:prstGeom prst="ellipse">
            <a:avLst/>
          </a:prstGeom>
          <a:solidFill>
            <a:srgbClr val="E6B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1520" y="3609192"/>
            <a:ext cx="1737360" cy="182880"/>
          </a:xfrm>
          <a:prstGeom prst="rect">
            <a:avLst/>
          </a:prstGeom>
          <a:noFill/>
        </p:spPr>
        <p:txBody>
          <a:bodyPr wrap="square" lIns="0" rIns="0" tIns="0" bIns="0" anchor="t">
            <a:noAutofit/>
          </a:bodyPr>
          <a:lstStyle/>
          <a:p>
            <a:pPr algn="l"/>
            <a:r>
              <a:rPr sz="850" b="0" i="0">
                <a:solidFill>
                  <a:srgbClr val="747678"/>
                </a:solidFill>
                <a:latin typeface="Calibri"/>
              </a:rPr>
              <a:t>FKS gateway today</a:t>
            </a:r>
          </a:p>
        </p:txBody>
      </p:sp>
      <p:sp>
        <p:nvSpPr>
          <p:cNvPr id="26" name="Oval 25"/>
          <p:cNvSpPr/>
          <p:nvPr/>
        </p:nvSpPr>
        <p:spPr>
          <a:xfrm>
            <a:off x="2523744" y="3627480"/>
            <a:ext cx="128016" cy="128016"/>
          </a:xfrm>
          <a:prstGeom prst="ellipse">
            <a:avLst/>
          </a:prstGeom>
          <a:solidFill>
            <a:srgbClr val="FFFFFF"/>
          </a:solidFill>
          <a:ln w="22225">
            <a:solidFill>
              <a:srgbClr val="E6B2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743200" y="3609192"/>
            <a:ext cx="1737360" cy="182880"/>
          </a:xfrm>
          <a:prstGeom prst="rect">
            <a:avLst/>
          </a:prstGeom>
          <a:noFill/>
        </p:spPr>
        <p:txBody>
          <a:bodyPr wrap="square" lIns="0" rIns="0" tIns="0" bIns="0" anchor="t">
            <a:noAutofit/>
          </a:bodyPr>
          <a:lstStyle/>
          <a:p>
            <a:pPr algn="l"/>
            <a:r>
              <a:rPr sz="850" b="0" i="0">
                <a:solidFill>
                  <a:srgbClr val="747678"/>
                </a:solidFill>
                <a:latin typeface="Calibri"/>
              </a:rPr>
              <a:t>New gateway in the pipeline</a:t>
            </a:r>
          </a:p>
        </p:txBody>
      </p:sp>
      <p:sp>
        <p:nvSpPr>
          <p:cNvPr id="28" name="Oval 27"/>
          <p:cNvSpPr/>
          <p:nvPr/>
        </p:nvSpPr>
        <p:spPr>
          <a:xfrm>
            <a:off x="484632" y="3837792"/>
            <a:ext cx="182880" cy="182880"/>
          </a:xfrm>
          <a:prstGeom prst="ellipse">
            <a:avLst/>
          </a:prstGeom>
          <a:noFill/>
          <a:ln w="15875">
            <a:solidFill>
              <a:srgbClr val="E6B2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544068" y="3897228"/>
            <a:ext cx="64008" cy="64008"/>
          </a:xfrm>
          <a:prstGeom prst="ellipse">
            <a:avLst/>
          </a:prstGeom>
          <a:solidFill>
            <a:srgbClr val="E6B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1520" y="3846936"/>
            <a:ext cx="1737360" cy="182880"/>
          </a:xfrm>
          <a:prstGeom prst="rect">
            <a:avLst/>
          </a:prstGeom>
          <a:noFill/>
        </p:spPr>
        <p:txBody>
          <a:bodyPr wrap="square" lIns="0" rIns="0" tIns="0" bIns="0" anchor="t">
            <a:noAutofit/>
          </a:bodyPr>
          <a:lstStyle/>
          <a:p>
            <a:pPr algn="l"/>
            <a:r>
              <a:rPr sz="850" b="0" i="0">
                <a:solidFill>
                  <a:srgbClr val="747678"/>
                </a:solidFill>
                <a:latin typeface="Calibri"/>
              </a:rPr>
              <a:t>Expansion at an FKS site</a:t>
            </a:r>
          </a:p>
        </p:txBody>
      </p:sp>
      <p:sp>
        <p:nvSpPr>
          <p:cNvPr id="31" name="Oval 30"/>
          <p:cNvSpPr/>
          <p:nvPr/>
        </p:nvSpPr>
        <p:spPr>
          <a:xfrm>
            <a:off x="2532888" y="3874368"/>
            <a:ext cx="109728" cy="109728"/>
          </a:xfrm>
          <a:prstGeom prst="ellipse">
            <a:avLst/>
          </a:prstGeom>
          <a:solidFill>
            <a:srgbClr val="FFFFFF"/>
          </a:solidFill>
          <a:ln w="12700">
            <a:solidFill>
              <a:srgbClr val="A7A9A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743200" y="3846936"/>
            <a:ext cx="1737360" cy="182880"/>
          </a:xfrm>
          <a:prstGeom prst="rect">
            <a:avLst/>
          </a:prstGeom>
          <a:noFill/>
        </p:spPr>
        <p:txBody>
          <a:bodyPr wrap="square" lIns="0" rIns="0" tIns="0" bIns="0" anchor="t">
            <a:noAutofit/>
          </a:bodyPr>
          <a:lstStyle/>
          <a:p>
            <a:pPr algn="l"/>
            <a:r>
              <a:rPr sz="850" b="0" i="0">
                <a:solidFill>
                  <a:srgbClr val="747678"/>
                </a:solidFill>
                <a:latin typeface="Calibri"/>
              </a:rPr>
              <a:t>Watchlist, public data only</a:t>
            </a:r>
          </a:p>
        </p:txBody>
      </p:sp>
      <p:sp>
        <p:nvSpPr>
          <p:cNvPr id="33" name="Card DUMAI"/>
          <p:cNvSpPr/>
          <p:nvPr/>
        </p:nvSpPr>
        <p:spPr>
          <a:xfrm>
            <a:off x="4709160" y="1024128"/>
            <a:ext cx="3922775" cy="1408176"/>
          </a:xfrm>
          <a:prstGeom prst="rect">
            <a:avLst/>
          </a:prstGeom>
          <a:solidFill>
            <a:srgbClr val="F1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873752" y="1097280"/>
            <a:ext cx="1188720" cy="237744"/>
          </a:xfrm>
          <a:prstGeom prst="rect">
            <a:avLst/>
          </a:prstGeom>
          <a:noFill/>
        </p:spPr>
        <p:txBody>
          <a:bodyPr wrap="square" lIns="0" rIns="0" tIns="0" bIns="0" anchor="t">
            <a:noAutofit/>
          </a:bodyPr>
          <a:lstStyle/>
          <a:p>
            <a:pPr algn="l"/>
            <a:r>
              <a:rPr sz="1200" b="1" i="0" spc="100">
                <a:solidFill>
                  <a:srgbClr val="4D4D4F"/>
                </a:solidFill>
                <a:latin typeface="Calibri"/>
              </a:rPr>
              <a:t>DUMAI</a:t>
            </a:r>
          </a:p>
        </p:txBody>
      </p:sp>
      <p:sp>
        <p:nvSpPr>
          <p:cNvPr id="35" name="TextBox 34"/>
          <p:cNvSpPr txBox="1"/>
          <p:nvPr/>
        </p:nvSpPr>
        <p:spPr>
          <a:xfrm>
            <a:off x="6007608" y="1124712"/>
            <a:ext cx="1188720" cy="201168"/>
          </a:xfrm>
          <a:prstGeom prst="rect">
            <a:avLst/>
          </a:prstGeom>
          <a:noFill/>
        </p:spPr>
        <p:txBody>
          <a:bodyPr wrap="square" lIns="0" rIns="0" tIns="0" bIns="0" anchor="t">
            <a:noAutofit/>
          </a:bodyPr>
          <a:lstStyle/>
          <a:p>
            <a:pPr algn="l"/>
            <a:r>
              <a:rPr sz="850" b="0" i="0">
                <a:solidFill>
                  <a:srgbClr val="747678"/>
                </a:solidFill>
                <a:latin typeface="Calibri"/>
              </a:rPr>
              <a:t>Riau · Pelindo</a:t>
            </a:r>
          </a:p>
        </p:txBody>
      </p:sp>
      <p:sp>
        <p:nvSpPr>
          <p:cNvPr id="36" name="TextBox 35"/>
          <p:cNvSpPr txBox="1"/>
          <p:nvPr/>
        </p:nvSpPr>
        <p:spPr>
          <a:xfrm>
            <a:off x="6620255" y="1115568"/>
            <a:ext cx="1847088" cy="201168"/>
          </a:xfrm>
          <a:prstGeom prst="rect">
            <a:avLst/>
          </a:prstGeom>
          <a:noFill/>
        </p:spPr>
        <p:txBody>
          <a:bodyPr wrap="square" lIns="0" rIns="0" tIns="0" bIns="0" anchor="t">
            <a:noAutofit/>
          </a:bodyPr>
          <a:lstStyle/>
          <a:p>
            <a:pPr algn="r"/>
            <a:r>
              <a:rPr sz="750" b="1" i="0" spc="120">
                <a:solidFill>
                  <a:srgbClr val="8A6A0C"/>
                </a:solidFill>
                <a:latin typeface="Calibri"/>
              </a:rPr>
              <a:t>NEW GATEWAY · EXPORT LOADING</a:t>
            </a:r>
          </a:p>
        </p:txBody>
      </p:sp>
      <p:sp>
        <p:nvSpPr>
          <p:cNvPr id="37" name="TextBox 36"/>
          <p:cNvSpPr txBox="1"/>
          <p:nvPr/>
        </p:nvSpPr>
        <p:spPr>
          <a:xfrm>
            <a:off x="4873752" y="1353312"/>
            <a:ext cx="1097280" cy="310896"/>
          </a:xfrm>
          <a:prstGeom prst="rect">
            <a:avLst/>
          </a:prstGeom>
          <a:noFill/>
        </p:spPr>
        <p:txBody>
          <a:bodyPr wrap="square" lIns="0" rIns="0" tIns="0" bIns="0" anchor="ctr">
            <a:noAutofit/>
          </a:bodyPr>
          <a:lstStyle/>
          <a:p>
            <a:pPr algn="l"/>
            <a:r>
              <a:rPr sz="1700" b="1" i="0">
                <a:solidFill>
                  <a:srgbClr val="4D4D4F"/>
                </a:solidFill>
                <a:latin typeface="Calibri"/>
              </a:rPr>
              <a:t>~1.3 Mt</a:t>
            </a:r>
          </a:p>
        </p:txBody>
      </p:sp>
      <p:sp>
        <p:nvSpPr>
          <p:cNvPr id="38" name="TextBox 37"/>
          <p:cNvSpPr txBox="1"/>
          <p:nvPr/>
        </p:nvSpPr>
        <p:spPr>
          <a:xfrm>
            <a:off x="6007608" y="1344168"/>
            <a:ext cx="2459735" cy="329184"/>
          </a:xfrm>
          <a:prstGeom prst="rect">
            <a:avLst/>
          </a:prstGeom>
          <a:noFill/>
        </p:spPr>
        <p:txBody>
          <a:bodyPr wrap="square" lIns="0" rIns="0" tIns="0" bIns="0" anchor="t">
            <a:noAutofit/>
          </a:bodyPr>
          <a:lstStyle/>
          <a:p>
            <a:pPr algn="l">
              <a:lnSpc>
                <a:spcPct val="105000"/>
              </a:lnSpc>
            </a:pPr>
            <a:r>
              <a:rPr sz="850" b="0" i="0">
                <a:solidFill>
                  <a:srgbClr val="747678"/>
                </a:solidFill>
                <a:latin typeface="Calibri"/>
              </a:rPr>
              <a:t>of PKE and PKS a year (agreement estimate, subject to anchor cargo); ~2 Mt of dry bulk in total</a:t>
            </a:r>
          </a:p>
        </p:txBody>
      </p:sp>
      <p:sp>
        <p:nvSpPr>
          <p:cNvPr id="39" name="TextBox 38"/>
          <p:cNvSpPr txBox="1"/>
          <p:nvPr/>
        </p:nvSpPr>
        <p:spPr>
          <a:xfrm>
            <a:off x="4873752" y="1700784"/>
            <a:ext cx="777240" cy="182880"/>
          </a:xfrm>
          <a:prstGeom prst="rect">
            <a:avLst/>
          </a:prstGeom>
          <a:noFill/>
        </p:spPr>
        <p:txBody>
          <a:bodyPr wrap="square" lIns="0" rIns="0" tIns="0" bIns="0" anchor="t">
            <a:noAutofit/>
          </a:bodyPr>
          <a:lstStyle/>
          <a:p>
            <a:pPr algn="l"/>
            <a:r>
              <a:rPr sz="750" b="1" i="0" spc="150">
                <a:solidFill>
                  <a:srgbClr val="747678"/>
                </a:solidFill>
                <a:latin typeface="Calibri"/>
              </a:rPr>
              <a:t>WHY</a:t>
            </a:r>
          </a:p>
        </p:txBody>
      </p:sp>
      <p:sp>
        <p:nvSpPr>
          <p:cNvPr id="40" name="TextBox 39"/>
          <p:cNvSpPr txBox="1"/>
          <p:nvPr/>
        </p:nvSpPr>
        <p:spPr>
          <a:xfrm>
            <a:off x="5669280" y="1700784"/>
            <a:ext cx="2825495" cy="182880"/>
          </a:xfrm>
          <a:prstGeom prst="rect">
            <a:avLst/>
          </a:prstGeom>
          <a:noFill/>
        </p:spPr>
        <p:txBody>
          <a:bodyPr wrap="square" lIns="0" rIns="0" tIns="0" bIns="0" anchor="t">
            <a:noAutofit/>
          </a:bodyPr>
          <a:lstStyle/>
          <a:p>
            <a:pPr algn="l"/>
            <a:r>
              <a:rPr sz="850" b="0" i="0">
                <a:solidFill>
                  <a:srgbClr val="4D4D4F"/>
                </a:solidFill>
                <a:latin typeface="Calibri"/>
              </a:rPr>
              <a:t>Riau’s main port for palm-kernel feed exports</a:t>
            </a:r>
          </a:p>
        </p:txBody>
      </p:sp>
      <p:sp>
        <p:nvSpPr>
          <p:cNvPr id="41" name="TextBox 40"/>
          <p:cNvSpPr txBox="1"/>
          <p:nvPr/>
        </p:nvSpPr>
        <p:spPr>
          <a:xfrm>
            <a:off x="4873752" y="1883664"/>
            <a:ext cx="777240" cy="182880"/>
          </a:xfrm>
          <a:prstGeom prst="rect">
            <a:avLst/>
          </a:prstGeom>
          <a:noFill/>
        </p:spPr>
        <p:txBody>
          <a:bodyPr wrap="square" lIns="0" rIns="0" tIns="0" bIns="0" anchor="t">
            <a:noAutofit/>
          </a:bodyPr>
          <a:lstStyle/>
          <a:p>
            <a:pPr algn="l"/>
            <a:r>
              <a:rPr sz="750" b="1" i="0" spc="150">
                <a:solidFill>
                  <a:srgbClr val="747678"/>
                </a:solidFill>
                <a:latin typeface="Calibri"/>
              </a:rPr>
              <a:t>TODAY</a:t>
            </a:r>
          </a:p>
        </p:txBody>
      </p:sp>
      <p:sp>
        <p:nvSpPr>
          <p:cNvPr id="42" name="TextBox 41"/>
          <p:cNvSpPr txBox="1"/>
          <p:nvPr/>
        </p:nvSpPr>
        <p:spPr>
          <a:xfrm>
            <a:off x="5669280" y="1883664"/>
            <a:ext cx="2825495" cy="182880"/>
          </a:xfrm>
          <a:prstGeom prst="rect">
            <a:avLst/>
          </a:prstGeom>
          <a:noFill/>
        </p:spPr>
        <p:txBody>
          <a:bodyPr wrap="square" lIns="0" rIns="0" tIns="0" bIns="0" anchor="t">
            <a:noAutofit/>
          </a:bodyPr>
          <a:lstStyle/>
          <a:p>
            <a:pPr algn="l"/>
            <a:r>
              <a:rPr sz="850" b="0" i="0">
                <a:solidFill>
                  <a:srgbClr val="4D4D4F"/>
                </a:solidFill>
                <a:latin typeface="Calibri"/>
              </a:rPr>
              <a:t>Conventional handling, ~1.7 kt per ship-day</a:t>
            </a:r>
          </a:p>
        </p:txBody>
      </p:sp>
      <p:sp>
        <p:nvSpPr>
          <p:cNvPr id="43" name="TextBox 42"/>
          <p:cNvSpPr txBox="1"/>
          <p:nvPr/>
        </p:nvSpPr>
        <p:spPr>
          <a:xfrm>
            <a:off x="4873752" y="2066544"/>
            <a:ext cx="777240" cy="182880"/>
          </a:xfrm>
          <a:prstGeom prst="rect">
            <a:avLst/>
          </a:prstGeom>
          <a:noFill/>
        </p:spPr>
        <p:txBody>
          <a:bodyPr wrap="square" lIns="0" rIns="0" tIns="0" bIns="0" anchor="t">
            <a:noAutofit/>
          </a:bodyPr>
          <a:lstStyle/>
          <a:p>
            <a:pPr algn="l"/>
            <a:r>
              <a:rPr sz="750" b="1" i="0" spc="150">
                <a:solidFill>
                  <a:srgbClr val="747678"/>
                </a:solidFill>
                <a:latin typeface="Calibri"/>
              </a:rPr>
              <a:t>FKS PLAN</a:t>
            </a:r>
          </a:p>
        </p:txBody>
      </p:sp>
      <p:sp>
        <p:nvSpPr>
          <p:cNvPr id="44" name="TextBox 43"/>
          <p:cNvSpPr txBox="1"/>
          <p:nvPr/>
        </p:nvSpPr>
        <p:spPr>
          <a:xfrm>
            <a:off x="5669280" y="2066544"/>
            <a:ext cx="2825495" cy="182880"/>
          </a:xfrm>
          <a:prstGeom prst="rect">
            <a:avLst/>
          </a:prstGeom>
          <a:noFill/>
        </p:spPr>
        <p:txBody>
          <a:bodyPr wrap="square" lIns="0" rIns="0" tIns="0" bIns="0" anchor="t">
            <a:noAutofit/>
          </a:bodyPr>
          <a:lstStyle/>
          <a:p>
            <a:pPr algn="l"/>
            <a:r>
              <a:rPr sz="850" b="0" i="0">
                <a:solidFill>
                  <a:srgbClr val="4D4D4F"/>
                </a:solidFill>
                <a:latin typeface="Calibri"/>
              </a:rPr>
              <a:t>Pit, conveyor, ship loader and weighbridge, with Pelindo</a:t>
            </a:r>
          </a:p>
        </p:txBody>
      </p:sp>
      <p:sp>
        <p:nvSpPr>
          <p:cNvPr id="45" name="TextBox 44"/>
          <p:cNvSpPr txBox="1"/>
          <p:nvPr/>
        </p:nvSpPr>
        <p:spPr>
          <a:xfrm>
            <a:off x="4873752" y="2249424"/>
            <a:ext cx="777240" cy="182880"/>
          </a:xfrm>
          <a:prstGeom prst="rect">
            <a:avLst/>
          </a:prstGeom>
          <a:noFill/>
        </p:spPr>
        <p:txBody>
          <a:bodyPr wrap="square" lIns="0" rIns="0" tIns="0" bIns="0" anchor="t">
            <a:noAutofit/>
          </a:bodyPr>
          <a:lstStyle/>
          <a:p>
            <a:pPr algn="l"/>
            <a:r>
              <a:rPr sz="750" b="1" i="0" spc="150">
                <a:solidFill>
                  <a:srgbClr val="747678"/>
                </a:solidFill>
                <a:latin typeface="Calibri"/>
              </a:rPr>
              <a:t>UNLOCKS</a:t>
            </a:r>
          </a:p>
        </p:txBody>
      </p:sp>
      <p:sp>
        <p:nvSpPr>
          <p:cNvPr id="46" name="TextBox 45"/>
          <p:cNvSpPr txBox="1"/>
          <p:nvPr/>
        </p:nvSpPr>
        <p:spPr>
          <a:xfrm>
            <a:off x="5669280" y="2249424"/>
            <a:ext cx="2825495" cy="182880"/>
          </a:xfrm>
          <a:prstGeom prst="rect">
            <a:avLst/>
          </a:prstGeom>
          <a:noFill/>
        </p:spPr>
        <p:txBody>
          <a:bodyPr wrap="square" lIns="0" rIns="0" tIns="0" bIns="0" anchor="t">
            <a:noAutofit/>
          </a:bodyPr>
          <a:lstStyle/>
          <a:p>
            <a:pPr algn="l"/>
            <a:r>
              <a:rPr sz="850" b="0" i="0">
                <a:solidFill>
                  <a:srgbClr val="4D4D4F"/>
                </a:solidFill>
                <a:latin typeface="Calibri"/>
              </a:rPr>
              <a:t>Faster loading; initial FKS tariff component of Rp40,000/t</a:t>
            </a:r>
          </a:p>
        </p:txBody>
      </p:sp>
      <p:sp>
        <p:nvSpPr>
          <p:cNvPr id="47" name="Card CIWANDAN"/>
          <p:cNvSpPr/>
          <p:nvPr/>
        </p:nvSpPr>
        <p:spPr>
          <a:xfrm>
            <a:off x="4709160" y="2542032"/>
            <a:ext cx="3922775" cy="1408176"/>
          </a:xfrm>
          <a:prstGeom prst="rect">
            <a:avLst/>
          </a:prstGeom>
          <a:solidFill>
            <a:srgbClr val="F1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873752" y="2615184"/>
            <a:ext cx="1188720" cy="237744"/>
          </a:xfrm>
          <a:prstGeom prst="rect">
            <a:avLst/>
          </a:prstGeom>
          <a:noFill/>
        </p:spPr>
        <p:txBody>
          <a:bodyPr wrap="square" lIns="0" rIns="0" tIns="0" bIns="0" anchor="t">
            <a:noAutofit/>
          </a:bodyPr>
          <a:lstStyle/>
          <a:p>
            <a:pPr algn="l"/>
            <a:r>
              <a:rPr sz="1200" b="1" i="0" spc="100">
                <a:solidFill>
                  <a:srgbClr val="4D4D4F"/>
                </a:solidFill>
                <a:latin typeface="Calibri"/>
              </a:rPr>
              <a:t>CIWANDAN</a:t>
            </a:r>
          </a:p>
        </p:txBody>
      </p:sp>
      <p:sp>
        <p:nvSpPr>
          <p:cNvPr id="49" name="TextBox 48"/>
          <p:cNvSpPr txBox="1"/>
          <p:nvPr/>
        </p:nvSpPr>
        <p:spPr>
          <a:xfrm>
            <a:off x="6007608" y="2642616"/>
            <a:ext cx="1188720" cy="201168"/>
          </a:xfrm>
          <a:prstGeom prst="rect">
            <a:avLst/>
          </a:prstGeom>
          <a:noFill/>
        </p:spPr>
        <p:txBody>
          <a:bodyPr wrap="square" lIns="0" rIns="0" tIns="0" bIns="0" anchor="t">
            <a:noAutofit/>
          </a:bodyPr>
          <a:lstStyle/>
          <a:p>
            <a:pPr algn="l"/>
            <a:r>
              <a:rPr sz="850" b="0" i="0">
                <a:solidFill>
                  <a:srgbClr val="747678"/>
                </a:solidFill>
                <a:latin typeface="Calibri"/>
              </a:rPr>
              <a:t>Banten · next to Cigading</a:t>
            </a:r>
          </a:p>
        </p:txBody>
      </p:sp>
      <p:sp>
        <p:nvSpPr>
          <p:cNvPr id="50" name="TextBox 49"/>
          <p:cNvSpPr txBox="1"/>
          <p:nvPr/>
        </p:nvSpPr>
        <p:spPr>
          <a:xfrm>
            <a:off x="6620255" y="2633472"/>
            <a:ext cx="1847088" cy="201168"/>
          </a:xfrm>
          <a:prstGeom prst="rect">
            <a:avLst/>
          </a:prstGeom>
          <a:noFill/>
        </p:spPr>
        <p:txBody>
          <a:bodyPr wrap="square" lIns="0" rIns="0" tIns="0" bIns="0" anchor="t">
            <a:noAutofit/>
          </a:bodyPr>
          <a:lstStyle/>
          <a:p>
            <a:pPr algn="r"/>
            <a:r>
              <a:rPr sz="750" b="1" i="0" spc="120">
                <a:solidFill>
                  <a:srgbClr val="8A6A0C"/>
                </a:solidFill>
                <a:latin typeface="Calibri"/>
              </a:rPr>
              <a:t>NEW GATEWAY</a:t>
            </a:r>
          </a:p>
        </p:txBody>
      </p:sp>
      <p:sp>
        <p:nvSpPr>
          <p:cNvPr id="51" name="TextBox 50"/>
          <p:cNvSpPr txBox="1"/>
          <p:nvPr/>
        </p:nvSpPr>
        <p:spPr>
          <a:xfrm>
            <a:off x="4873752" y="2871216"/>
            <a:ext cx="1097280" cy="310896"/>
          </a:xfrm>
          <a:prstGeom prst="rect">
            <a:avLst/>
          </a:prstGeom>
          <a:noFill/>
        </p:spPr>
        <p:txBody>
          <a:bodyPr wrap="square" lIns="0" rIns="0" tIns="0" bIns="0" anchor="ctr">
            <a:noAutofit/>
          </a:bodyPr>
          <a:lstStyle/>
          <a:p>
            <a:pPr algn="l"/>
            <a:r>
              <a:rPr sz="1700" b="1" i="0">
                <a:solidFill>
                  <a:srgbClr val="4D4D4F"/>
                </a:solidFill>
                <a:latin typeface="Calibri"/>
              </a:rPr>
              <a:t>~1.2 Mt</a:t>
            </a:r>
          </a:p>
        </p:txBody>
      </p:sp>
      <p:sp>
        <p:nvSpPr>
          <p:cNvPr id="52" name="TextBox 51"/>
          <p:cNvSpPr txBox="1"/>
          <p:nvPr/>
        </p:nvSpPr>
        <p:spPr>
          <a:xfrm>
            <a:off x="6007608" y="2862072"/>
            <a:ext cx="2459735" cy="329184"/>
          </a:xfrm>
          <a:prstGeom prst="rect">
            <a:avLst/>
          </a:prstGeom>
          <a:noFill/>
        </p:spPr>
        <p:txBody>
          <a:bodyPr wrap="square" lIns="0" rIns="0" tIns="0" bIns="0" anchor="t">
            <a:noAutofit/>
          </a:bodyPr>
          <a:lstStyle/>
          <a:p>
            <a:pPr algn="l">
              <a:lnSpc>
                <a:spcPct val="105000"/>
              </a:lnSpc>
            </a:pPr>
            <a:r>
              <a:rPr sz="850" b="0" i="0">
                <a:solidFill>
                  <a:srgbClr val="747678"/>
                </a:solidFill>
                <a:latin typeface="Calibri"/>
              </a:rPr>
              <a:t>of wheat and soybean meal a year, still handled by grab and truck</a:t>
            </a:r>
          </a:p>
        </p:txBody>
      </p:sp>
      <p:sp>
        <p:nvSpPr>
          <p:cNvPr id="53" name="TextBox 52"/>
          <p:cNvSpPr txBox="1"/>
          <p:nvPr/>
        </p:nvSpPr>
        <p:spPr>
          <a:xfrm>
            <a:off x="4873752" y="3218688"/>
            <a:ext cx="777240" cy="182880"/>
          </a:xfrm>
          <a:prstGeom prst="rect">
            <a:avLst/>
          </a:prstGeom>
          <a:noFill/>
        </p:spPr>
        <p:txBody>
          <a:bodyPr wrap="square" lIns="0" rIns="0" tIns="0" bIns="0" anchor="t">
            <a:noAutofit/>
          </a:bodyPr>
          <a:lstStyle/>
          <a:p>
            <a:pPr algn="l"/>
            <a:r>
              <a:rPr sz="750" b="1" i="0" spc="150">
                <a:solidFill>
                  <a:srgbClr val="747678"/>
                </a:solidFill>
                <a:latin typeface="Calibri"/>
              </a:rPr>
              <a:t>WHY</a:t>
            </a:r>
          </a:p>
        </p:txBody>
      </p:sp>
      <p:sp>
        <p:nvSpPr>
          <p:cNvPr id="54" name="TextBox 53"/>
          <p:cNvSpPr txBox="1"/>
          <p:nvPr/>
        </p:nvSpPr>
        <p:spPr>
          <a:xfrm>
            <a:off x="5669280" y="3218688"/>
            <a:ext cx="2825495" cy="182880"/>
          </a:xfrm>
          <a:prstGeom prst="rect">
            <a:avLst/>
          </a:prstGeom>
          <a:noFill/>
        </p:spPr>
        <p:txBody>
          <a:bodyPr wrap="square" lIns="0" rIns="0" tIns="0" bIns="0" anchor="t">
            <a:noAutofit/>
          </a:bodyPr>
          <a:lstStyle/>
          <a:p>
            <a:pPr algn="l"/>
            <a:r>
              <a:rPr sz="850" b="0" i="0">
                <a:solidFill>
                  <a:srgbClr val="4D4D4F"/>
                </a:solidFill>
                <a:latin typeface="Calibri"/>
              </a:rPr>
              <a:t>The Banten cluster, where FKS already runs Cigading</a:t>
            </a:r>
          </a:p>
        </p:txBody>
      </p:sp>
      <p:sp>
        <p:nvSpPr>
          <p:cNvPr id="55" name="TextBox 54"/>
          <p:cNvSpPr txBox="1"/>
          <p:nvPr/>
        </p:nvSpPr>
        <p:spPr>
          <a:xfrm>
            <a:off x="4873752" y="3401568"/>
            <a:ext cx="777240" cy="182880"/>
          </a:xfrm>
          <a:prstGeom prst="rect">
            <a:avLst/>
          </a:prstGeom>
          <a:noFill/>
        </p:spPr>
        <p:txBody>
          <a:bodyPr wrap="square" lIns="0" rIns="0" tIns="0" bIns="0" anchor="t">
            <a:noAutofit/>
          </a:bodyPr>
          <a:lstStyle/>
          <a:p>
            <a:pPr algn="l"/>
            <a:r>
              <a:rPr sz="750" b="1" i="0" spc="150">
                <a:solidFill>
                  <a:srgbClr val="747678"/>
                </a:solidFill>
                <a:latin typeface="Calibri"/>
              </a:rPr>
              <a:t>TODAY</a:t>
            </a:r>
          </a:p>
        </p:txBody>
      </p:sp>
      <p:sp>
        <p:nvSpPr>
          <p:cNvPr id="56" name="TextBox 55"/>
          <p:cNvSpPr txBox="1"/>
          <p:nvPr/>
        </p:nvSpPr>
        <p:spPr>
          <a:xfrm>
            <a:off x="5669280" y="3401568"/>
            <a:ext cx="2825495" cy="182880"/>
          </a:xfrm>
          <a:prstGeom prst="rect">
            <a:avLst/>
          </a:prstGeom>
          <a:noFill/>
        </p:spPr>
        <p:txBody>
          <a:bodyPr wrap="square" lIns="0" rIns="0" tIns="0" bIns="0" anchor="t">
            <a:noAutofit/>
          </a:bodyPr>
          <a:lstStyle/>
          <a:p>
            <a:pPr algn="l"/>
            <a:r>
              <a:rPr sz="850" b="0" i="0">
                <a:solidFill>
                  <a:srgbClr val="4D4D4F"/>
                </a:solidFill>
                <a:latin typeface="Calibri"/>
              </a:rPr>
              <a:t>Grab, hopper and truck, ~5 kt per ship-day</a:t>
            </a:r>
          </a:p>
        </p:txBody>
      </p:sp>
      <p:sp>
        <p:nvSpPr>
          <p:cNvPr id="57" name="TextBox 56"/>
          <p:cNvSpPr txBox="1"/>
          <p:nvPr/>
        </p:nvSpPr>
        <p:spPr>
          <a:xfrm>
            <a:off x="4873752" y="3584448"/>
            <a:ext cx="777240" cy="182880"/>
          </a:xfrm>
          <a:prstGeom prst="rect">
            <a:avLst/>
          </a:prstGeom>
          <a:noFill/>
        </p:spPr>
        <p:txBody>
          <a:bodyPr wrap="square" lIns="0" rIns="0" tIns="0" bIns="0" anchor="t">
            <a:noAutofit/>
          </a:bodyPr>
          <a:lstStyle/>
          <a:p>
            <a:pPr algn="l"/>
            <a:r>
              <a:rPr sz="750" b="1" i="0" spc="150">
                <a:solidFill>
                  <a:srgbClr val="747678"/>
                </a:solidFill>
                <a:latin typeface="Calibri"/>
              </a:rPr>
              <a:t>FKS PLAN</a:t>
            </a:r>
          </a:p>
        </p:txBody>
      </p:sp>
      <p:sp>
        <p:nvSpPr>
          <p:cNvPr id="58" name="TextBox 57"/>
          <p:cNvSpPr txBox="1"/>
          <p:nvPr/>
        </p:nvSpPr>
        <p:spPr>
          <a:xfrm>
            <a:off x="5669280" y="3584448"/>
            <a:ext cx="2825495" cy="182880"/>
          </a:xfrm>
          <a:prstGeom prst="rect">
            <a:avLst/>
          </a:prstGeom>
          <a:noFill/>
        </p:spPr>
        <p:txBody>
          <a:bodyPr wrap="square" lIns="0" rIns="0" tIns="0" bIns="0" anchor="t">
            <a:noAutofit/>
          </a:bodyPr>
          <a:lstStyle/>
          <a:p>
            <a:pPr algn="l"/>
            <a:r>
              <a:rPr sz="850" b="0" i="0">
                <a:solidFill>
                  <a:srgbClr val="4D4D4F"/>
                </a:solidFill>
                <a:latin typeface="Calibri"/>
              </a:rPr>
              <a:t>Warehouse, conveyor and controlled dispatch</a:t>
            </a:r>
          </a:p>
        </p:txBody>
      </p:sp>
      <p:sp>
        <p:nvSpPr>
          <p:cNvPr id="59" name="TextBox 58"/>
          <p:cNvSpPr txBox="1"/>
          <p:nvPr/>
        </p:nvSpPr>
        <p:spPr>
          <a:xfrm>
            <a:off x="4873752" y="3767328"/>
            <a:ext cx="777240" cy="182880"/>
          </a:xfrm>
          <a:prstGeom prst="rect">
            <a:avLst/>
          </a:prstGeom>
          <a:noFill/>
        </p:spPr>
        <p:txBody>
          <a:bodyPr wrap="square" lIns="0" rIns="0" tIns="0" bIns="0" anchor="t">
            <a:noAutofit/>
          </a:bodyPr>
          <a:lstStyle/>
          <a:p>
            <a:pPr algn="l"/>
            <a:r>
              <a:rPr sz="750" b="1" i="0" spc="150">
                <a:solidFill>
                  <a:srgbClr val="747678"/>
                </a:solidFill>
                <a:latin typeface="Calibri"/>
              </a:rPr>
              <a:t>UNLOCKS</a:t>
            </a:r>
          </a:p>
        </p:txBody>
      </p:sp>
      <p:sp>
        <p:nvSpPr>
          <p:cNvPr id="60" name="TextBox 59"/>
          <p:cNvSpPr txBox="1"/>
          <p:nvPr/>
        </p:nvSpPr>
        <p:spPr>
          <a:xfrm>
            <a:off x="5669280" y="3767328"/>
            <a:ext cx="2825495" cy="182880"/>
          </a:xfrm>
          <a:prstGeom prst="rect">
            <a:avLst/>
          </a:prstGeom>
          <a:noFill/>
        </p:spPr>
        <p:txBody>
          <a:bodyPr wrap="square" lIns="0" rIns="0" tIns="0" bIns="0" anchor="t">
            <a:noAutofit/>
          </a:bodyPr>
          <a:lstStyle/>
          <a:p>
            <a:pPr algn="l"/>
            <a:r>
              <a:rPr sz="850" b="0" i="0">
                <a:solidFill>
                  <a:srgbClr val="4D4D4F"/>
                </a:solidFill>
                <a:latin typeface="Calibri"/>
              </a:rPr>
              <a:t>The Cigading model, replicated next door</a:t>
            </a:r>
          </a:p>
        </p:txBody>
      </p:sp>
      <p:sp>
        <p:nvSpPr>
          <p:cNvPr id="61" name="TextBox 60"/>
          <p:cNvSpPr txBox="1"/>
          <p:nvPr/>
        </p:nvSpPr>
        <p:spPr>
          <a:xfrm>
            <a:off x="4709160" y="4005072"/>
            <a:ext cx="3922775" cy="164592"/>
          </a:xfrm>
          <a:prstGeom prst="rect">
            <a:avLst/>
          </a:prstGeom>
          <a:noFill/>
        </p:spPr>
        <p:txBody>
          <a:bodyPr wrap="square" lIns="0" rIns="0" tIns="0" bIns="0" anchor="t">
            <a:noAutofit/>
          </a:bodyPr>
          <a:lstStyle/>
          <a:p>
            <a:pPr algn="l"/>
            <a:r>
              <a:rPr sz="750" b="0" i="1">
                <a:solidFill>
                  <a:srgbClr val="747678"/>
                </a:solidFill>
                <a:latin typeface="Calibri"/>
              </a:rPr>
              <a:t>Capex, timing and cooperation-agreement status for both projects: to be shared with the feasibility model</a:t>
            </a:r>
          </a:p>
        </p:txBody>
      </p:sp>
      <p:sp>
        <p:nvSpPr>
          <p:cNvPr id="62" name="Expansion strip"/>
          <p:cNvSpPr/>
          <p:nvPr/>
        </p:nvSpPr>
        <p:spPr>
          <a:xfrm>
            <a:off x="4709160" y="4242816"/>
            <a:ext cx="3922775" cy="402336"/>
          </a:xfrm>
          <a:prstGeom prst="rect">
            <a:avLst/>
          </a:prstGeom>
          <a:solidFill>
            <a:srgbClr val="FDF8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4873752" y="4242816"/>
            <a:ext cx="1097280" cy="402336"/>
          </a:xfrm>
          <a:prstGeom prst="rect">
            <a:avLst/>
          </a:prstGeom>
          <a:noFill/>
        </p:spPr>
        <p:txBody>
          <a:bodyPr wrap="square" lIns="0" rIns="0" tIns="0" bIns="0" anchor="ctr">
            <a:noAutofit/>
          </a:bodyPr>
          <a:lstStyle/>
          <a:p>
            <a:pPr algn="l"/>
            <a:r>
              <a:rPr sz="750" b="1" i="0" spc="150">
                <a:solidFill>
                  <a:srgbClr val="8A6A0C"/>
                </a:solidFill>
                <a:latin typeface="Calibri"/>
              </a:rPr>
              <a:t>SITE EXPANSIONS</a:t>
            </a:r>
          </a:p>
        </p:txBody>
      </p:sp>
      <p:sp>
        <p:nvSpPr>
          <p:cNvPr id="64" name="TextBox 63"/>
          <p:cNvSpPr txBox="1"/>
          <p:nvPr/>
        </p:nvSpPr>
        <p:spPr>
          <a:xfrm>
            <a:off x="6007608" y="4270248"/>
            <a:ext cx="2459735" cy="347472"/>
          </a:xfrm>
          <a:prstGeom prst="rect">
            <a:avLst/>
          </a:prstGeom>
          <a:noFill/>
        </p:spPr>
        <p:txBody>
          <a:bodyPr wrap="square" lIns="0" rIns="0" tIns="0" bIns="0" anchor="ctr">
            <a:noAutofit/>
          </a:bodyPr>
          <a:lstStyle/>
          <a:p>
            <a:pPr algn="l">
              <a:lnSpc>
                <a:spcPct val="105000"/>
              </a:lnSpc>
            </a:pPr>
            <a:r>
              <a:rPr sz="850" b="0" i="0">
                <a:solidFill>
                  <a:srgbClr val="4D4D4F"/>
                </a:solidFill>
                <a:latin typeface="Calibri"/>
              </a:rPr>
              <a:t>Cigading 4 → 6 Mtpa  ·  Teluk Lamong 4 → 5 Mtpa  ·  lowest-risk capital: the sites are already in place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5" sz="half"/>
          </p:nvPr>
        </p:nvSpPr>
        <p:spPr/>
        <p:txBody>
          <a:bodyPr/>
          <a:lstStyle/>
          <a:p>
            <a:r>
              <a:rPr sz="1400" b="1">
                <a:solidFill>
                  <a:srgbClr val="747678"/>
                </a:solidFill>
                <a:latin typeface="Calibri"/>
              </a:rPr>
              <a:t>Danantara would take a stake at platform level, with exposure to FSL’s operating assets and pipeline</a:t>
            </a:r>
          </a:p>
        </p:txBody>
      </p:sp>
      <p:sp>
        <p:nvSpPr>
          <p:cNvPr id="5" name="Text Placeholder 4"/>
          <p:cNvSpPr>
            <a:spLocks noGrp="1"/>
          </p:cNvSpPr>
          <p:nvPr>
            <p:ph type="body" idx="16" sz="half"/>
          </p:nvPr>
        </p:nvSpPr>
        <p:spPr/>
        <p:txBody>
          <a:bodyPr/>
          <a:lstStyle/>
          <a:p>
            <a:r>
              <a:rPr sz="1800" b="1">
                <a:solidFill>
                  <a:srgbClr val="4D4D4F"/>
                </a:solidFill>
                <a:latin typeface="Calibri"/>
              </a:rPr>
              <a:t>Danantara could acquire a strategic stake in FSL</a:t>
            </a:r>
          </a:p>
        </p:txBody>
      </p:sp>
      <p:cxnSp>
        <p:nvCxnSpPr>
          <p:cNvPr id="6" name="Title rule"/>
          <p:cNvCxnSpPr/>
          <p:nvPr/>
        </p:nvCxnSpPr>
        <p:spPr>
          <a:xfrm>
            <a:off x="512064" y="886968"/>
            <a:ext cx="8119872" cy="0"/>
          </a:xfrm>
          <a:prstGeom prst="line">
            <a:avLst/>
          </a:prstGeom>
          <a:ln w="9525">
            <a:solidFill>
              <a:srgbClr val="D9DADC"/>
            </a:solidFill>
          </a:ln>
        </p:spPr>
        <p:style>
          <a:lnRef idx="2">
            <a:schemeClr val="accent1"/>
          </a:lnRef>
          <a:fillRef idx="0">
            <a:schemeClr val="accent1"/>
          </a:fillRef>
          <a:effectRef idx="1">
            <a:schemeClr val="accent1"/>
          </a:effectRef>
          <a:fontRef idx="minor">
            <a:schemeClr val="tx1"/>
          </a:fontRef>
        </p:style>
      </p:cxnSp>
      <p:sp>
        <p:nvSpPr>
          <p:cNvPr id="7" name="Page number"/>
          <p:cNvSpPr txBox="1"/>
          <p:nvPr/>
        </p:nvSpPr>
        <p:spPr>
          <a:xfrm>
            <a:off x="8229600" y="4754880"/>
            <a:ext cx="402336" cy="182880"/>
          </a:xfrm>
          <a:prstGeom prst="rect">
            <a:avLst/>
          </a:prstGeom>
          <a:noFill/>
        </p:spPr>
        <p:txBody>
          <a:bodyPr wrap="square" lIns="0" rIns="0" tIns="0" bIns="0" anchor="t">
            <a:noAutofit/>
          </a:bodyPr>
          <a:lstStyle/>
          <a:p>
            <a:pPr algn="r"/>
            <a:r>
              <a:rPr sz="800" b="0" i="0">
                <a:solidFill>
                  <a:srgbClr val="4D4D4F"/>
                </a:solidFill>
                <a:latin typeface="Calibri"/>
              </a:rPr>
              <a:t>9</a:t>
            </a:r>
          </a:p>
        </p:txBody>
      </p:sp>
      <p:sp>
        <p:nvSpPr>
          <p:cNvPr id="8" name="TextBox 7"/>
          <p:cNvSpPr txBox="1"/>
          <p:nvPr/>
        </p:nvSpPr>
        <p:spPr>
          <a:xfrm>
            <a:off x="512064" y="1005840"/>
            <a:ext cx="2468880" cy="201168"/>
          </a:xfrm>
          <a:prstGeom prst="rect">
            <a:avLst/>
          </a:prstGeom>
          <a:noFill/>
        </p:spPr>
        <p:txBody>
          <a:bodyPr wrap="square" lIns="0" rIns="0" tIns="0" bIns="0" anchor="t">
            <a:noAutofit/>
          </a:bodyPr>
          <a:lstStyle/>
          <a:p>
            <a:pPr algn="l"/>
            <a:r>
              <a:rPr sz="900" b="1" i="0" spc="150">
                <a:solidFill>
                  <a:srgbClr val="747678"/>
                </a:solidFill>
                <a:latin typeface="Calibri"/>
              </a:rPr>
              <a:t>TODAY</a:t>
            </a:r>
          </a:p>
        </p:txBody>
      </p:sp>
      <p:sp>
        <p:nvSpPr>
          <p:cNvPr id="9" name="Rectangle 8"/>
          <p:cNvSpPr/>
          <p:nvPr/>
        </p:nvSpPr>
        <p:spPr>
          <a:xfrm>
            <a:off x="512064" y="1234440"/>
            <a:ext cx="2468880" cy="457200"/>
          </a:xfrm>
          <a:prstGeom prst="rect">
            <a:avLst/>
          </a:prstGeom>
          <a:solidFill>
            <a:srgbClr val="FFFFFF"/>
          </a:solidFill>
          <a:ln w="12700">
            <a:solidFill>
              <a:srgbClr val="4D4D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2064" y="1234440"/>
            <a:ext cx="2468880" cy="457200"/>
          </a:xfrm>
          <a:prstGeom prst="rect">
            <a:avLst/>
          </a:prstGeom>
          <a:noFill/>
        </p:spPr>
        <p:txBody>
          <a:bodyPr wrap="square" lIns="0" rIns="0" tIns="0" bIns="0" anchor="ctr">
            <a:noAutofit/>
          </a:bodyPr>
          <a:lstStyle/>
          <a:p>
            <a:pPr algn="ctr"/>
            <a:r>
              <a:rPr sz="1100" b="1" i="0">
                <a:solidFill>
                  <a:srgbClr val="4D4D4F"/>
                </a:solidFill>
                <a:latin typeface="Calibri"/>
              </a:rPr>
              <a:t>FKS Multi Agro</a:t>
            </a:r>
          </a:p>
        </p:txBody>
      </p:sp>
      <p:cxnSp>
        <p:nvCxnSpPr>
          <p:cNvPr id="11" name="Connector 10"/>
          <p:cNvCxnSpPr/>
          <p:nvPr/>
        </p:nvCxnSpPr>
        <p:spPr>
          <a:xfrm>
            <a:off x="1746504" y="1691640"/>
            <a:ext cx="0" cy="393191"/>
          </a:xfrm>
          <a:prstGeom prst="line">
            <a:avLst/>
          </a:prstGeom>
          <a:ln w="12700">
            <a:solidFill>
              <a:srgbClr val="4D4D4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1828800" y="1737360"/>
            <a:ext cx="548640" cy="256032"/>
          </a:xfrm>
          <a:prstGeom prst="rect">
            <a:avLst/>
          </a:prstGeom>
          <a:noFill/>
        </p:spPr>
        <p:txBody>
          <a:bodyPr wrap="square" lIns="0" rIns="0" tIns="0" bIns="0" anchor="ctr">
            <a:noAutofit/>
          </a:bodyPr>
          <a:lstStyle/>
          <a:p>
            <a:pPr algn="l"/>
            <a:r>
              <a:rPr sz="1000" b="1" i="0">
                <a:solidFill>
                  <a:srgbClr val="4D4D4F"/>
                </a:solidFill>
                <a:latin typeface="Calibri"/>
              </a:rPr>
              <a:t>100%</a:t>
            </a:r>
          </a:p>
        </p:txBody>
      </p:sp>
      <p:sp>
        <p:nvSpPr>
          <p:cNvPr id="13" name="Rectangle 12"/>
          <p:cNvSpPr/>
          <p:nvPr/>
        </p:nvSpPr>
        <p:spPr>
          <a:xfrm>
            <a:off x="512064" y="2103120"/>
            <a:ext cx="2468880" cy="566928"/>
          </a:xfrm>
          <a:prstGeom prst="rect">
            <a:avLst/>
          </a:prstGeom>
          <a:solidFill>
            <a:srgbClr val="E6B222"/>
          </a:solidFill>
          <a:ln w="12700">
            <a:solidFill>
              <a:srgbClr val="E6B2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2064" y="2157984"/>
            <a:ext cx="2468880" cy="256032"/>
          </a:xfrm>
          <a:prstGeom prst="rect">
            <a:avLst/>
          </a:prstGeom>
          <a:noFill/>
        </p:spPr>
        <p:txBody>
          <a:bodyPr wrap="square" lIns="0" rIns="0" tIns="0" bIns="0" anchor="ctr">
            <a:noAutofit/>
          </a:bodyPr>
          <a:lstStyle/>
          <a:p>
            <a:pPr algn="ctr"/>
            <a:r>
              <a:rPr sz="1200" b="1" i="0">
                <a:solidFill>
                  <a:srgbClr val="4D4D4F"/>
                </a:solidFill>
                <a:latin typeface="Calibri"/>
              </a:rPr>
              <a:t>FSL</a:t>
            </a:r>
          </a:p>
        </p:txBody>
      </p:sp>
      <p:sp>
        <p:nvSpPr>
          <p:cNvPr id="15" name="TextBox 14"/>
          <p:cNvSpPr txBox="1"/>
          <p:nvPr/>
        </p:nvSpPr>
        <p:spPr>
          <a:xfrm>
            <a:off x="512064" y="2395727"/>
            <a:ext cx="2468880" cy="201168"/>
          </a:xfrm>
          <a:prstGeom prst="rect">
            <a:avLst/>
          </a:prstGeom>
          <a:noFill/>
        </p:spPr>
        <p:txBody>
          <a:bodyPr wrap="square" lIns="0" rIns="0" tIns="0" bIns="0" anchor="t">
            <a:noAutofit/>
          </a:bodyPr>
          <a:lstStyle/>
          <a:p>
            <a:pPr algn="ctr"/>
            <a:r>
              <a:rPr sz="850" b="0" i="0">
                <a:solidFill>
                  <a:srgbClr val="4D4D4F"/>
                </a:solidFill>
                <a:latin typeface="Calibri"/>
              </a:rPr>
              <a:t>FKS Solusi Logistik</a:t>
            </a:r>
          </a:p>
        </p:txBody>
      </p:sp>
      <p:sp>
        <p:nvSpPr>
          <p:cNvPr id="16" name="TextBox 15"/>
          <p:cNvSpPr txBox="1"/>
          <p:nvPr/>
        </p:nvSpPr>
        <p:spPr>
          <a:xfrm>
            <a:off x="3154680" y="1005840"/>
            <a:ext cx="1463040" cy="201168"/>
          </a:xfrm>
          <a:prstGeom prst="rect">
            <a:avLst/>
          </a:prstGeom>
          <a:noFill/>
        </p:spPr>
        <p:txBody>
          <a:bodyPr wrap="square" lIns="0" rIns="0" tIns="0" bIns="0" anchor="t">
            <a:noAutofit/>
          </a:bodyPr>
          <a:lstStyle/>
          <a:p>
            <a:pPr algn="l"/>
            <a:r>
              <a:rPr sz="900" b="1" i="0" spc="150">
                <a:solidFill>
                  <a:srgbClr val="8A6A0C"/>
                </a:solidFill>
                <a:latin typeface="Calibri"/>
              </a:rPr>
              <a:t>DANANTARA INVESTS</a:t>
            </a:r>
          </a:p>
        </p:txBody>
      </p:sp>
      <p:sp>
        <p:nvSpPr>
          <p:cNvPr id="17" name="Chevron 16"/>
          <p:cNvSpPr/>
          <p:nvPr/>
        </p:nvSpPr>
        <p:spPr>
          <a:xfrm>
            <a:off x="3611880" y="1417320"/>
            <a:ext cx="457200" cy="566928"/>
          </a:xfrm>
          <a:prstGeom prst="chevron">
            <a:avLst/>
          </a:prstGeom>
          <a:solidFill>
            <a:srgbClr val="E6B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108960" y="2103120"/>
            <a:ext cx="1463040" cy="457200"/>
          </a:xfrm>
          <a:prstGeom prst="rect">
            <a:avLst/>
          </a:prstGeom>
          <a:noFill/>
        </p:spPr>
        <p:txBody>
          <a:bodyPr wrap="square" lIns="0" rIns="0" tIns="0" bIns="0" anchor="t">
            <a:noAutofit/>
          </a:bodyPr>
          <a:lstStyle/>
          <a:p>
            <a:pPr algn="ctr">
              <a:lnSpc>
                <a:spcPct val="105000"/>
              </a:lnSpc>
            </a:pPr>
            <a:r>
              <a:rPr sz="900" b="0" i="0">
                <a:solidFill>
                  <a:srgbClr val="747678"/>
                </a:solidFill>
                <a:latin typeface="Calibri"/>
              </a:rPr>
              <a:t>capital injection</a:t>
            </a:r>
          </a:p>
          <a:p>
            <a:pPr algn="ctr">
              <a:lnSpc>
                <a:spcPct val="105000"/>
              </a:lnSpc>
            </a:pPr>
            <a:r>
              <a:rPr sz="900" b="0" i="0">
                <a:solidFill>
                  <a:srgbClr val="747678"/>
                </a:solidFill>
                <a:latin typeface="Calibri"/>
              </a:rPr>
              <a:t>and / or share acquisition</a:t>
            </a:r>
          </a:p>
        </p:txBody>
      </p:sp>
      <p:sp>
        <p:nvSpPr>
          <p:cNvPr id="19" name="TextBox 18"/>
          <p:cNvSpPr txBox="1"/>
          <p:nvPr/>
        </p:nvSpPr>
        <p:spPr>
          <a:xfrm>
            <a:off x="4709160" y="1005840"/>
            <a:ext cx="1645920" cy="201168"/>
          </a:xfrm>
          <a:prstGeom prst="rect">
            <a:avLst/>
          </a:prstGeom>
          <a:noFill/>
        </p:spPr>
        <p:txBody>
          <a:bodyPr wrap="square" lIns="0" rIns="0" tIns="0" bIns="0" anchor="t">
            <a:noAutofit/>
          </a:bodyPr>
          <a:lstStyle/>
          <a:p>
            <a:pPr algn="l"/>
            <a:r>
              <a:rPr sz="900" b="1" i="0" spc="150">
                <a:solidFill>
                  <a:srgbClr val="747678"/>
                </a:solidFill>
                <a:latin typeface="Calibri"/>
              </a:rPr>
              <a:t>AFTER INVESTMENT</a:t>
            </a:r>
          </a:p>
        </p:txBody>
      </p:sp>
      <p:sp>
        <p:nvSpPr>
          <p:cNvPr id="20" name="TextBox 19"/>
          <p:cNvSpPr txBox="1"/>
          <p:nvPr/>
        </p:nvSpPr>
        <p:spPr>
          <a:xfrm>
            <a:off x="6400800" y="1005840"/>
            <a:ext cx="2231136" cy="201168"/>
          </a:xfrm>
          <a:prstGeom prst="rect">
            <a:avLst/>
          </a:prstGeom>
          <a:noFill/>
        </p:spPr>
        <p:txBody>
          <a:bodyPr wrap="square" lIns="0" rIns="0" tIns="0" bIns="0" anchor="t">
            <a:noAutofit/>
          </a:bodyPr>
          <a:lstStyle/>
          <a:p>
            <a:pPr algn="r"/>
            <a:r>
              <a:rPr sz="750" b="1" i="0" spc="80">
                <a:solidFill>
                  <a:srgbClr val="8A6A0C"/>
                </a:solidFill>
                <a:latin typeface="Calibri"/>
              </a:rPr>
              <a:t>ILLUSTRATIVE · SUBJECT TO NEGOTIATION</a:t>
            </a:r>
          </a:p>
        </p:txBody>
      </p:sp>
      <p:sp>
        <p:nvSpPr>
          <p:cNvPr id="21" name="Rectangle 20"/>
          <p:cNvSpPr/>
          <p:nvPr/>
        </p:nvSpPr>
        <p:spPr>
          <a:xfrm>
            <a:off x="4709160" y="1234440"/>
            <a:ext cx="1828800" cy="457200"/>
          </a:xfrm>
          <a:prstGeom prst="rect">
            <a:avLst/>
          </a:prstGeom>
          <a:solidFill>
            <a:srgbClr val="FFFFFF"/>
          </a:solidFill>
          <a:ln w="12700">
            <a:solidFill>
              <a:srgbClr val="4D4D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709160" y="1234440"/>
            <a:ext cx="1828800" cy="457200"/>
          </a:xfrm>
          <a:prstGeom prst="rect">
            <a:avLst/>
          </a:prstGeom>
          <a:noFill/>
        </p:spPr>
        <p:txBody>
          <a:bodyPr wrap="square" lIns="0" rIns="0" tIns="0" bIns="0" anchor="ctr">
            <a:noAutofit/>
          </a:bodyPr>
          <a:lstStyle/>
          <a:p>
            <a:pPr algn="ctr"/>
            <a:r>
              <a:rPr sz="1100" b="1" i="0">
                <a:solidFill>
                  <a:srgbClr val="4D4D4F"/>
                </a:solidFill>
                <a:latin typeface="Calibri"/>
              </a:rPr>
              <a:t>FKS Multi Agro</a:t>
            </a:r>
          </a:p>
        </p:txBody>
      </p:sp>
      <p:sp>
        <p:nvSpPr>
          <p:cNvPr id="23" name="Rectangle 22"/>
          <p:cNvSpPr/>
          <p:nvPr/>
        </p:nvSpPr>
        <p:spPr>
          <a:xfrm>
            <a:off x="6803136" y="1234440"/>
            <a:ext cx="1828800" cy="457200"/>
          </a:xfrm>
          <a:prstGeom prst="rect">
            <a:avLst/>
          </a:prstGeom>
          <a:solidFill>
            <a:srgbClr val="FFFFFF"/>
          </a:solidFill>
          <a:ln w="22225">
            <a:solidFill>
              <a:srgbClr val="E6B2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03136" y="1234440"/>
            <a:ext cx="1828800" cy="457200"/>
          </a:xfrm>
          <a:prstGeom prst="rect">
            <a:avLst/>
          </a:prstGeom>
          <a:noFill/>
        </p:spPr>
        <p:txBody>
          <a:bodyPr wrap="square" lIns="0" rIns="0" tIns="0" bIns="0" anchor="ctr">
            <a:noAutofit/>
          </a:bodyPr>
          <a:lstStyle/>
          <a:p>
            <a:pPr algn="ctr"/>
            <a:r>
              <a:rPr sz="1100" b="1" i="0">
                <a:solidFill>
                  <a:srgbClr val="4D4D4F"/>
                </a:solidFill>
                <a:latin typeface="Calibri"/>
              </a:rPr>
              <a:t>Danantara Indonesia</a:t>
            </a:r>
          </a:p>
        </p:txBody>
      </p:sp>
      <p:cxnSp>
        <p:nvCxnSpPr>
          <p:cNvPr id="25" name="Connector 24"/>
          <p:cNvCxnSpPr/>
          <p:nvPr/>
        </p:nvCxnSpPr>
        <p:spPr>
          <a:xfrm>
            <a:off x="5623560" y="1691640"/>
            <a:ext cx="0" cy="265176"/>
          </a:xfrm>
          <a:prstGeom prst="line">
            <a:avLst/>
          </a:prstGeom>
          <a:ln w="12700">
            <a:solidFill>
              <a:srgbClr val="4D4D4F"/>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7717536" y="1691640"/>
            <a:ext cx="0" cy="265176"/>
          </a:xfrm>
          <a:prstGeom prst="line">
            <a:avLst/>
          </a:prstGeom>
          <a:ln w="12700">
            <a:solidFill>
              <a:srgbClr val="4D4D4F"/>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5623560" y="1956816"/>
            <a:ext cx="2093976" cy="0"/>
          </a:xfrm>
          <a:prstGeom prst="line">
            <a:avLst/>
          </a:prstGeom>
          <a:ln w="12700">
            <a:solidFill>
              <a:srgbClr val="4D4D4F"/>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029200" y="1719072"/>
            <a:ext cx="530352" cy="219456"/>
          </a:xfrm>
          <a:prstGeom prst="rect">
            <a:avLst/>
          </a:prstGeom>
          <a:noFill/>
        </p:spPr>
        <p:txBody>
          <a:bodyPr wrap="square" lIns="0" rIns="0" tIns="0" bIns="0" anchor="t">
            <a:noAutofit/>
          </a:bodyPr>
          <a:lstStyle/>
          <a:p>
            <a:pPr algn="r"/>
            <a:r>
              <a:rPr sz="1000" b="1" i="0">
                <a:solidFill>
                  <a:srgbClr val="4D4D4F"/>
                </a:solidFill>
                <a:latin typeface="Calibri"/>
              </a:rPr>
              <a:t>51%</a:t>
            </a:r>
          </a:p>
        </p:txBody>
      </p:sp>
      <p:sp>
        <p:nvSpPr>
          <p:cNvPr id="29" name="TextBox 28"/>
          <p:cNvSpPr txBox="1"/>
          <p:nvPr/>
        </p:nvSpPr>
        <p:spPr>
          <a:xfrm>
            <a:off x="7790688" y="1719072"/>
            <a:ext cx="548640" cy="219456"/>
          </a:xfrm>
          <a:prstGeom prst="rect">
            <a:avLst/>
          </a:prstGeom>
          <a:noFill/>
        </p:spPr>
        <p:txBody>
          <a:bodyPr wrap="square" lIns="0" rIns="0" tIns="0" bIns="0" anchor="t">
            <a:noAutofit/>
          </a:bodyPr>
          <a:lstStyle/>
          <a:p>
            <a:pPr algn="l"/>
            <a:r>
              <a:rPr sz="1000" b="1" i="0">
                <a:solidFill>
                  <a:srgbClr val="8A6A0C"/>
                </a:solidFill>
                <a:latin typeface="Calibri"/>
              </a:rPr>
              <a:t>49%</a:t>
            </a:r>
          </a:p>
        </p:txBody>
      </p:sp>
      <p:cxnSp>
        <p:nvCxnSpPr>
          <p:cNvPr id="30" name="Connector 29"/>
          <p:cNvCxnSpPr/>
          <p:nvPr/>
        </p:nvCxnSpPr>
        <p:spPr>
          <a:xfrm>
            <a:off x="6675120" y="1956816"/>
            <a:ext cx="0" cy="146304"/>
          </a:xfrm>
          <a:prstGeom prst="line">
            <a:avLst/>
          </a:prstGeom>
          <a:ln w="12700">
            <a:solidFill>
              <a:srgbClr val="4D4D4F"/>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ectangle 30"/>
          <p:cNvSpPr/>
          <p:nvPr/>
        </p:nvSpPr>
        <p:spPr>
          <a:xfrm>
            <a:off x="5486400" y="2103120"/>
            <a:ext cx="2377440" cy="566928"/>
          </a:xfrm>
          <a:prstGeom prst="rect">
            <a:avLst/>
          </a:prstGeom>
          <a:solidFill>
            <a:srgbClr val="E6B222"/>
          </a:solidFill>
          <a:ln w="12700">
            <a:solidFill>
              <a:srgbClr val="E6B2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486400" y="2157984"/>
            <a:ext cx="2377440" cy="256032"/>
          </a:xfrm>
          <a:prstGeom prst="rect">
            <a:avLst/>
          </a:prstGeom>
          <a:noFill/>
        </p:spPr>
        <p:txBody>
          <a:bodyPr wrap="square" lIns="0" rIns="0" tIns="0" bIns="0" anchor="ctr">
            <a:noAutofit/>
          </a:bodyPr>
          <a:lstStyle/>
          <a:p>
            <a:pPr algn="ctr"/>
            <a:r>
              <a:rPr sz="1200" b="1" i="0">
                <a:solidFill>
                  <a:srgbClr val="4D4D4F"/>
                </a:solidFill>
                <a:latin typeface="Calibri"/>
              </a:rPr>
              <a:t>FSL</a:t>
            </a:r>
          </a:p>
        </p:txBody>
      </p:sp>
      <p:sp>
        <p:nvSpPr>
          <p:cNvPr id="33" name="TextBox 32"/>
          <p:cNvSpPr txBox="1"/>
          <p:nvPr/>
        </p:nvSpPr>
        <p:spPr>
          <a:xfrm>
            <a:off x="5486400" y="2395727"/>
            <a:ext cx="2377440" cy="201168"/>
          </a:xfrm>
          <a:prstGeom prst="rect">
            <a:avLst/>
          </a:prstGeom>
          <a:noFill/>
        </p:spPr>
        <p:txBody>
          <a:bodyPr wrap="square" lIns="0" rIns="0" tIns="0" bIns="0" anchor="t">
            <a:noAutofit/>
          </a:bodyPr>
          <a:lstStyle/>
          <a:p>
            <a:pPr algn="ctr"/>
            <a:r>
              <a:rPr sz="850" b="0" i="0">
                <a:solidFill>
                  <a:srgbClr val="4D4D4F"/>
                </a:solidFill>
                <a:latin typeface="Calibri"/>
              </a:rPr>
              <a:t>FKS Solusi Logistik</a:t>
            </a:r>
          </a:p>
        </p:txBody>
      </p:sp>
      <p:cxnSp>
        <p:nvCxnSpPr>
          <p:cNvPr id="34" name="Connector 33"/>
          <p:cNvCxnSpPr/>
          <p:nvPr/>
        </p:nvCxnSpPr>
        <p:spPr>
          <a:xfrm>
            <a:off x="6675120" y="2670048"/>
            <a:ext cx="0" cy="164592"/>
          </a:xfrm>
          <a:prstGeom prst="line">
            <a:avLst/>
          </a:prstGeom>
          <a:ln w="12700">
            <a:solidFill>
              <a:srgbClr val="4D4D4F"/>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Platform panel"/>
          <p:cNvSpPr/>
          <p:nvPr/>
        </p:nvSpPr>
        <p:spPr>
          <a:xfrm>
            <a:off x="512064" y="2852928"/>
            <a:ext cx="8119871" cy="1207008"/>
          </a:xfrm>
          <a:prstGeom prst="rect">
            <a:avLst/>
          </a:prstGeom>
          <a:solidFill>
            <a:srgbClr val="F1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58368" y="2926080"/>
            <a:ext cx="1463040" cy="201168"/>
          </a:xfrm>
          <a:prstGeom prst="rect">
            <a:avLst/>
          </a:prstGeom>
          <a:noFill/>
        </p:spPr>
        <p:txBody>
          <a:bodyPr wrap="square" lIns="0" rIns="0" tIns="0" bIns="0" anchor="t">
            <a:noAutofit/>
          </a:bodyPr>
          <a:lstStyle/>
          <a:p>
            <a:pPr algn="l"/>
            <a:r>
              <a:rPr sz="800" b="1" i="0" spc="150">
                <a:solidFill>
                  <a:srgbClr val="747678"/>
                </a:solidFill>
                <a:latin typeface="Calibri"/>
              </a:rPr>
              <a:t>FSL PLATFORM</a:t>
            </a:r>
          </a:p>
        </p:txBody>
      </p:sp>
      <p:sp>
        <p:nvSpPr>
          <p:cNvPr id="37" name="TextBox 36"/>
          <p:cNvSpPr txBox="1"/>
          <p:nvPr/>
        </p:nvSpPr>
        <p:spPr>
          <a:xfrm>
            <a:off x="1920240" y="2916936"/>
            <a:ext cx="6583680" cy="182880"/>
          </a:xfrm>
          <a:prstGeom prst="rect">
            <a:avLst/>
          </a:prstGeom>
          <a:noFill/>
        </p:spPr>
        <p:txBody>
          <a:bodyPr wrap="square" lIns="0" rIns="0" tIns="0" bIns="0" anchor="t">
            <a:noAutofit/>
          </a:bodyPr>
          <a:lstStyle/>
          <a:p>
            <a:pPr algn="l"/>
            <a:r>
              <a:rPr sz="800" b="0" i="1">
                <a:solidFill>
                  <a:srgbClr val="747678"/>
                </a:solidFill>
                <a:latin typeface="Calibri"/>
              </a:rPr>
              <a:t>Illustrative asset and project entities under FSL; entities, JV shares and cooperation-agreement tenors to be confirmed</a:t>
            </a:r>
          </a:p>
        </p:txBody>
      </p:sp>
      <p:sp>
        <p:nvSpPr>
          <p:cNvPr id="38" name="TextBox 37"/>
          <p:cNvSpPr txBox="1"/>
          <p:nvPr/>
        </p:nvSpPr>
        <p:spPr>
          <a:xfrm>
            <a:off x="658368" y="3163824"/>
            <a:ext cx="2286000" cy="201168"/>
          </a:xfrm>
          <a:prstGeom prst="rect">
            <a:avLst/>
          </a:prstGeom>
          <a:noFill/>
        </p:spPr>
        <p:txBody>
          <a:bodyPr wrap="square" lIns="0" rIns="0" tIns="0" bIns="0" anchor="t">
            <a:noAutofit/>
          </a:bodyPr>
          <a:lstStyle/>
          <a:p>
            <a:pPr algn="l"/>
            <a:r>
              <a:rPr sz="900" b="1" i="0" spc="150">
                <a:solidFill>
                  <a:srgbClr val="8A6A0C"/>
                </a:solidFill>
                <a:latin typeface="Calibri"/>
              </a:rPr>
              <a:t>OPERATING TODAY</a:t>
            </a:r>
          </a:p>
        </p:txBody>
      </p:sp>
      <p:sp>
        <p:nvSpPr>
          <p:cNvPr id="39" name="Rectangle 38"/>
          <p:cNvSpPr/>
          <p:nvPr/>
        </p:nvSpPr>
        <p:spPr>
          <a:xfrm>
            <a:off x="658368" y="3364992"/>
            <a:ext cx="1005840" cy="502920"/>
          </a:xfrm>
          <a:prstGeom prst="rect">
            <a:avLst/>
          </a:prstGeom>
          <a:solidFill>
            <a:srgbClr val="FFFFFF"/>
          </a:solidFill>
          <a:ln w="9525">
            <a:solidFill>
              <a:srgbClr val="4D4D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58368" y="3419856"/>
            <a:ext cx="1005840" cy="256032"/>
          </a:xfrm>
          <a:prstGeom prst="rect">
            <a:avLst/>
          </a:prstGeom>
          <a:noFill/>
        </p:spPr>
        <p:txBody>
          <a:bodyPr wrap="square" lIns="0" rIns="0" tIns="0" bIns="0" anchor="ctr">
            <a:noAutofit/>
          </a:bodyPr>
          <a:lstStyle/>
          <a:p>
            <a:pPr algn="ctr"/>
            <a:r>
              <a:rPr sz="950" b="1" i="0">
                <a:solidFill>
                  <a:srgbClr val="4D4D4F"/>
                </a:solidFill>
                <a:latin typeface="Calibri"/>
              </a:rPr>
              <a:t>Cigading</a:t>
            </a:r>
          </a:p>
        </p:txBody>
      </p:sp>
      <p:sp>
        <p:nvSpPr>
          <p:cNvPr id="41" name="TextBox 40"/>
          <p:cNvSpPr txBox="1"/>
          <p:nvPr/>
        </p:nvSpPr>
        <p:spPr>
          <a:xfrm>
            <a:off x="658368" y="3657600"/>
            <a:ext cx="1005840" cy="201168"/>
          </a:xfrm>
          <a:prstGeom prst="rect">
            <a:avLst/>
          </a:prstGeom>
          <a:noFill/>
        </p:spPr>
        <p:txBody>
          <a:bodyPr wrap="square" lIns="0" rIns="0" tIns="0" bIns="0" anchor="t">
            <a:noAutofit/>
          </a:bodyPr>
          <a:lstStyle/>
          <a:p>
            <a:pPr algn="ctr"/>
            <a:r>
              <a:rPr sz="850" b="0" i="0">
                <a:solidFill>
                  <a:srgbClr val="747678"/>
                </a:solidFill>
                <a:latin typeface="Calibri"/>
              </a:rPr>
              <a:t>PT SGT</a:t>
            </a:r>
          </a:p>
        </p:txBody>
      </p:sp>
      <p:sp>
        <p:nvSpPr>
          <p:cNvPr id="42" name="Rectangle 41"/>
          <p:cNvSpPr/>
          <p:nvPr/>
        </p:nvSpPr>
        <p:spPr>
          <a:xfrm>
            <a:off x="1773936" y="3364992"/>
            <a:ext cx="1005840" cy="502920"/>
          </a:xfrm>
          <a:prstGeom prst="rect">
            <a:avLst/>
          </a:prstGeom>
          <a:solidFill>
            <a:srgbClr val="FFFFFF"/>
          </a:solidFill>
          <a:ln w="9525">
            <a:solidFill>
              <a:srgbClr val="4D4D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773936" y="3419856"/>
            <a:ext cx="1005840" cy="256032"/>
          </a:xfrm>
          <a:prstGeom prst="rect">
            <a:avLst/>
          </a:prstGeom>
          <a:noFill/>
        </p:spPr>
        <p:txBody>
          <a:bodyPr wrap="square" lIns="0" rIns="0" tIns="0" bIns="0" anchor="ctr">
            <a:noAutofit/>
          </a:bodyPr>
          <a:lstStyle/>
          <a:p>
            <a:pPr algn="ctr"/>
            <a:r>
              <a:rPr sz="950" b="1" i="0">
                <a:solidFill>
                  <a:srgbClr val="4D4D4F"/>
                </a:solidFill>
                <a:latin typeface="Calibri"/>
              </a:rPr>
              <a:t>Teluk Lamong</a:t>
            </a:r>
          </a:p>
        </p:txBody>
      </p:sp>
      <p:sp>
        <p:nvSpPr>
          <p:cNvPr id="44" name="TextBox 43"/>
          <p:cNvSpPr txBox="1"/>
          <p:nvPr/>
        </p:nvSpPr>
        <p:spPr>
          <a:xfrm>
            <a:off x="1773936" y="3657600"/>
            <a:ext cx="1005840" cy="201168"/>
          </a:xfrm>
          <a:prstGeom prst="rect">
            <a:avLst/>
          </a:prstGeom>
          <a:noFill/>
        </p:spPr>
        <p:txBody>
          <a:bodyPr wrap="square" lIns="0" rIns="0" tIns="0" bIns="0" anchor="t">
            <a:noAutofit/>
          </a:bodyPr>
          <a:lstStyle/>
          <a:p>
            <a:pPr algn="ctr"/>
            <a:r>
              <a:rPr sz="850" b="0" i="0">
                <a:solidFill>
                  <a:srgbClr val="747678"/>
                </a:solidFill>
                <a:latin typeface="Calibri"/>
              </a:rPr>
              <a:t>PT NPL · JV</a:t>
            </a:r>
          </a:p>
        </p:txBody>
      </p:sp>
      <p:sp>
        <p:nvSpPr>
          <p:cNvPr id="45" name="Rectangle 44"/>
          <p:cNvSpPr/>
          <p:nvPr/>
        </p:nvSpPr>
        <p:spPr>
          <a:xfrm>
            <a:off x="2889504" y="3364992"/>
            <a:ext cx="1005840" cy="502920"/>
          </a:xfrm>
          <a:prstGeom prst="rect">
            <a:avLst/>
          </a:prstGeom>
          <a:solidFill>
            <a:srgbClr val="FFFFFF"/>
          </a:solidFill>
          <a:ln w="9525">
            <a:solidFill>
              <a:srgbClr val="4D4D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889504" y="3419856"/>
            <a:ext cx="1005840" cy="256032"/>
          </a:xfrm>
          <a:prstGeom prst="rect">
            <a:avLst/>
          </a:prstGeom>
          <a:noFill/>
        </p:spPr>
        <p:txBody>
          <a:bodyPr wrap="square" lIns="0" rIns="0" tIns="0" bIns="0" anchor="ctr">
            <a:noAutofit/>
          </a:bodyPr>
          <a:lstStyle/>
          <a:p>
            <a:pPr algn="ctr"/>
            <a:r>
              <a:rPr sz="950" b="1" i="0">
                <a:solidFill>
                  <a:srgbClr val="4D4D4F"/>
                </a:solidFill>
                <a:latin typeface="Calibri"/>
              </a:rPr>
              <a:t>Belawan</a:t>
            </a:r>
          </a:p>
        </p:txBody>
      </p:sp>
      <p:sp>
        <p:nvSpPr>
          <p:cNvPr id="47" name="TextBox 46"/>
          <p:cNvSpPr txBox="1"/>
          <p:nvPr/>
        </p:nvSpPr>
        <p:spPr>
          <a:xfrm>
            <a:off x="2889504" y="3657600"/>
            <a:ext cx="1005840" cy="201168"/>
          </a:xfrm>
          <a:prstGeom prst="rect">
            <a:avLst/>
          </a:prstGeom>
          <a:noFill/>
        </p:spPr>
        <p:txBody>
          <a:bodyPr wrap="square" lIns="0" rIns="0" tIns="0" bIns="0" anchor="t">
            <a:noAutofit/>
          </a:bodyPr>
          <a:lstStyle/>
          <a:p>
            <a:pPr algn="ctr"/>
            <a:r>
              <a:rPr sz="850" b="0" i="0">
                <a:solidFill>
                  <a:srgbClr val="747678"/>
                </a:solidFill>
                <a:latin typeface="Calibri"/>
              </a:rPr>
              <a:t>PT SGTM</a:t>
            </a:r>
          </a:p>
        </p:txBody>
      </p:sp>
      <p:sp>
        <p:nvSpPr>
          <p:cNvPr id="48" name="TextBox 47"/>
          <p:cNvSpPr txBox="1"/>
          <p:nvPr/>
        </p:nvSpPr>
        <p:spPr>
          <a:xfrm>
            <a:off x="4133087" y="3163824"/>
            <a:ext cx="1828800" cy="201168"/>
          </a:xfrm>
          <a:prstGeom prst="rect">
            <a:avLst/>
          </a:prstGeom>
          <a:noFill/>
        </p:spPr>
        <p:txBody>
          <a:bodyPr wrap="square" lIns="0" rIns="0" tIns="0" bIns="0" anchor="t">
            <a:noAutofit/>
          </a:bodyPr>
          <a:lstStyle/>
          <a:p>
            <a:pPr algn="l"/>
            <a:r>
              <a:rPr sz="900" b="1" i="0" spc="150">
                <a:solidFill>
                  <a:srgbClr val="8A6A0C"/>
                </a:solidFill>
                <a:latin typeface="Calibri"/>
              </a:rPr>
              <a:t>PIPELINE</a:t>
            </a:r>
          </a:p>
        </p:txBody>
      </p:sp>
      <p:sp>
        <p:nvSpPr>
          <p:cNvPr id="49" name="Rectangle 48"/>
          <p:cNvSpPr/>
          <p:nvPr/>
        </p:nvSpPr>
        <p:spPr>
          <a:xfrm>
            <a:off x="4133087" y="3364992"/>
            <a:ext cx="1005840" cy="502920"/>
          </a:xfrm>
          <a:prstGeom prst="rect">
            <a:avLst/>
          </a:prstGeom>
          <a:solidFill>
            <a:srgbClr val="FFFFFF"/>
          </a:solidFill>
          <a:ln w="12700">
            <a:solidFill>
              <a:srgbClr val="E6B22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133087" y="3364992"/>
            <a:ext cx="1005840" cy="502920"/>
          </a:xfrm>
          <a:prstGeom prst="rect">
            <a:avLst/>
          </a:prstGeom>
          <a:noFill/>
        </p:spPr>
        <p:txBody>
          <a:bodyPr wrap="square" lIns="0" rIns="0" tIns="0" bIns="0" anchor="ctr">
            <a:noAutofit/>
          </a:bodyPr>
          <a:lstStyle/>
          <a:p>
            <a:pPr algn="ctr"/>
            <a:r>
              <a:rPr sz="900" b="1" i="0">
                <a:solidFill>
                  <a:srgbClr val="4D4D4F"/>
                </a:solidFill>
                <a:latin typeface="Calibri"/>
              </a:rPr>
              <a:t>Ciwandan</a:t>
            </a:r>
          </a:p>
        </p:txBody>
      </p:sp>
      <p:sp>
        <p:nvSpPr>
          <p:cNvPr id="51" name="Rectangle 50"/>
          <p:cNvSpPr/>
          <p:nvPr/>
        </p:nvSpPr>
        <p:spPr>
          <a:xfrm>
            <a:off x="5248655" y="3364992"/>
            <a:ext cx="1005840" cy="502920"/>
          </a:xfrm>
          <a:prstGeom prst="rect">
            <a:avLst/>
          </a:prstGeom>
          <a:solidFill>
            <a:srgbClr val="FFFFFF"/>
          </a:solidFill>
          <a:ln w="12700">
            <a:solidFill>
              <a:srgbClr val="E6B22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248655" y="3364992"/>
            <a:ext cx="1005840" cy="502920"/>
          </a:xfrm>
          <a:prstGeom prst="rect">
            <a:avLst/>
          </a:prstGeom>
          <a:noFill/>
        </p:spPr>
        <p:txBody>
          <a:bodyPr wrap="square" lIns="0" rIns="0" tIns="0" bIns="0" anchor="ctr">
            <a:noAutofit/>
          </a:bodyPr>
          <a:lstStyle/>
          <a:p>
            <a:pPr algn="ctr"/>
            <a:r>
              <a:rPr sz="900" b="1" i="0">
                <a:solidFill>
                  <a:srgbClr val="4D4D4F"/>
                </a:solidFill>
                <a:latin typeface="Calibri"/>
              </a:rPr>
              <a:t>Dumai</a:t>
            </a:r>
          </a:p>
        </p:txBody>
      </p:sp>
      <p:sp>
        <p:nvSpPr>
          <p:cNvPr id="53" name="Rectangle 52"/>
          <p:cNvSpPr/>
          <p:nvPr/>
        </p:nvSpPr>
        <p:spPr>
          <a:xfrm>
            <a:off x="6364223" y="3364992"/>
            <a:ext cx="1005840" cy="502920"/>
          </a:xfrm>
          <a:prstGeom prst="rect">
            <a:avLst/>
          </a:prstGeom>
          <a:solidFill>
            <a:srgbClr val="FFFFFF"/>
          </a:solidFill>
          <a:ln w="12700">
            <a:solidFill>
              <a:srgbClr val="E6B22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364223" y="3364992"/>
            <a:ext cx="1005840" cy="502920"/>
          </a:xfrm>
          <a:prstGeom prst="rect">
            <a:avLst/>
          </a:prstGeom>
          <a:noFill/>
        </p:spPr>
        <p:txBody>
          <a:bodyPr wrap="square" lIns="0" rIns="0" tIns="0" bIns="0" anchor="ctr">
            <a:noAutofit/>
          </a:bodyPr>
          <a:lstStyle/>
          <a:p>
            <a:pPr algn="ctr"/>
            <a:r>
              <a:rPr sz="900" b="1" i="0">
                <a:solidFill>
                  <a:srgbClr val="4D4D4F"/>
                </a:solidFill>
                <a:latin typeface="Calibri"/>
              </a:rPr>
              <a:t>Site expansions</a:t>
            </a:r>
          </a:p>
        </p:txBody>
      </p:sp>
      <p:sp>
        <p:nvSpPr>
          <p:cNvPr id="55" name="Rectangle 54"/>
          <p:cNvSpPr/>
          <p:nvPr/>
        </p:nvSpPr>
        <p:spPr>
          <a:xfrm>
            <a:off x="7479792" y="3364992"/>
            <a:ext cx="1005840" cy="502920"/>
          </a:xfrm>
          <a:prstGeom prst="rect">
            <a:avLst/>
          </a:prstGeom>
          <a:solidFill>
            <a:srgbClr val="FFFFFF"/>
          </a:solidFill>
          <a:ln w="12700">
            <a:solidFill>
              <a:srgbClr val="E6B22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479792" y="3364992"/>
            <a:ext cx="1005840" cy="502920"/>
          </a:xfrm>
          <a:prstGeom prst="rect">
            <a:avLst/>
          </a:prstGeom>
          <a:noFill/>
        </p:spPr>
        <p:txBody>
          <a:bodyPr wrap="square" lIns="0" rIns="0" tIns="0" bIns="0" anchor="ctr">
            <a:noAutofit/>
          </a:bodyPr>
          <a:lstStyle/>
          <a:p>
            <a:pPr algn="ctr"/>
            <a:r>
              <a:rPr sz="900" b="1" i="0">
                <a:solidFill>
                  <a:srgbClr val="4D4D4F"/>
                </a:solidFill>
                <a:latin typeface="Calibri"/>
              </a:rPr>
              <a:t>Future port projects</a:t>
            </a:r>
          </a:p>
        </p:txBody>
      </p:sp>
      <p:sp>
        <p:nvSpPr>
          <p:cNvPr id="57" name="TextBox 56"/>
          <p:cNvSpPr txBox="1"/>
          <p:nvPr/>
        </p:nvSpPr>
        <p:spPr>
          <a:xfrm>
            <a:off x="512064" y="4187951"/>
            <a:ext cx="1051560" cy="182880"/>
          </a:xfrm>
          <a:prstGeom prst="rect">
            <a:avLst/>
          </a:prstGeom>
          <a:noFill/>
        </p:spPr>
        <p:txBody>
          <a:bodyPr wrap="square" lIns="0" rIns="0" tIns="0" bIns="0" anchor="t">
            <a:noAutofit/>
          </a:bodyPr>
          <a:lstStyle/>
          <a:p>
            <a:pPr algn="l"/>
            <a:r>
              <a:rPr sz="750" b="1" i="0" spc="150">
                <a:solidFill>
                  <a:srgbClr val="8A6A0C"/>
                </a:solidFill>
                <a:latin typeface="Calibri"/>
              </a:rPr>
              <a:t>WHY THE FIT</a:t>
            </a:r>
          </a:p>
        </p:txBody>
      </p:sp>
      <p:sp>
        <p:nvSpPr>
          <p:cNvPr id="58" name="TextBox 57"/>
          <p:cNvSpPr txBox="1"/>
          <p:nvPr/>
        </p:nvSpPr>
        <p:spPr>
          <a:xfrm>
            <a:off x="1600200" y="4169663"/>
            <a:ext cx="7031736" cy="219456"/>
          </a:xfrm>
          <a:prstGeom prst="rect">
            <a:avLst/>
          </a:prstGeom>
          <a:noFill/>
        </p:spPr>
        <p:txBody>
          <a:bodyPr wrap="square" lIns="0" rIns="0" tIns="0" bIns="0" anchor="t">
            <a:noAutofit/>
          </a:bodyPr>
          <a:lstStyle/>
          <a:p>
            <a:pPr algn="l"/>
            <a:r>
              <a:rPr sz="850" b="0" i="0">
                <a:solidFill>
                  <a:srgbClr val="4D4D4F"/>
                </a:solidFill>
                <a:latin typeface="Calibri"/>
              </a:rPr>
              <a:t>Pelindo, FKS’s port partner at four of the five sites, is a Danantara portfolio company; concession governance to be addressed in the structure</a:t>
            </a:r>
          </a:p>
        </p:txBody>
      </p:sp>
      <p:sp>
        <p:nvSpPr>
          <p:cNvPr id="59" name="TextBox 58"/>
          <p:cNvSpPr txBox="1"/>
          <p:nvPr/>
        </p:nvSpPr>
        <p:spPr>
          <a:xfrm>
            <a:off x="512064" y="4434840"/>
            <a:ext cx="1051560" cy="182880"/>
          </a:xfrm>
          <a:prstGeom prst="rect">
            <a:avLst/>
          </a:prstGeom>
          <a:noFill/>
        </p:spPr>
        <p:txBody>
          <a:bodyPr wrap="square" lIns="0" rIns="0" tIns="0" bIns="0" anchor="t">
            <a:noAutofit/>
          </a:bodyPr>
          <a:lstStyle/>
          <a:p>
            <a:pPr algn="l"/>
            <a:r>
              <a:rPr sz="750" b="1" i="0" spc="150">
                <a:solidFill>
                  <a:srgbClr val="8A6A0C"/>
                </a:solidFill>
                <a:latin typeface="Calibri"/>
              </a:rPr>
              <a:t>NEXT STEPS</a:t>
            </a:r>
          </a:p>
        </p:txBody>
      </p:sp>
      <p:sp>
        <p:nvSpPr>
          <p:cNvPr id="60" name="TextBox 59"/>
          <p:cNvSpPr txBox="1"/>
          <p:nvPr/>
        </p:nvSpPr>
        <p:spPr>
          <a:xfrm>
            <a:off x="1600200" y="4416552"/>
            <a:ext cx="7031736" cy="219456"/>
          </a:xfrm>
          <a:prstGeom prst="rect">
            <a:avLst/>
          </a:prstGeom>
          <a:noFill/>
        </p:spPr>
        <p:txBody>
          <a:bodyPr wrap="square" lIns="0" rIns="0" tIns="0" bIns="0" anchor="t">
            <a:noAutofit/>
          </a:bodyPr>
          <a:lstStyle/>
          <a:p>
            <a:pPr algn="l"/>
            <a:r>
              <a:rPr sz="850" b="0" i="0">
                <a:solidFill>
                  <a:srgbClr val="4D4D4F"/>
                </a:solidFill>
                <a:latin typeface="Calibri"/>
              </a:rPr>
              <a:t>NDA and data room  ·  feasibility model with project and equity returns and capex per project  ·  valuation, stake size, new capital versus share purchase and use of proceeds to be agreed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age number"/>
          <p:cNvSpPr txBox="1"/>
          <p:nvPr/>
        </p:nvSpPr>
        <p:spPr>
          <a:xfrm>
            <a:off x="8229600" y="4754880"/>
            <a:ext cx="402336" cy="182880"/>
          </a:xfrm>
          <a:prstGeom prst="rect">
            <a:avLst/>
          </a:prstGeom>
          <a:noFill/>
        </p:spPr>
        <p:txBody>
          <a:bodyPr wrap="square" lIns="0" rIns="0" tIns="0" bIns="0" anchor="t">
            <a:noAutofit/>
          </a:bodyPr>
          <a:lstStyle/>
          <a:p>
            <a:pPr algn="r"/>
            <a:r>
              <a:rPr sz="800" b="0" i="0">
                <a:solidFill>
                  <a:srgbClr val="4D4D4F"/>
                </a:solidFill>
                <a:latin typeface="Calibri"/>
              </a:rPr>
              <a:t>10</a:t>
            </a:r>
          </a:p>
        </p:txBody>
      </p:sp>
    </p:spTree>
  </p:cSld>
  <p:clrMapOvr>
    <a:masterClrMapping/>
  </p:clrMapOvr>
</p:sld>
</file>

<file path=ppt/theme/theme1.xml><?xml version="1.0" encoding="utf-8"?>
<a:theme xmlns:a="http://schemas.openxmlformats.org/drawingml/2006/main" name="Cover">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Sectio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Contents">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Back Cover">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80a43a71-8a02-4eec-b97a-0cd94df8fcea" xsi:nil="true"/>
    <lcf76f155ced4ddcb4097134ff3c332f xmlns="1a380565-b321-43fd-a219-9302fa2082b9">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A821F91CB2D0FB43AB2BA3F959549D3C" ma:contentTypeVersion="12" ma:contentTypeDescription="Create a new document." ma:contentTypeScope="" ma:versionID="df48287694ac1f5af7f2a66eea61b23e">
  <xsd:schema xmlns:xsd="http://www.w3.org/2001/XMLSchema" xmlns:xs="http://www.w3.org/2001/XMLSchema" xmlns:p="http://schemas.microsoft.com/office/2006/metadata/properties" xmlns:ns2="1a380565-b321-43fd-a219-9302fa2082b9" xmlns:ns3="80a43a71-8a02-4eec-b97a-0cd94df8fcea" targetNamespace="http://schemas.microsoft.com/office/2006/metadata/properties" ma:root="true" ma:fieldsID="fbe35ec3a13ad2b2c1ecd460804e3ede" ns2:_="" ns3:_="">
    <xsd:import namespace="1a380565-b321-43fd-a219-9302fa2082b9"/>
    <xsd:import namespace="80a43a71-8a02-4eec-b97a-0cd94df8fce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ObjectDetectorVersions"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a380565-b321-43fd-a219-9302fa2082b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059cf364-f4f4-4d97-8717-18c1689c6e7d"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80a43a71-8a02-4eec-b97a-0cd94df8fcea"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4d9a6892-604c-48ed-bc90-45eb42aeb92a}" ma:internalName="TaxCatchAll" ma:showField="CatchAllData" ma:web="80a43a71-8a02-4eec-b97a-0cd94df8fce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C843D14-4EC2-485F-9A97-9071A1BA8AC5}">
  <ds:schemaRefs>
    <ds:schemaRef ds:uri="http://schemas.microsoft.com/office/2006/metadata/properties"/>
    <ds:schemaRef ds:uri="http://schemas.microsoft.com/office/infopath/2007/PartnerControls"/>
    <ds:schemaRef ds:uri="80a43a71-8a02-4eec-b97a-0cd94df8fcea"/>
    <ds:schemaRef ds:uri="1a380565-b321-43fd-a219-9302fa2082b9"/>
  </ds:schemaRefs>
</ds:datastoreItem>
</file>

<file path=customXml/itemProps2.xml><?xml version="1.0" encoding="utf-8"?>
<ds:datastoreItem xmlns:ds="http://schemas.openxmlformats.org/officeDocument/2006/customXml" ds:itemID="{9F6B2A67-4DB2-4DBD-8F41-F01CA67C005F}">
  <ds:schemaRefs>
    <ds:schemaRef ds:uri="http://schemas.microsoft.com/sharepoint/v3/contenttype/forms"/>
  </ds:schemaRefs>
</ds:datastoreItem>
</file>

<file path=customXml/itemProps3.xml><?xml version="1.0" encoding="utf-8"?>
<ds:datastoreItem xmlns:ds="http://schemas.openxmlformats.org/officeDocument/2006/customXml" ds:itemID="{ED259B2F-AFEE-4AC0-BE46-AEC8090FA77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a380565-b321-43fd-a219-9302fa2082b9"/>
    <ds:schemaRef ds:uri="80a43a71-8a02-4eec-b97a-0cd94df8fce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Template>
  <TotalTime>452</TotalTime>
  <Words>575</Words>
  <Application>Microsoft Office PowerPoint</Application>
  <PresentationFormat>On-screen Show (16:9)</PresentationFormat>
  <Paragraphs>45</Paragraphs>
  <Slides>16</Slides>
  <Notes>0</Notes>
  <HiddenSlides>0</HiddenSlides>
  <MMClips>0</MMClips>
  <ScaleCrop>false</ScaleCrop>
  <HeadingPairs>
    <vt:vector size="4" baseType="variant">
      <vt:variant>
        <vt:lpstr>Theme</vt:lpstr>
      </vt:variant>
      <vt:variant>
        <vt:i4>4</vt:i4>
      </vt:variant>
      <vt:variant>
        <vt:lpstr>Slide Titles</vt:lpstr>
      </vt:variant>
      <vt:variant>
        <vt:i4>16</vt:i4>
      </vt:variant>
    </vt:vector>
  </HeadingPairs>
  <TitlesOfParts>
    <vt:vector size="20" baseType="lpstr">
      <vt:lpstr>Cover</vt:lpstr>
      <vt:lpstr>Section</vt:lpstr>
      <vt:lpstr>Contents</vt:lpstr>
      <vt:lpstr>Back Cover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Sylvia Liu</cp:lastModifiedBy>
  <cp:revision>60</cp:revision>
  <dcterms:created xsi:type="dcterms:W3CDTF">2020-03-18T08:25:20Z</dcterms:created>
  <dcterms:modified xsi:type="dcterms:W3CDTF">2026-09-28T07:12:33Z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0x010100A821F91CB2D0FB43AB2BA3F959549D3C</vt:lpwstr>
  </property>
</Properties>
</file>