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Mt per year</c:v>
                </c:pt>
              </c:strCache>
            </c:strRef>
          </c:tx>
          <c:spPr>
            <a:solidFill>
              <a:srgbClr val="0F2340"/>
            </a:solidFill>
            <a:effectLst/>
          </c:spPr>
          <c:invertIfNegative val="0"/>
          <c:dLbls>
            <c:numFmt formatCode="0.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Wheat</c:v>
                  </c:pt>
                  <c:pt idx="1">
                    <c:v>Soybean meal</c:v>
                  </c:pt>
                  <c:pt idx="2">
                    <c:v>Soybeans</c:v>
                  </c:pt>
                  <c:pt idx="3">
                    <c:v>Other feed ingredients</c:v>
                  </c:pt>
                  <c:pt idx="4">
                    <c:v>Corn</c:v>
                  </c:pt>
                </c:lvl>
              </c:multiLvlStrCache>
            </c:multiLvlStrRef>
          </c:cat>
          <c:val>
            <c:numRef>
              <c:f>Sheet1!$B$2:$B$6</c:f>
              <c:numCache>
                <c:formatCode>General</c:formatCode>
                <c:ptCount val="5"/>
                <c:pt idx="0">
                  <c:v>12</c:v>
                </c:pt>
                <c:pt idx="1">
                  <c:v>5.5</c:v>
                </c:pt>
                <c:pt idx="2">
                  <c:v>2.6</c:v>
                </c:pt>
                <c:pt idx="3">
                  <c:v>1.5</c:v>
                </c:pt>
                <c:pt idx="4">
                  <c:v>1</c:v>
                </c:pt>
              </c:numCache>
            </c:numRef>
          </c:val>
        </c:ser>
        <c:dLbls>
          <c:numFmt formatCode="0.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5.36"/>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Set the frame in one line: FKS operates an integrated port-to-mill logistics platform for Indonesia’s food &amp; feed supply chain, and is opening it to a strategic investor. The map anchors the three operating gateways and the two identified next projects that the deck returns to on slides 6-9.
2. TALK TRACK
FKS Group has imported and processed food and feed raw materials in Indonesia for decades. Over the last eleven years it has built a dedicated logistics layer at three gateways that moves grain from ship to mill without conventional grab-and-truck handling. Today we want to walk through why that layer matters for the country, what it delivers, where it can be replicated next, and how Danantara could participate.
3. SOURCES
FKS Group corporate materials; FKS infrastructure development journey slide (2015-2026); site coordinates from public port locations.
4. CALCULATION BASIS
None on this slide.
5. DATA STILL TO BE VALIDATED
Replace the raster logo lockup with vector brand files (FKS Group and Danantara Indonesia) from the brand team before external use. Confirm the exact presenting entity name and the meeting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Bridge market size to geography. Danantara should leave this slide with three linked ideas: the cargo base is large and recurring (~22 Mt/yr); it is processed by a concentrated set of mills, mostly on Java; therefore a few gateways carry the flow and their handling efficiency matters disproportionately. This sets up slide 3 (most of those gateways still handle conventionally).
2. TALK TRACK
Indonesia grows no wheat and produces almost no soybean meal, so the raw materials for bread, noodles, tempe and animal feed arrive by sea every year. Around 22 million tonnes of grain, oilseeds and feed ingredients came in during each of the last two years, with wheat alone close to 12 million tonnes, which makes Indonesia the largest or second-largest wheat importer in the world. That cargo is not spread evenly across the archipelago. Twenty-four of the country’s thirty-one flour mills and eighty-one of its one hundred and ten feed mills are on Java. On our bottom-up estimate about four-fifths of wheat milling capacity and roughly seventy percent of feed output sit there, with Greater Jakarta, the Cilegon coast of Banten and Surabaya–Gresik as the three largest clusters. Medan and Lampung are the main clusters on Sumatra. The consequence is simple: a handful of deep-water gateways carry most of the flow, so the way cargo is handled at those gateways sets the landed cost for the whole chain.
3. SOURCES
FACT - Wheat imports: 11.71 Mt CY2024 (BPS via Katadata Databoks, https://databoks.katadata.co.id/perdagangan/statistik/68110587bfb69/daftar-pengirim-gandum-dan-meslin-terbanyak-ke-indonesia-2024); 10.87 Mt CY2023 (BPS); USDA FAS GAIN ID2026-0010 (Apr 2026): 10.45 MMT MY2024/25, forecast 12.3 MMT MY2025/26; USDA WASDE 13.2 Mt 2025/26, level with Egypt as the world’s largest importer (Grain Central, https://www.graincentral.com/markets/indonesian-wheat-imports-on-the-rise/).
FACT - Soybean meal imports: 5.43 Mt CY2024 (BPS via Kompas.id), 5.9-5.96 Mt 2025 (USDA GAIN ID2026-0017).
FACT - Soybeans: 2.68 Mt CY2024, 2.56 Mt CY2025 (BPS via Katadata / Koran Jakarta).
FACT - Corn: ~1.3 Mt Jan-Nov 2024 (BPS via Kontan); 2025 imports fell to ~0.4-0.6 Mt under the self-sufficiency policy (Kementan, USDA GAIN).
FACT - DDGS: 1.02 Mt U.S.-origin MY2023/24, 0.84 Mt MY2024/25 (USDA GAIN ID2025-0030); MBM ~0.5 Mt (2023, Tridge/UN Comtrade); CGM ~0.3 Mt (derived).
FACT - Raw sugar (excluded from the ~22 Mt): 5.31 Mt 2024, 3.93 Mt 2025 (BPS).
FACT - Flour mills: 31 mills, 14.8 Mt/yr installed wheat-grind capacity; 24 on Java, 5 on Sumatra, 2 on Sulawesi (USDA FAS GAIN Indonesia Grain and Feed Annual ID2026-0010, 1 Apr 2026). Flour consumption 7.41 Mt in 2025, ~10 Mt wheat equivalent (APTINDO via Katadata, Jan 2026).
FACT - Feed mills: 110 mills operated by 44 companies in 10 provinces, 81 on Java (USDA GAIN ID2022-0008 / ID2024-0010 / ID2026-0010); GPMT installed capacity ~30-31 Mt/yr, production ~21.5 Mt 2025 (GPMT outlook seminar, Nov 2025, via Majalah Infovet); USDA basis 21.4 MMT (2024/25), 23.3 MMT forecast (2025/26).
DERIVED - Java share of wheat milling capacity ~81-85%: bottom-up sum of published mill capacities (Bogasari Jakarta 11,600 t/d, Surabaya 6,000, Cibitung 2,600, Tangerang 500; Bungasari Cilegon 2,600; Harvestar Gresik 2,200; Sriboga Semarang 1,850; Cerestar Cilegon 1,500; Manunggal Cilacap 1,200; Wilmar Gresik, Fugui Gresik, Pundi Kencana ~1,000 each; Golden Grand 600; small Sidoarjo/Tangerang mills) = ~34,700 t/d on Java vs ~3,400-4,500 t/d on Sumatra and ~2,850-3,400 t/d on Sulawesi; total ~41-43k t/d reconciles with USDA 14.8 Mt/yr. Cluster shares of flour capacity: Greater Jakarta ~36%, Surabaya/Gresik/Sidoarjo ~26%, Cilegon/Banten ~14%, Semarang + Cilacap ~7%, Makassar ~7%, Medan ~6%, Dumai ~2%.
DERIVED - Java share of feed output ~65-74%: triangulated from mill location (81/110 = 74%), broiler population (Java 62.9%, BPS 2024) and layer population (East + Central Java 46%, BPS 2024); Sumatra ~12-20% (Lampung installed capacity 1.96 Mt/yr per Disnak Lampung; Medan cluster ~1 Mt/yr named capacity). Feed is produced close to the poultry belts, so mill location is a strong proxy for where imported SBM and corn are discharged.
PROXY - Map bubbles are sized by approximate share of flour and feed milling capacity in each cluster.
4. CALCULATION BASIS
~22 Mt = wheat ~12.0 + soybean meal ~5.5 + soybeans ~2.6 + other feed ingredients (DDGS, MBM, CGM) ~1.5 + corn ~1.0 = ~22.6 Mt (typical 2024-25). Calendar-year checks: CY2024 = 11.71 + 5.43 + 2.68 + ~1.4 + ~1.7 = ~22.9 Mt; CY2025 = ~11.8 + 5.9 + 2.56 + ~0.5 + ~1.6 = ~22.3 Mt. Including raw sugar the total is ~26-28 Mt; including 2024 rice imports (4.5 Mt, bagged) ~32 Mt. Mill count shares: flour 24/31 = 77% Java; feed 81/110 = 74% Java. Capacity shares as above (derived).
5. DATA STILL TO BE VALIDATED
1) Pull the primary USDA GAIN PDFs (ID2026-0010, ID2026-0013) and BPS tables to confirm each figure; the research run could only read search snippets because PDF hosts were blocked. 2) Confirm full-year 2025 wheat imports (11.76 Mt appears in one secondary source; BPS Jan-Nov 2025 = 10.45 Mt). 3) Replace the derived Java capacity shares with APTINDO and GPMT capacity-by-province data if FKS can obtain them (GPMT member presentations carry a provincial table). 4) Wilmar Dumai and Bogasari Medan mill capacities are undisclosed. 5) Add FKS internal import-share data if it can be disclosed.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Make the infrastructure gap concrete without a misleading funnel. Two messages: (1) the relevant gateway landscape is small and identifiable, and only the three FKS sites have mechanised, integrated handling; (2) conventional discharge is paced by truck cycles, which turns a 60 kt cargo into roughly 12 days alongside. Leads into slide 4 (what FKS does differently).
2. TALK TRACK
We do not need to talk about six hundred ports. Indonesia’s master plan lists 636 ports, but only 102 are commercial, and the food and feed clusters we just showed are served by about fourteen of them. Of those fourteen, three have mechanised grain discharge into a conveyor and warehouse, and all three were built and are operated with FKS. The rest still work the way the bottom of this slide shows: a crane lifts the grain out of the hold with a grab, drops it into an open hopper, the hopper fills one truck at a time, and the truck drives to the mill. The crane can only work as fast as trucks arrive, so the ship is paced by the trucks. Pelindo’s own productivity figures at conventional berths are between fourteen hundred and thirty-five hundred tonnes per ship per day; we use a generous five thousand. For the sixty-thousand-tonne cargo we use throughout this deck, that is about twelve days at the berth and close to two hundred thousand dollars of vessel time on a single call, before demurrage, cargo loss and the trucks queuing in the city.
3. SOURCES
FACT - Port counts: Kemenhub National Port Master Plan (RIPN, KP 432/2017) lists 636 ports (28 main, 164 collector, 166 regional feeder, 278 local feeder), of which 102 are commercially operated; 1,394 special/own-use terminals sit outside the count (Antara / Kemenhub, https://www.antaranews.com/berita/3751818/mewujudkan-indonesia-poros-maritim-dunia-lewat-konektivitas-pelabuhan). Pelindo operates 110 ports after the 2021 merger; Pelindo Multi Terminal handled 59.08 Mt of all-commodity dry bulk in 2024 (Kontan).
FKS SCREENING (DERIVED) - 14 named public gateways handling food &amp; feed dry bulk: Tanjung Priok (PTP multipurpose), Ciwandan (Banten), Cigading (KBS), Panjang (Lampung), Tanjung Emas (Semarang), Tanjung Perak Jamrud (Surabaya), Teluk Lamong (Surabaya), Gresik, Belawan (Medan), Kuala Tanjung, Dumai, Makassar (public berths), Banjarmasin, Pontianak / Palembang. Mechanised common-user grain discharge (unloader + conveyor + silo/warehouse) exists at three: Cigading Sentral Grain Terminal 2 (FKS with KBS; continuous ship unloader 1,300 t/h, ~20,000 t/day; Bisnis.com 2016, Antara Banten 2020), Teluk Lamong (Pelindo with FKS’s Nusa Prima Logistik; 2 x 2,000 t/h grab ship unloaders, up to 24,000 t/day, 200,000 t storage; Majalah Dermaga, Ocean Week) and Belawan dry-bulk terminal (FKS Solusi Logistik with Pelindo; 850-900 t/h conveyor, ~10,300 t/day; Bisnis Sumatra 11 May 2021). Two captive flour-mill jetties (Bogasari Tanjung Priok, Eastern Pearl Makassar) are excluded because they serve one miller. Positive evidence of conventional handling: Jamrud truck-lossing (Universitas Maritim AMNI repository), Tanjung Emas gang-based productivity metrics (Antara Jateng), Ciwandan and Tanjung Priok with no unloader reported (PTP lists grab ship unloaders only as a planned investment). Gresik, Panjang, Makassar public berths, Banjarmasin, Pontianak, Palembang, Dumai and Kuala Tanjung are classified by absence of any published mechanised grain system.
FACT - Conventional productivity: Pelindo Multi Terminal reports 1,814-3,509 t/ship/day at Jamrud (Bisnis Surabaya, May 2024), 2,480-3,098 t/ship/day at Tanjung Emas (Antara Jateng, 2024) and 3,517 t/ship/day branch average at Belawan (H1 2026); before the Belawan conveyor, 20-24 kt soybean-meal cargoes took 4-5 days (~4,000-6,000 t/day). FKS/Nusa Prima Logistik cites ~6,000 t/day conventional vs up to 30,000 t/day mechanised (Kompas, Jul 2024). The deck’s 5 kt/day benchmark is therefore generous to the conventional case.
BENCHMARK - Vessel-time value US$16,200/day: consistent with 2025-26 Panamax/Supramax time-charter levels reported by the Baltic Exchange and trade press; treat as a benchmark, not a contracted rate.
4. CALCULATION BASIS
60,000 t / 5,000 t per day = 12 days alongside. 12 days x US$16,200/day = US$194,400 (~US$194k) of vessel time per 60 kt cargo. Speed ratio: 20,000-24,000 t/day mechanised vs 3,000-6,000 t/day conventional = 3x to 7x. This replaces the earlier 55 kt example; every dependent figure in the deck now uses the 60 kt case.
5. DATA STILL TO BE VALIDATED
1) Confirm the 14-gateway screening list and the classification of each port with the FKS operations team, ideally with 2025 vessel-call data; confirm Kuala Tanjung status. 2) Confirm the ~5 kt/day conventional benchmark against FKS statements of facts at conventional berths. 3) Refresh the US$16.2k/day vessel-time value with the Baltic Exchange Panamax/Supramax average at the meeting date. 4) All port facts were read from search snippets because page fetches were blocked; spot-check the cited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Sell the FKS operating layer as one integrated system and make the transit buffer visually obvious. The single takeaway: marine operations and inland logistics are decoupled, so the ship discharges at its own speed and trucks load at the mill’s speed. Leads into slide 5 (what that is worth per cargo).
2. TALK TRACK
This is the same cargo handled the FKS way. Ship unloaders rated at up to two thousand tonnes an hour lift the grain out of the hold, around twenty thousand tonnes a day in practice. It travels in an enclosed conveyor, weighed as it goes, into a transit warehouse and silo complex on the quay. That buffer is the heart of the model: at Teluk Lamong and Cigading it holds up to two hundred thousand tonnes, so the vessel discharges at the unloader’s speed and sails. From the buffer, trucks and bagging lines load to the mill’s own schedule, and where a customer is adjacent, as at Cigading with Bungasari and Tereos, a conveyor runs straight into the factory. Marine and inland operations are decoupled. The ship is no longer paced by the trucks, the cargo is never in the open, and the city is not filled with trucks queuing for a hopper.
3. SOURCES
Teluk Lamong dry-bulk terminal: two grab ship unloaders of 2,000 t/h each (up to 24,000 t/day), two 1.3 km conveyor lines, 10 silos (80,000 t) plus flat storage (120,000 t) = 200,000 t, berth -14 m LWS; storage and operations by Nusa Prima Logistik, an FKS Group company (Majalah Dermaga; Ocean Week; Kompas, 14 Jul 2024). Cigading Sentral Grain Terminal 2 (FKS with Krakatau Bandar Samudera): continuous ship unloader 1,300 t/h (~20,000 t/day), food-grade conveyor to an 11.6 ha integrated warehouse with 200,000 t flat storage plus silos; port depth -21 m LWS (Bisnis.com, 4 Dec 2016; Antara Banten 2020). Belawan dry-bulk terminal (FKS Solusi Logistik with Pelindo, 2021): 388 m conveyor at 850-900 t/h, 30,000 t warehouse, four truck-loading conveyors; soybean-meal discharge cut to 2 days from 4-5 (Bisnis Sumatra, 11 May 2021). Direct conveyor to mill: Cigading extension to the Bungasari and Tereos factories (FKS journey slide, 2026).
4. CALCULATION BASIS
60,000 t / 20,000 t per day = 3 days alongside (versus 12 days conventional on slide 3). Equipment ratings imply up to 24,000-30,000 t/day at Teluk Lamong; the deck uses a conservative 20,000 t/day.
5. DATA STILL TO BE VALIDATED
1) Confirm rated and achieved discharge rates (t/h and t/day, 2024-25 statements of facts) and storage capacity per site with the FKS engineering team; press figures differ between sources (Cigading silos 70,000-100,000 t; Teluk Lamong 24,000 vs 30,000 t/day). 2) Confirm which sites have in-line weighing and traceability systems. 3) Add a photograph or render of the Cigading conveyor gallery if brand-approved imagery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Turn the operating model into money on one intuitive unit, the 60 kt cargo. The audience should retain three numbers: nine days saved, about US$146k of vessel time, about US$36k of cargo preserved, and understand that the freight saving is real but not yet quantified. Leads into slide 6 (FKS already does this at scale).
2. TALK TRACK
Take one sixty-thousand-tonne cargo. Conventionally it sits at the berth for about twelve days; through the FKS system it is discharged in about three. Nine vessel-days at a market time-charter benchmark of sixteen thousand two hundred dollars a day is roughly one hundred and forty-six thousand dollars per call, or two and a half dollars a tonne, before demurrage. The second benefit is freight: a deep berth and a buffer let a customer bring one Panamax instead of two smaller parcels, which lowers freight per tonne and halves the number of port calls. We have deliberately not put a number on that yet; we will quantify it from FKS voyage data. The third benefit is cargo integrity. Enclosed handling removes the spillage and moisture exposure of open grabs and hoppers. If that preserves just two-tenths of a percent of an eighteen-million-dollar wheat cargo, it is worth about thirty-six thousand dollars per vessel. That figure is illustrative until the loss differential is validated with customer data.
3. SOURCES
Discharge rates: FKS operating benchmarks (5 kt/day conventional, 20 kt/day integrated), corroborated by Pelindo productivity data (1,400-3,500 t/ship/day at conventional berths) and equipment ratings (Cigading 1,300 t/h CSU, Teluk Lamong 2 x 2,000 t/h). Berth depths: Teluk Lamong -14 m LWS, Cigading -21 m LWS (Pelindo, KBS). Vessel-time value US$16,200/day: benchmark consistent with 2025-26 Panamax/Supramax time-charter levels (Baltic Exchange, trade press); to be refreshed at meeting date. Wheat value ~US$300/t: indicative CIF Indonesia level for Australian/Canadian milling wheat, 2025-26 (BPS unit values: 2024 wheat imports 11.71 Mt for US$3.5 bn = ~US$300/t). Cargo loss differential 0.2 percentage points: illustrative assumption carried from earlier versions of this deck; not yet validated.
4. CALCULATION BASIS
FASTER: 60,000 / 5,000 = 12.0 days; 60,000 / 20,000 = 3.0 days; saving 9.0 days x US$16,200 = US$145,800 (~US$146k); per tonne 145,800 / 60,000 = US$2.43/t.
MORE SECURE: cargo value 60,000 t x US$300/t = US$18.0m; 0.2% x US$18.0m = US$36,000 (~US$36k); per tonne 36,000 / 60,000 = US$0.60/t.
BETTER ECONOMICS: not quantified. Indicative logic: freight per tonne on a 60 kt Panamax is typically lower than on two ~30 kt Handysize/Supramax parcels on the same route, and port-call charges are incurred once instead of twice; the saving depends on route, season and berth draft and must come from FKS voyage data.
Combined quantified value: ~US$182k per 60 kt cargo (~US$3.0/t) before freight savings.
5. DATA STILL TO BE VALIDATED
1) Replace benchmark discharge rates with measured FKS statement-of-facts data (average t/day at each site, 2024-25). 2) Refresh the vessel-time value with the current Baltic Panamax / Supramax TC average. 3) Quantify the freight and port-cost saving from FKS voyage data (Panamax vs smaller parcels, Australia and Black Sea routes). 4) Validate the cargo loss differential with customer weighbridge reconciliations. 5) Confirm the wheat price 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Establish credibility: the model on slides 4-5 is not a concept, it runs today at three gateways with two port partners. Keep the face of the slide to location, partner, facilities and the cluster served; put throughput and utilisation in notes until validated.
2. TALK TRACK
None of this is theoretical. FKS has operated the model at Teluk Lamong in Surabaya since 2017, at Cigading in Cilegon since 2020 and at Belawan in Medan since 2021, in partnership with Pelindo at two sites and with Krakatau Bandar Samudera at Cigading. Together the three sites hold around four hundred and thirty thousand tonnes of covered transit storage. Teluk Lamong discharges up to twenty-four thousand tonnes a day with two ship unloaders into two hundred thousand tonnes of silos and warehouse; Cigading runs a continuous ship unloader into a two-hundred-thousand-tonne integrated warehouse at Indonesia’s deepest dry-bulk port; and at Belawan the conveyor cut soybean-meal vessel turnaround from four or five days to two. Cigading is the most integrated: cargo now moves by conveyor from two jetties into the warehouse and, from this year, straight into the Bungasari and Tereos FKS factories.
3. SOURCES
Teluk Lamong: two grab ship unloaders of 2,000 t/h (up to 24,000 t/day), two 1.3 km conveyors, 10 silos (80,000 t) and flat storage (120,000 t), berth -14 m LWS (Majalah Dermaga, https://majalahdermaga.co.id/post/1755/terminalcurah; Ocean Week; Telusur); operated by Nusa Prima Logistik, an FKS Group company, which cites up to 30,000 t/day and 5 Mt/yr capacity (Kompas, 14 Jul 2024). Cigading: Sentral Grain Terminal 2, PT Sentral Grain Terminal (FKS) with PT Krakatau Bandar Samudera; CSU 1,300 t/h, 11.6 ha integrated warehouse, 200,000 t flat storage plus silos (70,000-100,000 t by source); Krakatau International Port depth -21 m LWS, 200,000 DWT (Bisnis.com 5 Sep 2019 and 4 Dec 2016; Antara Banten 2020; FKS Multi Agro). Belawan: PT FKS Solusi Logistik with Pelindo 1, 388 m conveyor at 850-900 t/h with telescopic chutes, 6,912 m2 / 30,000 t warehouse, four truck-loading conveyors, productivity ~10,000-10,300 t/day; MV Sea Odyssey (19,411 t) and MV Castellani (24,040 t) soybean meal discharged in 2 days vs 4-5 (Bisnis Sumatra, 11 May 2021; Liputan6; Investor.id). Chronology: FKS infrastructure development journey 2015-2026. Bungasari Flour Mills Cilegon (FKS JV with Malayan Flour Mills and Toyota Tsusho group), ~2,600 t/day; Tereos FKS Indonesia starch and sweetener plant, Cilegon.
4. CALCULATION BASIS
Covered storage: 200,000 (Teluk Lamong) + 200,000 (Cigading flat storage, excluding silos) + 30,000 (Belawan) = 430,000 t. Discharge capacity: 2 x 2,000 t/h x ~6 h effective... equipment rating quoted by Pelindo as 24,000 t/day; Cigading 1,300 t/h x ~15 h = ~20,000 t/day.
5. DATA STILL TO BE VALIDATED
1) Confirm every facility figure against FKS engineering data; press sources differ (Cigading silos 70,000 vs 100,000 t; Teluk Lamong 24,000 vs 30,000 t/day). 2) Add annual throughput (t/yr, 2023-2025) and utilisation per site. 3) Confirm legal entity per site (Nusa Prima Logistik, Sentral Grain Terminal, FKS Solusi Logistik) and cooperation agreement terms. 4) Confirm the Bungasari shareholding. 5) Replace the low-resolution site photographs (taken from the earlier journey slide) with high-resolution brand-approved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Show the journey as a simple chronology: one platform, then additional gateways, then deeper integration, then expansion. Replaces the earlier greenfield / brownfield / expansion framing, which mixed sites and made the timeline hard to follow.
2. TALK TRACK
The platform was built step by step. It started at Teluk Lamong in 2015, with commercial operations from 2017. Cigading followed in 2019 and 2020, and the Belawan facility was revitalised with Pelindo in 2020 and 2021. Since 2024 the emphasis has shifted from new sites to integration: a second jetty was connected at Cigading and, this year, the conveyor was extended straight into the Bungasari and Tereos factories. At the same time capacity at the existing hubs has grown, with a bagging facility at Teluk Lamong in 2025. The next stage is the one we come to on the following slide: replicating the model at Dumai and Ciwandan.
3. SOURCES
FKS infrastructure development journey (2015-2026), attached by FKS Business Development: 2015 Teluk Lamong construction of transit warehouse terminal commenced; 2017 Teluk Lamong commissioning and commercial operations of transit warehouse and conveyor; 2019 Cigading integrated warehouse construction commenced; 2020 Cigading commercial operations of warehouse transit and conveyor from Jetty 1, Belawan warehouse revitalisation initiated; 2021 Belawan commercial operations of warehouse and conveyor system; 2024 Cigading conveyor connection from Jetty 2 to integrated warehouse; 2025 Teluk Lamong bagging facility begins commercial operations; 2026 Cigading conveyor extension from integrated warehouse to Bungasari and Tereos factories. Public corroboration: Belawan conveyor inaugurated May 2021 (Bisnis Sumatra); Cigading SGT2 soft launch 2016 and phase 2 in 2020 (FKS Multi Agro, Antara Banten).
4. CALCULATION BASIS
None.
5. DATA STILL TO BE VALIDATED
1) Confirm exact commissioning months and the 2026 Cigading extension status (in operation vs under construction) at the meeting date. 2) Reconcile the 2016 Cigading SGT2 soft launch reported in the press with the 2019-2020 dates on the journey slide (phase 1 vs phase 2). 3) Replace photographs with high-resolution originals.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Connect the opportunity on slide 3 to specific, investable next projects. Dumai is the most concrete (agreed scope and tariff terms with Pelindo); Ciwandan is the natural replication of the Cigading model in the same cluster. Existing-site expansions are shown but kept secondary.
2. TALK TRACK
Slide 3 said most gateways still handle cargo conventionally. These are the two where FKS has identified a specific project. Dumai is the gateway for Riau’s palm complex. Palm kernel expeller and shell, around 1.3 million tonnes a year in the region, are exported as dry bulk and today are loaded conventionally from trucks. FKS and Pelindo have agreed the scope of a mechanised loading line: dumping pit, intake, conveyor, ship loader and weighbridge, with an initial FKS tariff component of Rp40,000 per tonne alongside Pelindo’s port services, and a joint commitment to serve all PKE and PKS potential in Riau. Ciwandan is next door to Cigading in the Banten cluster, where FKS already runs the integrated warehouse and holds stakes in Bungasari and Tereos. It still receives wheat, corn and soybean meal by grab and truck, and its soybean-meal volumes grew by more than a quarter this year. The project would replicate the Cigading model there, with capacity sized together with Pelindo. On the existing sites, the 2026 factory conveyor at Cigading and the 2025 bagging facility at Teluk Lamong show that the hubs keep growing.
3. SOURCES
DUMAI (FACT, from the FKS-Pelindo cooperation document "Tujuan Utama dan Ruang Lingkup Dumai", tariff and cargo volume section, attached): (1) initial tariff component for FKSSL of Rp40,000/t, comprising dumping pit, intake, conveyor and ship loader Rp37,000/t and weighbridge Rp3,000/t; (2) all tariff components for receiving (warehouse, heavy equipment, weighing), cargodoring (line-1 trucking) and port services (berth and cargo pass) remain Pelindo’s portion at about Rp65,000/t; (3) the parties will jointly socialise the new loading tariff for PKE and PKS at TCK Pelabuhan Dumai; (4) PKE and PKS dry-bulk cargo currently estimated at 1.3 million tonnes per year; the parties agree to jointly serve all PKE and PKS cargo potential in Riau. PKE = palm kernel expeller (bungkil inti sawit); PKS = palm kernel shell (cangkang sawit); TCK = Terminal Curah Kering. Context (FACT): Pelindo Multi Terminal Dumai dry-bulk traffic 2.12 Mt to Q3 2024 (+3.8%), dominated by palm kernel meal, shell and kernel exports (Pelindo Multi Terminal news, https://pelindomultiterminal.co.id/news/kinerja-pelabuhan-dumai-jalur-utama-ekspor-hasil-tani-dan-kebun-riau).
CIWANDAN (FKS screening plus public facts): Pelindo Regional 2 Banten / PTP Nonpetikemas port at Cilegon; handles wheat, corn (dry bulk at berth 05B) and soybean meal for the feed industry; soybean-meal volume 116,926 t in Jan-Aug 2026, +28.4% y/y; dedicated dry-bulk terminal licence at berth 02; no mechanised grain unloader reported (Beritakota, Kompas Money 20 May 2026, Antara). Adjacent Cigading / Krakatau cluster: Bungasari, Cerestar and Pundi Kencana flour mills, Golden Grand Mills, Tereos FKS starch plant, feed mills (Charoen Pokphand, Japfa, CJ, Malindo in Serang-Cikande). Scope, capacity and capex not yet defined.
4. CALCULATION BASIS
Dumai indicative revenue at full capture (DERIVED, not on slide): 1.3 Mt/yr x Rp40,000/t = Rp52 billion per year (~US$3.2m at Rp16,300/US$) for the FKS tariff component, before ramp-up, volume share and operating cost. Combined customer tariff = Rp40,000 (FKS) + ~Rp65,000 (Pelindo) = ~Rp105,000/t.
5. DATA STILL TO BE VALIDATED
1) Confirm the Dumai document status (MoU vs signed cooperation agreement), the FKSSL entity, term, capex, ramp-up and volume share. 2) Confirm current loading rates at TCK Dumai and the target rate with the ship loader. 3) Define Ciwandan scope, capacity, capex and Pelindo cooperation structure. 4) Add Riau PKE/PKS export statistics (BPS) to corroborate the 1.3 Mt/yr cargo base. 5) Decide whether to show the derived Rp52 bn/yr revenue potential once the volume share is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Close with a structure that can be understood in seconds: today FKS Multi Agro owns 100% of the logistics platform; post-transaction Danantara would hold an illustrative 49% alongside FKS Multi Agro at 51%, and the platform would hold both the operating gateways and the pipeline projects. Do not imply a confirmed transaction.
2. TALK TRACK
The proposed route for Danantara is a direct stake in the logistics platform. Today FSL is wholly owned by FKS Multi Agro and holds the three operating gateways. In the illustrative structure, Danantara would acquire a forty-nine percent interest through a capital injection or share acquisition, with FKS Multi Agro retaining fifty-one percent and operatorship. The platform would then fund Dumai, Ciwandan and the expansion of the existing hubs. The percentage, the perimeter and the terms are all open for discussion; what we are proposing today is the shape.
3. SOURCES
Current ownership and the illustrative post-transaction structure as provided by FKS Business Development (FKS Multi Agro 100% of FSL today; illustrative 51% / 49% post-transaction). No change to the ownership logic has been made. Pipeline projects from slide 8. Public references name the operating entities as Nusa Prima Logistik (Teluk Lamong), PT Sentral Grain Terminal (Cigading) and PT FKS Solusi Logistik (Belawan; abbreviated FKSSL in the Dumai document), all described as FKS Group companies.
4. CALCULATION BASIS
None on the slide. The investment case behind the structure follows the standard project-finance chain: volume x tariff = revenue, less operating cost = EBITDA, less tax, maintenance capex and working capital = project cash flow, set against capex and financing to derive project IRR, equity IRR, payback and valuation. Those metrics are to be developed in the feasibility model and are deliberately not shown until validated.
5. DATA STILL TO BE VALIDATED
1) Confirm the full legal name of FSL and whether the three operating entities named above sit under it (transaction perimeter). 2) Confirm whether the entry is primary (capital injection) or secondary (share purchase) or both, and the indicative size. 3) Prepare the feasibility model outputs (project and equity IRR, payback, ROIC) for the next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949440" y="0"/>
            <a:ext cx="5242255" cy="6858000"/>
          </a:xfrm>
          <a:prstGeom prst="rect">
            <a:avLst/>
          </a:prstGeom>
          <a:solidFill>
            <a:srgbClr val="0F2340"/>
          </a:solidFill>
          <a:ln w="12700">
            <a:solidFill>
              <a:srgbClr val="0F2340"/>
            </a:solidFill>
            <a:prstDash val="solid"/>
          </a:ln>
        </p:spPr>
      </p:sp>
      <p:pic>
        <p:nvPicPr>
          <p:cNvPr id="3" name="Image 0" descr="/home/user/fks-danantara-deck./build/assets/logo_fks_raw.png">    </p:cNvPr>
          <p:cNvPicPr>
            <a:picLocks noChangeAspect="1"/>
          </p:cNvPicPr>
          <p:nvPr/>
        </p:nvPicPr>
        <p:blipFill>
          <a:blip r:embed="rId1"/>
          <a:stretch>
            <a:fillRect/>
          </a:stretch>
        </p:blipFill>
        <p:spPr>
          <a:xfrm>
            <a:off x="548640" y="502920"/>
            <a:ext cx="868680" cy="722376"/>
          </a:xfrm>
          <a:prstGeom prst="rect">
            <a:avLst/>
          </a:prstGeom>
        </p:spPr>
      </p:pic>
      <p:sp>
        <p:nvSpPr>
          <p:cNvPr id="4" name="Text 1"/>
          <p:cNvSpPr txBox="1"/>
          <p:nvPr/>
        </p:nvSpPr>
        <p:spPr>
          <a:xfrm>
            <a:off x="548640" y="2148840"/>
            <a:ext cx="5852160" cy="274320"/>
          </a:xfrm>
          <a:prstGeom prst="rect">
            <a:avLst/>
          </a:prstGeom>
          <a:noFill/>
          <a:ln/>
        </p:spPr>
        <p:txBody>
          <a:bodyPr wrap="square" lIns="0" tIns="0" rIns="0" bIns="0" rtlCol="0" anchor="t"/>
          <a:lstStyle/>
          <a:p>
            <a:pPr algn="l" indent="0" marL="0">
              <a:buNone/>
            </a:pPr>
            <a:r>
              <a:rPr lang="en-US" sz="1000" b="1" spc="300" kern="0" dirty="0">
                <a:solidFill>
                  <a:srgbClr val="C39B2A"/>
                </a:solidFill>
                <a:latin typeface="Calibri" pitchFamily="34" charset="0"/>
                <a:ea typeface="Calibri" pitchFamily="34" charset="-122"/>
                <a:cs typeface="Calibri" pitchFamily="34" charset="-120"/>
              </a:rPr>
              <a:t>FOOD &amp; FEED LOGISTICS PLATFORM</a:t>
            </a:r>
            <a:endParaRPr lang="en-US" sz="1000" dirty="0"/>
          </a:p>
        </p:txBody>
      </p:sp>
      <p:sp>
        <p:nvSpPr>
          <p:cNvPr id="5" name="Text 2"/>
          <p:cNvSpPr txBox="1"/>
          <p:nvPr/>
        </p:nvSpPr>
        <p:spPr>
          <a:xfrm>
            <a:off x="548640" y="2468880"/>
            <a:ext cx="6126480" cy="1737360"/>
          </a:xfrm>
          <a:prstGeom prst="rect">
            <a:avLst/>
          </a:prstGeom>
          <a:noFill/>
          <a:ln/>
        </p:spPr>
        <p:txBody>
          <a:bodyPr wrap="square" lIns="0" tIns="0" rIns="0" bIns="0" rtlCol="0" anchor="t"/>
          <a:lstStyle/>
          <a:p>
            <a:pPr algn="l" indent="0" marL="0">
              <a:lnSpc>
                <a:spcPct val="105000"/>
              </a:lnSpc>
              <a:buNone/>
            </a:pPr>
            <a:r>
              <a:rPr lang="en-US" sz="3000" b="1" dirty="0">
                <a:solidFill>
                  <a:srgbClr val="0F2340"/>
                </a:solidFill>
                <a:latin typeface="Calibri" pitchFamily="34" charset="0"/>
                <a:ea typeface="Calibri" pitchFamily="34" charset="-122"/>
                <a:cs typeface="Calibri" pitchFamily="34" charset="-120"/>
              </a:rPr>
              <a:t>Integrated port-to-mill logistics for Indonesia’s food &amp; feed supply chain</a:t>
            </a:r>
            <a:endParaRPr lang="en-US" sz="3000" dirty="0"/>
          </a:p>
        </p:txBody>
      </p:sp>
      <p:sp>
        <p:nvSpPr>
          <p:cNvPr id="6" name="Text 3"/>
          <p:cNvSpPr txBox="1"/>
          <p:nvPr/>
        </p:nvSpPr>
        <p:spPr>
          <a:xfrm>
            <a:off x="548640" y="4343400"/>
            <a:ext cx="5852160" cy="365760"/>
          </a:xfrm>
          <a:prstGeom prst="rect">
            <a:avLst/>
          </a:prstGeom>
          <a:noFill/>
          <a:ln/>
        </p:spPr>
        <p:txBody>
          <a:bodyPr wrap="square" lIns="0" tIns="0" rIns="0" bIns="0" rtlCol="0" anchor="t"/>
          <a:lstStyle/>
          <a:p>
            <a:pPr algn="l" indent="0" marL="0">
              <a:buNone/>
            </a:pPr>
            <a:r>
              <a:rPr lang="en-US" sz="1600" dirty="0">
                <a:solidFill>
                  <a:srgbClr val="1F2937"/>
                </a:solidFill>
                <a:latin typeface="Calibri" pitchFamily="34" charset="0"/>
                <a:ea typeface="Calibri" pitchFamily="34" charset="-122"/>
                <a:cs typeface="Calibri" pitchFamily="34" charset="-120"/>
              </a:rPr>
              <a:t>Strategic investment discussion</a:t>
            </a:r>
            <a:endParaRPr lang="en-US" sz="1600" dirty="0"/>
          </a:p>
        </p:txBody>
      </p:sp>
      <p:sp>
        <p:nvSpPr>
          <p:cNvPr id="7" name="Text 4"/>
          <p:cNvSpPr txBox="1"/>
          <p:nvPr/>
        </p:nvSpPr>
        <p:spPr>
          <a:xfrm>
            <a:off x="548640" y="4709160"/>
            <a:ext cx="5852160" cy="32004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Prepared for Danantara Indonesia  |  September 2026</a:t>
            </a:r>
            <a:endParaRPr lang="en-US" sz="1200" dirty="0"/>
          </a:p>
        </p:txBody>
      </p:sp>
      <p:sp>
        <p:nvSpPr>
          <p:cNvPr id="8" name="Text 5"/>
          <p:cNvSpPr txBox="1"/>
          <p:nvPr/>
        </p:nvSpPr>
        <p:spPr>
          <a:xfrm>
            <a:off x="548640" y="6172200"/>
            <a:ext cx="6035040" cy="365760"/>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Strictly private and confidential. Illustrative figures are labelled as such and remain subject to due diligence.</a:t>
            </a:r>
            <a:endParaRPr lang="en-US" sz="800" dirty="0"/>
          </a:p>
        </p:txBody>
      </p:sp>
      <p:sp>
        <p:nvSpPr>
          <p:cNvPr id="9" name="Map - Neighbouring countries"/>
          <p:cNvSpPr/>
          <p:nvPr/>
        </p:nvSpPr>
        <p:spPr>
          <a:xfrm>
            <a:off x="7284568" y="2331720"/>
            <a:ext cx="4572000" cy="1752647"/>
          </a:xfrm>
          <a:custGeom>
            <a:avLst/>
            <a:gdLst/>
            <a:ahLst/>
            <a:cxnLst/>
            <a:rect l="0" t="0" r="r" b="b"/>
            <a:pathLst>
              <a:path w="4572000" h="1752647">
                <a:moveTo>
                  <a:pt x="546597" y="5647"/>
                </a:moveTo>
                <a:lnTo>
                  <a:pt x="548445" y="1071"/>
                </a:lnTo>
                <a:lnTo>
                  <a:pt x="550683" y="0"/>
                </a:lnTo>
                <a:lnTo>
                  <a:pt x="552239" y="0"/>
                </a:lnTo>
                <a:lnTo>
                  <a:pt x="556130" y="0"/>
                </a:lnTo>
                <a:lnTo>
                  <a:pt x="560410" y="0"/>
                </a:lnTo>
                <a:lnTo>
                  <a:pt x="568582" y="0"/>
                </a:lnTo>
                <a:lnTo>
                  <a:pt x="589885" y="3116"/>
                </a:lnTo>
                <a:lnTo>
                  <a:pt x="596208" y="5063"/>
                </a:lnTo>
                <a:lnTo>
                  <a:pt x="604671" y="1850"/>
                </a:lnTo>
                <a:lnTo>
                  <a:pt x="608368" y="3895"/>
                </a:lnTo>
                <a:lnTo>
                  <a:pt x="612259" y="7205"/>
                </a:lnTo>
                <a:lnTo>
                  <a:pt x="614496" y="16358"/>
                </a:lnTo>
                <a:lnTo>
                  <a:pt x="620041" y="24829"/>
                </a:lnTo>
                <a:lnTo>
                  <a:pt x="631228" y="23563"/>
                </a:lnTo>
                <a:lnTo>
                  <a:pt x="635119" y="24829"/>
                </a:lnTo>
                <a:lnTo>
                  <a:pt x="637551" y="25024"/>
                </a:lnTo>
                <a:lnTo>
                  <a:pt x="639691" y="32521"/>
                </a:lnTo>
                <a:lnTo>
                  <a:pt x="640761" y="45374"/>
                </a:lnTo>
                <a:lnTo>
                  <a:pt x="639691" y="52969"/>
                </a:lnTo>
                <a:lnTo>
                  <a:pt x="631617" y="63680"/>
                </a:lnTo>
                <a:lnTo>
                  <a:pt x="630547" y="70982"/>
                </a:lnTo>
                <a:lnTo>
                  <a:pt x="634730" y="75461"/>
                </a:lnTo>
                <a:lnTo>
                  <a:pt x="640275" y="80330"/>
                </a:lnTo>
                <a:lnTo>
                  <a:pt x="643387" y="84030"/>
                </a:lnTo>
                <a:lnTo>
                  <a:pt x="646695" y="83445"/>
                </a:lnTo>
                <a:lnTo>
                  <a:pt x="650878" y="80914"/>
                </a:lnTo>
                <a:lnTo>
                  <a:pt x="654671" y="74585"/>
                </a:lnTo>
                <a:lnTo>
                  <a:pt x="657298" y="69230"/>
                </a:lnTo>
                <a:lnTo>
                  <a:pt x="671598" y="63095"/>
                </a:lnTo>
                <a:lnTo>
                  <a:pt x="686384" y="57643"/>
                </a:lnTo>
                <a:lnTo>
                  <a:pt x="688426" y="58227"/>
                </a:lnTo>
                <a:lnTo>
                  <a:pt x="690761" y="60661"/>
                </a:lnTo>
                <a:lnTo>
                  <a:pt x="695528" y="68548"/>
                </a:lnTo>
                <a:lnTo>
                  <a:pt x="698251" y="70203"/>
                </a:lnTo>
                <a:lnTo>
                  <a:pt x="702337" y="70982"/>
                </a:lnTo>
                <a:lnTo>
                  <a:pt x="709244" y="70203"/>
                </a:lnTo>
                <a:lnTo>
                  <a:pt x="717318" y="65724"/>
                </a:lnTo>
                <a:lnTo>
                  <a:pt x="721501" y="57351"/>
                </a:lnTo>
                <a:lnTo>
                  <a:pt x="723349" y="50729"/>
                </a:lnTo>
                <a:lnTo>
                  <a:pt x="734925" y="39240"/>
                </a:lnTo>
                <a:lnTo>
                  <a:pt x="736189" y="30671"/>
                </a:lnTo>
                <a:lnTo>
                  <a:pt x="739399" y="25121"/>
                </a:lnTo>
                <a:lnTo>
                  <a:pt x="756228" y="28919"/>
                </a:lnTo>
                <a:lnTo>
                  <a:pt x="762649" y="31937"/>
                </a:lnTo>
                <a:lnTo>
                  <a:pt x="781520" y="62024"/>
                </a:lnTo>
                <a:lnTo>
                  <a:pt x="806423" y="83251"/>
                </a:lnTo>
                <a:lnTo>
                  <a:pt x="817026" y="91138"/>
                </a:lnTo>
                <a:lnTo>
                  <a:pt x="825100" y="94935"/>
                </a:lnTo>
                <a:lnTo>
                  <a:pt x="836287" y="106327"/>
                </a:lnTo>
                <a:lnTo>
                  <a:pt x="846015" y="120543"/>
                </a:lnTo>
                <a:lnTo>
                  <a:pt x="867318" y="160659"/>
                </a:lnTo>
                <a:lnTo>
                  <a:pt x="871015" y="178283"/>
                </a:lnTo>
                <a:lnTo>
                  <a:pt x="872474" y="205157"/>
                </a:lnTo>
                <a:lnTo>
                  <a:pt x="867805" y="245663"/>
                </a:lnTo>
                <a:lnTo>
                  <a:pt x="862065" y="265915"/>
                </a:lnTo>
                <a:lnTo>
                  <a:pt x="863135" y="275458"/>
                </a:lnTo>
                <a:lnTo>
                  <a:pt x="871015" y="290063"/>
                </a:lnTo>
                <a:lnTo>
                  <a:pt x="868583" y="303890"/>
                </a:lnTo>
                <a:lnTo>
                  <a:pt x="870139" y="315379"/>
                </a:lnTo>
                <a:lnTo>
                  <a:pt x="869555" y="347316"/>
                </a:lnTo>
                <a:lnTo>
                  <a:pt x="874030" y="356664"/>
                </a:lnTo>
                <a:lnTo>
                  <a:pt x="879089" y="362701"/>
                </a:lnTo>
                <a:lnTo>
                  <a:pt x="905840" y="381688"/>
                </a:lnTo>
                <a:lnTo>
                  <a:pt x="907785" y="388698"/>
                </a:lnTo>
                <a:lnTo>
                  <a:pt x="921015" y="412748"/>
                </a:lnTo>
                <a:lnTo>
                  <a:pt x="945431" y="465133"/>
                </a:lnTo>
                <a:lnTo>
                  <a:pt x="952143" y="488696"/>
                </a:lnTo>
                <a:lnTo>
                  <a:pt x="951365" y="495025"/>
                </a:lnTo>
                <a:lnTo>
                  <a:pt x="948447" y="497654"/>
                </a:lnTo>
                <a:lnTo>
                  <a:pt x="941248" y="499991"/>
                </a:lnTo>
                <a:lnTo>
                  <a:pt x="935314" y="495415"/>
                </a:lnTo>
                <a:lnTo>
                  <a:pt x="933272" y="492104"/>
                </a:lnTo>
                <a:lnTo>
                  <a:pt x="933953" y="488015"/>
                </a:lnTo>
                <a:lnTo>
                  <a:pt x="931521" y="483925"/>
                </a:lnTo>
                <a:lnTo>
                  <a:pt x="925684" y="479154"/>
                </a:lnTo>
                <a:lnTo>
                  <a:pt x="922279" y="474773"/>
                </a:lnTo>
                <a:lnTo>
                  <a:pt x="923252" y="481978"/>
                </a:lnTo>
                <a:lnTo>
                  <a:pt x="923349" y="491228"/>
                </a:lnTo>
                <a:lnTo>
                  <a:pt x="915859" y="492007"/>
                </a:lnTo>
                <a:lnTo>
                  <a:pt x="906326" y="489086"/>
                </a:lnTo>
                <a:lnTo>
                  <a:pt x="894458" y="491715"/>
                </a:lnTo>
                <a:lnTo>
                  <a:pt x="880353" y="503107"/>
                </a:lnTo>
                <a:lnTo>
                  <a:pt x="873544" y="503497"/>
                </a:lnTo>
                <a:lnTo>
                  <a:pt x="868388" y="493662"/>
                </a:lnTo>
                <a:lnTo>
                  <a:pt x="865762" y="487041"/>
                </a:lnTo>
                <a:lnTo>
                  <a:pt x="861579" y="482367"/>
                </a:lnTo>
                <a:lnTo>
                  <a:pt x="816832" y="458415"/>
                </a:lnTo>
                <a:lnTo>
                  <a:pt x="800295" y="452183"/>
                </a:lnTo>
                <a:lnTo>
                  <a:pt x="782882" y="434072"/>
                </a:lnTo>
                <a:lnTo>
                  <a:pt x="743777" y="414014"/>
                </a:lnTo>
                <a:lnTo>
                  <a:pt x="718874" y="394443"/>
                </a:lnTo>
                <a:lnTo>
                  <a:pt x="708271" y="382272"/>
                </a:lnTo>
                <a:lnTo>
                  <a:pt x="682882" y="371561"/>
                </a:lnTo>
                <a:lnTo>
                  <a:pt x="671889" y="359001"/>
                </a:lnTo>
                <a:lnTo>
                  <a:pt x="666442" y="356469"/>
                </a:lnTo>
                <a:lnTo>
                  <a:pt x="661092" y="351990"/>
                </a:lnTo>
                <a:lnTo>
                  <a:pt x="666734" y="339721"/>
                </a:lnTo>
                <a:lnTo>
                  <a:pt x="664399" y="326966"/>
                </a:lnTo>
                <a:lnTo>
                  <a:pt x="661481" y="316158"/>
                </a:lnTo>
                <a:lnTo>
                  <a:pt x="643485" y="294834"/>
                </a:lnTo>
                <a:lnTo>
                  <a:pt x="634730" y="279937"/>
                </a:lnTo>
                <a:lnTo>
                  <a:pt x="617804" y="265137"/>
                </a:lnTo>
                <a:lnTo>
                  <a:pt x="611092" y="256665"/>
                </a:lnTo>
                <a:lnTo>
                  <a:pt x="604574" y="246734"/>
                </a:lnTo>
                <a:lnTo>
                  <a:pt x="608660" y="243228"/>
                </a:lnTo>
                <a:lnTo>
                  <a:pt x="612453" y="241184"/>
                </a:lnTo>
                <a:lnTo>
                  <a:pt x="608951" y="233978"/>
                </a:lnTo>
                <a:lnTo>
                  <a:pt x="599321" y="221418"/>
                </a:lnTo>
                <a:lnTo>
                  <a:pt x="594846" y="207104"/>
                </a:lnTo>
                <a:lnTo>
                  <a:pt x="594846" y="179938"/>
                </a:lnTo>
                <a:lnTo>
                  <a:pt x="581033" y="141770"/>
                </a:lnTo>
                <a:lnTo>
                  <a:pt x="569360" y="88801"/>
                </a:lnTo>
                <a:lnTo>
                  <a:pt x="571403" y="70301"/>
                </a:lnTo>
                <a:lnTo>
                  <a:pt x="568387" y="50243"/>
                </a:lnTo>
                <a:lnTo>
                  <a:pt x="560605" y="30866"/>
                </a:lnTo>
                <a:lnTo>
                  <a:pt x="550391" y="17137"/>
                </a:lnTo>
                <a:lnTo>
                  <a:pt x="546597" y="5647"/>
                </a:lnTo>
                <a:close/>
              </a:path>
              <a:path w="4572000" h="1752647">
                <a:moveTo>
                  <a:pt x="2244560" y="226773"/>
                </a:moveTo>
                <a:lnTo>
                  <a:pt x="2240961" y="226773"/>
                </a:lnTo>
                <a:lnTo>
                  <a:pt x="2232595" y="224631"/>
                </a:lnTo>
                <a:lnTo>
                  <a:pt x="2215766" y="214310"/>
                </a:lnTo>
                <a:lnTo>
                  <a:pt x="2198548" y="210610"/>
                </a:lnTo>
                <a:lnTo>
                  <a:pt x="2173548" y="210318"/>
                </a:lnTo>
                <a:lnTo>
                  <a:pt x="2159346" y="208857"/>
                </a:lnTo>
                <a:lnTo>
                  <a:pt x="2153607" y="210415"/>
                </a:lnTo>
                <a:lnTo>
                  <a:pt x="2148743" y="210512"/>
                </a:lnTo>
                <a:lnTo>
                  <a:pt x="2145241" y="208370"/>
                </a:lnTo>
                <a:lnTo>
                  <a:pt x="2141544" y="207299"/>
                </a:lnTo>
                <a:lnTo>
                  <a:pt x="2131817" y="213433"/>
                </a:lnTo>
                <a:lnTo>
                  <a:pt x="2127245" y="211583"/>
                </a:lnTo>
                <a:lnTo>
                  <a:pt x="2122575" y="208954"/>
                </a:lnTo>
                <a:lnTo>
                  <a:pt x="2114404" y="208078"/>
                </a:lnTo>
                <a:lnTo>
                  <a:pt x="2104482" y="208857"/>
                </a:lnTo>
                <a:lnTo>
                  <a:pt x="2093587" y="215089"/>
                </a:lnTo>
                <a:lnTo>
                  <a:pt x="2081330" y="209441"/>
                </a:lnTo>
                <a:lnTo>
                  <a:pt x="2077925" y="209539"/>
                </a:lnTo>
                <a:lnTo>
                  <a:pt x="2075591" y="210999"/>
                </a:lnTo>
                <a:lnTo>
                  <a:pt x="2070241" y="218691"/>
                </a:lnTo>
                <a:lnTo>
                  <a:pt x="2060221" y="224631"/>
                </a:lnTo>
                <a:lnTo>
                  <a:pt x="2055260" y="235439"/>
                </a:lnTo>
                <a:lnTo>
                  <a:pt x="2052147" y="245760"/>
                </a:lnTo>
                <a:lnTo>
                  <a:pt x="2049423" y="249363"/>
                </a:lnTo>
                <a:lnTo>
                  <a:pt x="2048742" y="269421"/>
                </a:lnTo>
                <a:lnTo>
                  <a:pt x="2047186" y="279060"/>
                </a:lnTo>
                <a:lnTo>
                  <a:pt x="2049715" y="291913"/>
                </a:lnTo>
                <a:lnTo>
                  <a:pt x="2049229" y="297366"/>
                </a:lnTo>
                <a:lnTo>
                  <a:pt x="2044754" y="305545"/>
                </a:lnTo>
                <a:lnTo>
                  <a:pt x="2044170" y="307492"/>
                </a:lnTo>
                <a:lnTo>
                  <a:pt x="2041836" y="320442"/>
                </a:lnTo>
                <a:lnTo>
                  <a:pt x="2042711" y="323948"/>
                </a:lnTo>
                <a:lnTo>
                  <a:pt x="2042128" y="328329"/>
                </a:lnTo>
                <a:lnTo>
                  <a:pt x="2038334" y="337482"/>
                </a:lnTo>
                <a:lnTo>
                  <a:pt x="2031524" y="339916"/>
                </a:lnTo>
                <a:lnTo>
                  <a:pt x="2024326" y="341377"/>
                </a:lnTo>
                <a:lnTo>
                  <a:pt x="2018198" y="338261"/>
                </a:lnTo>
                <a:lnTo>
                  <a:pt x="2012653" y="343324"/>
                </a:lnTo>
                <a:lnTo>
                  <a:pt x="2005649" y="351016"/>
                </a:lnTo>
                <a:lnTo>
                  <a:pt x="2002536" y="356274"/>
                </a:lnTo>
                <a:lnTo>
                  <a:pt x="2002633" y="361143"/>
                </a:lnTo>
                <a:lnTo>
                  <a:pt x="2003314" y="364356"/>
                </a:lnTo>
                <a:lnTo>
                  <a:pt x="2001855" y="367764"/>
                </a:lnTo>
                <a:lnTo>
                  <a:pt x="2001661" y="371269"/>
                </a:lnTo>
                <a:lnTo>
                  <a:pt x="2002050" y="376430"/>
                </a:lnTo>
                <a:lnTo>
                  <a:pt x="2006816" y="378572"/>
                </a:lnTo>
                <a:lnTo>
                  <a:pt x="2011777" y="382953"/>
                </a:lnTo>
                <a:lnTo>
                  <a:pt x="2011583" y="387238"/>
                </a:lnTo>
                <a:lnTo>
                  <a:pt x="2008859" y="390159"/>
                </a:lnTo>
                <a:lnTo>
                  <a:pt x="2002633" y="394735"/>
                </a:lnTo>
                <a:lnTo>
                  <a:pt x="1991155" y="403985"/>
                </a:lnTo>
                <a:lnTo>
                  <a:pt x="1978217" y="411969"/>
                </a:lnTo>
                <a:lnTo>
                  <a:pt x="1973353" y="413819"/>
                </a:lnTo>
                <a:lnTo>
                  <a:pt x="1971602" y="417422"/>
                </a:lnTo>
                <a:lnTo>
                  <a:pt x="1970727" y="422388"/>
                </a:lnTo>
                <a:lnTo>
                  <a:pt x="1973548" y="433099"/>
                </a:lnTo>
                <a:lnTo>
                  <a:pt x="1976271" y="436312"/>
                </a:lnTo>
                <a:lnTo>
                  <a:pt x="1977730" y="440109"/>
                </a:lnTo>
                <a:lnTo>
                  <a:pt x="1975979" y="444588"/>
                </a:lnTo>
                <a:lnTo>
                  <a:pt x="1974715" y="448483"/>
                </a:lnTo>
                <a:lnTo>
                  <a:pt x="1969948" y="450917"/>
                </a:lnTo>
                <a:lnTo>
                  <a:pt x="1965376" y="452670"/>
                </a:lnTo>
                <a:lnTo>
                  <a:pt x="1963625" y="455786"/>
                </a:lnTo>
                <a:lnTo>
                  <a:pt x="1961193" y="468736"/>
                </a:lnTo>
                <a:lnTo>
                  <a:pt x="1958372" y="475454"/>
                </a:lnTo>
                <a:lnTo>
                  <a:pt x="1952049" y="485483"/>
                </a:lnTo>
                <a:lnTo>
                  <a:pt x="1950007" y="490060"/>
                </a:lnTo>
                <a:lnTo>
                  <a:pt x="1946797" y="491520"/>
                </a:lnTo>
                <a:lnTo>
                  <a:pt x="1934540" y="486846"/>
                </a:lnTo>
                <a:lnTo>
                  <a:pt x="1923645" y="489670"/>
                </a:lnTo>
                <a:lnTo>
                  <a:pt x="1909150" y="491520"/>
                </a:lnTo>
                <a:lnTo>
                  <a:pt x="1896894" y="491228"/>
                </a:lnTo>
                <a:lnTo>
                  <a:pt x="1887361" y="493273"/>
                </a:lnTo>
                <a:lnTo>
                  <a:pt x="1880843" y="498531"/>
                </a:lnTo>
                <a:lnTo>
                  <a:pt x="1873547" y="505249"/>
                </a:lnTo>
                <a:lnTo>
                  <a:pt x="1865960" y="510118"/>
                </a:lnTo>
                <a:lnTo>
                  <a:pt x="1860123" y="512552"/>
                </a:lnTo>
                <a:lnTo>
                  <a:pt x="1849520" y="505541"/>
                </a:lnTo>
                <a:lnTo>
                  <a:pt x="1844170" y="506126"/>
                </a:lnTo>
                <a:lnTo>
                  <a:pt x="1834539" y="503691"/>
                </a:lnTo>
                <a:lnTo>
                  <a:pt x="1811874" y="495804"/>
                </a:lnTo>
                <a:lnTo>
                  <a:pt x="1806329" y="493467"/>
                </a:lnTo>
                <a:lnTo>
                  <a:pt x="1800298" y="493273"/>
                </a:lnTo>
                <a:lnTo>
                  <a:pt x="1798450" y="491033"/>
                </a:lnTo>
                <a:lnTo>
                  <a:pt x="1799422" y="487236"/>
                </a:lnTo>
                <a:lnTo>
                  <a:pt x="1798450" y="482173"/>
                </a:lnTo>
                <a:lnTo>
                  <a:pt x="1794072" y="480323"/>
                </a:lnTo>
                <a:lnTo>
                  <a:pt x="1748644" y="481102"/>
                </a:lnTo>
                <a:lnTo>
                  <a:pt x="1735609" y="485386"/>
                </a:lnTo>
                <a:lnTo>
                  <a:pt x="1726757" y="488794"/>
                </a:lnTo>
                <a:lnTo>
                  <a:pt x="1720434" y="492786"/>
                </a:lnTo>
                <a:lnTo>
                  <a:pt x="1718586" y="502620"/>
                </a:lnTo>
                <a:lnTo>
                  <a:pt x="1714889" y="511773"/>
                </a:lnTo>
                <a:lnTo>
                  <a:pt x="1710025" y="521607"/>
                </a:lnTo>
                <a:lnTo>
                  <a:pt x="1694850" y="524528"/>
                </a:lnTo>
                <a:lnTo>
                  <a:pt x="1683761" y="534363"/>
                </a:lnTo>
                <a:lnTo>
                  <a:pt x="1679967" y="535628"/>
                </a:lnTo>
                <a:lnTo>
                  <a:pt x="1672282" y="534168"/>
                </a:lnTo>
                <a:lnTo>
                  <a:pt x="1664111" y="533292"/>
                </a:lnTo>
                <a:lnTo>
                  <a:pt x="1658274" y="536115"/>
                </a:lnTo>
                <a:lnTo>
                  <a:pt x="1652048" y="535921"/>
                </a:lnTo>
                <a:lnTo>
                  <a:pt x="1632982" y="531344"/>
                </a:lnTo>
                <a:lnTo>
                  <a:pt x="1614889" y="530565"/>
                </a:lnTo>
                <a:lnTo>
                  <a:pt x="1604675" y="532999"/>
                </a:lnTo>
                <a:lnTo>
                  <a:pt x="1599033" y="533876"/>
                </a:lnTo>
                <a:lnTo>
                  <a:pt x="1567612" y="547410"/>
                </a:lnTo>
                <a:lnTo>
                  <a:pt x="1557009" y="548968"/>
                </a:lnTo>
                <a:lnTo>
                  <a:pt x="1552632" y="547021"/>
                </a:lnTo>
                <a:lnTo>
                  <a:pt x="1546601" y="541471"/>
                </a:lnTo>
                <a:lnTo>
                  <a:pt x="1538429" y="535921"/>
                </a:lnTo>
                <a:lnTo>
                  <a:pt x="1518974" y="517031"/>
                </a:lnTo>
                <a:lnTo>
                  <a:pt x="1511776" y="512552"/>
                </a:lnTo>
                <a:lnTo>
                  <a:pt x="1507009" y="507976"/>
                </a:lnTo>
                <a:lnTo>
                  <a:pt x="1502437" y="502620"/>
                </a:lnTo>
                <a:lnTo>
                  <a:pt x="1496017" y="496778"/>
                </a:lnTo>
                <a:lnTo>
                  <a:pt x="1490083" y="492786"/>
                </a:lnTo>
                <a:lnTo>
                  <a:pt x="1482106" y="484607"/>
                </a:lnTo>
                <a:lnTo>
                  <a:pt x="1474130" y="475649"/>
                </a:lnTo>
                <a:lnTo>
                  <a:pt x="1472379" y="459875"/>
                </a:lnTo>
                <a:lnTo>
                  <a:pt x="1466056" y="457051"/>
                </a:lnTo>
                <a:lnTo>
                  <a:pt x="1463915" y="452962"/>
                </a:lnTo>
                <a:lnTo>
                  <a:pt x="1462943" y="448288"/>
                </a:lnTo>
                <a:lnTo>
                  <a:pt x="1471698" y="435435"/>
                </a:lnTo>
                <a:lnTo>
                  <a:pt x="1478021" y="448970"/>
                </a:lnTo>
                <a:lnTo>
                  <a:pt x="1480550" y="451988"/>
                </a:lnTo>
                <a:lnTo>
                  <a:pt x="1494655" y="461141"/>
                </a:lnTo>
                <a:lnTo>
                  <a:pt x="1506328" y="465620"/>
                </a:lnTo>
                <a:lnTo>
                  <a:pt x="1518877" y="467470"/>
                </a:lnTo>
                <a:lnTo>
                  <a:pt x="1531717" y="467859"/>
                </a:lnTo>
                <a:lnTo>
                  <a:pt x="1536776" y="467275"/>
                </a:lnTo>
                <a:lnTo>
                  <a:pt x="1541737" y="465425"/>
                </a:lnTo>
                <a:lnTo>
                  <a:pt x="1546698" y="467373"/>
                </a:lnTo>
                <a:lnTo>
                  <a:pt x="1573449" y="482173"/>
                </a:lnTo>
                <a:lnTo>
                  <a:pt x="1583858" y="484802"/>
                </a:lnTo>
                <a:lnTo>
                  <a:pt x="1594850" y="483731"/>
                </a:lnTo>
                <a:lnTo>
                  <a:pt x="1599227" y="485191"/>
                </a:lnTo>
                <a:lnTo>
                  <a:pt x="1614597" y="496486"/>
                </a:lnTo>
                <a:lnTo>
                  <a:pt x="1619169" y="497849"/>
                </a:lnTo>
                <a:lnTo>
                  <a:pt x="1626757" y="496973"/>
                </a:lnTo>
                <a:lnTo>
                  <a:pt x="1617029" y="491812"/>
                </a:lnTo>
                <a:lnTo>
                  <a:pt x="1610706" y="488112"/>
                </a:lnTo>
                <a:lnTo>
                  <a:pt x="1607885" y="481199"/>
                </a:lnTo>
                <a:lnTo>
                  <a:pt x="1609636" y="473799"/>
                </a:lnTo>
                <a:lnTo>
                  <a:pt x="1615764" y="468930"/>
                </a:lnTo>
                <a:lnTo>
                  <a:pt x="1620044" y="463575"/>
                </a:lnTo>
                <a:lnTo>
                  <a:pt x="1621601" y="447704"/>
                </a:lnTo>
                <a:lnTo>
                  <a:pt x="1624325" y="439622"/>
                </a:lnTo>
                <a:lnTo>
                  <a:pt x="1629480" y="431930"/>
                </a:lnTo>
                <a:lnTo>
                  <a:pt x="1631134" y="424530"/>
                </a:lnTo>
                <a:lnTo>
                  <a:pt x="1625395" y="418883"/>
                </a:lnTo>
                <a:lnTo>
                  <a:pt x="1624130" y="409243"/>
                </a:lnTo>
                <a:lnTo>
                  <a:pt x="1625395" y="401161"/>
                </a:lnTo>
                <a:lnTo>
                  <a:pt x="1628605" y="395709"/>
                </a:lnTo>
                <a:lnTo>
                  <a:pt x="1633858" y="399311"/>
                </a:lnTo>
                <a:lnTo>
                  <a:pt x="1639208" y="402719"/>
                </a:lnTo>
                <a:lnTo>
                  <a:pt x="1644558" y="402330"/>
                </a:lnTo>
                <a:lnTo>
                  <a:pt x="1648255" y="400967"/>
                </a:lnTo>
                <a:lnTo>
                  <a:pt x="1648936" y="396877"/>
                </a:lnTo>
                <a:lnTo>
                  <a:pt x="1647866" y="389672"/>
                </a:lnTo>
                <a:lnTo>
                  <a:pt x="1648157" y="376430"/>
                </a:lnTo>
                <a:lnTo>
                  <a:pt x="1654967" y="365816"/>
                </a:lnTo>
                <a:lnTo>
                  <a:pt x="1665667" y="358514"/>
                </a:lnTo>
                <a:lnTo>
                  <a:pt x="1675881" y="355008"/>
                </a:lnTo>
                <a:lnTo>
                  <a:pt x="1713916" y="349069"/>
                </a:lnTo>
                <a:lnTo>
                  <a:pt x="1774033" y="333977"/>
                </a:lnTo>
                <a:lnTo>
                  <a:pt x="1791932" y="328037"/>
                </a:lnTo>
                <a:lnTo>
                  <a:pt x="1798450" y="325019"/>
                </a:lnTo>
                <a:lnTo>
                  <a:pt x="1803994" y="320832"/>
                </a:lnTo>
                <a:lnTo>
                  <a:pt x="1813236" y="307297"/>
                </a:lnTo>
                <a:lnTo>
                  <a:pt x="1830746" y="286168"/>
                </a:lnTo>
                <a:lnTo>
                  <a:pt x="1843002" y="268642"/>
                </a:lnTo>
                <a:lnTo>
                  <a:pt x="1868878" y="243326"/>
                </a:lnTo>
                <a:lnTo>
                  <a:pt x="1889501" y="219762"/>
                </a:lnTo>
                <a:lnTo>
                  <a:pt x="1892322" y="215283"/>
                </a:lnTo>
                <a:lnTo>
                  <a:pt x="1895726" y="202431"/>
                </a:lnTo>
                <a:lnTo>
                  <a:pt x="1895921" y="196394"/>
                </a:lnTo>
                <a:lnTo>
                  <a:pt x="1895337" y="190260"/>
                </a:lnTo>
                <a:lnTo>
                  <a:pt x="1898158" y="187436"/>
                </a:lnTo>
                <a:lnTo>
                  <a:pt x="1902147" y="185683"/>
                </a:lnTo>
                <a:lnTo>
                  <a:pt x="1903119" y="185683"/>
                </a:lnTo>
                <a:lnTo>
                  <a:pt x="1906135" y="188410"/>
                </a:lnTo>
                <a:lnTo>
                  <a:pt x="1913333" y="192110"/>
                </a:lnTo>
                <a:lnTo>
                  <a:pt x="1918684" y="196881"/>
                </a:lnTo>
                <a:lnTo>
                  <a:pt x="1922283" y="203112"/>
                </a:lnTo>
                <a:lnTo>
                  <a:pt x="1924909" y="208857"/>
                </a:lnTo>
                <a:lnTo>
                  <a:pt x="1925104" y="213823"/>
                </a:lnTo>
                <a:lnTo>
                  <a:pt x="1928314" y="217815"/>
                </a:lnTo>
                <a:lnTo>
                  <a:pt x="1937458" y="218497"/>
                </a:lnTo>
                <a:lnTo>
                  <a:pt x="1940376" y="223560"/>
                </a:lnTo>
                <a:lnTo>
                  <a:pt x="1946699" y="232323"/>
                </a:lnTo>
                <a:lnTo>
                  <a:pt x="1952536" y="238652"/>
                </a:lnTo>
                <a:lnTo>
                  <a:pt x="1956038" y="241086"/>
                </a:lnTo>
                <a:lnTo>
                  <a:pt x="1960513" y="239723"/>
                </a:lnTo>
                <a:lnTo>
                  <a:pt x="1967419" y="233978"/>
                </a:lnTo>
                <a:lnTo>
                  <a:pt x="1972380" y="226968"/>
                </a:lnTo>
                <a:lnTo>
                  <a:pt x="1975688" y="217426"/>
                </a:lnTo>
                <a:lnTo>
                  <a:pt x="1973061" y="216062"/>
                </a:lnTo>
                <a:lnTo>
                  <a:pt x="1977730" y="208954"/>
                </a:lnTo>
                <a:lnTo>
                  <a:pt x="1978606" y="205157"/>
                </a:lnTo>
                <a:lnTo>
                  <a:pt x="1976466" y="201652"/>
                </a:lnTo>
                <a:lnTo>
                  <a:pt x="1973742" y="198244"/>
                </a:lnTo>
                <a:lnTo>
                  <a:pt x="1972672" y="189578"/>
                </a:lnTo>
                <a:lnTo>
                  <a:pt x="1970824" y="178478"/>
                </a:lnTo>
                <a:lnTo>
                  <a:pt x="1969559" y="173512"/>
                </a:lnTo>
                <a:lnTo>
                  <a:pt x="1973158" y="169909"/>
                </a:lnTo>
                <a:lnTo>
                  <a:pt x="1981038" y="165333"/>
                </a:lnTo>
                <a:lnTo>
                  <a:pt x="1988820" y="160075"/>
                </a:lnTo>
                <a:lnTo>
                  <a:pt x="1996797" y="155791"/>
                </a:lnTo>
                <a:lnTo>
                  <a:pt x="1996991" y="163483"/>
                </a:lnTo>
                <a:lnTo>
                  <a:pt x="1996797" y="176141"/>
                </a:lnTo>
                <a:lnTo>
                  <a:pt x="1999229" y="186657"/>
                </a:lnTo>
                <a:lnTo>
                  <a:pt x="2004579" y="205449"/>
                </a:lnTo>
                <a:lnTo>
                  <a:pt x="2010805" y="207981"/>
                </a:lnTo>
                <a:lnTo>
                  <a:pt x="2018198" y="209636"/>
                </a:lnTo>
                <a:lnTo>
                  <a:pt x="2022478" y="209052"/>
                </a:lnTo>
                <a:lnTo>
                  <a:pt x="2025201" y="207883"/>
                </a:lnTo>
                <a:lnTo>
                  <a:pt x="2025980" y="206325"/>
                </a:lnTo>
                <a:lnTo>
                  <a:pt x="2021310" y="199023"/>
                </a:lnTo>
                <a:lnTo>
                  <a:pt x="2020143" y="181691"/>
                </a:lnTo>
                <a:lnTo>
                  <a:pt x="2016349" y="170299"/>
                </a:lnTo>
                <a:lnTo>
                  <a:pt x="2010513" y="159004"/>
                </a:lnTo>
                <a:lnTo>
                  <a:pt x="2007789" y="155791"/>
                </a:lnTo>
                <a:lnTo>
                  <a:pt x="2030649" y="152578"/>
                </a:lnTo>
                <a:lnTo>
                  <a:pt x="2035805" y="149072"/>
                </a:lnTo>
                <a:lnTo>
                  <a:pt x="2044754" y="141283"/>
                </a:lnTo>
                <a:lnTo>
                  <a:pt x="2048061" y="136901"/>
                </a:lnTo>
                <a:lnTo>
                  <a:pt x="2050785" y="127164"/>
                </a:lnTo>
                <a:lnTo>
                  <a:pt x="2039598" y="121322"/>
                </a:lnTo>
                <a:lnTo>
                  <a:pt x="2035221" y="113825"/>
                </a:lnTo>
                <a:lnTo>
                  <a:pt x="2034929" y="105840"/>
                </a:lnTo>
                <a:lnTo>
                  <a:pt x="2048256" y="90846"/>
                </a:lnTo>
                <a:lnTo>
                  <a:pt x="2052925" y="87340"/>
                </a:lnTo>
                <a:lnTo>
                  <a:pt x="2054968" y="92598"/>
                </a:lnTo>
                <a:lnTo>
                  <a:pt x="2060805" y="93961"/>
                </a:lnTo>
                <a:lnTo>
                  <a:pt x="2066252" y="94156"/>
                </a:lnTo>
                <a:lnTo>
                  <a:pt x="2071700" y="93864"/>
                </a:lnTo>
                <a:lnTo>
                  <a:pt x="2079482" y="86269"/>
                </a:lnTo>
                <a:lnTo>
                  <a:pt x="2083470" y="75461"/>
                </a:lnTo>
                <a:lnTo>
                  <a:pt x="2097283" y="60174"/>
                </a:lnTo>
                <a:lnTo>
                  <a:pt x="2102147" y="48393"/>
                </a:lnTo>
                <a:lnTo>
                  <a:pt x="2104871" y="36027"/>
                </a:lnTo>
                <a:lnTo>
                  <a:pt x="2139599" y="0"/>
                </a:lnTo>
                <a:lnTo>
                  <a:pt x="2143782" y="0"/>
                </a:lnTo>
                <a:lnTo>
                  <a:pt x="2164404" y="0"/>
                </a:lnTo>
                <a:lnTo>
                  <a:pt x="2166933" y="0"/>
                </a:lnTo>
                <a:lnTo>
                  <a:pt x="2172478" y="0"/>
                </a:lnTo>
                <a:lnTo>
                  <a:pt x="2174132" y="0"/>
                </a:lnTo>
                <a:lnTo>
                  <a:pt x="2173354" y="0"/>
                </a:lnTo>
                <a:lnTo>
                  <a:pt x="2170046" y="0"/>
                </a:lnTo>
                <a:lnTo>
                  <a:pt x="2168101" y="0"/>
                </a:lnTo>
                <a:lnTo>
                  <a:pt x="2170435" y="0"/>
                </a:lnTo>
                <a:lnTo>
                  <a:pt x="2180260" y="0"/>
                </a:lnTo>
                <a:lnTo>
                  <a:pt x="2190572" y="0"/>
                </a:lnTo>
                <a:lnTo>
                  <a:pt x="2196311" y="0"/>
                </a:lnTo>
                <a:lnTo>
                  <a:pt x="2201272" y="0"/>
                </a:lnTo>
                <a:lnTo>
                  <a:pt x="2211097" y="0"/>
                </a:lnTo>
                <a:lnTo>
                  <a:pt x="2213237" y="0"/>
                </a:lnTo>
                <a:lnTo>
                  <a:pt x="2212556" y="0"/>
                </a:lnTo>
                <a:lnTo>
                  <a:pt x="2213529" y="0"/>
                </a:lnTo>
                <a:lnTo>
                  <a:pt x="2217323" y="0"/>
                </a:lnTo>
                <a:lnTo>
                  <a:pt x="2225689" y="0"/>
                </a:lnTo>
                <a:lnTo>
                  <a:pt x="2237264" y="0"/>
                </a:lnTo>
                <a:lnTo>
                  <a:pt x="2248062" y="0"/>
                </a:lnTo>
                <a:lnTo>
                  <a:pt x="2251564" y="2532"/>
                </a:lnTo>
                <a:lnTo>
                  <a:pt x="2253899" y="7108"/>
                </a:lnTo>
                <a:lnTo>
                  <a:pt x="2256233" y="14605"/>
                </a:lnTo>
                <a:lnTo>
                  <a:pt x="2256428" y="22200"/>
                </a:lnTo>
                <a:lnTo>
                  <a:pt x="2248646" y="29503"/>
                </a:lnTo>
                <a:lnTo>
                  <a:pt x="2251953" y="41479"/>
                </a:lnTo>
                <a:lnTo>
                  <a:pt x="2251467" y="48490"/>
                </a:lnTo>
                <a:lnTo>
                  <a:pt x="2248743" y="54429"/>
                </a:lnTo>
                <a:lnTo>
                  <a:pt x="2237459" y="59882"/>
                </a:lnTo>
                <a:lnTo>
                  <a:pt x="2268296" y="54527"/>
                </a:lnTo>
                <a:lnTo>
                  <a:pt x="2275883" y="51411"/>
                </a:lnTo>
                <a:lnTo>
                  <a:pt x="2286389" y="43524"/>
                </a:lnTo>
                <a:lnTo>
                  <a:pt x="2292031" y="50340"/>
                </a:lnTo>
                <a:lnTo>
                  <a:pt x="2297284" y="62122"/>
                </a:lnTo>
                <a:lnTo>
                  <a:pt x="2293004" y="65043"/>
                </a:lnTo>
                <a:lnTo>
                  <a:pt x="2279677" y="69424"/>
                </a:lnTo>
                <a:lnTo>
                  <a:pt x="2278996" y="71177"/>
                </a:lnTo>
                <a:lnTo>
                  <a:pt x="2283471" y="77311"/>
                </a:lnTo>
                <a:lnTo>
                  <a:pt x="2289016" y="76727"/>
                </a:lnTo>
                <a:lnTo>
                  <a:pt x="2300105" y="72637"/>
                </a:lnTo>
                <a:lnTo>
                  <a:pt x="2310222" y="66114"/>
                </a:lnTo>
                <a:lnTo>
                  <a:pt x="2315183" y="66211"/>
                </a:lnTo>
                <a:lnTo>
                  <a:pt x="2320339" y="67574"/>
                </a:lnTo>
                <a:lnTo>
                  <a:pt x="2330358" y="71761"/>
                </a:lnTo>
                <a:lnTo>
                  <a:pt x="2336000" y="75072"/>
                </a:lnTo>
                <a:lnTo>
                  <a:pt x="2340767" y="79356"/>
                </a:lnTo>
                <a:lnTo>
                  <a:pt x="2343880" y="88411"/>
                </a:lnTo>
                <a:lnTo>
                  <a:pt x="2355455" y="91624"/>
                </a:lnTo>
                <a:lnTo>
                  <a:pt x="2379094" y="104282"/>
                </a:lnTo>
                <a:lnTo>
                  <a:pt x="2383568" y="105354"/>
                </a:lnTo>
                <a:lnTo>
                  <a:pt x="2388140" y="105646"/>
                </a:lnTo>
                <a:lnTo>
                  <a:pt x="2400592" y="104088"/>
                </a:lnTo>
                <a:lnTo>
                  <a:pt x="2404969" y="105840"/>
                </a:lnTo>
                <a:lnTo>
                  <a:pt x="2408179" y="110417"/>
                </a:lnTo>
                <a:lnTo>
                  <a:pt x="2409152" y="116064"/>
                </a:lnTo>
                <a:lnTo>
                  <a:pt x="2408860" y="122101"/>
                </a:lnTo>
                <a:lnTo>
                  <a:pt x="2407596" y="126677"/>
                </a:lnTo>
                <a:lnTo>
                  <a:pt x="2404677" y="130475"/>
                </a:lnTo>
                <a:lnTo>
                  <a:pt x="2396117" y="136317"/>
                </a:lnTo>
                <a:lnTo>
                  <a:pt x="2374716" y="143814"/>
                </a:lnTo>
                <a:lnTo>
                  <a:pt x="2351370" y="149559"/>
                </a:lnTo>
                <a:lnTo>
                  <a:pt x="2339599" y="149170"/>
                </a:lnTo>
                <a:lnTo>
                  <a:pt x="2323160" y="144204"/>
                </a:lnTo>
                <a:lnTo>
                  <a:pt x="2317129" y="144885"/>
                </a:lnTo>
                <a:lnTo>
                  <a:pt x="2311389" y="147125"/>
                </a:lnTo>
                <a:lnTo>
                  <a:pt x="2303996" y="162704"/>
                </a:lnTo>
                <a:lnTo>
                  <a:pt x="2317518" y="178283"/>
                </a:lnTo>
                <a:lnTo>
                  <a:pt x="2340669" y="194544"/>
                </a:lnTo>
                <a:lnTo>
                  <a:pt x="2343880" y="198536"/>
                </a:lnTo>
                <a:lnTo>
                  <a:pt x="2343004" y="203502"/>
                </a:lnTo>
                <a:lnTo>
                  <a:pt x="2339308" y="206520"/>
                </a:lnTo>
                <a:lnTo>
                  <a:pt x="2334444" y="208176"/>
                </a:lnTo>
                <a:lnTo>
                  <a:pt x="2321409" y="210707"/>
                </a:lnTo>
                <a:lnTo>
                  <a:pt x="2308276" y="212655"/>
                </a:lnTo>
                <a:lnTo>
                  <a:pt x="2297381" y="215381"/>
                </a:lnTo>
                <a:lnTo>
                  <a:pt x="2286778" y="219081"/>
                </a:lnTo>
                <a:lnTo>
                  <a:pt x="2275883" y="217815"/>
                </a:lnTo>
                <a:lnTo>
                  <a:pt x="2260805" y="210512"/>
                </a:lnTo>
                <a:lnTo>
                  <a:pt x="2256428" y="210026"/>
                </a:lnTo>
                <a:lnTo>
                  <a:pt x="2251953" y="213823"/>
                </a:lnTo>
                <a:lnTo>
                  <a:pt x="2247478" y="223949"/>
                </a:lnTo>
                <a:lnTo>
                  <a:pt x="2244560" y="226773"/>
                </a:lnTo>
                <a:close/>
              </a:path>
              <a:path w="4572000" h="1752647">
                <a:moveTo>
                  <a:pt x="563134" y="117330"/>
                </a:moveTo>
                <a:lnTo>
                  <a:pt x="560702" y="120056"/>
                </a:lnTo>
                <a:lnTo>
                  <a:pt x="553601" y="118498"/>
                </a:lnTo>
                <a:lnTo>
                  <a:pt x="554866" y="102530"/>
                </a:lnTo>
                <a:lnTo>
                  <a:pt x="558951" y="100485"/>
                </a:lnTo>
                <a:lnTo>
                  <a:pt x="565177" y="103406"/>
                </a:lnTo>
                <a:lnTo>
                  <a:pt x="567998" y="106133"/>
                </a:lnTo>
                <a:lnTo>
                  <a:pt x="563134" y="117330"/>
                </a:lnTo>
                <a:close/>
              </a:path>
              <a:path w="4572000" h="1752647">
                <a:moveTo>
                  <a:pt x="520235" y="3311"/>
                </a:moveTo>
                <a:lnTo>
                  <a:pt x="527142" y="13729"/>
                </a:lnTo>
                <a:lnTo>
                  <a:pt x="523640" y="18403"/>
                </a:lnTo>
                <a:lnTo>
                  <a:pt x="521986" y="19766"/>
                </a:lnTo>
                <a:lnTo>
                  <a:pt x="517803" y="18208"/>
                </a:lnTo>
                <a:lnTo>
                  <a:pt x="513912" y="22200"/>
                </a:lnTo>
                <a:lnTo>
                  <a:pt x="510118" y="23077"/>
                </a:lnTo>
                <a:lnTo>
                  <a:pt x="506325" y="15774"/>
                </a:lnTo>
                <a:lnTo>
                  <a:pt x="501655" y="12950"/>
                </a:lnTo>
                <a:lnTo>
                  <a:pt x="500585" y="7984"/>
                </a:lnTo>
                <a:lnTo>
                  <a:pt x="506908" y="7108"/>
                </a:lnTo>
                <a:lnTo>
                  <a:pt x="510605" y="8763"/>
                </a:lnTo>
                <a:lnTo>
                  <a:pt x="517706" y="5355"/>
                </a:lnTo>
                <a:lnTo>
                  <a:pt x="520235" y="3311"/>
                </a:lnTo>
                <a:close/>
              </a:path>
              <a:path w="4572000" h="1752647">
                <a:moveTo>
                  <a:pt x="1642904" y="397753"/>
                </a:moveTo>
                <a:lnTo>
                  <a:pt x="1639986" y="399019"/>
                </a:lnTo>
                <a:lnTo>
                  <a:pt x="1635414" y="395514"/>
                </a:lnTo>
                <a:lnTo>
                  <a:pt x="1634247" y="366011"/>
                </a:lnTo>
                <a:lnTo>
                  <a:pt x="1637457" y="363382"/>
                </a:lnTo>
                <a:lnTo>
                  <a:pt x="1639597" y="363772"/>
                </a:lnTo>
                <a:lnTo>
                  <a:pt x="1641834" y="369127"/>
                </a:lnTo>
                <a:lnTo>
                  <a:pt x="1641640" y="382077"/>
                </a:lnTo>
                <a:lnTo>
                  <a:pt x="1642029" y="393469"/>
                </a:lnTo>
                <a:lnTo>
                  <a:pt x="1642904" y="397753"/>
                </a:lnTo>
                <a:close/>
              </a:path>
              <a:path w="4572000" h="1752647">
                <a:moveTo>
                  <a:pt x="921209" y="503302"/>
                </a:moveTo>
                <a:lnTo>
                  <a:pt x="906618" y="509728"/>
                </a:lnTo>
                <a:lnTo>
                  <a:pt x="890081" y="503789"/>
                </a:lnTo>
                <a:lnTo>
                  <a:pt x="895431" y="494344"/>
                </a:lnTo>
                <a:lnTo>
                  <a:pt x="906423" y="492007"/>
                </a:lnTo>
                <a:lnTo>
                  <a:pt x="915275" y="495025"/>
                </a:lnTo>
                <a:lnTo>
                  <a:pt x="920334" y="497362"/>
                </a:lnTo>
                <a:lnTo>
                  <a:pt x="923739" y="499991"/>
                </a:lnTo>
                <a:lnTo>
                  <a:pt x="921209" y="503302"/>
                </a:lnTo>
                <a:close/>
              </a:path>
              <a:path w="4572000" h="1752647">
                <a:moveTo>
                  <a:pt x="2007789" y="155791"/>
                </a:moveTo>
                <a:lnTo>
                  <a:pt x="2010513" y="159004"/>
                </a:lnTo>
                <a:lnTo>
                  <a:pt x="2016349" y="170299"/>
                </a:lnTo>
                <a:lnTo>
                  <a:pt x="2020143" y="181691"/>
                </a:lnTo>
                <a:lnTo>
                  <a:pt x="2021310" y="199023"/>
                </a:lnTo>
                <a:lnTo>
                  <a:pt x="2025980" y="206325"/>
                </a:lnTo>
                <a:lnTo>
                  <a:pt x="2025201" y="207883"/>
                </a:lnTo>
                <a:lnTo>
                  <a:pt x="2022478" y="209052"/>
                </a:lnTo>
                <a:lnTo>
                  <a:pt x="2018198" y="209636"/>
                </a:lnTo>
                <a:lnTo>
                  <a:pt x="2010805" y="207981"/>
                </a:lnTo>
                <a:lnTo>
                  <a:pt x="2004579" y="205449"/>
                </a:lnTo>
                <a:lnTo>
                  <a:pt x="1999229" y="186657"/>
                </a:lnTo>
                <a:lnTo>
                  <a:pt x="1996797" y="176141"/>
                </a:lnTo>
                <a:lnTo>
                  <a:pt x="1996991" y="163483"/>
                </a:lnTo>
                <a:lnTo>
                  <a:pt x="1996797" y="155791"/>
                </a:lnTo>
                <a:lnTo>
                  <a:pt x="2007789" y="155791"/>
                </a:lnTo>
                <a:close/>
              </a:path>
              <a:path w="4572000" h="1752647">
                <a:moveTo>
                  <a:pt x="1996797" y="155791"/>
                </a:moveTo>
                <a:lnTo>
                  <a:pt x="1988820" y="160075"/>
                </a:lnTo>
                <a:lnTo>
                  <a:pt x="1981038" y="165333"/>
                </a:lnTo>
                <a:lnTo>
                  <a:pt x="1973158" y="169909"/>
                </a:lnTo>
                <a:lnTo>
                  <a:pt x="1969559" y="173512"/>
                </a:lnTo>
                <a:lnTo>
                  <a:pt x="1970824" y="178478"/>
                </a:lnTo>
                <a:lnTo>
                  <a:pt x="1972672" y="189578"/>
                </a:lnTo>
                <a:lnTo>
                  <a:pt x="1973742" y="198244"/>
                </a:lnTo>
                <a:lnTo>
                  <a:pt x="1976466" y="201652"/>
                </a:lnTo>
                <a:lnTo>
                  <a:pt x="1978606" y="205157"/>
                </a:lnTo>
                <a:lnTo>
                  <a:pt x="1977730" y="208954"/>
                </a:lnTo>
                <a:lnTo>
                  <a:pt x="1973061" y="216062"/>
                </a:lnTo>
                <a:lnTo>
                  <a:pt x="1975688" y="217426"/>
                </a:lnTo>
                <a:lnTo>
                  <a:pt x="1972380" y="226968"/>
                </a:lnTo>
                <a:lnTo>
                  <a:pt x="1967419" y="233978"/>
                </a:lnTo>
                <a:lnTo>
                  <a:pt x="1960513" y="239723"/>
                </a:lnTo>
                <a:lnTo>
                  <a:pt x="1956038" y="241086"/>
                </a:lnTo>
                <a:lnTo>
                  <a:pt x="1952536" y="238652"/>
                </a:lnTo>
                <a:lnTo>
                  <a:pt x="1946699" y="232323"/>
                </a:lnTo>
                <a:lnTo>
                  <a:pt x="1940376" y="223560"/>
                </a:lnTo>
                <a:lnTo>
                  <a:pt x="1937458" y="218497"/>
                </a:lnTo>
                <a:lnTo>
                  <a:pt x="1928314" y="217815"/>
                </a:lnTo>
                <a:lnTo>
                  <a:pt x="1925104" y="213823"/>
                </a:lnTo>
                <a:lnTo>
                  <a:pt x="1924909" y="208857"/>
                </a:lnTo>
                <a:lnTo>
                  <a:pt x="1922283" y="203112"/>
                </a:lnTo>
                <a:lnTo>
                  <a:pt x="1918684" y="196881"/>
                </a:lnTo>
                <a:lnTo>
                  <a:pt x="1913333" y="192110"/>
                </a:lnTo>
                <a:lnTo>
                  <a:pt x="1906135" y="188410"/>
                </a:lnTo>
                <a:lnTo>
                  <a:pt x="1903119" y="185683"/>
                </a:lnTo>
                <a:lnTo>
                  <a:pt x="1914209" y="185878"/>
                </a:lnTo>
                <a:lnTo>
                  <a:pt x="1925979" y="184320"/>
                </a:lnTo>
                <a:lnTo>
                  <a:pt x="1938139" y="179159"/>
                </a:lnTo>
                <a:lnTo>
                  <a:pt x="1949909" y="172830"/>
                </a:lnTo>
                <a:lnTo>
                  <a:pt x="1959734" y="165723"/>
                </a:lnTo>
                <a:lnTo>
                  <a:pt x="1968976" y="157641"/>
                </a:lnTo>
                <a:lnTo>
                  <a:pt x="1978703" y="151312"/>
                </a:lnTo>
                <a:lnTo>
                  <a:pt x="1993684" y="143912"/>
                </a:lnTo>
                <a:lnTo>
                  <a:pt x="1998839" y="144496"/>
                </a:lnTo>
                <a:lnTo>
                  <a:pt x="1998742" y="149754"/>
                </a:lnTo>
                <a:lnTo>
                  <a:pt x="1996797" y="155791"/>
                </a:lnTo>
                <a:close/>
              </a:path>
              <a:path w="4572000" h="1752647">
                <a:moveTo>
                  <a:pt x="2973551" y="1559077"/>
                </a:moveTo>
                <a:lnTo>
                  <a:pt x="2970244" y="1546419"/>
                </a:lnTo>
                <a:lnTo>
                  <a:pt x="2966644" y="1540966"/>
                </a:lnTo>
                <a:lnTo>
                  <a:pt x="2963823" y="1537850"/>
                </a:lnTo>
                <a:lnTo>
                  <a:pt x="2962948" y="1534053"/>
                </a:lnTo>
                <a:lnTo>
                  <a:pt x="2963045" y="1530061"/>
                </a:lnTo>
                <a:lnTo>
                  <a:pt x="2964796" y="1528211"/>
                </a:lnTo>
                <a:lnTo>
                  <a:pt x="2976664" y="1527724"/>
                </a:lnTo>
                <a:lnTo>
                  <a:pt x="2981430" y="1521200"/>
                </a:lnTo>
                <a:lnTo>
                  <a:pt x="2981430" y="1513411"/>
                </a:lnTo>
                <a:lnTo>
                  <a:pt x="2978998" y="1510684"/>
                </a:lnTo>
                <a:lnTo>
                  <a:pt x="2976664" y="1509613"/>
                </a:lnTo>
                <a:lnTo>
                  <a:pt x="2964310" y="1515455"/>
                </a:lnTo>
                <a:lnTo>
                  <a:pt x="2960808" y="1514384"/>
                </a:lnTo>
                <a:lnTo>
                  <a:pt x="2958668" y="1512340"/>
                </a:lnTo>
                <a:lnTo>
                  <a:pt x="2959349" y="1503576"/>
                </a:lnTo>
                <a:lnTo>
                  <a:pt x="2969563" y="1495495"/>
                </a:lnTo>
                <a:lnTo>
                  <a:pt x="2978220" y="1480792"/>
                </a:lnTo>
                <a:lnTo>
                  <a:pt x="2984251" y="1474950"/>
                </a:lnTo>
                <a:lnTo>
                  <a:pt x="2998357" y="1469400"/>
                </a:lnTo>
                <a:lnTo>
                  <a:pt x="3004096" y="1467842"/>
                </a:lnTo>
                <a:lnTo>
                  <a:pt x="3045147" y="1459760"/>
                </a:lnTo>
                <a:lnTo>
                  <a:pt x="3054971" y="1459273"/>
                </a:lnTo>
                <a:lnTo>
                  <a:pt x="3081042" y="1459468"/>
                </a:lnTo>
                <a:lnTo>
                  <a:pt x="3115867" y="1457715"/>
                </a:lnTo>
                <a:lnTo>
                  <a:pt x="3124524" y="1456547"/>
                </a:lnTo>
                <a:lnTo>
                  <a:pt x="3135711" y="1453042"/>
                </a:lnTo>
                <a:lnTo>
                  <a:pt x="3146509" y="1448563"/>
                </a:lnTo>
                <a:lnTo>
                  <a:pt x="3152248" y="1445155"/>
                </a:lnTo>
                <a:lnTo>
                  <a:pt x="3158182" y="1442623"/>
                </a:lnTo>
                <a:lnTo>
                  <a:pt x="3167131" y="1445739"/>
                </a:lnTo>
                <a:lnTo>
                  <a:pt x="3182404" y="1448173"/>
                </a:lnTo>
                <a:lnTo>
                  <a:pt x="3186489" y="1450315"/>
                </a:lnTo>
                <a:lnTo>
                  <a:pt x="3190283" y="1453236"/>
                </a:lnTo>
                <a:lnTo>
                  <a:pt x="3172676" y="1468718"/>
                </a:lnTo>
                <a:lnTo>
                  <a:pt x="3153221" y="1481474"/>
                </a:lnTo>
                <a:lnTo>
                  <a:pt x="3141256" y="1485368"/>
                </a:lnTo>
                <a:lnTo>
                  <a:pt x="3128902" y="1487997"/>
                </a:lnTo>
                <a:lnTo>
                  <a:pt x="3119563" y="1492963"/>
                </a:lnTo>
                <a:lnTo>
                  <a:pt x="3111586" y="1500753"/>
                </a:lnTo>
                <a:lnTo>
                  <a:pt x="3101470" y="1505134"/>
                </a:lnTo>
                <a:lnTo>
                  <a:pt x="3089991" y="1506595"/>
                </a:lnTo>
                <a:lnTo>
                  <a:pt x="3080166" y="1508932"/>
                </a:lnTo>
                <a:lnTo>
                  <a:pt x="3071314" y="1513508"/>
                </a:lnTo>
                <a:lnTo>
                  <a:pt x="3058960" y="1521298"/>
                </a:lnTo>
                <a:lnTo>
                  <a:pt x="3053999" y="1522077"/>
                </a:lnTo>
                <a:lnTo>
                  <a:pt x="3048649" y="1521882"/>
                </a:lnTo>
                <a:lnTo>
                  <a:pt x="3038434" y="1524900"/>
                </a:lnTo>
                <a:lnTo>
                  <a:pt x="3006625" y="1536098"/>
                </a:lnTo>
                <a:lnTo>
                  <a:pt x="2987364" y="1548561"/>
                </a:lnTo>
                <a:lnTo>
                  <a:pt x="2973551" y="1559077"/>
                </a:lnTo>
                <a:close/>
              </a:path>
              <a:path w="4572000" h="1752647">
                <a:moveTo>
                  <a:pt x="2873162" y="1542524"/>
                </a:moveTo>
                <a:lnTo>
                  <a:pt x="2888920" y="1534150"/>
                </a:lnTo>
                <a:lnTo>
                  <a:pt x="2912850" y="1527724"/>
                </a:lnTo>
                <a:lnTo>
                  <a:pt x="2912267" y="1532495"/>
                </a:lnTo>
                <a:lnTo>
                  <a:pt x="2909835" y="1539798"/>
                </a:lnTo>
                <a:lnTo>
                  <a:pt x="2906236" y="1543303"/>
                </a:lnTo>
                <a:lnTo>
                  <a:pt x="2900691" y="1549535"/>
                </a:lnTo>
                <a:lnTo>
                  <a:pt x="2897092" y="1550898"/>
                </a:lnTo>
                <a:lnTo>
                  <a:pt x="2882792" y="1549535"/>
                </a:lnTo>
                <a:lnTo>
                  <a:pt x="2880944" y="1550411"/>
                </a:lnTo>
                <a:lnTo>
                  <a:pt x="2878414" y="1549729"/>
                </a:lnTo>
                <a:lnTo>
                  <a:pt x="2874718" y="1545737"/>
                </a:lnTo>
                <a:lnTo>
                  <a:pt x="2873162" y="1542524"/>
                </a:lnTo>
                <a:close/>
              </a:path>
              <a:path w="4572000" h="1752647">
                <a:moveTo>
                  <a:pt x="4521027" y="1520811"/>
                </a:moveTo>
                <a:lnTo>
                  <a:pt x="4521027" y="1519545"/>
                </a:lnTo>
                <a:lnTo>
                  <a:pt x="4521027" y="1499682"/>
                </a:lnTo>
                <a:lnTo>
                  <a:pt x="4521027" y="1479916"/>
                </a:lnTo>
                <a:lnTo>
                  <a:pt x="4521027" y="1460150"/>
                </a:lnTo>
                <a:lnTo>
                  <a:pt x="4521027" y="1440286"/>
                </a:lnTo>
                <a:lnTo>
                  <a:pt x="4521027" y="1420520"/>
                </a:lnTo>
                <a:lnTo>
                  <a:pt x="4521027" y="1400754"/>
                </a:lnTo>
                <a:lnTo>
                  <a:pt x="4520930" y="1380988"/>
                </a:lnTo>
                <a:lnTo>
                  <a:pt x="4520930" y="1361125"/>
                </a:lnTo>
                <a:lnTo>
                  <a:pt x="4520930" y="1341359"/>
                </a:lnTo>
                <a:lnTo>
                  <a:pt x="4520930" y="1321593"/>
                </a:lnTo>
                <a:lnTo>
                  <a:pt x="4520930" y="1305235"/>
                </a:lnTo>
                <a:lnTo>
                  <a:pt x="4515580" y="1298906"/>
                </a:lnTo>
                <a:lnTo>
                  <a:pt x="4509938" y="1289169"/>
                </a:lnTo>
                <a:lnTo>
                  <a:pt x="4511202" y="1276706"/>
                </a:lnTo>
                <a:lnTo>
                  <a:pt x="4517914" y="1261127"/>
                </a:lnTo>
                <a:lnTo>
                  <a:pt x="4520930" y="1250806"/>
                </a:lnTo>
                <a:lnTo>
                  <a:pt x="4520930" y="1242335"/>
                </a:lnTo>
                <a:lnTo>
                  <a:pt x="4520930" y="1222569"/>
                </a:lnTo>
                <a:lnTo>
                  <a:pt x="4520930" y="1202803"/>
                </a:lnTo>
                <a:lnTo>
                  <a:pt x="4520930" y="1183037"/>
                </a:lnTo>
                <a:lnTo>
                  <a:pt x="4520930" y="1163173"/>
                </a:lnTo>
                <a:lnTo>
                  <a:pt x="4520930" y="1143407"/>
                </a:lnTo>
                <a:lnTo>
                  <a:pt x="4520930" y="1123641"/>
                </a:lnTo>
                <a:lnTo>
                  <a:pt x="4520833" y="1103778"/>
                </a:lnTo>
                <a:lnTo>
                  <a:pt x="4520833" y="1084012"/>
                </a:lnTo>
                <a:lnTo>
                  <a:pt x="4520833" y="1064246"/>
                </a:lnTo>
                <a:lnTo>
                  <a:pt x="4520833" y="1044383"/>
                </a:lnTo>
                <a:lnTo>
                  <a:pt x="4520833" y="1024617"/>
                </a:lnTo>
                <a:lnTo>
                  <a:pt x="4520833" y="1004851"/>
                </a:lnTo>
                <a:lnTo>
                  <a:pt x="4520833" y="985085"/>
                </a:lnTo>
                <a:lnTo>
                  <a:pt x="4520833" y="965222"/>
                </a:lnTo>
                <a:lnTo>
                  <a:pt x="4520833" y="945456"/>
                </a:lnTo>
                <a:lnTo>
                  <a:pt x="4520833" y="925690"/>
                </a:lnTo>
                <a:lnTo>
                  <a:pt x="4520833" y="905826"/>
                </a:lnTo>
                <a:lnTo>
                  <a:pt x="4520735" y="893947"/>
                </a:lnTo>
                <a:lnTo>
                  <a:pt x="4520735" y="887424"/>
                </a:lnTo>
                <a:lnTo>
                  <a:pt x="4520735" y="887034"/>
                </a:lnTo>
                <a:lnTo>
                  <a:pt x="4523654" y="887034"/>
                </a:lnTo>
                <a:lnTo>
                  <a:pt x="4533576" y="887131"/>
                </a:lnTo>
                <a:lnTo>
                  <a:pt x="4541455" y="888787"/>
                </a:lnTo>
                <a:lnTo>
                  <a:pt x="4572000" y="909916"/>
                </a:lnTo>
                <a:lnTo>
                  <a:pt x="4572000" y="918387"/>
                </a:lnTo>
                <a:lnTo>
                  <a:pt x="4572000" y="920432"/>
                </a:lnTo>
                <a:lnTo>
                  <a:pt x="4572000" y="921503"/>
                </a:lnTo>
                <a:lnTo>
                  <a:pt x="4572000" y="933090"/>
                </a:lnTo>
                <a:lnTo>
                  <a:pt x="4572000" y="944969"/>
                </a:lnTo>
                <a:lnTo>
                  <a:pt x="4572000" y="956264"/>
                </a:lnTo>
                <a:lnTo>
                  <a:pt x="4572000" y="958601"/>
                </a:lnTo>
                <a:lnTo>
                  <a:pt x="4572000" y="959574"/>
                </a:lnTo>
                <a:lnTo>
                  <a:pt x="4572000" y="963469"/>
                </a:lnTo>
                <a:lnTo>
                  <a:pt x="4572000" y="966974"/>
                </a:lnTo>
                <a:lnTo>
                  <a:pt x="4572000" y="980801"/>
                </a:lnTo>
                <a:lnTo>
                  <a:pt x="4572000" y="985085"/>
                </a:lnTo>
                <a:lnTo>
                  <a:pt x="4572000" y="992875"/>
                </a:lnTo>
                <a:lnTo>
                  <a:pt x="4572000" y="1001346"/>
                </a:lnTo>
                <a:lnTo>
                  <a:pt x="4572000" y="1003390"/>
                </a:lnTo>
                <a:lnTo>
                  <a:pt x="4572000" y="1004364"/>
                </a:lnTo>
                <a:lnTo>
                  <a:pt x="4572000" y="1004656"/>
                </a:lnTo>
                <a:lnTo>
                  <a:pt x="4572000" y="1003196"/>
                </a:lnTo>
                <a:lnTo>
                  <a:pt x="4572000" y="1003877"/>
                </a:lnTo>
                <a:lnTo>
                  <a:pt x="4572000" y="1005338"/>
                </a:lnTo>
                <a:lnTo>
                  <a:pt x="4572000" y="1008259"/>
                </a:lnTo>
                <a:lnTo>
                  <a:pt x="4572000" y="1013906"/>
                </a:lnTo>
                <a:lnTo>
                  <a:pt x="4572000" y="1021696"/>
                </a:lnTo>
                <a:lnTo>
                  <a:pt x="4572000" y="1025201"/>
                </a:lnTo>
                <a:lnTo>
                  <a:pt x="4572000" y="1032212"/>
                </a:lnTo>
                <a:lnTo>
                  <a:pt x="4572000" y="1040683"/>
                </a:lnTo>
                <a:lnTo>
                  <a:pt x="4572000" y="1049154"/>
                </a:lnTo>
                <a:lnTo>
                  <a:pt x="4572000" y="1056359"/>
                </a:lnTo>
                <a:lnTo>
                  <a:pt x="4572000" y="1059378"/>
                </a:lnTo>
                <a:lnTo>
                  <a:pt x="4572000" y="1059865"/>
                </a:lnTo>
                <a:lnTo>
                  <a:pt x="4572000" y="1102512"/>
                </a:lnTo>
                <a:lnTo>
                  <a:pt x="4572000" y="1109133"/>
                </a:lnTo>
                <a:lnTo>
                  <a:pt x="4572000" y="1137078"/>
                </a:lnTo>
                <a:lnTo>
                  <a:pt x="4572000" y="1158889"/>
                </a:lnTo>
                <a:lnTo>
                  <a:pt x="4572000" y="1165608"/>
                </a:lnTo>
                <a:lnTo>
                  <a:pt x="4572000" y="1168139"/>
                </a:lnTo>
                <a:lnTo>
                  <a:pt x="4572000" y="1172813"/>
                </a:lnTo>
                <a:lnTo>
                  <a:pt x="4572000" y="1179824"/>
                </a:lnTo>
                <a:lnTo>
                  <a:pt x="4572000" y="1209229"/>
                </a:lnTo>
                <a:lnTo>
                  <a:pt x="4572000" y="1211761"/>
                </a:lnTo>
                <a:lnTo>
                  <a:pt x="4572000" y="1212734"/>
                </a:lnTo>
                <a:lnTo>
                  <a:pt x="4572000" y="1212345"/>
                </a:lnTo>
                <a:lnTo>
                  <a:pt x="4572000" y="1213805"/>
                </a:lnTo>
                <a:lnTo>
                  <a:pt x="4572000" y="1219161"/>
                </a:lnTo>
                <a:lnTo>
                  <a:pt x="4572000" y="1222666"/>
                </a:lnTo>
                <a:lnTo>
                  <a:pt x="4572000" y="1232208"/>
                </a:lnTo>
                <a:lnTo>
                  <a:pt x="4572000" y="1242529"/>
                </a:lnTo>
                <a:lnTo>
                  <a:pt x="4572000" y="1245548"/>
                </a:lnTo>
                <a:lnTo>
                  <a:pt x="4572000" y="1247787"/>
                </a:lnTo>
                <a:lnTo>
                  <a:pt x="4572000" y="1253435"/>
                </a:lnTo>
                <a:lnTo>
                  <a:pt x="4572000" y="1270766"/>
                </a:lnTo>
                <a:lnTo>
                  <a:pt x="4572000" y="1281574"/>
                </a:lnTo>
                <a:lnTo>
                  <a:pt x="4572000" y="1285664"/>
                </a:lnTo>
                <a:lnTo>
                  <a:pt x="4572000" y="1287611"/>
                </a:lnTo>
                <a:lnTo>
                  <a:pt x="4572000" y="1289364"/>
                </a:lnTo>
                <a:lnTo>
                  <a:pt x="4572000" y="1287417"/>
                </a:lnTo>
                <a:lnTo>
                  <a:pt x="4572000" y="1298322"/>
                </a:lnTo>
                <a:lnTo>
                  <a:pt x="4572000" y="1303093"/>
                </a:lnTo>
                <a:lnTo>
                  <a:pt x="4572000" y="1307572"/>
                </a:lnTo>
                <a:lnTo>
                  <a:pt x="4572000" y="1330746"/>
                </a:lnTo>
                <a:lnTo>
                  <a:pt x="4572000" y="1351291"/>
                </a:lnTo>
                <a:lnTo>
                  <a:pt x="4572000" y="1359665"/>
                </a:lnTo>
                <a:lnTo>
                  <a:pt x="4572000" y="1366480"/>
                </a:lnTo>
                <a:lnTo>
                  <a:pt x="4572000" y="1374465"/>
                </a:lnTo>
                <a:lnTo>
                  <a:pt x="4572000" y="1383715"/>
                </a:lnTo>
                <a:lnTo>
                  <a:pt x="4572000" y="1399781"/>
                </a:lnTo>
                <a:lnTo>
                  <a:pt x="4572000" y="1405818"/>
                </a:lnTo>
                <a:lnTo>
                  <a:pt x="4572000" y="1409420"/>
                </a:lnTo>
                <a:lnTo>
                  <a:pt x="4572000" y="1421981"/>
                </a:lnTo>
                <a:lnTo>
                  <a:pt x="4572000" y="1427434"/>
                </a:lnTo>
                <a:lnTo>
                  <a:pt x="4572000" y="1444863"/>
                </a:lnTo>
                <a:lnTo>
                  <a:pt x="4572000" y="1456644"/>
                </a:lnTo>
                <a:lnTo>
                  <a:pt x="4572000" y="1461513"/>
                </a:lnTo>
                <a:lnTo>
                  <a:pt x="4572000" y="1465797"/>
                </a:lnTo>
                <a:lnTo>
                  <a:pt x="4572000" y="1476508"/>
                </a:lnTo>
                <a:lnTo>
                  <a:pt x="4572000" y="1479526"/>
                </a:lnTo>
                <a:lnTo>
                  <a:pt x="4572000" y="1503284"/>
                </a:lnTo>
                <a:lnTo>
                  <a:pt x="4572000" y="1514287"/>
                </a:lnTo>
                <a:lnTo>
                  <a:pt x="4572000" y="1518182"/>
                </a:lnTo>
                <a:lnTo>
                  <a:pt x="4572000" y="1517890"/>
                </a:lnTo>
                <a:lnTo>
                  <a:pt x="4572000" y="1510879"/>
                </a:lnTo>
                <a:lnTo>
                  <a:pt x="4572000" y="1510684"/>
                </a:lnTo>
                <a:lnTo>
                  <a:pt x="4572000" y="1512242"/>
                </a:lnTo>
                <a:lnTo>
                  <a:pt x="4572000" y="1516137"/>
                </a:lnTo>
                <a:lnTo>
                  <a:pt x="4572000" y="1526848"/>
                </a:lnTo>
                <a:lnTo>
                  <a:pt x="4572000" y="1538045"/>
                </a:lnTo>
                <a:lnTo>
                  <a:pt x="4572000" y="1548853"/>
                </a:lnTo>
                <a:lnTo>
                  <a:pt x="4572000" y="1557714"/>
                </a:lnTo>
                <a:lnTo>
                  <a:pt x="4572000" y="1564627"/>
                </a:lnTo>
                <a:lnTo>
                  <a:pt x="4572000" y="1566477"/>
                </a:lnTo>
                <a:lnTo>
                  <a:pt x="4572000" y="1568716"/>
                </a:lnTo>
                <a:lnTo>
                  <a:pt x="4572000" y="1570566"/>
                </a:lnTo>
                <a:lnTo>
                  <a:pt x="4572000" y="1573585"/>
                </a:lnTo>
                <a:lnTo>
                  <a:pt x="4572000" y="1576214"/>
                </a:lnTo>
                <a:lnTo>
                  <a:pt x="4572000" y="1580985"/>
                </a:lnTo>
                <a:lnTo>
                  <a:pt x="4572000" y="1583322"/>
                </a:lnTo>
                <a:lnTo>
                  <a:pt x="4572000" y="1584296"/>
                </a:lnTo>
                <a:lnTo>
                  <a:pt x="4572000" y="1587703"/>
                </a:lnTo>
                <a:lnTo>
                  <a:pt x="4572000" y="1593838"/>
                </a:lnTo>
                <a:lnTo>
                  <a:pt x="4572000" y="1600167"/>
                </a:lnTo>
                <a:lnTo>
                  <a:pt x="4572000" y="1607859"/>
                </a:lnTo>
                <a:lnTo>
                  <a:pt x="4572000" y="1610683"/>
                </a:lnTo>
                <a:lnTo>
                  <a:pt x="4572000" y="1612533"/>
                </a:lnTo>
                <a:lnTo>
                  <a:pt x="4572000" y="1615162"/>
                </a:lnTo>
                <a:lnTo>
                  <a:pt x="4572000" y="1618862"/>
                </a:lnTo>
                <a:lnTo>
                  <a:pt x="4572000" y="1622464"/>
                </a:lnTo>
                <a:lnTo>
                  <a:pt x="4572000" y="1625093"/>
                </a:lnTo>
                <a:lnTo>
                  <a:pt x="4572000" y="1626749"/>
                </a:lnTo>
                <a:lnTo>
                  <a:pt x="4572000" y="1631617"/>
                </a:lnTo>
                <a:lnTo>
                  <a:pt x="4572000" y="1629572"/>
                </a:lnTo>
                <a:lnTo>
                  <a:pt x="4572000" y="1637557"/>
                </a:lnTo>
                <a:lnTo>
                  <a:pt x="4572000" y="1639504"/>
                </a:lnTo>
                <a:lnTo>
                  <a:pt x="4572000" y="1636485"/>
                </a:lnTo>
                <a:lnTo>
                  <a:pt x="4572000" y="1639601"/>
                </a:lnTo>
                <a:lnTo>
                  <a:pt x="4572000" y="1648072"/>
                </a:lnTo>
                <a:lnTo>
                  <a:pt x="4572000" y="1653720"/>
                </a:lnTo>
                <a:lnTo>
                  <a:pt x="4572000" y="1657030"/>
                </a:lnTo>
                <a:lnTo>
                  <a:pt x="4572000" y="1660925"/>
                </a:lnTo>
                <a:lnTo>
                  <a:pt x="4572000" y="1668617"/>
                </a:lnTo>
                <a:lnTo>
                  <a:pt x="4572000" y="1669786"/>
                </a:lnTo>
                <a:lnTo>
                  <a:pt x="4572000" y="1670370"/>
                </a:lnTo>
                <a:lnTo>
                  <a:pt x="4572000" y="1667059"/>
                </a:lnTo>
                <a:lnTo>
                  <a:pt x="4572000" y="1662775"/>
                </a:lnTo>
                <a:lnTo>
                  <a:pt x="4572000" y="1657030"/>
                </a:lnTo>
                <a:lnTo>
                  <a:pt x="4572000" y="1653622"/>
                </a:lnTo>
                <a:lnTo>
                  <a:pt x="4572000" y="1645443"/>
                </a:lnTo>
                <a:lnTo>
                  <a:pt x="4572000" y="1640964"/>
                </a:lnTo>
                <a:lnTo>
                  <a:pt x="4572000" y="1639504"/>
                </a:lnTo>
                <a:lnTo>
                  <a:pt x="4572000" y="1634830"/>
                </a:lnTo>
                <a:lnTo>
                  <a:pt x="4572000" y="1631422"/>
                </a:lnTo>
                <a:lnTo>
                  <a:pt x="4572000" y="1629377"/>
                </a:lnTo>
                <a:lnTo>
                  <a:pt x="4572000" y="1622854"/>
                </a:lnTo>
                <a:lnTo>
                  <a:pt x="4572000" y="1621880"/>
                </a:lnTo>
                <a:lnTo>
                  <a:pt x="4572000" y="1623925"/>
                </a:lnTo>
                <a:lnTo>
                  <a:pt x="4572000" y="1625191"/>
                </a:lnTo>
                <a:lnTo>
                  <a:pt x="4572000" y="1624606"/>
                </a:lnTo>
                <a:lnTo>
                  <a:pt x="4572000" y="1619056"/>
                </a:lnTo>
                <a:lnTo>
                  <a:pt x="4572000" y="1617012"/>
                </a:lnTo>
                <a:lnTo>
                  <a:pt x="4572000" y="1618764"/>
                </a:lnTo>
                <a:lnTo>
                  <a:pt x="4572000" y="1619056"/>
                </a:lnTo>
                <a:lnTo>
                  <a:pt x="4572000" y="1615064"/>
                </a:lnTo>
                <a:lnTo>
                  <a:pt x="4572000" y="1613409"/>
                </a:lnTo>
                <a:lnTo>
                  <a:pt x="4572000" y="1607859"/>
                </a:lnTo>
                <a:lnTo>
                  <a:pt x="4572000" y="1602698"/>
                </a:lnTo>
                <a:lnTo>
                  <a:pt x="4572000" y="1598025"/>
                </a:lnTo>
                <a:lnTo>
                  <a:pt x="4572000" y="1586146"/>
                </a:lnTo>
                <a:lnTo>
                  <a:pt x="4572000" y="1574948"/>
                </a:lnTo>
                <a:lnTo>
                  <a:pt x="4572000" y="1565698"/>
                </a:lnTo>
                <a:lnTo>
                  <a:pt x="4572000" y="1550703"/>
                </a:lnTo>
                <a:lnTo>
                  <a:pt x="4572000" y="1547003"/>
                </a:lnTo>
                <a:lnTo>
                  <a:pt x="4572000" y="1533274"/>
                </a:lnTo>
                <a:lnTo>
                  <a:pt x="4572000" y="1524219"/>
                </a:lnTo>
                <a:lnTo>
                  <a:pt x="4572000" y="1515066"/>
                </a:lnTo>
                <a:lnTo>
                  <a:pt x="4572000" y="1518182"/>
                </a:lnTo>
                <a:lnTo>
                  <a:pt x="4572000" y="1517792"/>
                </a:lnTo>
                <a:lnTo>
                  <a:pt x="4572000" y="1511658"/>
                </a:lnTo>
                <a:lnTo>
                  <a:pt x="4572000" y="1504453"/>
                </a:lnTo>
                <a:lnTo>
                  <a:pt x="4572000" y="1484881"/>
                </a:lnTo>
                <a:lnTo>
                  <a:pt x="4572000" y="1474560"/>
                </a:lnTo>
                <a:lnTo>
                  <a:pt x="4572000" y="1456255"/>
                </a:lnTo>
                <a:lnTo>
                  <a:pt x="4572000" y="1445350"/>
                </a:lnTo>
                <a:lnTo>
                  <a:pt x="4572000" y="1435807"/>
                </a:lnTo>
                <a:lnTo>
                  <a:pt x="4572000" y="1432302"/>
                </a:lnTo>
                <a:lnTo>
                  <a:pt x="4572000" y="1428213"/>
                </a:lnTo>
                <a:lnTo>
                  <a:pt x="4572000" y="1422955"/>
                </a:lnTo>
                <a:lnTo>
                  <a:pt x="4572000" y="1419255"/>
                </a:lnTo>
                <a:lnTo>
                  <a:pt x="4572000" y="1411173"/>
                </a:lnTo>
                <a:lnTo>
                  <a:pt x="4572000" y="1408544"/>
                </a:lnTo>
                <a:lnTo>
                  <a:pt x="4572000" y="1407181"/>
                </a:lnTo>
                <a:lnTo>
                  <a:pt x="4572000" y="1406402"/>
                </a:lnTo>
                <a:lnTo>
                  <a:pt x="4572000" y="1405039"/>
                </a:lnTo>
                <a:lnTo>
                  <a:pt x="4572000" y="1398418"/>
                </a:lnTo>
                <a:lnTo>
                  <a:pt x="4572000" y="1396373"/>
                </a:lnTo>
                <a:lnTo>
                  <a:pt x="4572000" y="1395107"/>
                </a:lnTo>
                <a:lnTo>
                  <a:pt x="4572000" y="1392575"/>
                </a:lnTo>
                <a:lnTo>
                  <a:pt x="4572000" y="1390141"/>
                </a:lnTo>
                <a:lnTo>
                  <a:pt x="4572000" y="1385954"/>
                </a:lnTo>
                <a:lnTo>
                  <a:pt x="4572000" y="1376023"/>
                </a:lnTo>
                <a:lnTo>
                  <a:pt x="4572000" y="1376996"/>
                </a:lnTo>
                <a:lnTo>
                  <a:pt x="4572000" y="1375341"/>
                </a:lnTo>
                <a:lnTo>
                  <a:pt x="4572000" y="1371836"/>
                </a:lnTo>
                <a:lnTo>
                  <a:pt x="4572000" y="1369694"/>
                </a:lnTo>
                <a:lnTo>
                  <a:pt x="4572000" y="1372712"/>
                </a:lnTo>
                <a:lnTo>
                  <a:pt x="4572000" y="1380599"/>
                </a:lnTo>
                <a:lnTo>
                  <a:pt x="4572000" y="1381086"/>
                </a:lnTo>
                <a:lnTo>
                  <a:pt x="4572000" y="1379431"/>
                </a:lnTo>
                <a:lnTo>
                  <a:pt x="4572000" y="1380404"/>
                </a:lnTo>
                <a:lnTo>
                  <a:pt x="4572000" y="1384007"/>
                </a:lnTo>
                <a:lnTo>
                  <a:pt x="4572000" y="1388973"/>
                </a:lnTo>
                <a:lnTo>
                  <a:pt x="4572000" y="1388194"/>
                </a:lnTo>
                <a:lnTo>
                  <a:pt x="4572000" y="1383228"/>
                </a:lnTo>
                <a:lnTo>
                  <a:pt x="4572000" y="1380112"/>
                </a:lnTo>
                <a:lnTo>
                  <a:pt x="4572000" y="1374465"/>
                </a:lnTo>
                <a:lnTo>
                  <a:pt x="4572000" y="1368038"/>
                </a:lnTo>
                <a:lnTo>
                  <a:pt x="4572000" y="1362975"/>
                </a:lnTo>
                <a:lnTo>
                  <a:pt x="4572000" y="1359275"/>
                </a:lnTo>
                <a:lnTo>
                  <a:pt x="4572000" y="1368038"/>
                </a:lnTo>
                <a:lnTo>
                  <a:pt x="4572000" y="1406402"/>
                </a:lnTo>
                <a:lnTo>
                  <a:pt x="4572000" y="1407181"/>
                </a:lnTo>
                <a:lnTo>
                  <a:pt x="4572000" y="1406207"/>
                </a:lnTo>
                <a:lnTo>
                  <a:pt x="4572000" y="1413607"/>
                </a:lnTo>
                <a:lnTo>
                  <a:pt x="4572000" y="1414678"/>
                </a:lnTo>
                <a:lnTo>
                  <a:pt x="4572000" y="1414581"/>
                </a:lnTo>
                <a:lnTo>
                  <a:pt x="4572000" y="1411465"/>
                </a:lnTo>
                <a:lnTo>
                  <a:pt x="4572000" y="1410394"/>
                </a:lnTo>
                <a:lnTo>
                  <a:pt x="4572000" y="1411952"/>
                </a:lnTo>
                <a:lnTo>
                  <a:pt x="4572000" y="1414678"/>
                </a:lnTo>
                <a:lnTo>
                  <a:pt x="4572000" y="1422857"/>
                </a:lnTo>
                <a:lnTo>
                  <a:pt x="4572000" y="1431328"/>
                </a:lnTo>
                <a:lnTo>
                  <a:pt x="4572000" y="1435223"/>
                </a:lnTo>
                <a:lnTo>
                  <a:pt x="4572000" y="1437560"/>
                </a:lnTo>
                <a:lnTo>
                  <a:pt x="4572000" y="1442136"/>
                </a:lnTo>
                <a:lnTo>
                  <a:pt x="4572000" y="1442428"/>
                </a:lnTo>
                <a:lnTo>
                  <a:pt x="4572000" y="1439800"/>
                </a:lnTo>
                <a:lnTo>
                  <a:pt x="4572000" y="1438339"/>
                </a:lnTo>
                <a:lnTo>
                  <a:pt x="4572000" y="1439800"/>
                </a:lnTo>
                <a:lnTo>
                  <a:pt x="4572000" y="1443207"/>
                </a:lnTo>
                <a:lnTo>
                  <a:pt x="4572000" y="1442623"/>
                </a:lnTo>
                <a:lnTo>
                  <a:pt x="4572000" y="1436684"/>
                </a:lnTo>
                <a:lnTo>
                  <a:pt x="4572000" y="1432107"/>
                </a:lnTo>
                <a:lnTo>
                  <a:pt x="4572000" y="1428115"/>
                </a:lnTo>
                <a:lnTo>
                  <a:pt x="4572000" y="1428797"/>
                </a:lnTo>
                <a:lnTo>
                  <a:pt x="4572000" y="1430939"/>
                </a:lnTo>
                <a:lnTo>
                  <a:pt x="4572000" y="1431134"/>
                </a:lnTo>
                <a:lnTo>
                  <a:pt x="4572000" y="1436197"/>
                </a:lnTo>
                <a:lnTo>
                  <a:pt x="4572000" y="1442331"/>
                </a:lnTo>
                <a:lnTo>
                  <a:pt x="4572000" y="1447784"/>
                </a:lnTo>
                <a:lnTo>
                  <a:pt x="4572000" y="1444571"/>
                </a:lnTo>
                <a:lnTo>
                  <a:pt x="4572000" y="1445447"/>
                </a:lnTo>
                <a:lnTo>
                  <a:pt x="4572000" y="1455086"/>
                </a:lnTo>
                <a:lnTo>
                  <a:pt x="4572000" y="1456158"/>
                </a:lnTo>
                <a:lnTo>
                  <a:pt x="4572000" y="1458105"/>
                </a:lnTo>
                <a:lnTo>
                  <a:pt x="4572000" y="1467550"/>
                </a:lnTo>
                <a:lnTo>
                  <a:pt x="4572000" y="1476216"/>
                </a:lnTo>
                <a:lnTo>
                  <a:pt x="4572000" y="1486050"/>
                </a:lnTo>
                <a:lnTo>
                  <a:pt x="4572000" y="1489945"/>
                </a:lnTo>
                <a:lnTo>
                  <a:pt x="4572000" y="1500266"/>
                </a:lnTo>
                <a:lnTo>
                  <a:pt x="4572000" y="1505426"/>
                </a:lnTo>
                <a:lnTo>
                  <a:pt x="4572000" y="1512729"/>
                </a:lnTo>
                <a:lnTo>
                  <a:pt x="4572000" y="1518182"/>
                </a:lnTo>
                <a:lnTo>
                  <a:pt x="4572000" y="1528990"/>
                </a:lnTo>
                <a:lnTo>
                  <a:pt x="4572000" y="1541161"/>
                </a:lnTo>
                <a:lnTo>
                  <a:pt x="4572000" y="1538727"/>
                </a:lnTo>
                <a:lnTo>
                  <a:pt x="4572000" y="1532300"/>
                </a:lnTo>
                <a:lnTo>
                  <a:pt x="4572000" y="1530548"/>
                </a:lnTo>
                <a:lnTo>
                  <a:pt x="4572000" y="1527042"/>
                </a:lnTo>
                <a:lnTo>
                  <a:pt x="4572000" y="1525777"/>
                </a:lnTo>
                <a:lnTo>
                  <a:pt x="4572000" y="1528503"/>
                </a:lnTo>
                <a:lnTo>
                  <a:pt x="4572000" y="1529963"/>
                </a:lnTo>
                <a:lnTo>
                  <a:pt x="4572000" y="1529769"/>
                </a:lnTo>
                <a:lnTo>
                  <a:pt x="4572000" y="1527724"/>
                </a:lnTo>
                <a:lnTo>
                  <a:pt x="4562856" y="1523927"/>
                </a:lnTo>
                <a:lnTo>
                  <a:pt x="4551961" y="1525582"/>
                </a:lnTo>
                <a:lnTo>
                  <a:pt x="4544471" y="1530061"/>
                </a:lnTo>
                <a:lnTo>
                  <a:pt x="4536299" y="1530742"/>
                </a:lnTo>
                <a:lnTo>
                  <a:pt x="4521027" y="1520811"/>
                </a:lnTo>
                <a:close/>
              </a:path>
              <a:path w="4572000" h="1752647">
                <a:moveTo>
                  <a:pt x="3064796" y="0"/>
                </a:moveTo>
                <a:lnTo>
                  <a:pt x="3072773" y="0"/>
                </a:lnTo>
                <a:lnTo>
                  <a:pt x="3082987" y="0"/>
                </a:lnTo>
                <a:lnTo>
                  <a:pt x="3082890" y="0"/>
                </a:lnTo>
                <a:lnTo>
                  <a:pt x="3084544" y="0"/>
                </a:lnTo>
                <a:lnTo>
                  <a:pt x="3093882" y="0"/>
                </a:lnTo>
                <a:lnTo>
                  <a:pt x="3095341" y="0"/>
                </a:lnTo>
                <a:lnTo>
                  <a:pt x="3089797" y="0"/>
                </a:lnTo>
                <a:lnTo>
                  <a:pt x="3085614" y="0"/>
                </a:lnTo>
                <a:lnTo>
                  <a:pt x="3078026" y="0"/>
                </a:lnTo>
                <a:lnTo>
                  <a:pt x="3077831" y="0"/>
                </a:lnTo>
                <a:lnTo>
                  <a:pt x="3081042" y="0"/>
                </a:lnTo>
                <a:lnTo>
                  <a:pt x="3091645" y="0"/>
                </a:lnTo>
                <a:lnTo>
                  <a:pt x="3099719" y="0"/>
                </a:lnTo>
                <a:lnTo>
                  <a:pt x="3101178" y="0"/>
                </a:lnTo>
                <a:lnTo>
                  <a:pt x="3108863" y="0"/>
                </a:lnTo>
                <a:lnTo>
                  <a:pt x="3108668" y="0"/>
                </a:lnTo>
                <a:lnTo>
                  <a:pt x="3105555" y="0"/>
                </a:lnTo>
                <a:lnTo>
                  <a:pt x="3106528" y="0"/>
                </a:lnTo>
                <a:lnTo>
                  <a:pt x="3112267" y="0"/>
                </a:lnTo>
                <a:lnTo>
                  <a:pt x="3117131" y="0"/>
                </a:lnTo>
                <a:lnTo>
                  <a:pt x="3119660" y="0"/>
                </a:lnTo>
                <a:lnTo>
                  <a:pt x="3121898" y="0"/>
                </a:lnTo>
                <a:lnTo>
                  <a:pt x="3121509" y="0"/>
                </a:lnTo>
                <a:lnTo>
                  <a:pt x="3120828" y="0"/>
                </a:lnTo>
                <a:lnTo>
                  <a:pt x="3117423" y="0"/>
                </a:lnTo>
                <a:lnTo>
                  <a:pt x="3106917" y="0"/>
                </a:lnTo>
                <a:lnTo>
                  <a:pt x="3092812" y="0"/>
                </a:lnTo>
                <a:lnTo>
                  <a:pt x="3085322" y="0"/>
                </a:lnTo>
                <a:lnTo>
                  <a:pt x="3082890" y="0"/>
                </a:lnTo>
                <a:lnTo>
                  <a:pt x="3087559" y="0"/>
                </a:lnTo>
                <a:lnTo>
                  <a:pt x="3085711" y="1655"/>
                </a:lnTo>
                <a:lnTo>
                  <a:pt x="3082598" y="18500"/>
                </a:lnTo>
                <a:lnTo>
                  <a:pt x="3078026" y="9932"/>
                </a:lnTo>
                <a:lnTo>
                  <a:pt x="3074913" y="974"/>
                </a:lnTo>
                <a:lnTo>
                  <a:pt x="3071995" y="0"/>
                </a:lnTo>
                <a:lnTo>
                  <a:pt x="3068396" y="0"/>
                </a:lnTo>
                <a:lnTo>
                  <a:pt x="3062754" y="0"/>
                </a:lnTo>
                <a:lnTo>
                  <a:pt x="3060516" y="0"/>
                </a:lnTo>
                <a:lnTo>
                  <a:pt x="3054582" y="0"/>
                </a:lnTo>
                <a:lnTo>
                  <a:pt x="3047092" y="0"/>
                </a:lnTo>
                <a:lnTo>
                  <a:pt x="3042228" y="0"/>
                </a:lnTo>
                <a:lnTo>
                  <a:pt x="3033960" y="0"/>
                </a:lnTo>
                <a:lnTo>
                  <a:pt x="3032111" y="0"/>
                </a:lnTo>
                <a:lnTo>
                  <a:pt x="3031139" y="0"/>
                </a:lnTo>
                <a:lnTo>
                  <a:pt x="3029290" y="0"/>
                </a:lnTo>
                <a:lnTo>
                  <a:pt x="3019660" y="0"/>
                </a:lnTo>
                <a:lnTo>
                  <a:pt x="3012170" y="0"/>
                </a:lnTo>
                <a:lnTo>
                  <a:pt x="3005944" y="0"/>
                </a:lnTo>
                <a:lnTo>
                  <a:pt x="3003999" y="0"/>
                </a:lnTo>
                <a:lnTo>
                  <a:pt x="3009057" y="0"/>
                </a:lnTo>
                <a:lnTo>
                  <a:pt x="3014310" y="0"/>
                </a:lnTo>
                <a:lnTo>
                  <a:pt x="3021897" y="0"/>
                </a:lnTo>
                <a:lnTo>
                  <a:pt x="3024135" y="3311"/>
                </a:lnTo>
                <a:lnTo>
                  <a:pt x="3032209" y="26777"/>
                </a:lnTo>
                <a:lnTo>
                  <a:pt x="3031917" y="50729"/>
                </a:lnTo>
                <a:lnTo>
                  <a:pt x="3026080" y="61343"/>
                </a:lnTo>
                <a:lnTo>
                  <a:pt x="3011294" y="81401"/>
                </a:lnTo>
                <a:lnTo>
                  <a:pt x="3000594" y="87730"/>
                </a:lnTo>
                <a:lnTo>
                  <a:pt x="2994952" y="84517"/>
                </a:lnTo>
                <a:lnTo>
                  <a:pt x="2990380" y="72345"/>
                </a:lnTo>
                <a:lnTo>
                  <a:pt x="2989602" y="67380"/>
                </a:lnTo>
                <a:lnTo>
                  <a:pt x="2992714" y="55890"/>
                </a:lnTo>
                <a:lnTo>
                  <a:pt x="2993006" y="45471"/>
                </a:lnTo>
                <a:lnTo>
                  <a:pt x="2989504" y="41869"/>
                </a:lnTo>
                <a:lnTo>
                  <a:pt x="2985516" y="42648"/>
                </a:lnTo>
                <a:lnTo>
                  <a:pt x="2983862" y="44108"/>
                </a:lnTo>
                <a:lnTo>
                  <a:pt x="2974329" y="57837"/>
                </a:lnTo>
                <a:lnTo>
                  <a:pt x="2970341" y="61245"/>
                </a:lnTo>
                <a:lnTo>
                  <a:pt x="2964504" y="61732"/>
                </a:lnTo>
                <a:lnTo>
                  <a:pt x="2959835" y="60856"/>
                </a:lnTo>
                <a:lnTo>
                  <a:pt x="2931527" y="48879"/>
                </a:lnTo>
                <a:lnTo>
                  <a:pt x="2908473" y="37000"/>
                </a:lnTo>
                <a:lnTo>
                  <a:pt x="2890379" y="25998"/>
                </a:lnTo>
                <a:lnTo>
                  <a:pt x="2877247" y="9347"/>
                </a:lnTo>
                <a:lnTo>
                  <a:pt x="2874523" y="0"/>
                </a:lnTo>
                <a:lnTo>
                  <a:pt x="2874329" y="0"/>
                </a:lnTo>
                <a:lnTo>
                  <a:pt x="2868492" y="0"/>
                </a:lnTo>
                <a:lnTo>
                  <a:pt x="2867811" y="0"/>
                </a:lnTo>
                <a:lnTo>
                  <a:pt x="2868200" y="0"/>
                </a:lnTo>
                <a:lnTo>
                  <a:pt x="2874037" y="0"/>
                </a:lnTo>
                <a:lnTo>
                  <a:pt x="2881138" y="0"/>
                </a:lnTo>
                <a:lnTo>
                  <a:pt x="2885029" y="0"/>
                </a:lnTo>
                <a:lnTo>
                  <a:pt x="2888239" y="0"/>
                </a:lnTo>
                <a:lnTo>
                  <a:pt x="2890379" y="0"/>
                </a:lnTo>
                <a:lnTo>
                  <a:pt x="2889796" y="0"/>
                </a:lnTo>
                <a:lnTo>
                  <a:pt x="2887364" y="0"/>
                </a:lnTo>
                <a:lnTo>
                  <a:pt x="2876274" y="0"/>
                </a:lnTo>
                <a:lnTo>
                  <a:pt x="2866547" y="0"/>
                </a:lnTo>
                <a:lnTo>
                  <a:pt x="2846800" y="0"/>
                </a:lnTo>
                <a:lnTo>
                  <a:pt x="2842130" y="0"/>
                </a:lnTo>
                <a:lnTo>
                  <a:pt x="2837169" y="0"/>
                </a:lnTo>
                <a:lnTo>
                  <a:pt x="2831624" y="0"/>
                </a:lnTo>
                <a:lnTo>
                  <a:pt x="2826177" y="0"/>
                </a:lnTo>
                <a:lnTo>
                  <a:pt x="2820340" y="0"/>
                </a:lnTo>
                <a:lnTo>
                  <a:pt x="2818784" y="0"/>
                </a:lnTo>
                <a:lnTo>
                  <a:pt x="2819270" y="0"/>
                </a:lnTo>
                <a:lnTo>
                  <a:pt x="2818687" y="0"/>
                </a:lnTo>
                <a:lnTo>
                  <a:pt x="2810418" y="0"/>
                </a:lnTo>
                <a:lnTo>
                  <a:pt x="2799815" y="0"/>
                </a:lnTo>
                <a:lnTo>
                  <a:pt x="2789698" y="0"/>
                </a:lnTo>
                <a:lnTo>
                  <a:pt x="2787072" y="0"/>
                </a:lnTo>
                <a:lnTo>
                  <a:pt x="2785904" y="0"/>
                </a:lnTo>
                <a:lnTo>
                  <a:pt x="2784153" y="0"/>
                </a:lnTo>
                <a:lnTo>
                  <a:pt x="2781819" y="0"/>
                </a:lnTo>
                <a:lnTo>
                  <a:pt x="2777150" y="0"/>
                </a:lnTo>
                <a:lnTo>
                  <a:pt x="2771410" y="0"/>
                </a:lnTo>
                <a:lnTo>
                  <a:pt x="2764309" y="0"/>
                </a:lnTo>
                <a:lnTo>
                  <a:pt x="2757111" y="0"/>
                </a:lnTo>
                <a:lnTo>
                  <a:pt x="2754776" y="0"/>
                </a:lnTo>
                <a:lnTo>
                  <a:pt x="2752149" y="0"/>
                </a:lnTo>
                <a:lnTo>
                  <a:pt x="2744562" y="0"/>
                </a:lnTo>
                <a:lnTo>
                  <a:pt x="2735029" y="0"/>
                </a:lnTo>
                <a:lnTo>
                  <a:pt x="2723550" y="0"/>
                </a:lnTo>
                <a:lnTo>
                  <a:pt x="2721215" y="0"/>
                </a:lnTo>
                <a:lnTo>
                  <a:pt x="2718784" y="0"/>
                </a:lnTo>
                <a:lnTo>
                  <a:pt x="2706235" y="0"/>
                </a:lnTo>
                <a:lnTo>
                  <a:pt x="2699523" y="0"/>
                </a:lnTo>
                <a:lnTo>
                  <a:pt x="2692227" y="0"/>
                </a:lnTo>
                <a:lnTo>
                  <a:pt x="2688920" y="0"/>
                </a:lnTo>
                <a:lnTo>
                  <a:pt x="2684639" y="0"/>
                </a:lnTo>
                <a:lnTo>
                  <a:pt x="2677830" y="0"/>
                </a:lnTo>
                <a:lnTo>
                  <a:pt x="2671604" y="0"/>
                </a:lnTo>
                <a:lnTo>
                  <a:pt x="2665768" y="0"/>
                </a:lnTo>
                <a:lnTo>
                  <a:pt x="2667811" y="0"/>
                </a:lnTo>
                <a:lnTo>
                  <a:pt x="2674231" y="0"/>
                </a:lnTo>
                <a:lnTo>
                  <a:pt x="2679678" y="0"/>
                </a:lnTo>
                <a:lnTo>
                  <a:pt x="2686293" y="0"/>
                </a:lnTo>
                <a:lnTo>
                  <a:pt x="2686780" y="0"/>
                </a:lnTo>
                <a:lnTo>
                  <a:pt x="2687947" y="0"/>
                </a:lnTo>
                <a:lnTo>
                  <a:pt x="2698745" y="0"/>
                </a:lnTo>
                <a:lnTo>
                  <a:pt x="2707889" y="0"/>
                </a:lnTo>
                <a:lnTo>
                  <a:pt x="2712752" y="0"/>
                </a:lnTo>
                <a:lnTo>
                  <a:pt x="2732402" y="0"/>
                </a:lnTo>
                <a:lnTo>
                  <a:pt x="2740574" y="0"/>
                </a:lnTo>
                <a:lnTo>
                  <a:pt x="2753317" y="0"/>
                </a:lnTo>
                <a:lnTo>
                  <a:pt x="2763725" y="0"/>
                </a:lnTo>
                <a:lnTo>
                  <a:pt x="2771994" y="0"/>
                </a:lnTo>
                <a:lnTo>
                  <a:pt x="2772675" y="0"/>
                </a:lnTo>
                <a:lnTo>
                  <a:pt x="2772286" y="0"/>
                </a:lnTo>
                <a:lnTo>
                  <a:pt x="2774134" y="0"/>
                </a:lnTo>
                <a:lnTo>
                  <a:pt x="2777344" y="0"/>
                </a:lnTo>
                <a:lnTo>
                  <a:pt x="2781722" y="0"/>
                </a:lnTo>
                <a:lnTo>
                  <a:pt x="2786683" y="0"/>
                </a:lnTo>
                <a:lnTo>
                  <a:pt x="2800885" y="0"/>
                </a:lnTo>
                <a:lnTo>
                  <a:pt x="2805554" y="0"/>
                </a:lnTo>
                <a:lnTo>
                  <a:pt x="2809348" y="0"/>
                </a:lnTo>
                <a:lnTo>
                  <a:pt x="2814698" y="0"/>
                </a:lnTo>
                <a:lnTo>
                  <a:pt x="2820924" y="0"/>
                </a:lnTo>
                <a:lnTo>
                  <a:pt x="2827247" y="0"/>
                </a:lnTo>
                <a:lnTo>
                  <a:pt x="2838531" y="0"/>
                </a:lnTo>
                <a:lnTo>
                  <a:pt x="2848551" y="0"/>
                </a:lnTo>
                <a:lnTo>
                  <a:pt x="2854971" y="0"/>
                </a:lnTo>
                <a:lnTo>
                  <a:pt x="2856138" y="0"/>
                </a:lnTo>
                <a:lnTo>
                  <a:pt x="2857695" y="0"/>
                </a:lnTo>
                <a:lnTo>
                  <a:pt x="2855360" y="0"/>
                </a:lnTo>
                <a:lnTo>
                  <a:pt x="2845632" y="0"/>
                </a:lnTo>
                <a:lnTo>
                  <a:pt x="2850107" y="0"/>
                </a:lnTo>
                <a:lnTo>
                  <a:pt x="2862947" y="0"/>
                </a:lnTo>
                <a:lnTo>
                  <a:pt x="2869368" y="0"/>
                </a:lnTo>
                <a:lnTo>
                  <a:pt x="2885127" y="0"/>
                </a:lnTo>
                <a:lnTo>
                  <a:pt x="2888920" y="0"/>
                </a:lnTo>
                <a:lnTo>
                  <a:pt x="2891644" y="0"/>
                </a:lnTo>
                <a:lnTo>
                  <a:pt x="2897189" y="0"/>
                </a:lnTo>
                <a:lnTo>
                  <a:pt x="2901274" y="0"/>
                </a:lnTo>
                <a:lnTo>
                  <a:pt x="2904485" y="0"/>
                </a:lnTo>
                <a:lnTo>
                  <a:pt x="2909057" y="0"/>
                </a:lnTo>
                <a:lnTo>
                  <a:pt x="2913531" y="0"/>
                </a:lnTo>
                <a:lnTo>
                  <a:pt x="2930166" y="0"/>
                </a:lnTo>
                <a:lnTo>
                  <a:pt x="2940769" y="0"/>
                </a:lnTo>
                <a:lnTo>
                  <a:pt x="2943784" y="0"/>
                </a:lnTo>
                <a:lnTo>
                  <a:pt x="2946216" y="0"/>
                </a:lnTo>
                <a:lnTo>
                  <a:pt x="2948065" y="0"/>
                </a:lnTo>
                <a:lnTo>
                  <a:pt x="2954193" y="0"/>
                </a:lnTo>
                <a:lnTo>
                  <a:pt x="2961489" y="0"/>
                </a:lnTo>
                <a:lnTo>
                  <a:pt x="2971411" y="0"/>
                </a:lnTo>
                <a:lnTo>
                  <a:pt x="2980652" y="0"/>
                </a:lnTo>
                <a:lnTo>
                  <a:pt x="2984057" y="0"/>
                </a:lnTo>
                <a:lnTo>
                  <a:pt x="2987364" y="0"/>
                </a:lnTo>
                <a:lnTo>
                  <a:pt x="2991061" y="0"/>
                </a:lnTo>
                <a:lnTo>
                  <a:pt x="3003512" y="0"/>
                </a:lnTo>
                <a:lnTo>
                  <a:pt x="3015477" y="0"/>
                </a:lnTo>
                <a:lnTo>
                  <a:pt x="3018785" y="0"/>
                </a:lnTo>
                <a:lnTo>
                  <a:pt x="3016547" y="0"/>
                </a:lnTo>
                <a:lnTo>
                  <a:pt x="3007209" y="0"/>
                </a:lnTo>
                <a:lnTo>
                  <a:pt x="3012753" y="0"/>
                </a:lnTo>
                <a:lnTo>
                  <a:pt x="3017617" y="0"/>
                </a:lnTo>
                <a:lnTo>
                  <a:pt x="3029388" y="0"/>
                </a:lnTo>
                <a:lnTo>
                  <a:pt x="3052248" y="0"/>
                </a:lnTo>
                <a:lnTo>
                  <a:pt x="3059835" y="0"/>
                </a:lnTo>
                <a:lnTo>
                  <a:pt x="3064796" y="0"/>
                </a:lnTo>
                <a:close/>
              </a:path>
              <a:path w="4572000" h="1752647">
                <a:moveTo>
                  <a:pt x="2593297" y="41285"/>
                </a:moveTo>
                <a:lnTo>
                  <a:pt x="2598647" y="48295"/>
                </a:lnTo>
                <a:lnTo>
                  <a:pt x="2605359" y="46543"/>
                </a:lnTo>
                <a:lnTo>
                  <a:pt x="2615962" y="48490"/>
                </a:lnTo>
                <a:lnTo>
                  <a:pt x="2618200" y="52093"/>
                </a:lnTo>
                <a:lnTo>
                  <a:pt x="2617810" y="54527"/>
                </a:lnTo>
                <a:lnTo>
                  <a:pt x="2606429" y="61343"/>
                </a:lnTo>
                <a:lnTo>
                  <a:pt x="2599036" y="54235"/>
                </a:lnTo>
                <a:lnTo>
                  <a:pt x="2585904" y="59103"/>
                </a:lnTo>
                <a:lnTo>
                  <a:pt x="2579678" y="56182"/>
                </a:lnTo>
                <a:lnTo>
                  <a:pt x="2571118" y="58811"/>
                </a:lnTo>
                <a:lnTo>
                  <a:pt x="2565767" y="53261"/>
                </a:lnTo>
                <a:lnTo>
                  <a:pt x="2567908" y="48003"/>
                </a:lnTo>
                <a:lnTo>
                  <a:pt x="2581526" y="39337"/>
                </a:lnTo>
                <a:lnTo>
                  <a:pt x="2593297" y="41285"/>
                </a:lnTo>
                <a:close/>
              </a:path>
              <a:path w="4572000" h="1752647">
                <a:moveTo>
                  <a:pt x="2504872" y="121030"/>
                </a:moveTo>
                <a:lnTo>
                  <a:pt x="2502246" y="126970"/>
                </a:lnTo>
                <a:lnTo>
                  <a:pt x="2499230" y="129696"/>
                </a:lnTo>
                <a:lnTo>
                  <a:pt x="2495145" y="128138"/>
                </a:lnTo>
                <a:lnTo>
                  <a:pt x="2492032" y="125120"/>
                </a:lnTo>
                <a:lnTo>
                  <a:pt x="2490378" y="129599"/>
                </a:lnTo>
                <a:lnTo>
                  <a:pt x="2481818" y="131351"/>
                </a:lnTo>
                <a:lnTo>
                  <a:pt x="2476468" y="138264"/>
                </a:lnTo>
                <a:lnTo>
                  <a:pt x="2468685" y="140212"/>
                </a:lnTo>
                <a:lnTo>
                  <a:pt x="2463141" y="139238"/>
                </a:lnTo>
                <a:lnTo>
                  <a:pt x="2463724" y="133104"/>
                </a:lnTo>
                <a:lnTo>
                  <a:pt x="2478899" y="123854"/>
                </a:lnTo>
                <a:lnTo>
                  <a:pt x="2488335" y="120348"/>
                </a:lnTo>
                <a:lnTo>
                  <a:pt x="2496604" y="113727"/>
                </a:lnTo>
                <a:lnTo>
                  <a:pt x="2500787" y="112948"/>
                </a:lnTo>
                <a:lnTo>
                  <a:pt x="2502830" y="118401"/>
                </a:lnTo>
                <a:lnTo>
                  <a:pt x="2504872" y="121030"/>
                </a:lnTo>
                <a:close/>
              </a:path>
              <a:path w="4572000" h="1752647">
                <a:moveTo>
                  <a:pt x="2684153" y="7011"/>
                </a:moveTo>
                <a:lnTo>
                  <a:pt x="2674231" y="8276"/>
                </a:lnTo>
                <a:lnTo>
                  <a:pt x="2671118" y="8179"/>
                </a:lnTo>
                <a:lnTo>
                  <a:pt x="2663433" y="0"/>
                </a:lnTo>
                <a:lnTo>
                  <a:pt x="2662655" y="0"/>
                </a:lnTo>
                <a:lnTo>
                  <a:pt x="2656527" y="0"/>
                </a:lnTo>
                <a:lnTo>
                  <a:pt x="2658764" y="0"/>
                </a:lnTo>
                <a:lnTo>
                  <a:pt x="2666838" y="0"/>
                </a:lnTo>
                <a:lnTo>
                  <a:pt x="2680748" y="0"/>
                </a:lnTo>
                <a:lnTo>
                  <a:pt x="2703122" y="0"/>
                </a:lnTo>
                <a:lnTo>
                  <a:pt x="2706624" y="0"/>
                </a:lnTo>
                <a:lnTo>
                  <a:pt x="2699620" y="0"/>
                </a:lnTo>
                <a:lnTo>
                  <a:pt x="2694659" y="1655"/>
                </a:lnTo>
                <a:lnTo>
                  <a:pt x="2684153" y="7011"/>
                </a:lnTo>
                <a:close/>
              </a:path>
              <a:path w="4572000" h="1752647">
                <a:moveTo>
                  <a:pt x="4572000" y="1752647"/>
                </a:moveTo>
                <a:lnTo>
                  <a:pt x="4571222" y="1752647"/>
                </a:lnTo>
                <a:lnTo>
                  <a:pt x="4564607" y="1752647"/>
                </a:lnTo>
                <a:lnTo>
                  <a:pt x="4544179" y="1752647"/>
                </a:lnTo>
                <a:lnTo>
                  <a:pt x="4524432" y="1752647"/>
                </a:lnTo>
                <a:lnTo>
                  <a:pt x="4487078" y="1752647"/>
                </a:lnTo>
                <a:lnTo>
                  <a:pt x="4464023" y="1752647"/>
                </a:lnTo>
                <a:lnTo>
                  <a:pt x="4446708" y="1752647"/>
                </a:lnTo>
                <a:lnTo>
                  <a:pt x="4413926" y="1752647"/>
                </a:lnTo>
                <a:lnTo>
                  <a:pt x="4405073" y="1752647"/>
                </a:lnTo>
                <a:lnTo>
                  <a:pt x="4400988" y="1752647"/>
                </a:lnTo>
                <a:lnTo>
                  <a:pt x="4400599" y="1752647"/>
                </a:lnTo>
                <a:lnTo>
                  <a:pt x="4405073" y="1752647"/>
                </a:lnTo>
                <a:lnTo>
                  <a:pt x="4411202" y="1752647"/>
                </a:lnTo>
                <a:lnTo>
                  <a:pt x="4412175" y="1752647"/>
                </a:lnTo>
                <a:lnTo>
                  <a:pt x="4399723" y="1752647"/>
                </a:lnTo>
                <a:lnTo>
                  <a:pt x="4382213" y="1752647"/>
                </a:lnTo>
                <a:lnTo>
                  <a:pt x="4374139" y="1752647"/>
                </a:lnTo>
                <a:lnTo>
                  <a:pt x="4352641" y="1752647"/>
                </a:lnTo>
                <a:lnTo>
                  <a:pt x="4332505" y="1752647"/>
                </a:lnTo>
                <a:lnTo>
                  <a:pt x="4327349" y="1752647"/>
                </a:lnTo>
                <a:lnTo>
                  <a:pt x="4325793" y="1752647"/>
                </a:lnTo>
                <a:lnTo>
                  <a:pt x="4335326" y="1752647"/>
                </a:lnTo>
                <a:lnTo>
                  <a:pt x="4339801" y="1752647"/>
                </a:lnTo>
                <a:lnTo>
                  <a:pt x="4346124" y="1752647"/>
                </a:lnTo>
                <a:lnTo>
                  <a:pt x="4351279" y="1752647"/>
                </a:lnTo>
                <a:lnTo>
                  <a:pt x="4356921" y="1752647"/>
                </a:lnTo>
                <a:lnTo>
                  <a:pt x="4357213" y="1752647"/>
                </a:lnTo>
                <a:lnTo>
                  <a:pt x="4360423" y="1752647"/>
                </a:lnTo>
                <a:lnTo>
                  <a:pt x="4358283" y="1752647"/>
                </a:lnTo>
                <a:lnTo>
                  <a:pt x="4356338" y="1752647"/>
                </a:lnTo>
                <a:lnTo>
                  <a:pt x="4347583" y="1752647"/>
                </a:lnTo>
                <a:lnTo>
                  <a:pt x="4337953" y="1752647"/>
                </a:lnTo>
                <a:lnTo>
                  <a:pt x="4330559" y="1752647"/>
                </a:lnTo>
                <a:lnTo>
                  <a:pt x="4320540" y="1752647"/>
                </a:lnTo>
                <a:lnTo>
                  <a:pt x="4316649" y="1752647"/>
                </a:lnTo>
                <a:lnTo>
                  <a:pt x="4306532" y="1752647"/>
                </a:lnTo>
                <a:lnTo>
                  <a:pt x="4302544" y="1752647"/>
                </a:lnTo>
                <a:lnTo>
                  <a:pt x="4282310" y="1752647"/>
                </a:lnTo>
                <a:lnTo>
                  <a:pt x="4269373" y="1752647"/>
                </a:lnTo>
                <a:lnTo>
                  <a:pt x="4249431" y="1752647"/>
                </a:lnTo>
                <a:lnTo>
                  <a:pt x="4256046" y="1752647"/>
                </a:lnTo>
                <a:lnTo>
                  <a:pt x="4263925" y="1752647"/>
                </a:lnTo>
                <a:lnTo>
                  <a:pt x="4270443" y="1752647"/>
                </a:lnTo>
                <a:lnTo>
                  <a:pt x="4281240" y="1752647"/>
                </a:lnTo>
                <a:lnTo>
                  <a:pt x="4279197" y="1752647"/>
                </a:lnTo>
                <a:lnTo>
                  <a:pt x="4273945" y="1752647"/>
                </a:lnTo>
                <a:lnTo>
                  <a:pt x="4257213" y="1752647"/>
                </a:lnTo>
                <a:lnTo>
                  <a:pt x="4249625" y="1752647"/>
                </a:lnTo>
                <a:lnTo>
                  <a:pt x="4240190" y="1752647"/>
                </a:lnTo>
                <a:lnTo>
                  <a:pt x="4235520" y="1752647"/>
                </a:lnTo>
                <a:lnTo>
                  <a:pt x="4232699" y="1752647"/>
                </a:lnTo>
                <a:lnTo>
                  <a:pt x="4223653" y="1752647"/>
                </a:lnTo>
                <a:lnTo>
                  <a:pt x="4219275" y="1752647"/>
                </a:lnTo>
                <a:lnTo>
                  <a:pt x="4201571" y="1752647"/>
                </a:lnTo>
                <a:lnTo>
                  <a:pt x="4189314" y="1752647"/>
                </a:lnTo>
                <a:lnTo>
                  <a:pt x="4179003" y="1752647"/>
                </a:lnTo>
                <a:lnTo>
                  <a:pt x="4160715" y="1752647"/>
                </a:lnTo>
                <a:lnTo>
                  <a:pt x="4148263" y="1752647"/>
                </a:lnTo>
                <a:lnTo>
                  <a:pt x="4137174" y="1752647"/>
                </a:lnTo>
                <a:lnTo>
                  <a:pt x="4131045" y="1752647"/>
                </a:lnTo>
                <a:lnTo>
                  <a:pt x="4122971" y="1752647"/>
                </a:lnTo>
                <a:lnTo>
                  <a:pt x="4135617" y="1752647"/>
                </a:lnTo>
                <a:lnTo>
                  <a:pt x="4146707" y="1752647"/>
                </a:lnTo>
                <a:lnTo>
                  <a:pt x="4158769" y="1752647"/>
                </a:lnTo>
                <a:lnTo>
                  <a:pt x="4164217" y="1752647"/>
                </a:lnTo>
                <a:lnTo>
                  <a:pt x="4172290" y="1752647"/>
                </a:lnTo>
                <a:lnTo>
                  <a:pt x="4178419" y="1752647"/>
                </a:lnTo>
                <a:lnTo>
                  <a:pt x="4182213" y="1752647"/>
                </a:lnTo>
                <a:lnTo>
                  <a:pt x="4179878" y="1752647"/>
                </a:lnTo>
                <a:lnTo>
                  <a:pt x="4178905" y="1752647"/>
                </a:lnTo>
                <a:lnTo>
                  <a:pt x="4181337" y="1752647"/>
                </a:lnTo>
                <a:lnTo>
                  <a:pt x="4182310" y="1752647"/>
                </a:lnTo>
                <a:lnTo>
                  <a:pt x="4197485" y="1752647"/>
                </a:lnTo>
                <a:lnTo>
                  <a:pt x="4210228" y="1752647"/>
                </a:lnTo>
                <a:lnTo>
                  <a:pt x="4224917" y="1752647"/>
                </a:lnTo>
                <a:lnTo>
                  <a:pt x="4223166" y="1752647"/>
                </a:lnTo>
                <a:lnTo>
                  <a:pt x="4218497" y="1752647"/>
                </a:lnTo>
                <a:lnTo>
                  <a:pt x="4217135" y="1752647"/>
                </a:lnTo>
                <a:lnTo>
                  <a:pt x="4224139" y="1752647"/>
                </a:lnTo>
                <a:lnTo>
                  <a:pt x="4230851" y="1752647"/>
                </a:lnTo>
                <a:lnTo>
                  <a:pt x="4223069" y="1752647"/>
                </a:lnTo>
                <a:lnTo>
                  <a:pt x="4218205" y="1752647"/>
                </a:lnTo>
                <a:lnTo>
                  <a:pt x="4210423" y="1752647"/>
                </a:lnTo>
                <a:lnTo>
                  <a:pt x="4210326" y="1752647"/>
                </a:lnTo>
                <a:lnTo>
                  <a:pt x="4211201" y="1752647"/>
                </a:lnTo>
                <a:lnTo>
                  <a:pt x="4200403" y="1752647"/>
                </a:lnTo>
                <a:lnTo>
                  <a:pt x="4186396" y="1752647"/>
                </a:lnTo>
                <a:lnTo>
                  <a:pt x="4177252" y="1752647"/>
                </a:lnTo>
                <a:lnTo>
                  <a:pt x="4168691" y="1752647"/>
                </a:lnTo>
                <a:lnTo>
                  <a:pt x="4157310" y="1752647"/>
                </a:lnTo>
                <a:lnTo>
                  <a:pt x="4146901" y="1752647"/>
                </a:lnTo>
                <a:lnTo>
                  <a:pt x="4137563" y="1752647"/>
                </a:lnTo>
                <a:lnTo>
                  <a:pt x="4128127" y="1752647"/>
                </a:lnTo>
                <a:lnTo>
                  <a:pt x="4113146" y="1752647"/>
                </a:lnTo>
                <a:lnTo>
                  <a:pt x="4098847" y="1752647"/>
                </a:lnTo>
                <a:lnTo>
                  <a:pt x="4088146" y="1752647"/>
                </a:lnTo>
                <a:lnTo>
                  <a:pt x="4078905" y="1752647"/>
                </a:lnTo>
                <a:lnTo>
                  <a:pt x="4048749" y="1752647"/>
                </a:lnTo>
                <a:lnTo>
                  <a:pt x="4035033" y="1752647"/>
                </a:lnTo>
                <a:lnTo>
                  <a:pt x="4032212" y="1752647"/>
                </a:lnTo>
                <a:lnTo>
                  <a:pt x="4026376" y="1752647"/>
                </a:lnTo>
                <a:lnTo>
                  <a:pt x="4027543" y="1752647"/>
                </a:lnTo>
                <a:lnTo>
                  <a:pt x="4032212" y="1752647"/>
                </a:lnTo>
                <a:lnTo>
                  <a:pt x="4036881" y="1752647"/>
                </a:lnTo>
                <a:lnTo>
                  <a:pt x="4034060" y="1752647"/>
                </a:lnTo>
                <a:lnTo>
                  <a:pt x="4029099" y="1752647"/>
                </a:lnTo>
                <a:lnTo>
                  <a:pt x="4016745" y="1752647"/>
                </a:lnTo>
                <a:lnTo>
                  <a:pt x="4009060" y="1752647"/>
                </a:lnTo>
                <a:lnTo>
                  <a:pt x="4002737" y="1752647"/>
                </a:lnTo>
                <a:lnTo>
                  <a:pt x="3986492" y="1752647"/>
                </a:lnTo>
                <a:lnTo>
                  <a:pt x="3979780" y="1752647"/>
                </a:lnTo>
                <a:lnTo>
                  <a:pt x="3971220" y="1752647"/>
                </a:lnTo>
                <a:lnTo>
                  <a:pt x="3962173" y="1752647"/>
                </a:lnTo>
                <a:lnTo>
                  <a:pt x="3958282" y="1752647"/>
                </a:lnTo>
                <a:lnTo>
                  <a:pt x="3951667" y="1752647"/>
                </a:lnTo>
                <a:lnTo>
                  <a:pt x="3952348" y="1752647"/>
                </a:lnTo>
                <a:lnTo>
                  <a:pt x="3956823" y="1752647"/>
                </a:lnTo>
                <a:lnTo>
                  <a:pt x="3960811" y="1752647"/>
                </a:lnTo>
                <a:lnTo>
                  <a:pt x="3968107" y="1752647"/>
                </a:lnTo>
                <a:lnTo>
                  <a:pt x="3976570" y="1752647"/>
                </a:lnTo>
                <a:lnTo>
                  <a:pt x="3981239" y="1752647"/>
                </a:lnTo>
                <a:lnTo>
                  <a:pt x="3983477" y="1752647"/>
                </a:lnTo>
                <a:lnTo>
                  <a:pt x="3975500" y="1752647"/>
                </a:lnTo>
                <a:lnTo>
                  <a:pt x="3970052" y="1752647"/>
                </a:lnTo>
                <a:lnTo>
                  <a:pt x="3967523" y="1752647"/>
                </a:lnTo>
                <a:lnTo>
                  <a:pt x="3961006" y="1752647"/>
                </a:lnTo>
                <a:lnTo>
                  <a:pt x="3957698" y="1752647"/>
                </a:lnTo>
                <a:lnTo>
                  <a:pt x="3943788" y="1752647"/>
                </a:lnTo>
                <a:lnTo>
                  <a:pt x="3928904" y="1752647"/>
                </a:lnTo>
                <a:lnTo>
                  <a:pt x="3924819" y="1752647"/>
                </a:lnTo>
                <a:lnTo>
                  <a:pt x="3919371" y="1752647"/>
                </a:lnTo>
                <a:lnTo>
                  <a:pt x="3912367" y="1752647"/>
                </a:lnTo>
                <a:lnTo>
                  <a:pt x="3901570" y="1752647"/>
                </a:lnTo>
                <a:lnTo>
                  <a:pt x="3871706" y="1752647"/>
                </a:lnTo>
                <a:lnTo>
                  <a:pt x="3859352" y="1752647"/>
                </a:lnTo>
                <a:lnTo>
                  <a:pt x="3852153" y="1752647"/>
                </a:lnTo>
                <a:lnTo>
                  <a:pt x="3857795" y="1752647"/>
                </a:lnTo>
                <a:lnTo>
                  <a:pt x="3864507" y="1752647"/>
                </a:lnTo>
                <a:lnTo>
                  <a:pt x="3866647" y="1752647"/>
                </a:lnTo>
                <a:lnTo>
                  <a:pt x="3865188" y="1752647"/>
                </a:lnTo>
                <a:lnTo>
                  <a:pt x="3835616" y="1752647"/>
                </a:lnTo>
                <a:lnTo>
                  <a:pt x="3821706" y="1752647"/>
                </a:lnTo>
                <a:lnTo>
                  <a:pt x="3809838" y="1752647"/>
                </a:lnTo>
                <a:lnTo>
                  <a:pt x="3798748" y="1752647"/>
                </a:lnTo>
                <a:lnTo>
                  <a:pt x="3784157" y="1752647"/>
                </a:lnTo>
                <a:lnTo>
                  <a:pt x="3765772" y="1752647"/>
                </a:lnTo>
                <a:lnTo>
                  <a:pt x="3721511" y="1752647"/>
                </a:lnTo>
                <a:lnTo>
                  <a:pt x="3711005" y="1752647"/>
                </a:lnTo>
                <a:lnTo>
                  <a:pt x="3679390" y="1752647"/>
                </a:lnTo>
                <a:lnTo>
                  <a:pt x="3668787" y="1752647"/>
                </a:lnTo>
                <a:lnTo>
                  <a:pt x="3620732" y="1752647"/>
                </a:lnTo>
                <a:lnTo>
                  <a:pt x="3588825" y="1752647"/>
                </a:lnTo>
                <a:lnTo>
                  <a:pt x="3578320" y="1752647"/>
                </a:lnTo>
                <a:lnTo>
                  <a:pt x="3564604" y="1752647"/>
                </a:lnTo>
                <a:lnTo>
                  <a:pt x="3553417" y="1752647"/>
                </a:lnTo>
                <a:lnTo>
                  <a:pt x="3545537" y="1752647"/>
                </a:lnTo>
                <a:lnTo>
                  <a:pt x="3529487" y="1752647"/>
                </a:lnTo>
                <a:lnTo>
                  <a:pt x="3465965" y="1752647"/>
                </a:lnTo>
                <a:lnTo>
                  <a:pt x="3411393" y="1752647"/>
                </a:lnTo>
                <a:lnTo>
                  <a:pt x="3374331" y="1752647"/>
                </a:lnTo>
                <a:lnTo>
                  <a:pt x="3350790" y="1752647"/>
                </a:lnTo>
                <a:lnTo>
                  <a:pt x="3311879" y="1752647"/>
                </a:lnTo>
                <a:lnTo>
                  <a:pt x="3265381" y="1752647"/>
                </a:lnTo>
                <a:lnTo>
                  <a:pt x="3227443" y="1752647"/>
                </a:lnTo>
                <a:lnTo>
                  <a:pt x="3192618" y="1752647"/>
                </a:lnTo>
                <a:lnTo>
                  <a:pt x="3169661" y="1752647"/>
                </a:lnTo>
                <a:lnTo>
                  <a:pt x="3139991" y="1752647"/>
                </a:lnTo>
                <a:lnTo>
                  <a:pt x="3077540" y="1752647"/>
                </a:lnTo>
                <a:lnTo>
                  <a:pt x="3056139" y="1752647"/>
                </a:lnTo>
                <a:lnTo>
                  <a:pt x="3022092" y="1752647"/>
                </a:lnTo>
                <a:lnTo>
                  <a:pt x="3012073" y="1752647"/>
                </a:lnTo>
                <a:lnTo>
                  <a:pt x="2992909" y="1752647"/>
                </a:lnTo>
                <a:lnTo>
                  <a:pt x="2943493" y="1752647"/>
                </a:lnTo>
                <a:lnTo>
                  <a:pt x="2920730" y="1752647"/>
                </a:lnTo>
                <a:lnTo>
                  <a:pt x="2905944" y="1752647"/>
                </a:lnTo>
                <a:lnTo>
                  <a:pt x="2893395" y="1752647"/>
                </a:lnTo>
                <a:lnTo>
                  <a:pt x="2881916" y="1752647"/>
                </a:lnTo>
                <a:lnTo>
                  <a:pt x="2866449" y="1752647"/>
                </a:lnTo>
                <a:lnTo>
                  <a:pt x="2856819" y="1752647"/>
                </a:lnTo>
                <a:lnTo>
                  <a:pt x="2835613" y="1752647"/>
                </a:lnTo>
                <a:lnTo>
                  <a:pt x="2821702" y="1752647"/>
                </a:lnTo>
                <a:lnTo>
                  <a:pt x="2807889" y="1752647"/>
                </a:lnTo>
                <a:lnTo>
                  <a:pt x="2792617" y="1752647"/>
                </a:lnTo>
                <a:lnTo>
                  <a:pt x="2778998" y="1752647"/>
                </a:lnTo>
                <a:lnTo>
                  <a:pt x="2768103" y="1752647"/>
                </a:lnTo>
                <a:lnTo>
                  <a:pt x="2750788" y="1752647"/>
                </a:lnTo>
                <a:lnTo>
                  <a:pt x="2689795" y="1752647"/>
                </a:lnTo>
                <a:lnTo>
                  <a:pt x="2681040" y="1752647"/>
                </a:lnTo>
                <a:lnTo>
                  <a:pt x="2669853" y="1752647"/>
                </a:lnTo>
                <a:lnTo>
                  <a:pt x="2648842" y="1752647"/>
                </a:lnTo>
                <a:lnTo>
                  <a:pt x="2617227" y="1752647"/>
                </a:lnTo>
                <a:lnTo>
                  <a:pt x="2559834" y="1752647"/>
                </a:lnTo>
                <a:lnTo>
                  <a:pt x="2532207" y="1752647"/>
                </a:lnTo>
                <a:lnTo>
                  <a:pt x="2521215" y="1752647"/>
                </a:lnTo>
                <a:lnTo>
                  <a:pt x="2500884" y="1752647"/>
                </a:lnTo>
                <a:lnTo>
                  <a:pt x="2466351" y="1752647"/>
                </a:lnTo>
                <a:lnTo>
                  <a:pt x="2454191" y="1752647"/>
                </a:lnTo>
                <a:lnTo>
                  <a:pt x="2445047" y="1752647"/>
                </a:lnTo>
                <a:lnTo>
                  <a:pt x="2427148" y="1752647"/>
                </a:lnTo>
                <a:lnTo>
                  <a:pt x="2407401" y="1752647"/>
                </a:lnTo>
                <a:lnTo>
                  <a:pt x="2391156" y="1752647"/>
                </a:lnTo>
                <a:lnTo>
                  <a:pt x="2373063" y="1752647"/>
                </a:lnTo>
                <a:lnTo>
                  <a:pt x="2336584" y="1752647"/>
                </a:lnTo>
                <a:lnTo>
                  <a:pt x="2299230" y="1752647"/>
                </a:lnTo>
                <a:lnTo>
                  <a:pt x="2286584" y="1752647"/>
                </a:lnTo>
                <a:lnTo>
                  <a:pt x="2272673" y="1752647"/>
                </a:lnTo>
                <a:lnTo>
                  <a:pt x="2254385" y="1752647"/>
                </a:lnTo>
                <a:lnTo>
                  <a:pt x="2245338" y="1752647"/>
                </a:lnTo>
                <a:lnTo>
                  <a:pt x="2202731" y="1752647"/>
                </a:lnTo>
                <a:lnTo>
                  <a:pt x="2175591" y="1752647"/>
                </a:lnTo>
                <a:lnTo>
                  <a:pt x="2141739" y="1752647"/>
                </a:lnTo>
                <a:lnTo>
                  <a:pt x="2112556" y="1752647"/>
                </a:lnTo>
                <a:lnTo>
                  <a:pt x="2090182" y="1752647"/>
                </a:lnTo>
                <a:lnTo>
                  <a:pt x="2064793" y="1752647"/>
                </a:lnTo>
                <a:lnTo>
                  <a:pt x="2049131" y="1752647"/>
                </a:lnTo>
                <a:lnTo>
                  <a:pt x="2021213" y="1752647"/>
                </a:lnTo>
                <a:lnTo>
                  <a:pt x="2013139" y="1752647"/>
                </a:lnTo>
                <a:lnTo>
                  <a:pt x="2006622" y="1752647"/>
                </a:lnTo>
                <a:lnTo>
                  <a:pt x="1995046" y="1752647"/>
                </a:lnTo>
                <a:lnTo>
                  <a:pt x="1994754" y="1752647"/>
                </a:lnTo>
                <a:lnTo>
                  <a:pt x="1991544" y="1752647"/>
                </a:lnTo>
                <a:lnTo>
                  <a:pt x="1991836" y="1752647"/>
                </a:lnTo>
                <a:lnTo>
                  <a:pt x="1993587" y="1752647"/>
                </a:lnTo>
                <a:lnTo>
                  <a:pt x="2003801" y="1752647"/>
                </a:lnTo>
                <a:lnTo>
                  <a:pt x="2011875" y="1752647"/>
                </a:lnTo>
                <a:lnTo>
                  <a:pt x="2029093" y="1752647"/>
                </a:lnTo>
                <a:lnTo>
                  <a:pt x="2044268" y="1752647"/>
                </a:lnTo>
                <a:lnTo>
                  <a:pt x="2052925" y="1752647"/>
                </a:lnTo>
                <a:lnTo>
                  <a:pt x="2060610" y="1752647"/>
                </a:lnTo>
                <a:lnTo>
                  <a:pt x="2059443" y="1752647"/>
                </a:lnTo>
                <a:lnTo>
                  <a:pt x="2054384" y="1752647"/>
                </a:lnTo>
                <a:lnTo>
                  <a:pt x="2057789" y="1752647"/>
                </a:lnTo>
                <a:lnTo>
                  <a:pt x="2063042" y="1752647"/>
                </a:lnTo>
                <a:lnTo>
                  <a:pt x="2064696" y="1752647"/>
                </a:lnTo>
                <a:lnTo>
                  <a:pt x="2065960" y="1752647"/>
                </a:lnTo>
                <a:lnTo>
                  <a:pt x="2062069" y="1752647"/>
                </a:lnTo>
                <a:lnTo>
                  <a:pt x="2038431" y="1752647"/>
                </a:lnTo>
                <a:lnTo>
                  <a:pt x="2022770" y="1752647"/>
                </a:lnTo>
                <a:lnTo>
                  <a:pt x="2011388" y="1752647"/>
                </a:lnTo>
                <a:lnTo>
                  <a:pt x="2001758" y="1752647"/>
                </a:lnTo>
                <a:lnTo>
                  <a:pt x="1993684" y="1752647"/>
                </a:lnTo>
                <a:lnTo>
                  <a:pt x="1991155" y="1752647"/>
                </a:lnTo>
                <a:lnTo>
                  <a:pt x="1988528" y="1752647"/>
                </a:lnTo>
                <a:lnTo>
                  <a:pt x="1991349" y="1752647"/>
                </a:lnTo>
                <a:lnTo>
                  <a:pt x="1990182" y="1752647"/>
                </a:lnTo>
                <a:lnTo>
                  <a:pt x="1980260" y="1752647"/>
                </a:lnTo>
                <a:lnTo>
                  <a:pt x="1957983" y="1752647"/>
                </a:lnTo>
                <a:lnTo>
                  <a:pt x="1954384" y="1752647"/>
                </a:lnTo>
                <a:lnTo>
                  <a:pt x="1954481" y="1752647"/>
                </a:lnTo>
                <a:lnTo>
                  <a:pt x="1949131" y="1752647"/>
                </a:lnTo>
                <a:lnTo>
                  <a:pt x="1931330" y="1752647"/>
                </a:lnTo>
                <a:lnTo>
                  <a:pt x="1912944" y="1752647"/>
                </a:lnTo>
                <a:lnTo>
                  <a:pt x="1909831" y="1752647"/>
                </a:lnTo>
                <a:lnTo>
                  <a:pt x="1906427" y="1752647"/>
                </a:lnTo>
                <a:lnTo>
                  <a:pt x="1899617" y="1752647"/>
                </a:lnTo>
                <a:lnTo>
                  <a:pt x="1868586" y="1752647"/>
                </a:lnTo>
                <a:lnTo>
                  <a:pt x="1832010" y="1752647"/>
                </a:lnTo>
                <a:lnTo>
                  <a:pt x="1822088" y="1752647"/>
                </a:lnTo>
                <a:lnTo>
                  <a:pt x="1817613" y="1752647"/>
                </a:lnTo>
                <a:lnTo>
                  <a:pt x="1820142" y="1752647"/>
                </a:lnTo>
                <a:lnTo>
                  <a:pt x="1824228" y="1752647"/>
                </a:lnTo>
                <a:lnTo>
                  <a:pt x="1828800" y="1752647"/>
                </a:lnTo>
                <a:lnTo>
                  <a:pt x="1831037" y="1752647"/>
                </a:lnTo>
                <a:lnTo>
                  <a:pt x="1833177" y="1752647"/>
                </a:lnTo>
                <a:lnTo>
                  <a:pt x="1832983" y="1752647"/>
                </a:lnTo>
                <a:lnTo>
                  <a:pt x="1834247" y="1752647"/>
                </a:lnTo>
                <a:lnTo>
                  <a:pt x="1837458" y="1752647"/>
                </a:lnTo>
                <a:lnTo>
                  <a:pt x="1841154" y="1752647"/>
                </a:lnTo>
                <a:lnTo>
                  <a:pt x="1852827" y="1752647"/>
                </a:lnTo>
                <a:lnTo>
                  <a:pt x="1856232" y="1752647"/>
                </a:lnTo>
                <a:lnTo>
                  <a:pt x="1871018" y="1752647"/>
                </a:lnTo>
                <a:lnTo>
                  <a:pt x="1875493" y="1752647"/>
                </a:lnTo>
                <a:lnTo>
                  <a:pt x="1880940" y="1752647"/>
                </a:lnTo>
                <a:lnTo>
                  <a:pt x="1882594" y="1752647"/>
                </a:lnTo>
                <a:lnTo>
                  <a:pt x="1875104" y="1752647"/>
                </a:lnTo>
                <a:lnTo>
                  <a:pt x="1868294" y="1752647"/>
                </a:lnTo>
                <a:lnTo>
                  <a:pt x="1856913" y="1752647"/>
                </a:lnTo>
                <a:lnTo>
                  <a:pt x="1849520" y="1752647"/>
                </a:lnTo>
                <a:lnTo>
                  <a:pt x="1838041" y="1752647"/>
                </a:lnTo>
                <a:lnTo>
                  <a:pt x="1838236" y="1752647"/>
                </a:lnTo>
                <a:lnTo>
                  <a:pt x="1843489" y="1752647"/>
                </a:lnTo>
                <a:lnTo>
                  <a:pt x="1852049" y="1752647"/>
                </a:lnTo>
                <a:lnTo>
                  <a:pt x="1860026" y="1752647"/>
                </a:lnTo>
                <a:lnTo>
                  <a:pt x="1868975" y="1752647"/>
                </a:lnTo>
                <a:lnTo>
                  <a:pt x="1867516" y="1752647"/>
                </a:lnTo>
                <a:lnTo>
                  <a:pt x="1866154" y="1752647"/>
                </a:lnTo>
                <a:lnTo>
                  <a:pt x="1866932" y="1752647"/>
                </a:lnTo>
                <a:lnTo>
                  <a:pt x="1870045" y="1752647"/>
                </a:lnTo>
                <a:lnTo>
                  <a:pt x="1874131" y="1752647"/>
                </a:lnTo>
                <a:lnTo>
                  <a:pt x="1878606" y="1752647"/>
                </a:lnTo>
                <a:lnTo>
                  <a:pt x="1882691" y="1752647"/>
                </a:lnTo>
                <a:lnTo>
                  <a:pt x="1885220" y="1752647"/>
                </a:lnTo>
                <a:lnTo>
                  <a:pt x="1891252" y="1752647"/>
                </a:lnTo>
                <a:lnTo>
                  <a:pt x="1896115" y="1752647"/>
                </a:lnTo>
                <a:lnTo>
                  <a:pt x="1905649" y="1752647"/>
                </a:lnTo>
                <a:lnTo>
                  <a:pt x="1914014" y="1752647"/>
                </a:lnTo>
                <a:lnTo>
                  <a:pt x="1917905" y="1752647"/>
                </a:lnTo>
                <a:lnTo>
                  <a:pt x="1916641" y="1752647"/>
                </a:lnTo>
                <a:lnTo>
                  <a:pt x="1919170" y="1752647"/>
                </a:lnTo>
                <a:lnTo>
                  <a:pt x="1917711" y="1752647"/>
                </a:lnTo>
                <a:lnTo>
                  <a:pt x="1896213" y="1752647"/>
                </a:lnTo>
                <a:lnTo>
                  <a:pt x="1876660" y="1752647"/>
                </a:lnTo>
                <a:lnTo>
                  <a:pt x="1864890" y="1752647"/>
                </a:lnTo>
                <a:lnTo>
                  <a:pt x="1854967" y="1752647"/>
                </a:lnTo>
                <a:lnTo>
                  <a:pt x="1848644" y="1752647"/>
                </a:lnTo>
                <a:lnTo>
                  <a:pt x="1840279" y="1752647"/>
                </a:lnTo>
                <a:lnTo>
                  <a:pt x="1839792" y="1752647"/>
                </a:lnTo>
                <a:lnTo>
                  <a:pt x="1840570" y="1752647"/>
                </a:lnTo>
                <a:lnTo>
                  <a:pt x="1847283" y="1752647"/>
                </a:lnTo>
                <a:lnTo>
                  <a:pt x="1853411" y="1752647"/>
                </a:lnTo>
                <a:lnTo>
                  <a:pt x="1873255" y="1752647"/>
                </a:lnTo>
                <a:lnTo>
                  <a:pt x="1874228" y="1752647"/>
                </a:lnTo>
                <a:lnTo>
                  <a:pt x="1874034" y="1752647"/>
                </a:lnTo>
                <a:lnTo>
                  <a:pt x="1876952" y="1752647"/>
                </a:lnTo>
                <a:lnTo>
                  <a:pt x="1874325" y="1752647"/>
                </a:lnTo>
                <a:lnTo>
                  <a:pt x="1866057" y="1752647"/>
                </a:lnTo>
                <a:lnTo>
                  <a:pt x="1876952" y="1752647"/>
                </a:lnTo>
                <a:lnTo>
                  <a:pt x="1892808" y="1752647"/>
                </a:lnTo>
                <a:lnTo>
                  <a:pt x="1899131" y="1752647"/>
                </a:lnTo>
                <a:lnTo>
                  <a:pt x="1908956" y="1752647"/>
                </a:lnTo>
                <a:lnTo>
                  <a:pt x="1910804" y="1752647"/>
                </a:lnTo>
                <a:lnTo>
                  <a:pt x="1905940" y="1752647"/>
                </a:lnTo>
                <a:lnTo>
                  <a:pt x="1912847" y="1752647"/>
                </a:lnTo>
                <a:lnTo>
                  <a:pt x="1910707" y="1752647"/>
                </a:lnTo>
                <a:lnTo>
                  <a:pt x="1916835" y="1752647"/>
                </a:lnTo>
                <a:lnTo>
                  <a:pt x="1926466" y="1752647"/>
                </a:lnTo>
                <a:lnTo>
                  <a:pt x="1933664" y="1752647"/>
                </a:lnTo>
                <a:lnTo>
                  <a:pt x="1937458" y="1752647"/>
                </a:lnTo>
                <a:lnTo>
                  <a:pt x="1955551" y="1752647"/>
                </a:lnTo>
                <a:lnTo>
                  <a:pt x="1965863" y="1752647"/>
                </a:lnTo>
                <a:lnTo>
                  <a:pt x="1980454" y="1752647"/>
                </a:lnTo>
                <a:lnTo>
                  <a:pt x="2009929" y="1752647"/>
                </a:lnTo>
                <a:lnTo>
                  <a:pt x="2038528" y="1752647"/>
                </a:lnTo>
                <a:lnTo>
                  <a:pt x="2052147" y="1752647"/>
                </a:lnTo>
                <a:lnTo>
                  <a:pt x="2069170" y="1752647"/>
                </a:lnTo>
                <a:lnTo>
                  <a:pt x="2081135" y="1752647"/>
                </a:lnTo>
                <a:lnTo>
                  <a:pt x="2092517" y="1752647"/>
                </a:lnTo>
                <a:lnTo>
                  <a:pt x="2150396" y="1752647"/>
                </a:lnTo>
                <a:lnTo>
                  <a:pt x="2160221" y="1752647"/>
                </a:lnTo>
                <a:lnTo>
                  <a:pt x="2172770" y="1752647"/>
                </a:lnTo>
                <a:lnTo>
                  <a:pt x="2188237" y="1752647"/>
                </a:lnTo>
                <a:lnTo>
                  <a:pt x="2202245" y="1752647"/>
                </a:lnTo>
                <a:lnTo>
                  <a:pt x="2217225" y="1752647"/>
                </a:lnTo>
                <a:lnTo>
                  <a:pt x="2228218" y="1752647"/>
                </a:lnTo>
                <a:lnTo>
                  <a:pt x="2255261" y="1752647"/>
                </a:lnTo>
                <a:lnTo>
                  <a:pt x="2269658" y="1752647"/>
                </a:lnTo>
                <a:lnTo>
                  <a:pt x="2294463" y="1752647"/>
                </a:lnTo>
                <a:lnTo>
                  <a:pt x="2305358" y="1752647"/>
                </a:lnTo>
                <a:lnTo>
                  <a:pt x="2330553" y="1752647"/>
                </a:lnTo>
                <a:lnTo>
                  <a:pt x="2359055" y="1752647"/>
                </a:lnTo>
                <a:lnTo>
                  <a:pt x="2393393" y="1752647"/>
                </a:lnTo>
                <a:lnTo>
                  <a:pt x="2418199" y="1752647"/>
                </a:lnTo>
                <a:lnTo>
                  <a:pt x="2440281" y="1752647"/>
                </a:lnTo>
                <a:lnTo>
                  <a:pt x="2457985" y="1752647"/>
                </a:lnTo>
                <a:lnTo>
                  <a:pt x="2499619" y="1752647"/>
                </a:lnTo>
                <a:lnTo>
                  <a:pt x="2522771" y="1752647"/>
                </a:lnTo>
                <a:lnTo>
                  <a:pt x="2565962" y="1752647"/>
                </a:lnTo>
                <a:lnTo>
                  <a:pt x="2577635" y="1752647"/>
                </a:lnTo>
                <a:lnTo>
                  <a:pt x="2595340" y="1752647"/>
                </a:lnTo>
                <a:lnTo>
                  <a:pt x="2610709" y="1752647"/>
                </a:lnTo>
                <a:lnTo>
                  <a:pt x="2625884" y="1752647"/>
                </a:lnTo>
                <a:lnTo>
                  <a:pt x="2635126" y="1752647"/>
                </a:lnTo>
                <a:lnTo>
                  <a:pt x="2639211" y="1752647"/>
                </a:lnTo>
                <a:lnTo>
                  <a:pt x="2648063" y="1752647"/>
                </a:lnTo>
                <a:lnTo>
                  <a:pt x="2654192" y="1752647"/>
                </a:lnTo>
                <a:lnTo>
                  <a:pt x="2658958" y="1752647"/>
                </a:lnTo>
                <a:lnTo>
                  <a:pt x="2675690" y="1752647"/>
                </a:lnTo>
                <a:lnTo>
                  <a:pt x="2700593" y="1752647"/>
                </a:lnTo>
                <a:lnTo>
                  <a:pt x="2708667" y="1752647"/>
                </a:lnTo>
                <a:lnTo>
                  <a:pt x="2710223" y="1752647"/>
                </a:lnTo>
                <a:lnTo>
                  <a:pt x="2704873" y="1752647"/>
                </a:lnTo>
                <a:lnTo>
                  <a:pt x="2698161" y="1752647"/>
                </a:lnTo>
                <a:lnTo>
                  <a:pt x="2693686" y="1752647"/>
                </a:lnTo>
                <a:lnTo>
                  <a:pt x="2689406" y="1752647"/>
                </a:lnTo>
                <a:lnTo>
                  <a:pt x="2689017" y="1752647"/>
                </a:lnTo>
                <a:lnTo>
                  <a:pt x="2690671" y="1752647"/>
                </a:lnTo>
                <a:lnTo>
                  <a:pt x="2700496" y="1752647"/>
                </a:lnTo>
                <a:lnTo>
                  <a:pt x="2707499" y="1752647"/>
                </a:lnTo>
                <a:lnTo>
                  <a:pt x="2717130" y="1752647"/>
                </a:lnTo>
                <a:lnTo>
                  <a:pt x="2725982" y="1752647"/>
                </a:lnTo>
                <a:lnTo>
                  <a:pt x="2733278" y="1752647"/>
                </a:lnTo>
                <a:lnTo>
                  <a:pt x="2745146" y="1752647"/>
                </a:lnTo>
                <a:lnTo>
                  <a:pt x="2750204" y="1752647"/>
                </a:lnTo>
                <a:lnTo>
                  <a:pt x="2757597" y="1752647"/>
                </a:lnTo>
                <a:lnTo>
                  <a:pt x="2764309" y="1752647"/>
                </a:lnTo>
                <a:lnTo>
                  <a:pt x="2769562" y="1752647"/>
                </a:lnTo>
                <a:lnTo>
                  <a:pt x="2779581" y="1752647"/>
                </a:lnTo>
                <a:lnTo>
                  <a:pt x="2786196" y="1752647"/>
                </a:lnTo>
                <a:lnTo>
                  <a:pt x="2798259" y="1752647"/>
                </a:lnTo>
                <a:lnTo>
                  <a:pt x="2809640" y="1752647"/>
                </a:lnTo>
                <a:lnTo>
                  <a:pt x="2818978" y="1752647"/>
                </a:lnTo>
                <a:lnTo>
                  <a:pt x="2823453" y="1752647"/>
                </a:lnTo>
                <a:lnTo>
                  <a:pt x="2827150" y="1752647"/>
                </a:lnTo>
                <a:lnTo>
                  <a:pt x="2827928" y="1752647"/>
                </a:lnTo>
                <a:lnTo>
                  <a:pt x="2827052" y="1752647"/>
                </a:lnTo>
                <a:lnTo>
                  <a:pt x="2831527" y="1752647"/>
                </a:lnTo>
                <a:lnTo>
                  <a:pt x="2829387" y="1752647"/>
                </a:lnTo>
                <a:lnTo>
                  <a:pt x="2830165" y="1752647"/>
                </a:lnTo>
                <a:lnTo>
                  <a:pt x="2832500" y="1752647"/>
                </a:lnTo>
                <a:lnTo>
                  <a:pt x="2836975" y="1752647"/>
                </a:lnTo>
                <a:lnTo>
                  <a:pt x="2845730" y="1752647"/>
                </a:lnTo>
                <a:lnTo>
                  <a:pt x="2850107" y="1752647"/>
                </a:lnTo>
                <a:lnTo>
                  <a:pt x="2853220" y="1752647"/>
                </a:lnTo>
                <a:lnTo>
                  <a:pt x="2853025" y="1752647"/>
                </a:lnTo>
                <a:lnTo>
                  <a:pt x="2857403" y="1752647"/>
                </a:lnTo>
                <a:lnTo>
                  <a:pt x="2855652" y="1752647"/>
                </a:lnTo>
                <a:lnTo>
                  <a:pt x="2848064" y="1752647"/>
                </a:lnTo>
                <a:lnTo>
                  <a:pt x="2844854" y="1752647"/>
                </a:lnTo>
                <a:lnTo>
                  <a:pt x="2838531" y="1752647"/>
                </a:lnTo>
                <a:lnTo>
                  <a:pt x="2831430" y="1752647"/>
                </a:lnTo>
                <a:lnTo>
                  <a:pt x="2822772" y="1752647"/>
                </a:lnTo>
                <a:lnTo>
                  <a:pt x="2820049" y="1752647"/>
                </a:lnTo>
                <a:lnTo>
                  <a:pt x="2823453" y="1752647"/>
                </a:lnTo>
                <a:lnTo>
                  <a:pt x="2828901" y="1752647"/>
                </a:lnTo>
                <a:lnTo>
                  <a:pt x="2833278" y="1752647"/>
                </a:lnTo>
                <a:lnTo>
                  <a:pt x="2835224" y="1752647"/>
                </a:lnTo>
                <a:lnTo>
                  <a:pt x="2831430" y="1752647"/>
                </a:lnTo>
                <a:lnTo>
                  <a:pt x="2835321" y="1752647"/>
                </a:lnTo>
                <a:lnTo>
                  <a:pt x="2843298" y="1752647"/>
                </a:lnTo>
                <a:lnTo>
                  <a:pt x="2855944" y="1752647"/>
                </a:lnTo>
                <a:lnTo>
                  <a:pt x="2861391" y="1752647"/>
                </a:lnTo>
                <a:lnTo>
                  <a:pt x="2865866" y="1752647"/>
                </a:lnTo>
                <a:lnTo>
                  <a:pt x="2873940" y="1752647"/>
                </a:lnTo>
                <a:lnTo>
                  <a:pt x="2882306" y="1752647"/>
                </a:lnTo>
                <a:lnTo>
                  <a:pt x="2887753" y="1752647"/>
                </a:lnTo>
                <a:lnTo>
                  <a:pt x="2898843" y="1752647"/>
                </a:lnTo>
                <a:lnTo>
                  <a:pt x="2913726" y="1752647"/>
                </a:lnTo>
                <a:lnTo>
                  <a:pt x="2921216" y="1752647"/>
                </a:lnTo>
                <a:lnTo>
                  <a:pt x="2936975" y="1752647"/>
                </a:lnTo>
                <a:lnTo>
                  <a:pt x="2944757" y="1752647"/>
                </a:lnTo>
                <a:lnTo>
                  <a:pt x="2943298" y="1752647"/>
                </a:lnTo>
                <a:lnTo>
                  <a:pt x="2934738" y="1752647"/>
                </a:lnTo>
                <a:lnTo>
                  <a:pt x="2925107" y="1752647"/>
                </a:lnTo>
                <a:lnTo>
                  <a:pt x="2913823" y="1752647"/>
                </a:lnTo>
                <a:lnTo>
                  <a:pt x="2909057" y="1752647"/>
                </a:lnTo>
                <a:lnTo>
                  <a:pt x="2907403" y="1752647"/>
                </a:lnTo>
                <a:lnTo>
                  <a:pt x="2910127" y="1752647"/>
                </a:lnTo>
                <a:lnTo>
                  <a:pt x="2911975" y="1752647"/>
                </a:lnTo>
                <a:lnTo>
                  <a:pt x="2919271" y="1752647"/>
                </a:lnTo>
                <a:lnTo>
                  <a:pt x="2925788" y="1752647"/>
                </a:lnTo>
                <a:lnTo>
                  <a:pt x="2926566" y="1752647"/>
                </a:lnTo>
                <a:lnTo>
                  <a:pt x="2928901" y="1752647"/>
                </a:lnTo>
                <a:lnTo>
                  <a:pt x="2932792" y="1752647"/>
                </a:lnTo>
                <a:lnTo>
                  <a:pt x="2932695" y="1752647"/>
                </a:lnTo>
                <a:lnTo>
                  <a:pt x="2928706" y="1752647"/>
                </a:lnTo>
                <a:lnTo>
                  <a:pt x="2918687" y="1752647"/>
                </a:lnTo>
                <a:lnTo>
                  <a:pt x="2913920" y="1752647"/>
                </a:lnTo>
                <a:lnTo>
                  <a:pt x="2906819" y="1752647"/>
                </a:lnTo>
                <a:lnTo>
                  <a:pt x="2908278" y="1752647"/>
                </a:lnTo>
                <a:lnTo>
                  <a:pt x="2912461" y="1752647"/>
                </a:lnTo>
                <a:lnTo>
                  <a:pt x="2918882" y="1752647"/>
                </a:lnTo>
                <a:lnTo>
                  <a:pt x="2924329" y="1752647"/>
                </a:lnTo>
                <a:lnTo>
                  <a:pt x="2932306" y="1752647"/>
                </a:lnTo>
                <a:lnTo>
                  <a:pt x="2936878" y="1752647"/>
                </a:lnTo>
                <a:lnTo>
                  <a:pt x="2935808" y="1752647"/>
                </a:lnTo>
                <a:lnTo>
                  <a:pt x="2937072" y="1752647"/>
                </a:lnTo>
                <a:lnTo>
                  <a:pt x="2942617" y="1752647"/>
                </a:lnTo>
                <a:lnTo>
                  <a:pt x="2964212" y="1752647"/>
                </a:lnTo>
                <a:lnTo>
                  <a:pt x="2968493" y="1752647"/>
                </a:lnTo>
                <a:lnTo>
                  <a:pt x="2973065" y="1752647"/>
                </a:lnTo>
                <a:lnTo>
                  <a:pt x="2974524" y="1752647"/>
                </a:lnTo>
                <a:lnTo>
                  <a:pt x="2974037" y="1752647"/>
                </a:lnTo>
                <a:lnTo>
                  <a:pt x="2969271" y="1752647"/>
                </a:lnTo>
                <a:lnTo>
                  <a:pt x="2958084" y="1752647"/>
                </a:lnTo>
                <a:lnTo>
                  <a:pt x="2955555" y="1752647"/>
                </a:lnTo>
                <a:lnTo>
                  <a:pt x="2956528" y="1752647"/>
                </a:lnTo>
                <a:lnTo>
                  <a:pt x="2951275" y="1752647"/>
                </a:lnTo>
                <a:lnTo>
                  <a:pt x="2958570" y="1752647"/>
                </a:lnTo>
                <a:lnTo>
                  <a:pt x="2964893" y="1752647"/>
                </a:lnTo>
                <a:lnTo>
                  <a:pt x="2969174" y="1752647"/>
                </a:lnTo>
                <a:lnTo>
                  <a:pt x="2969271" y="1752647"/>
                </a:lnTo>
                <a:lnTo>
                  <a:pt x="2970633" y="1752647"/>
                </a:lnTo>
                <a:lnTo>
                  <a:pt x="2974037" y="1752647"/>
                </a:lnTo>
                <a:lnTo>
                  <a:pt x="2985321" y="1752647"/>
                </a:lnTo>
                <a:lnTo>
                  <a:pt x="2996314" y="1752647"/>
                </a:lnTo>
                <a:lnTo>
                  <a:pt x="3001567" y="1752647"/>
                </a:lnTo>
                <a:lnTo>
                  <a:pt x="3003512" y="1752647"/>
                </a:lnTo>
                <a:lnTo>
                  <a:pt x="3004290" y="1752647"/>
                </a:lnTo>
                <a:lnTo>
                  <a:pt x="2990574" y="1752647"/>
                </a:lnTo>
                <a:lnTo>
                  <a:pt x="2990185" y="1752647"/>
                </a:lnTo>
                <a:lnTo>
                  <a:pt x="2984446" y="1752647"/>
                </a:lnTo>
                <a:lnTo>
                  <a:pt x="2984349" y="1752647"/>
                </a:lnTo>
                <a:lnTo>
                  <a:pt x="2992909" y="1752647"/>
                </a:lnTo>
                <a:lnTo>
                  <a:pt x="2994660" y="1752647"/>
                </a:lnTo>
                <a:lnTo>
                  <a:pt x="2999524" y="1752647"/>
                </a:lnTo>
                <a:lnTo>
                  <a:pt x="3009349" y="1752647"/>
                </a:lnTo>
                <a:lnTo>
                  <a:pt x="3015964" y="1752647"/>
                </a:lnTo>
                <a:lnTo>
                  <a:pt x="3023357" y="1752647"/>
                </a:lnTo>
                <a:lnTo>
                  <a:pt x="3025108" y="1752647"/>
                </a:lnTo>
                <a:lnTo>
                  <a:pt x="3025010" y="1752647"/>
                </a:lnTo>
                <a:lnTo>
                  <a:pt x="3028026" y="1752647"/>
                </a:lnTo>
                <a:lnTo>
                  <a:pt x="3035516" y="1752647"/>
                </a:lnTo>
                <a:lnTo>
                  <a:pt x="3033182" y="1752647"/>
                </a:lnTo>
                <a:lnTo>
                  <a:pt x="3031333" y="1752647"/>
                </a:lnTo>
                <a:lnTo>
                  <a:pt x="3034154" y="1752647"/>
                </a:lnTo>
                <a:lnTo>
                  <a:pt x="3035808" y="1752647"/>
                </a:lnTo>
                <a:lnTo>
                  <a:pt x="3038726" y="1752647"/>
                </a:lnTo>
                <a:lnTo>
                  <a:pt x="3046703" y="1752647"/>
                </a:lnTo>
                <a:lnTo>
                  <a:pt x="3048649" y="1752647"/>
                </a:lnTo>
                <a:lnTo>
                  <a:pt x="3049621" y="1752647"/>
                </a:lnTo>
                <a:lnTo>
                  <a:pt x="3053610" y="1752647"/>
                </a:lnTo>
                <a:lnTo>
                  <a:pt x="3058960" y="1752647"/>
                </a:lnTo>
                <a:lnTo>
                  <a:pt x="3066256" y="1752647"/>
                </a:lnTo>
                <a:lnTo>
                  <a:pt x="3065866" y="1752647"/>
                </a:lnTo>
                <a:lnTo>
                  <a:pt x="3068590" y="1752647"/>
                </a:lnTo>
                <a:lnTo>
                  <a:pt x="3069466" y="1752647"/>
                </a:lnTo>
                <a:lnTo>
                  <a:pt x="3074038" y="1752647"/>
                </a:lnTo>
                <a:lnTo>
                  <a:pt x="3075010" y="1752647"/>
                </a:lnTo>
                <a:lnTo>
                  <a:pt x="3071314" y="1752647"/>
                </a:lnTo>
                <a:lnTo>
                  <a:pt x="3069466" y="1752647"/>
                </a:lnTo>
                <a:lnTo>
                  <a:pt x="3075789" y="1752647"/>
                </a:lnTo>
                <a:lnTo>
                  <a:pt x="3082112" y="1752647"/>
                </a:lnTo>
                <a:lnTo>
                  <a:pt x="3086392" y="1752647"/>
                </a:lnTo>
                <a:lnTo>
                  <a:pt x="3089310" y="1752647"/>
                </a:lnTo>
                <a:lnTo>
                  <a:pt x="3093298" y="1752647"/>
                </a:lnTo>
                <a:lnTo>
                  <a:pt x="3095633" y="1752647"/>
                </a:lnTo>
                <a:lnTo>
                  <a:pt x="3103415" y="1752647"/>
                </a:lnTo>
                <a:lnTo>
                  <a:pt x="3111100" y="1752647"/>
                </a:lnTo>
                <a:lnTo>
                  <a:pt x="3119660" y="1752647"/>
                </a:lnTo>
                <a:lnTo>
                  <a:pt x="3130264" y="1752647"/>
                </a:lnTo>
                <a:lnTo>
                  <a:pt x="3140186" y="1752647"/>
                </a:lnTo>
                <a:lnTo>
                  <a:pt x="3138532" y="1752647"/>
                </a:lnTo>
                <a:lnTo>
                  <a:pt x="3139699" y="1752647"/>
                </a:lnTo>
                <a:lnTo>
                  <a:pt x="3152054" y="1752647"/>
                </a:lnTo>
                <a:lnTo>
                  <a:pt x="3162073" y="1752647"/>
                </a:lnTo>
                <a:lnTo>
                  <a:pt x="3171120" y="1752647"/>
                </a:lnTo>
                <a:lnTo>
                  <a:pt x="3189991" y="1752647"/>
                </a:lnTo>
                <a:lnTo>
                  <a:pt x="3206042" y="1752647"/>
                </a:lnTo>
                <a:lnTo>
                  <a:pt x="3213143" y="1752647"/>
                </a:lnTo>
                <a:lnTo>
                  <a:pt x="3226957" y="1752647"/>
                </a:lnTo>
                <a:lnTo>
                  <a:pt x="3235711" y="1752647"/>
                </a:lnTo>
                <a:lnTo>
                  <a:pt x="3247871" y="1752647"/>
                </a:lnTo>
                <a:lnTo>
                  <a:pt x="3276276" y="1752647"/>
                </a:lnTo>
                <a:lnTo>
                  <a:pt x="3278124" y="1752647"/>
                </a:lnTo>
                <a:lnTo>
                  <a:pt x="3274330" y="1752647"/>
                </a:lnTo>
                <a:lnTo>
                  <a:pt x="3270828" y="1752647"/>
                </a:lnTo>
                <a:lnTo>
                  <a:pt x="3266548" y="1752647"/>
                </a:lnTo>
                <a:lnTo>
                  <a:pt x="3265478" y="1752647"/>
                </a:lnTo>
                <a:lnTo>
                  <a:pt x="3269661" y="1752647"/>
                </a:lnTo>
                <a:lnTo>
                  <a:pt x="3273844" y="1752647"/>
                </a:lnTo>
                <a:lnTo>
                  <a:pt x="3278416" y="1752647"/>
                </a:lnTo>
                <a:lnTo>
                  <a:pt x="3283571" y="1752647"/>
                </a:lnTo>
                <a:lnTo>
                  <a:pt x="3283961" y="1752647"/>
                </a:lnTo>
                <a:lnTo>
                  <a:pt x="3280848" y="1752647"/>
                </a:lnTo>
                <a:lnTo>
                  <a:pt x="3275595" y="1752647"/>
                </a:lnTo>
                <a:lnTo>
                  <a:pt x="3275789" y="1752647"/>
                </a:lnTo>
                <a:lnTo>
                  <a:pt x="3279972" y="1752647"/>
                </a:lnTo>
                <a:lnTo>
                  <a:pt x="3286490" y="1752647"/>
                </a:lnTo>
                <a:lnTo>
                  <a:pt x="3293591" y="1752647"/>
                </a:lnTo>
                <a:lnTo>
                  <a:pt x="3297968" y="1752647"/>
                </a:lnTo>
                <a:lnTo>
                  <a:pt x="3298649" y="1752647"/>
                </a:lnTo>
                <a:lnTo>
                  <a:pt x="3305167" y="1752647"/>
                </a:lnTo>
                <a:lnTo>
                  <a:pt x="3314797" y="1752647"/>
                </a:lnTo>
                <a:lnTo>
                  <a:pt x="3320634" y="1752647"/>
                </a:lnTo>
                <a:lnTo>
                  <a:pt x="3361685" y="1752647"/>
                </a:lnTo>
                <a:lnTo>
                  <a:pt x="3372093" y="1752647"/>
                </a:lnTo>
                <a:lnTo>
                  <a:pt x="3373066" y="1752647"/>
                </a:lnTo>
                <a:lnTo>
                  <a:pt x="3377054" y="1752647"/>
                </a:lnTo>
                <a:lnTo>
                  <a:pt x="3379194" y="1752647"/>
                </a:lnTo>
                <a:lnTo>
                  <a:pt x="3378805" y="1752647"/>
                </a:lnTo>
                <a:lnTo>
                  <a:pt x="3382113" y="1752647"/>
                </a:lnTo>
                <a:lnTo>
                  <a:pt x="3393105" y="1752647"/>
                </a:lnTo>
                <a:lnTo>
                  <a:pt x="3400693" y="1752647"/>
                </a:lnTo>
                <a:lnTo>
                  <a:pt x="3411198" y="1752647"/>
                </a:lnTo>
                <a:lnTo>
                  <a:pt x="3413241" y="1752647"/>
                </a:lnTo>
                <a:lnTo>
                  <a:pt x="3417813" y="1752647"/>
                </a:lnTo>
                <a:lnTo>
                  <a:pt x="3419272" y="1752647"/>
                </a:lnTo>
                <a:lnTo>
                  <a:pt x="3417132" y="1752647"/>
                </a:lnTo>
                <a:lnTo>
                  <a:pt x="3415673" y="1752647"/>
                </a:lnTo>
                <a:lnTo>
                  <a:pt x="3418008" y="1752647"/>
                </a:lnTo>
                <a:lnTo>
                  <a:pt x="3430265" y="1752647"/>
                </a:lnTo>
                <a:lnTo>
                  <a:pt x="3438630" y="1752647"/>
                </a:lnTo>
                <a:lnTo>
                  <a:pt x="3434642" y="1752647"/>
                </a:lnTo>
                <a:lnTo>
                  <a:pt x="3429389" y="1752647"/>
                </a:lnTo>
                <a:lnTo>
                  <a:pt x="3420537" y="1752647"/>
                </a:lnTo>
                <a:lnTo>
                  <a:pt x="3414895" y="1752647"/>
                </a:lnTo>
                <a:lnTo>
                  <a:pt x="3424039" y="1752647"/>
                </a:lnTo>
                <a:lnTo>
                  <a:pt x="3423942" y="1752647"/>
                </a:lnTo>
                <a:lnTo>
                  <a:pt x="3415187" y="1752647"/>
                </a:lnTo>
                <a:lnTo>
                  <a:pt x="3403124" y="1752647"/>
                </a:lnTo>
                <a:lnTo>
                  <a:pt x="3392910" y="1752647"/>
                </a:lnTo>
                <a:lnTo>
                  <a:pt x="3400693" y="1752647"/>
                </a:lnTo>
                <a:lnTo>
                  <a:pt x="3416354" y="1752647"/>
                </a:lnTo>
                <a:lnTo>
                  <a:pt x="3425109" y="1752647"/>
                </a:lnTo>
                <a:lnTo>
                  <a:pt x="3425887" y="1752647"/>
                </a:lnTo>
                <a:lnTo>
                  <a:pt x="3430167" y="1752647"/>
                </a:lnTo>
                <a:lnTo>
                  <a:pt x="3432794" y="1752647"/>
                </a:lnTo>
                <a:lnTo>
                  <a:pt x="3433572" y="1752647"/>
                </a:lnTo>
                <a:lnTo>
                  <a:pt x="3437658" y="1752647"/>
                </a:lnTo>
                <a:lnTo>
                  <a:pt x="3447288" y="1752647"/>
                </a:lnTo>
                <a:lnTo>
                  <a:pt x="3460420" y="1752647"/>
                </a:lnTo>
                <a:lnTo>
                  <a:pt x="3466549" y="1752647"/>
                </a:lnTo>
                <a:lnTo>
                  <a:pt x="3472677" y="1752647"/>
                </a:lnTo>
                <a:lnTo>
                  <a:pt x="3478611" y="1752647"/>
                </a:lnTo>
                <a:lnTo>
                  <a:pt x="3466451" y="1752647"/>
                </a:lnTo>
                <a:lnTo>
                  <a:pt x="3467424" y="1752647"/>
                </a:lnTo>
                <a:lnTo>
                  <a:pt x="3469662" y="1752647"/>
                </a:lnTo>
                <a:lnTo>
                  <a:pt x="3484253" y="1752647"/>
                </a:lnTo>
                <a:lnTo>
                  <a:pt x="3492230" y="1752647"/>
                </a:lnTo>
                <a:lnTo>
                  <a:pt x="3497483" y="1752647"/>
                </a:lnTo>
                <a:lnTo>
                  <a:pt x="3508961" y="1752647"/>
                </a:lnTo>
                <a:lnTo>
                  <a:pt x="3513339" y="1752647"/>
                </a:lnTo>
                <a:lnTo>
                  <a:pt x="3512658" y="1752647"/>
                </a:lnTo>
                <a:lnTo>
                  <a:pt x="3513922" y="1752647"/>
                </a:lnTo>
                <a:lnTo>
                  <a:pt x="3518689" y="1752647"/>
                </a:lnTo>
                <a:lnTo>
                  <a:pt x="3524915" y="1752647"/>
                </a:lnTo>
                <a:lnTo>
                  <a:pt x="3528903" y="1752647"/>
                </a:lnTo>
                <a:lnTo>
                  <a:pt x="3537658" y="1752647"/>
                </a:lnTo>
                <a:lnTo>
                  <a:pt x="3540674" y="1752647"/>
                </a:lnTo>
                <a:lnTo>
                  <a:pt x="3539214" y="1752647"/>
                </a:lnTo>
                <a:lnTo>
                  <a:pt x="3538339" y="1752647"/>
                </a:lnTo>
                <a:lnTo>
                  <a:pt x="3546413" y="1752647"/>
                </a:lnTo>
                <a:lnTo>
                  <a:pt x="3552833" y="1752647"/>
                </a:lnTo>
                <a:lnTo>
                  <a:pt x="3553514" y="1752647"/>
                </a:lnTo>
                <a:lnTo>
                  <a:pt x="3552541" y="1752647"/>
                </a:lnTo>
                <a:lnTo>
                  <a:pt x="3555070" y="1752647"/>
                </a:lnTo>
                <a:lnTo>
                  <a:pt x="3571997" y="1752647"/>
                </a:lnTo>
                <a:lnTo>
                  <a:pt x="3576374" y="1752647"/>
                </a:lnTo>
                <a:lnTo>
                  <a:pt x="3579001" y="1752647"/>
                </a:lnTo>
                <a:lnTo>
                  <a:pt x="3581141" y="1752647"/>
                </a:lnTo>
                <a:lnTo>
                  <a:pt x="3583864" y="1752647"/>
                </a:lnTo>
                <a:lnTo>
                  <a:pt x="3593203" y="1752647"/>
                </a:lnTo>
                <a:lnTo>
                  <a:pt x="3621219" y="1752647"/>
                </a:lnTo>
                <a:lnTo>
                  <a:pt x="3636977" y="1752647"/>
                </a:lnTo>
                <a:lnTo>
                  <a:pt x="3643689" y="1752647"/>
                </a:lnTo>
                <a:lnTo>
                  <a:pt x="3654098" y="1752647"/>
                </a:lnTo>
                <a:lnTo>
                  <a:pt x="3665577" y="1752647"/>
                </a:lnTo>
                <a:lnTo>
                  <a:pt x="3672483" y="1752647"/>
                </a:lnTo>
                <a:lnTo>
                  <a:pt x="3684059" y="1752647"/>
                </a:lnTo>
                <a:lnTo>
                  <a:pt x="3687853" y="1752647"/>
                </a:lnTo>
                <a:lnTo>
                  <a:pt x="3690869" y="1752647"/>
                </a:lnTo>
                <a:lnTo>
                  <a:pt x="3697581" y="1752647"/>
                </a:lnTo>
                <a:lnTo>
                  <a:pt x="3704682" y="1752647"/>
                </a:lnTo>
                <a:lnTo>
                  <a:pt x="3713631" y="1752647"/>
                </a:lnTo>
                <a:lnTo>
                  <a:pt x="3717231" y="1752647"/>
                </a:lnTo>
                <a:lnTo>
                  <a:pt x="3709157" y="1752647"/>
                </a:lnTo>
                <a:lnTo>
                  <a:pt x="3709643" y="1752647"/>
                </a:lnTo>
                <a:lnTo>
                  <a:pt x="3709157" y="1752647"/>
                </a:lnTo>
                <a:lnTo>
                  <a:pt x="3710616" y="1752647"/>
                </a:lnTo>
                <a:lnTo>
                  <a:pt x="3713437" y="1752647"/>
                </a:lnTo>
                <a:lnTo>
                  <a:pt x="3694079" y="1751868"/>
                </a:lnTo>
                <a:lnTo>
                  <a:pt x="3674915" y="1749531"/>
                </a:lnTo>
                <a:lnTo>
                  <a:pt x="3660907" y="1752647"/>
                </a:lnTo>
                <a:lnTo>
                  <a:pt x="3654974" y="1750213"/>
                </a:lnTo>
                <a:lnTo>
                  <a:pt x="3642522" y="1737944"/>
                </a:lnTo>
                <a:lnTo>
                  <a:pt x="3630557" y="1733368"/>
                </a:lnTo>
                <a:lnTo>
                  <a:pt x="3629584" y="1730349"/>
                </a:lnTo>
                <a:lnTo>
                  <a:pt x="3644176" y="1721586"/>
                </a:lnTo>
                <a:lnTo>
                  <a:pt x="3649721" y="1723047"/>
                </a:lnTo>
                <a:lnTo>
                  <a:pt x="3658184" y="1731323"/>
                </a:lnTo>
                <a:lnTo>
                  <a:pt x="3662950" y="1734244"/>
                </a:lnTo>
                <a:lnTo>
                  <a:pt x="3667133" y="1733660"/>
                </a:lnTo>
                <a:lnTo>
                  <a:pt x="3669760" y="1727234"/>
                </a:lnTo>
                <a:lnTo>
                  <a:pt x="3673456" y="1723826"/>
                </a:lnTo>
                <a:lnTo>
                  <a:pt x="3680363" y="1725773"/>
                </a:lnTo>
                <a:lnTo>
                  <a:pt x="3702055" y="1739697"/>
                </a:lnTo>
                <a:lnTo>
                  <a:pt x="3714312" y="1752647"/>
                </a:lnTo>
                <a:lnTo>
                  <a:pt x="3720538" y="1749629"/>
                </a:lnTo>
                <a:lnTo>
                  <a:pt x="3731238" y="1742034"/>
                </a:lnTo>
                <a:lnTo>
                  <a:pt x="3741355" y="1743592"/>
                </a:lnTo>
                <a:lnTo>
                  <a:pt x="3747581" y="1748071"/>
                </a:lnTo>
                <a:lnTo>
                  <a:pt x="3756238" y="1752647"/>
                </a:lnTo>
                <a:lnTo>
                  <a:pt x="3763145" y="1752647"/>
                </a:lnTo>
                <a:lnTo>
                  <a:pt x="3779779" y="1752647"/>
                </a:lnTo>
                <a:lnTo>
                  <a:pt x="3788242" y="1752647"/>
                </a:lnTo>
                <a:lnTo>
                  <a:pt x="3796997" y="1752647"/>
                </a:lnTo>
                <a:lnTo>
                  <a:pt x="3808768" y="1752647"/>
                </a:lnTo>
                <a:lnTo>
                  <a:pt x="3833087" y="1752647"/>
                </a:lnTo>
                <a:lnTo>
                  <a:pt x="3855947" y="1752647"/>
                </a:lnTo>
                <a:lnTo>
                  <a:pt x="3865480" y="1752647"/>
                </a:lnTo>
                <a:lnTo>
                  <a:pt x="3876570" y="1752647"/>
                </a:lnTo>
                <a:lnTo>
                  <a:pt x="3882990" y="1752647"/>
                </a:lnTo>
                <a:lnTo>
                  <a:pt x="3894760" y="1752647"/>
                </a:lnTo>
                <a:lnTo>
                  <a:pt x="3913437" y="1752647"/>
                </a:lnTo>
                <a:lnTo>
                  <a:pt x="3921803" y="1752647"/>
                </a:lnTo>
                <a:lnTo>
                  <a:pt x="3925597" y="1752647"/>
                </a:lnTo>
                <a:lnTo>
                  <a:pt x="3942620" y="1752647"/>
                </a:lnTo>
                <a:lnTo>
                  <a:pt x="3960908" y="1752647"/>
                </a:lnTo>
                <a:lnTo>
                  <a:pt x="3973943" y="1752647"/>
                </a:lnTo>
                <a:lnTo>
                  <a:pt x="3993107" y="1752647"/>
                </a:lnTo>
                <a:lnTo>
                  <a:pt x="4006434" y="1752647"/>
                </a:lnTo>
                <a:lnTo>
                  <a:pt x="4016356" y="1752647"/>
                </a:lnTo>
                <a:lnTo>
                  <a:pt x="4025792" y="1752647"/>
                </a:lnTo>
                <a:lnTo>
                  <a:pt x="4029391" y="1752647"/>
                </a:lnTo>
                <a:lnTo>
                  <a:pt x="4021804" y="1752647"/>
                </a:lnTo>
                <a:lnTo>
                  <a:pt x="4020831" y="1752647"/>
                </a:lnTo>
                <a:lnTo>
                  <a:pt x="4026862" y="1752647"/>
                </a:lnTo>
                <a:lnTo>
                  <a:pt x="4026181" y="1752647"/>
                </a:lnTo>
                <a:lnTo>
                  <a:pt x="4017913" y="1752647"/>
                </a:lnTo>
                <a:lnTo>
                  <a:pt x="4008088" y="1752647"/>
                </a:lnTo>
                <a:lnTo>
                  <a:pt x="4008185" y="1752647"/>
                </a:lnTo>
                <a:lnTo>
                  <a:pt x="4012076" y="1752647"/>
                </a:lnTo>
                <a:lnTo>
                  <a:pt x="4016648" y="1752647"/>
                </a:lnTo>
                <a:lnTo>
                  <a:pt x="4023068" y="1752647"/>
                </a:lnTo>
                <a:lnTo>
                  <a:pt x="4030948" y="1752647"/>
                </a:lnTo>
                <a:lnTo>
                  <a:pt x="4037757" y="1752647"/>
                </a:lnTo>
                <a:lnTo>
                  <a:pt x="4039994" y="1752647"/>
                </a:lnTo>
                <a:lnTo>
                  <a:pt x="4044955" y="1752647"/>
                </a:lnTo>
                <a:lnTo>
                  <a:pt x="4055753" y="1752647"/>
                </a:lnTo>
                <a:lnTo>
                  <a:pt x="4062368" y="1752647"/>
                </a:lnTo>
                <a:lnTo>
                  <a:pt x="4068983" y="1752647"/>
                </a:lnTo>
                <a:lnTo>
                  <a:pt x="4065383" y="1752647"/>
                </a:lnTo>
                <a:lnTo>
                  <a:pt x="4061298" y="1752647"/>
                </a:lnTo>
                <a:lnTo>
                  <a:pt x="4063243" y="1752647"/>
                </a:lnTo>
                <a:lnTo>
                  <a:pt x="4080072" y="1752647"/>
                </a:lnTo>
                <a:lnTo>
                  <a:pt x="4089508" y="1752647"/>
                </a:lnTo>
                <a:lnTo>
                  <a:pt x="4096317" y="1752647"/>
                </a:lnTo>
                <a:lnTo>
                  <a:pt x="4106921" y="1752647"/>
                </a:lnTo>
                <a:lnTo>
                  <a:pt x="4118302" y="1752647"/>
                </a:lnTo>
                <a:lnTo>
                  <a:pt x="4124236" y="1752647"/>
                </a:lnTo>
                <a:lnTo>
                  <a:pt x="4129100" y="1752647"/>
                </a:lnTo>
                <a:lnTo>
                  <a:pt x="4089216" y="1752647"/>
                </a:lnTo>
                <a:lnTo>
                  <a:pt x="4087368" y="1752647"/>
                </a:lnTo>
                <a:lnTo>
                  <a:pt x="4092718" y="1752647"/>
                </a:lnTo>
                <a:lnTo>
                  <a:pt x="4094761" y="1752647"/>
                </a:lnTo>
                <a:lnTo>
                  <a:pt x="4081823" y="1752647"/>
                </a:lnTo>
                <a:lnTo>
                  <a:pt x="4077057" y="1752647"/>
                </a:lnTo>
                <a:lnTo>
                  <a:pt x="4072485" y="1752647"/>
                </a:lnTo>
                <a:lnTo>
                  <a:pt x="4065578" y="1752647"/>
                </a:lnTo>
                <a:lnTo>
                  <a:pt x="4059547" y="1752647"/>
                </a:lnTo>
                <a:lnTo>
                  <a:pt x="4053127" y="1752647"/>
                </a:lnTo>
                <a:lnTo>
                  <a:pt x="4029878" y="1752647"/>
                </a:lnTo>
                <a:lnTo>
                  <a:pt x="4030072" y="1752647"/>
                </a:lnTo>
                <a:lnTo>
                  <a:pt x="4036006" y="1752647"/>
                </a:lnTo>
                <a:lnTo>
                  <a:pt x="4032504" y="1752647"/>
                </a:lnTo>
                <a:lnTo>
                  <a:pt x="4025597" y="1752647"/>
                </a:lnTo>
                <a:lnTo>
                  <a:pt x="4018107" y="1752647"/>
                </a:lnTo>
                <a:lnTo>
                  <a:pt x="4012173" y="1752647"/>
                </a:lnTo>
                <a:lnTo>
                  <a:pt x="3992134" y="1752647"/>
                </a:lnTo>
                <a:lnTo>
                  <a:pt x="3985714" y="1752647"/>
                </a:lnTo>
                <a:lnTo>
                  <a:pt x="3979099" y="1752647"/>
                </a:lnTo>
                <a:lnTo>
                  <a:pt x="3981337" y="1752647"/>
                </a:lnTo>
                <a:lnTo>
                  <a:pt x="3983768" y="1752647"/>
                </a:lnTo>
                <a:lnTo>
                  <a:pt x="3991356" y="1752647"/>
                </a:lnTo>
                <a:lnTo>
                  <a:pt x="4020734" y="1752647"/>
                </a:lnTo>
                <a:lnTo>
                  <a:pt x="4034060" y="1752647"/>
                </a:lnTo>
                <a:lnTo>
                  <a:pt x="4056920" y="1752647"/>
                </a:lnTo>
                <a:lnTo>
                  <a:pt x="4062173" y="1752647"/>
                </a:lnTo>
                <a:lnTo>
                  <a:pt x="4065286" y="1752647"/>
                </a:lnTo>
                <a:lnTo>
                  <a:pt x="4081921" y="1752647"/>
                </a:lnTo>
                <a:lnTo>
                  <a:pt x="4093788" y="1752647"/>
                </a:lnTo>
                <a:lnTo>
                  <a:pt x="4097193" y="1752647"/>
                </a:lnTo>
                <a:lnTo>
                  <a:pt x="4099625" y="1752647"/>
                </a:lnTo>
                <a:lnTo>
                  <a:pt x="4102640" y="1752647"/>
                </a:lnTo>
                <a:lnTo>
                  <a:pt x="4105559" y="1752647"/>
                </a:lnTo>
                <a:lnTo>
                  <a:pt x="4105072" y="1752647"/>
                </a:lnTo>
                <a:lnTo>
                  <a:pt x="4103808" y="1752647"/>
                </a:lnTo>
                <a:lnTo>
                  <a:pt x="4104878" y="1752647"/>
                </a:lnTo>
                <a:lnTo>
                  <a:pt x="4113341" y="1752647"/>
                </a:lnTo>
                <a:lnTo>
                  <a:pt x="4126765" y="1752647"/>
                </a:lnTo>
                <a:lnTo>
                  <a:pt x="4134450" y="1752647"/>
                </a:lnTo>
                <a:lnTo>
                  <a:pt x="4143010" y="1752647"/>
                </a:lnTo>
                <a:lnTo>
                  <a:pt x="4150695" y="1752647"/>
                </a:lnTo>
                <a:lnTo>
                  <a:pt x="4163341" y="1752647"/>
                </a:lnTo>
                <a:lnTo>
                  <a:pt x="4185423" y="1752647"/>
                </a:lnTo>
                <a:lnTo>
                  <a:pt x="4202738" y="1752647"/>
                </a:lnTo>
                <a:lnTo>
                  <a:pt x="4223069" y="1752647"/>
                </a:lnTo>
                <a:lnTo>
                  <a:pt x="4238536" y="1752647"/>
                </a:lnTo>
                <a:lnTo>
                  <a:pt x="4255365" y="1752647"/>
                </a:lnTo>
                <a:lnTo>
                  <a:pt x="4280754" y="1752647"/>
                </a:lnTo>
                <a:lnTo>
                  <a:pt x="4292427" y="1752647"/>
                </a:lnTo>
                <a:lnTo>
                  <a:pt x="4311299" y="1752647"/>
                </a:lnTo>
                <a:lnTo>
                  <a:pt x="4329781" y="1752647"/>
                </a:lnTo>
                <a:lnTo>
                  <a:pt x="4339509" y="1752647"/>
                </a:lnTo>
                <a:lnTo>
                  <a:pt x="4342914" y="1752647"/>
                </a:lnTo>
                <a:lnTo>
                  <a:pt x="4343789" y="1752647"/>
                </a:lnTo>
                <a:lnTo>
                  <a:pt x="4352933" y="1752647"/>
                </a:lnTo>
                <a:lnTo>
                  <a:pt x="4371707" y="1752647"/>
                </a:lnTo>
                <a:lnTo>
                  <a:pt x="4395929" y="1752647"/>
                </a:lnTo>
                <a:lnTo>
                  <a:pt x="4415871" y="1752647"/>
                </a:lnTo>
                <a:lnTo>
                  <a:pt x="4420832" y="1752647"/>
                </a:lnTo>
                <a:lnTo>
                  <a:pt x="4429587" y="1752647"/>
                </a:lnTo>
                <a:lnTo>
                  <a:pt x="4446513" y="1752647"/>
                </a:lnTo>
                <a:lnTo>
                  <a:pt x="4475793" y="1752647"/>
                </a:lnTo>
                <a:lnTo>
                  <a:pt x="4489120" y="1752647"/>
                </a:lnTo>
                <a:lnTo>
                  <a:pt x="4506825" y="1752647"/>
                </a:lnTo>
                <a:lnTo>
                  <a:pt x="4515190" y="1752647"/>
                </a:lnTo>
                <a:lnTo>
                  <a:pt x="4520054" y="1752647"/>
                </a:lnTo>
                <a:lnTo>
                  <a:pt x="4544665" y="1752647"/>
                </a:lnTo>
                <a:lnTo>
                  <a:pt x="4551669" y="1752647"/>
                </a:lnTo>
                <a:lnTo>
                  <a:pt x="4557992" y="1752647"/>
                </a:lnTo>
                <a:lnTo>
                  <a:pt x="4563440" y="1752647"/>
                </a:lnTo>
                <a:lnTo>
                  <a:pt x="4561591" y="1752647"/>
                </a:lnTo>
                <a:lnTo>
                  <a:pt x="4567331" y="1752647"/>
                </a:lnTo>
                <a:lnTo>
                  <a:pt x="4572000" y="1752647"/>
                </a:lnTo>
                <a:lnTo>
                  <a:pt x="4570152" y="1752647"/>
                </a:lnTo>
                <a:lnTo>
                  <a:pt x="4569374" y="1752647"/>
                </a:lnTo>
                <a:lnTo>
                  <a:pt x="4572000" y="1752647"/>
                </a:lnTo>
                <a:lnTo>
                  <a:pt x="4572000" y="1730544"/>
                </a:lnTo>
                <a:lnTo>
                  <a:pt x="4572000" y="1698802"/>
                </a:lnTo>
                <a:lnTo>
                  <a:pt x="4572000" y="1692668"/>
                </a:lnTo>
                <a:lnTo>
                  <a:pt x="4572000" y="1684683"/>
                </a:lnTo>
                <a:lnTo>
                  <a:pt x="4572000" y="1675433"/>
                </a:lnTo>
                <a:lnTo>
                  <a:pt x="4572000" y="1679425"/>
                </a:lnTo>
                <a:lnTo>
                  <a:pt x="4572000" y="1686339"/>
                </a:lnTo>
                <a:lnTo>
                  <a:pt x="4572000" y="1691694"/>
                </a:lnTo>
                <a:lnTo>
                  <a:pt x="4572000" y="1704936"/>
                </a:lnTo>
                <a:lnTo>
                  <a:pt x="4572000" y="1715160"/>
                </a:lnTo>
                <a:lnTo>
                  <a:pt x="4572000" y="1724799"/>
                </a:lnTo>
                <a:lnTo>
                  <a:pt x="4572000" y="1733855"/>
                </a:lnTo>
                <a:lnTo>
                  <a:pt x="4572000" y="1746026"/>
                </a:lnTo>
                <a:lnTo>
                  <a:pt x="4572000" y="1752647"/>
                </a:lnTo>
                <a:close/>
              </a:path>
              <a:path w="4572000" h="1752647">
                <a:moveTo>
                  <a:pt x="3497969" y="1752647"/>
                </a:moveTo>
                <a:lnTo>
                  <a:pt x="3506043" y="1752647"/>
                </a:lnTo>
                <a:lnTo>
                  <a:pt x="3509740" y="1752647"/>
                </a:lnTo>
                <a:lnTo>
                  <a:pt x="3511977" y="1752647"/>
                </a:lnTo>
                <a:lnTo>
                  <a:pt x="3512269" y="1752647"/>
                </a:lnTo>
                <a:lnTo>
                  <a:pt x="3502249" y="1752647"/>
                </a:lnTo>
                <a:lnTo>
                  <a:pt x="3484156" y="1752647"/>
                </a:lnTo>
                <a:lnTo>
                  <a:pt x="3466062" y="1752647"/>
                </a:lnTo>
                <a:lnTo>
                  <a:pt x="3460809" y="1752647"/>
                </a:lnTo>
                <a:lnTo>
                  <a:pt x="3457502" y="1752647"/>
                </a:lnTo>
                <a:lnTo>
                  <a:pt x="3460323" y="1752647"/>
                </a:lnTo>
                <a:lnTo>
                  <a:pt x="3466841" y="1752647"/>
                </a:lnTo>
                <a:lnTo>
                  <a:pt x="3472580" y="1752647"/>
                </a:lnTo>
                <a:lnTo>
                  <a:pt x="3471510" y="1752647"/>
                </a:lnTo>
                <a:lnTo>
                  <a:pt x="3468202" y="1750505"/>
                </a:lnTo>
                <a:lnTo>
                  <a:pt x="3477736" y="1739113"/>
                </a:lnTo>
                <a:lnTo>
                  <a:pt x="3482016" y="1736776"/>
                </a:lnTo>
                <a:lnTo>
                  <a:pt x="3486296" y="1736776"/>
                </a:lnTo>
                <a:lnTo>
                  <a:pt x="3489992" y="1744857"/>
                </a:lnTo>
                <a:lnTo>
                  <a:pt x="3490868" y="1752647"/>
                </a:lnTo>
                <a:lnTo>
                  <a:pt x="3495440" y="1752647"/>
                </a:lnTo>
                <a:lnTo>
                  <a:pt x="3497969" y="1752647"/>
                </a:lnTo>
                <a:close/>
              </a:path>
              <a:path w="4572000" h="1752647">
                <a:moveTo>
                  <a:pt x="3513533" y="1740573"/>
                </a:moveTo>
                <a:lnTo>
                  <a:pt x="3526471" y="1741352"/>
                </a:lnTo>
                <a:lnTo>
                  <a:pt x="3542133" y="1734049"/>
                </a:lnTo>
                <a:lnTo>
                  <a:pt x="3549331" y="1737068"/>
                </a:lnTo>
                <a:lnTo>
                  <a:pt x="3552833" y="1736484"/>
                </a:lnTo>
                <a:lnTo>
                  <a:pt x="3564312" y="1729570"/>
                </a:lnTo>
                <a:lnTo>
                  <a:pt x="3571705" y="1727623"/>
                </a:lnTo>
                <a:lnTo>
                  <a:pt x="3576666" y="1722463"/>
                </a:lnTo>
                <a:lnTo>
                  <a:pt x="3581822" y="1728013"/>
                </a:lnTo>
                <a:lnTo>
                  <a:pt x="3593106" y="1734439"/>
                </a:lnTo>
                <a:lnTo>
                  <a:pt x="3596608" y="1741255"/>
                </a:lnTo>
                <a:lnTo>
                  <a:pt x="3601374" y="1744371"/>
                </a:lnTo>
                <a:lnTo>
                  <a:pt x="3603028" y="1746513"/>
                </a:lnTo>
                <a:lnTo>
                  <a:pt x="3596121" y="1752647"/>
                </a:lnTo>
                <a:lnTo>
                  <a:pt x="3595246" y="1752647"/>
                </a:lnTo>
                <a:lnTo>
                  <a:pt x="3587853" y="1752647"/>
                </a:lnTo>
                <a:lnTo>
                  <a:pt x="3579001" y="1752647"/>
                </a:lnTo>
                <a:lnTo>
                  <a:pt x="3545829" y="1752647"/>
                </a:lnTo>
                <a:lnTo>
                  <a:pt x="3516063" y="1752647"/>
                </a:lnTo>
                <a:lnTo>
                  <a:pt x="3503125" y="1752647"/>
                </a:lnTo>
                <a:lnTo>
                  <a:pt x="3494467" y="1747389"/>
                </a:lnTo>
                <a:lnTo>
                  <a:pt x="3492716" y="1733660"/>
                </a:lnTo>
                <a:lnTo>
                  <a:pt x="3489214" y="1724897"/>
                </a:lnTo>
                <a:lnTo>
                  <a:pt x="3490771" y="1722657"/>
                </a:lnTo>
                <a:lnTo>
                  <a:pt x="3492522" y="1721489"/>
                </a:lnTo>
                <a:lnTo>
                  <a:pt x="3494856" y="1721781"/>
                </a:lnTo>
                <a:lnTo>
                  <a:pt x="3503806" y="1731128"/>
                </a:lnTo>
                <a:lnTo>
                  <a:pt x="3507794" y="1733757"/>
                </a:lnTo>
                <a:lnTo>
                  <a:pt x="3513533" y="1740573"/>
                </a:lnTo>
                <a:close/>
              </a:path>
              <a:path w="4572000" h="1752647">
                <a:moveTo>
                  <a:pt x="4095247" y="1740865"/>
                </a:moveTo>
                <a:lnTo>
                  <a:pt x="4088243" y="1746707"/>
                </a:lnTo>
                <a:lnTo>
                  <a:pt x="4087757" y="1742326"/>
                </a:lnTo>
                <a:lnTo>
                  <a:pt x="4091454" y="1738821"/>
                </a:lnTo>
                <a:lnTo>
                  <a:pt x="4100111" y="1724605"/>
                </a:lnTo>
                <a:lnTo>
                  <a:pt x="4103905" y="1721294"/>
                </a:lnTo>
                <a:lnTo>
                  <a:pt x="4106142" y="1719347"/>
                </a:lnTo>
                <a:lnTo>
                  <a:pt x="4107699" y="1714186"/>
                </a:lnTo>
                <a:lnTo>
                  <a:pt x="4108185" y="1706397"/>
                </a:lnTo>
                <a:lnTo>
                  <a:pt x="4112854" y="1705131"/>
                </a:lnTo>
                <a:lnTo>
                  <a:pt x="4109061" y="1722949"/>
                </a:lnTo>
                <a:lnTo>
                  <a:pt x="4095247" y="1740865"/>
                </a:lnTo>
                <a:close/>
              </a:path>
              <a:path w="4572000" h="1752647">
                <a:moveTo>
                  <a:pt x="3705557" y="1733465"/>
                </a:moveTo>
                <a:lnTo>
                  <a:pt x="3703709" y="1734926"/>
                </a:lnTo>
                <a:lnTo>
                  <a:pt x="3695927" y="1719931"/>
                </a:lnTo>
                <a:lnTo>
                  <a:pt x="3698067" y="1715257"/>
                </a:lnTo>
                <a:lnTo>
                  <a:pt x="3694954" y="1707565"/>
                </a:lnTo>
                <a:lnTo>
                  <a:pt x="3700207" y="1706689"/>
                </a:lnTo>
                <a:lnTo>
                  <a:pt x="3704195" y="1700944"/>
                </a:lnTo>
                <a:lnTo>
                  <a:pt x="3705557" y="1703768"/>
                </a:lnTo>
                <a:lnTo>
                  <a:pt x="3705946" y="1714284"/>
                </a:lnTo>
                <a:lnTo>
                  <a:pt x="3709059" y="1720418"/>
                </a:lnTo>
                <a:lnTo>
                  <a:pt x="3705557" y="1733465"/>
                </a:lnTo>
                <a:close/>
              </a:path>
              <a:path w="4572000" h="1752647">
                <a:moveTo>
                  <a:pt x="546889" y="0"/>
                </a:moveTo>
                <a:lnTo>
                  <a:pt x="546208" y="0"/>
                </a:lnTo>
                <a:lnTo>
                  <a:pt x="548640" y="0"/>
                </a:lnTo>
                <a:lnTo>
                  <a:pt x="551947" y="0"/>
                </a:lnTo>
                <a:lnTo>
                  <a:pt x="556228" y="0"/>
                </a:lnTo>
                <a:lnTo>
                  <a:pt x="560897" y="0"/>
                </a:lnTo>
                <a:lnTo>
                  <a:pt x="565955" y="0"/>
                </a:lnTo>
                <a:lnTo>
                  <a:pt x="571305" y="0"/>
                </a:lnTo>
                <a:lnTo>
                  <a:pt x="577045" y="0"/>
                </a:lnTo>
                <a:lnTo>
                  <a:pt x="582881" y="0"/>
                </a:lnTo>
                <a:lnTo>
                  <a:pt x="585605" y="0"/>
                </a:lnTo>
                <a:lnTo>
                  <a:pt x="587551" y="0"/>
                </a:lnTo>
                <a:lnTo>
                  <a:pt x="587842" y="0"/>
                </a:lnTo>
                <a:lnTo>
                  <a:pt x="585119" y="0"/>
                </a:lnTo>
                <a:lnTo>
                  <a:pt x="580352" y="0"/>
                </a:lnTo>
                <a:lnTo>
                  <a:pt x="573737" y="0"/>
                </a:lnTo>
                <a:lnTo>
                  <a:pt x="575877" y="0"/>
                </a:lnTo>
                <a:lnTo>
                  <a:pt x="585021" y="0"/>
                </a:lnTo>
                <a:lnTo>
                  <a:pt x="595819" y="0"/>
                </a:lnTo>
                <a:lnTo>
                  <a:pt x="607395" y="0"/>
                </a:lnTo>
                <a:lnTo>
                  <a:pt x="613523" y="0"/>
                </a:lnTo>
                <a:lnTo>
                  <a:pt x="618485" y="0"/>
                </a:lnTo>
                <a:lnTo>
                  <a:pt x="623154" y="0"/>
                </a:lnTo>
                <a:lnTo>
                  <a:pt x="629088" y="0"/>
                </a:lnTo>
                <a:lnTo>
                  <a:pt x="647376" y="0"/>
                </a:lnTo>
                <a:lnTo>
                  <a:pt x="652921" y="0"/>
                </a:lnTo>
                <a:lnTo>
                  <a:pt x="653796" y="0"/>
                </a:lnTo>
                <a:lnTo>
                  <a:pt x="651559" y="0"/>
                </a:lnTo>
                <a:lnTo>
                  <a:pt x="654380" y="0"/>
                </a:lnTo>
                <a:lnTo>
                  <a:pt x="659535" y="0"/>
                </a:lnTo>
                <a:lnTo>
                  <a:pt x="660119" y="0"/>
                </a:lnTo>
                <a:lnTo>
                  <a:pt x="653796" y="0"/>
                </a:lnTo>
                <a:lnTo>
                  <a:pt x="648446" y="0"/>
                </a:lnTo>
                <a:lnTo>
                  <a:pt x="642609" y="0"/>
                </a:lnTo>
                <a:lnTo>
                  <a:pt x="638134" y="0"/>
                </a:lnTo>
                <a:lnTo>
                  <a:pt x="636870" y="0"/>
                </a:lnTo>
                <a:lnTo>
                  <a:pt x="637259" y="0"/>
                </a:lnTo>
                <a:lnTo>
                  <a:pt x="641345" y="0"/>
                </a:lnTo>
                <a:lnTo>
                  <a:pt x="645722" y="0"/>
                </a:lnTo>
                <a:lnTo>
                  <a:pt x="646792" y="0"/>
                </a:lnTo>
                <a:lnTo>
                  <a:pt x="646306" y="0"/>
                </a:lnTo>
                <a:lnTo>
                  <a:pt x="643290" y="0"/>
                </a:lnTo>
                <a:lnTo>
                  <a:pt x="632201" y="0"/>
                </a:lnTo>
                <a:lnTo>
                  <a:pt x="623348" y="0"/>
                </a:lnTo>
                <a:lnTo>
                  <a:pt x="628018" y="0"/>
                </a:lnTo>
                <a:lnTo>
                  <a:pt x="636773" y="0"/>
                </a:lnTo>
                <a:lnTo>
                  <a:pt x="642512" y="0"/>
                </a:lnTo>
                <a:lnTo>
                  <a:pt x="648543" y="0"/>
                </a:lnTo>
                <a:lnTo>
                  <a:pt x="661481" y="0"/>
                </a:lnTo>
                <a:lnTo>
                  <a:pt x="672570" y="0"/>
                </a:lnTo>
                <a:lnTo>
                  <a:pt x="686286" y="0"/>
                </a:lnTo>
                <a:lnTo>
                  <a:pt x="687162" y="0"/>
                </a:lnTo>
                <a:lnTo>
                  <a:pt x="699224" y="0"/>
                </a:lnTo>
                <a:lnTo>
                  <a:pt x="704672" y="0"/>
                </a:lnTo>
                <a:lnTo>
                  <a:pt x="707687" y="0"/>
                </a:lnTo>
                <a:lnTo>
                  <a:pt x="711967" y="0"/>
                </a:lnTo>
                <a:lnTo>
                  <a:pt x="717415" y="0"/>
                </a:lnTo>
                <a:lnTo>
                  <a:pt x="724419" y="0"/>
                </a:lnTo>
                <a:lnTo>
                  <a:pt x="732979" y="0"/>
                </a:lnTo>
                <a:lnTo>
                  <a:pt x="739399" y="0"/>
                </a:lnTo>
                <a:lnTo>
                  <a:pt x="743971" y="0"/>
                </a:lnTo>
                <a:lnTo>
                  <a:pt x="752143" y="0"/>
                </a:lnTo>
                <a:lnTo>
                  <a:pt x="763816" y="0"/>
                </a:lnTo>
                <a:lnTo>
                  <a:pt x="774224" y="0"/>
                </a:lnTo>
                <a:lnTo>
                  <a:pt x="783368" y="0"/>
                </a:lnTo>
                <a:lnTo>
                  <a:pt x="787746" y="0"/>
                </a:lnTo>
                <a:lnTo>
                  <a:pt x="787551" y="0"/>
                </a:lnTo>
                <a:lnTo>
                  <a:pt x="789594" y="0"/>
                </a:lnTo>
                <a:lnTo>
                  <a:pt x="793874" y="0"/>
                </a:lnTo>
                <a:lnTo>
                  <a:pt x="795723" y="0"/>
                </a:lnTo>
                <a:lnTo>
                  <a:pt x="795236" y="0"/>
                </a:lnTo>
                <a:lnTo>
                  <a:pt x="799419" y="0"/>
                </a:lnTo>
                <a:lnTo>
                  <a:pt x="808077" y="0"/>
                </a:lnTo>
                <a:lnTo>
                  <a:pt x="817026" y="0"/>
                </a:lnTo>
                <a:lnTo>
                  <a:pt x="825976" y="0"/>
                </a:lnTo>
                <a:lnTo>
                  <a:pt x="831812" y="0"/>
                </a:lnTo>
                <a:lnTo>
                  <a:pt x="835703" y="0"/>
                </a:lnTo>
                <a:lnTo>
                  <a:pt x="841345" y="0"/>
                </a:lnTo>
                <a:lnTo>
                  <a:pt x="846306" y="0"/>
                </a:lnTo>
                <a:lnTo>
                  <a:pt x="852435" y="0"/>
                </a:lnTo>
                <a:lnTo>
                  <a:pt x="854089" y="0"/>
                </a:lnTo>
                <a:lnTo>
                  <a:pt x="851073" y="0"/>
                </a:lnTo>
                <a:lnTo>
                  <a:pt x="851365" y="0"/>
                </a:lnTo>
                <a:lnTo>
                  <a:pt x="854867" y="0"/>
                </a:lnTo>
                <a:lnTo>
                  <a:pt x="862552" y="0"/>
                </a:lnTo>
                <a:lnTo>
                  <a:pt x="874322" y="0"/>
                </a:lnTo>
                <a:lnTo>
                  <a:pt x="888135" y="0"/>
                </a:lnTo>
                <a:lnTo>
                  <a:pt x="903894" y="0"/>
                </a:lnTo>
                <a:lnTo>
                  <a:pt x="914303" y="0"/>
                </a:lnTo>
                <a:lnTo>
                  <a:pt x="919264" y="0"/>
                </a:lnTo>
                <a:lnTo>
                  <a:pt x="928894" y="0"/>
                </a:lnTo>
                <a:lnTo>
                  <a:pt x="943194" y="0"/>
                </a:lnTo>
                <a:lnTo>
                  <a:pt x="955548" y="0"/>
                </a:lnTo>
                <a:lnTo>
                  <a:pt x="965762" y="0"/>
                </a:lnTo>
                <a:lnTo>
                  <a:pt x="976560" y="0"/>
                </a:lnTo>
                <a:lnTo>
                  <a:pt x="987941" y="0"/>
                </a:lnTo>
                <a:lnTo>
                  <a:pt x="996112" y="0"/>
                </a:lnTo>
                <a:lnTo>
                  <a:pt x="1003505" y="0"/>
                </a:lnTo>
                <a:lnTo>
                  <a:pt x="997961" y="0"/>
                </a:lnTo>
                <a:lnTo>
                  <a:pt x="996501" y="0"/>
                </a:lnTo>
                <a:lnTo>
                  <a:pt x="997182" y="0"/>
                </a:lnTo>
                <a:lnTo>
                  <a:pt x="1003797" y="0"/>
                </a:lnTo>
                <a:lnTo>
                  <a:pt x="1016540" y="0"/>
                </a:lnTo>
                <a:lnTo>
                  <a:pt x="1023933" y="0"/>
                </a:lnTo>
                <a:lnTo>
                  <a:pt x="1025976" y="0"/>
                </a:lnTo>
                <a:lnTo>
                  <a:pt x="1035898" y="0"/>
                </a:lnTo>
                <a:lnTo>
                  <a:pt x="1053603" y="0"/>
                </a:lnTo>
                <a:lnTo>
                  <a:pt x="1060899" y="0"/>
                </a:lnTo>
                <a:lnTo>
                  <a:pt x="1057980" y="0"/>
                </a:lnTo>
                <a:lnTo>
                  <a:pt x="1057688" y="0"/>
                </a:lnTo>
                <a:lnTo>
                  <a:pt x="1060218" y="0"/>
                </a:lnTo>
                <a:lnTo>
                  <a:pt x="1066346" y="0"/>
                </a:lnTo>
                <a:lnTo>
                  <a:pt x="1076074" y="0"/>
                </a:lnTo>
                <a:lnTo>
                  <a:pt x="1081910" y="0"/>
                </a:lnTo>
                <a:lnTo>
                  <a:pt x="1083759" y="0"/>
                </a:lnTo>
                <a:lnTo>
                  <a:pt x="1083564" y="0"/>
                </a:lnTo>
                <a:lnTo>
                  <a:pt x="1081327" y="0"/>
                </a:lnTo>
                <a:lnTo>
                  <a:pt x="1077241" y="0"/>
                </a:lnTo>
                <a:lnTo>
                  <a:pt x="1071307" y="0"/>
                </a:lnTo>
                <a:lnTo>
                  <a:pt x="1070626" y="0"/>
                </a:lnTo>
                <a:lnTo>
                  <a:pt x="1069070" y="0"/>
                </a:lnTo>
                <a:lnTo>
                  <a:pt x="1073253" y="0"/>
                </a:lnTo>
                <a:lnTo>
                  <a:pt x="1074615" y="0"/>
                </a:lnTo>
                <a:lnTo>
                  <a:pt x="1072280" y="0"/>
                </a:lnTo>
                <a:lnTo>
                  <a:pt x="1070043" y="0"/>
                </a:lnTo>
                <a:lnTo>
                  <a:pt x="1069751" y="0"/>
                </a:lnTo>
                <a:lnTo>
                  <a:pt x="1067708" y="0"/>
                </a:lnTo>
                <a:lnTo>
                  <a:pt x="1062552" y="0"/>
                </a:lnTo>
                <a:lnTo>
                  <a:pt x="1054673" y="0"/>
                </a:lnTo>
                <a:lnTo>
                  <a:pt x="1045140" y="0"/>
                </a:lnTo>
                <a:lnTo>
                  <a:pt x="1039206" y="0"/>
                </a:lnTo>
                <a:lnTo>
                  <a:pt x="1037844" y="0"/>
                </a:lnTo>
                <a:lnTo>
                  <a:pt x="1033661" y="0"/>
                </a:lnTo>
                <a:lnTo>
                  <a:pt x="1028603" y="0"/>
                </a:lnTo>
                <a:lnTo>
                  <a:pt x="1024712" y="0"/>
                </a:lnTo>
                <a:lnTo>
                  <a:pt x="1021696" y="0"/>
                </a:lnTo>
                <a:lnTo>
                  <a:pt x="1019653" y="0"/>
                </a:lnTo>
                <a:lnTo>
                  <a:pt x="1018486" y="0"/>
                </a:lnTo>
                <a:lnTo>
                  <a:pt x="1009634" y="0"/>
                </a:lnTo>
                <a:lnTo>
                  <a:pt x="999906" y="0"/>
                </a:lnTo>
                <a:lnTo>
                  <a:pt x="980159" y="0"/>
                </a:lnTo>
                <a:lnTo>
                  <a:pt x="964206" y="0"/>
                </a:lnTo>
                <a:lnTo>
                  <a:pt x="946307" y="0"/>
                </a:lnTo>
                <a:lnTo>
                  <a:pt x="929381" y="0"/>
                </a:lnTo>
                <a:lnTo>
                  <a:pt x="922377" y="0"/>
                </a:lnTo>
                <a:lnTo>
                  <a:pt x="914303" y="0"/>
                </a:lnTo>
                <a:lnTo>
                  <a:pt x="906423" y="0"/>
                </a:lnTo>
                <a:lnTo>
                  <a:pt x="899030" y="0"/>
                </a:lnTo>
                <a:lnTo>
                  <a:pt x="885217" y="0"/>
                </a:lnTo>
                <a:lnTo>
                  <a:pt x="879964" y="0"/>
                </a:lnTo>
                <a:lnTo>
                  <a:pt x="868875" y="0"/>
                </a:lnTo>
                <a:lnTo>
                  <a:pt x="857299" y="0"/>
                </a:lnTo>
                <a:lnTo>
                  <a:pt x="846209" y="0"/>
                </a:lnTo>
                <a:lnTo>
                  <a:pt x="829867" y="0"/>
                </a:lnTo>
                <a:lnTo>
                  <a:pt x="817999" y="0"/>
                </a:lnTo>
                <a:lnTo>
                  <a:pt x="814497" y="0"/>
                </a:lnTo>
                <a:lnTo>
                  <a:pt x="808660" y="0"/>
                </a:lnTo>
                <a:lnTo>
                  <a:pt x="800489" y="0"/>
                </a:lnTo>
                <a:lnTo>
                  <a:pt x="789886" y="0"/>
                </a:lnTo>
                <a:lnTo>
                  <a:pt x="782590" y="0"/>
                </a:lnTo>
                <a:lnTo>
                  <a:pt x="784633" y="0"/>
                </a:lnTo>
                <a:lnTo>
                  <a:pt x="782785" y="0"/>
                </a:lnTo>
                <a:lnTo>
                  <a:pt x="771306" y="0"/>
                </a:lnTo>
                <a:lnTo>
                  <a:pt x="762259" y="0"/>
                </a:lnTo>
                <a:lnTo>
                  <a:pt x="760703" y="0"/>
                </a:lnTo>
                <a:lnTo>
                  <a:pt x="761773" y="0"/>
                </a:lnTo>
                <a:lnTo>
                  <a:pt x="764886" y="0"/>
                </a:lnTo>
                <a:lnTo>
                  <a:pt x="770722" y="0"/>
                </a:lnTo>
                <a:lnTo>
                  <a:pt x="774516" y="0"/>
                </a:lnTo>
                <a:lnTo>
                  <a:pt x="777337" y="0"/>
                </a:lnTo>
                <a:lnTo>
                  <a:pt x="778213" y="0"/>
                </a:lnTo>
                <a:lnTo>
                  <a:pt x="790859" y="0"/>
                </a:lnTo>
                <a:lnTo>
                  <a:pt x="797960" y="0"/>
                </a:lnTo>
                <a:lnTo>
                  <a:pt x="803116" y="0"/>
                </a:lnTo>
                <a:lnTo>
                  <a:pt x="801267" y="0"/>
                </a:lnTo>
                <a:lnTo>
                  <a:pt x="798252" y="0"/>
                </a:lnTo>
                <a:lnTo>
                  <a:pt x="801267" y="0"/>
                </a:lnTo>
                <a:lnTo>
                  <a:pt x="818874" y="0"/>
                </a:lnTo>
                <a:lnTo>
                  <a:pt x="820431" y="0"/>
                </a:lnTo>
                <a:lnTo>
                  <a:pt x="818291" y="0"/>
                </a:lnTo>
                <a:lnTo>
                  <a:pt x="815567" y="0"/>
                </a:lnTo>
                <a:lnTo>
                  <a:pt x="806618" y="0"/>
                </a:lnTo>
                <a:lnTo>
                  <a:pt x="803797" y="0"/>
                </a:lnTo>
                <a:lnTo>
                  <a:pt x="793291" y="0"/>
                </a:lnTo>
                <a:lnTo>
                  <a:pt x="787357" y="0"/>
                </a:lnTo>
                <a:lnTo>
                  <a:pt x="785509" y="0"/>
                </a:lnTo>
                <a:lnTo>
                  <a:pt x="782104" y="0"/>
                </a:lnTo>
                <a:lnTo>
                  <a:pt x="771793" y="0"/>
                </a:lnTo>
                <a:lnTo>
                  <a:pt x="762940" y="0"/>
                </a:lnTo>
                <a:lnTo>
                  <a:pt x="754769" y="0"/>
                </a:lnTo>
                <a:lnTo>
                  <a:pt x="753699" y="0"/>
                </a:lnTo>
                <a:lnTo>
                  <a:pt x="751948" y="0"/>
                </a:lnTo>
                <a:lnTo>
                  <a:pt x="742610" y="0"/>
                </a:lnTo>
                <a:lnTo>
                  <a:pt x="732882" y="0"/>
                </a:lnTo>
                <a:lnTo>
                  <a:pt x="724224" y="0"/>
                </a:lnTo>
                <a:lnTo>
                  <a:pt x="718777" y="0"/>
                </a:lnTo>
                <a:lnTo>
                  <a:pt x="713621" y="0"/>
                </a:lnTo>
                <a:lnTo>
                  <a:pt x="702726" y="0"/>
                </a:lnTo>
                <a:lnTo>
                  <a:pt x="675586" y="0"/>
                </a:lnTo>
                <a:lnTo>
                  <a:pt x="641053" y="0"/>
                </a:lnTo>
                <a:lnTo>
                  <a:pt x="627823" y="0"/>
                </a:lnTo>
                <a:lnTo>
                  <a:pt x="622376" y="0"/>
                </a:lnTo>
                <a:lnTo>
                  <a:pt x="618971" y="0"/>
                </a:lnTo>
                <a:lnTo>
                  <a:pt x="622181" y="0"/>
                </a:lnTo>
                <a:lnTo>
                  <a:pt x="622959" y="0"/>
                </a:lnTo>
                <a:lnTo>
                  <a:pt x="627045" y="0"/>
                </a:lnTo>
                <a:lnTo>
                  <a:pt x="625099" y="0"/>
                </a:lnTo>
                <a:lnTo>
                  <a:pt x="627142" y="0"/>
                </a:lnTo>
                <a:lnTo>
                  <a:pt x="628699" y="0"/>
                </a:lnTo>
                <a:lnTo>
                  <a:pt x="623251" y="0"/>
                </a:lnTo>
                <a:lnTo>
                  <a:pt x="598835" y="0"/>
                </a:lnTo>
                <a:lnTo>
                  <a:pt x="593679" y="0"/>
                </a:lnTo>
                <a:lnTo>
                  <a:pt x="587162" y="0"/>
                </a:lnTo>
                <a:lnTo>
                  <a:pt x="557979" y="0"/>
                </a:lnTo>
                <a:lnTo>
                  <a:pt x="546889" y="0"/>
                </a:lnTo>
                <a:lnTo>
                  <a:pt x="536675" y="0"/>
                </a:lnTo>
                <a:lnTo>
                  <a:pt x="534146" y="0"/>
                </a:lnTo>
                <a:lnTo>
                  <a:pt x="539982" y="0"/>
                </a:lnTo>
                <a:lnTo>
                  <a:pt x="543776" y="0"/>
                </a:lnTo>
                <a:lnTo>
                  <a:pt x="533270" y="0"/>
                </a:lnTo>
                <a:lnTo>
                  <a:pt x="531519" y="0"/>
                </a:lnTo>
                <a:lnTo>
                  <a:pt x="535605" y="0"/>
                </a:lnTo>
                <a:lnTo>
                  <a:pt x="533951" y="0"/>
                </a:lnTo>
                <a:lnTo>
                  <a:pt x="528212" y="0"/>
                </a:lnTo>
                <a:lnTo>
                  <a:pt x="519165" y="0"/>
                </a:lnTo>
                <a:lnTo>
                  <a:pt x="515469" y="0"/>
                </a:lnTo>
                <a:lnTo>
                  <a:pt x="508270" y="0"/>
                </a:lnTo>
                <a:lnTo>
                  <a:pt x="498737" y="0"/>
                </a:lnTo>
                <a:lnTo>
                  <a:pt x="492317" y="0"/>
                </a:lnTo>
                <a:lnTo>
                  <a:pt x="487745" y="0"/>
                </a:lnTo>
                <a:lnTo>
                  <a:pt x="485118" y="0"/>
                </a:lnTo>
                <a:lnTo>
                  <a:pt x="465469" y="0"/>
                </a:lnTo>
                <a:lnTo>
                  <a:pt x="460799" y="0"/>
                </a:lnTo>
                <a:lnTo>
                  <a:pt x="453795" y="0"/>
                </a:lnTo>
                <a:lnTo>
                  <a:pt x="456227" y="0"/>
                </a:lnTo>
                <a:lnTo>
                  <a:pt x="456714" y="0"/>
                </a:lnTo>
                <a:lnTo>
                  <a:pt x="454184" y="0"/>
                </a:lnTo>
                <a:lnTo>
                  <a:pt x="453406" y="0"/>
                </a:lnTo>
                <a:lnTo>
                  <a:pt x="456325" y="0"/>
                </a:lnTo>
                <a:lnTo>
                  <a:pt x="465760" y="0"/>
                </a:lnTo>
                <a:lnTo>
                  <a:pt x="463523" y="0"/>
                </a:lnTo>
                <a:lnTo>
                  <a:pt x="462453" y="0"/>
                </a:lnTo>
                <a:lnTo>
                  <a:pt x="470332" y="0"/>
                </a:lnTo>
                <a:lnTo>
                  <a:pt x="476072" y="0"/>
                </a:lnTo>
                <a:lnTo>
                  <a:pt x="508173" y="0"/>
                </a:lnTo>
                <a:lnTo>
                  <a:pt x="519068" y="0"/>
                </a:lnTo>
                <a:lnTo>
                  <a:pt x="523154" y="0"/>
                </a:lnTo>
                <a:lnTo>
                  <a:pt x="525780" y="0"/>
                </a:lnTo>
                <a:lnTo>
                  <a:pt x="531227" y="0"/>
                </a:lnTo>
                <a:lnTo>
                  <a:pt x="534049" y="0"/>
                </a:lnTo>
                <a:lnTo>
                  <a:pt x="540469" y="0"/>
                </a:lnTo>
                <a:lnTo>
                  <a:pt x="547570" y="0"/>
                </a:lnTo>
                <a:lnTo>
                  <a:pt x="550002" y="0"/>
                </a:lnTo>
                <a:lnTo>
                  <a:pt x="550488" y="0"/>
                </a:lnTo>
                <a:lnTo>
                  <a:pt x="550877" y="0"/>
                </a:lnTo>
                <a:lnTo>
                  <a:pt x="557298" y="0"/>
                </a:lnTo>
                <a:lnTo>
                  <a:pt x="562161" y="0"/>
                </a:lnTo>
                <a:lnTo>
                  <a:pt x="579185" y="0"/>
                </a:lnTo>
                <a:lnTo>
                  <a:pt x="584049" y="0"/>
                </a:lnTo>
                <a:lnTo>
                  <a:pt x="588037" y="0"/>
                </a:lnTo>
                <a:lnTo>
                  <a:pt x="577726" y="0"/>
                </a:lnTo>
                <a:lnTo>
                  <a:pt x="575002" y="0"/>
                </a:lnTo>
                <a:lnTo>
                  <a:pt x="571986" y="0"/>
                </a:lnTo>
                <a:lnTo>
                  <a:pt x="568387" y="0"/>
                </a:lnTo>
                <a:lnTo>
                  <a:pt x="562648" y="0"/>
                </a:lnTo>
                <a:lnTo>
                  <a:pt x="562259" y="0"/>
                </a:lnTo>
                <a:lnTo>
                  <a:pt x="566539" y="0"/>
                </a:lnTo>
                <a:lnTo>
                  <a:pt x="565858" y="0"/>
                </a:lnTo>
                <a:lnTo>
                  <a:pt x="560021" y="0"/>
                </a:lnTo>
                <a:lnTo>
                  <a:pt x="550391" y="0"/>
                </a:lnTo>
                <a:lnTo>
                  <a:pt x="550683" y="0"/>
                </a:lnTo>
                <a:lnTo>
                  <a:pt x="554963" y="0"/>
                </a:lnTo>
                <a:lnTo>
                  <a:pt x="571111" y="0"/>
                </a:lnTo>
                <a:lnTo>
                  <a:pt x="576267" y="0"/>
                </a:lnTo>
                <a:lnTo>
                  <a:pt x="582687" y="0"/>
                </a:lnTo>
                <a:lnTo>
                  <a:pt x="592025" y="0"/>
                </a:lnTo>
                <a:lnTo>
                  <a:pt x="603309" y="0"/>
                </a:lnTo>
                <a:lnTo>
                  <a:pt x="612162" y="0"/>
                </a:lnTo>
                <a:lnTo>
                  <a:pt x="634049" y="0"/>
                </a:lnTo>
                <a:lnTo>
                  <a:pt x="647278" y="0"/>
                </a:lnTo>
                <a:lnTo>
                  <a:pt x="661675" y="0"/>
                </a:lnTo>
                <a:lnTo>
                  <a:pt x="671306" y="0"/>
                </a:lnTo>
                <a:lnTo>
                  <a:pt x="680742" y="0"/>
                </a:lnTo>
                <a:lnTo>
                  <a:pt x="692026" y="0"/>
                </a:lnTo>
                <a:lnTo>
                  <a:pt x="710022" y="2434"/>
                </a:lnTo>
                <a:lnTo>
                  <a:pt x="739399" y="25121"/>
                </a:lnTo>
                <a:lnTo>
                  <a:pt x="736189" y="30671"/>
                </a:lnTo>
                <a:lnTo>
                  <a:pt x="734925" y="39240"/>
                </a:lnTo>
                <a:lnTo>
                  <a:pt x="723349" y="50729"/>
                </a:lnTo>
                <a:lnTo>
                  <a:pt x="721501" y="57351"/>
                </a:lnTo>
                <a:lnTo>
                  <a:pt x="717318" y="65724"/>
                </a:lnTo>
                <a:lnTo>
                  <a:pt x="709244" y="70203"/>
                </a:lnTo>
                <a:lnTo>
                  <a:pt x="702337" y="70982"/>
                </a:lnTo>
                <a:lnTo>
                  <a:pt x="698251" y="70203"/>
                </a:lnTo>
                <a:lnTo>
                  <a:pt x="695528" y="68548"/>
                </a:lnTo>
                <a:lnTo>
                  <a:pt x="690761" y="60661"/>
                </a:lnTo>
                <a:lnTo>
                  <a:pt x="688426" y="58227"/>
                </a:lnTo>
                <a:lnTo>
                  <a:pt x="686384" y="57643"/>
                </a:lnTo>
                <a:lnTo>
                  <a:pt x="671598" y="63095"/>
                </a:lnTo>
                <a:lnTo>
                  <a:pt x="657298" y="69230"/>
                </a:lnTo>
                <a:lnTo>
                  <a:pt x="654671" y="74585"/>
                </a:lnTo>
                <a:lnTo>
                  <a:pt x="650878" y="80914"/>
                </a:lnTo>
                <a:lnTo>
                  <a:pt x="646695" y="83445"/>
                </a:lnTo>
                <a:lnTo>
                  <a:pt x="643387" y="84030"/>
                </a:lnTo>
                <a:lnTo>
                  <a:pt x="640275" y="80330"/>
                </a:lnTo>
                <a:lnTo>
                  <a:pt x="634730" y="75461"/>
                </a:lnTo>
                <a:lnTo>
                  <a:pt x="630547" y="70982"/>
                </a:lnTo>
                <a:lnTo>
                  <a:pt x="631617" y="63680"/>
                </a:lnTo>
                <a:lnTo>
                  <a:pt x="639691" y="52969"/>
                </a:lnTo>
                <a:lnTo>
                  <a:pt x="640761" y="45374"/>
                </a:lnTo>
                <a:lnTo>
                  <a:pt x="639691" y="32521"/>
                </a:lnTo>
                <a:lnTo>
                  <a:pt x="637551" y="25024"/>
                </a:lnTo>
                <a:lnTo>
                  <a:pt x="635119" y="24829"/>
                </a:lnTo>
                <a:lnTo>
                  <a:pt x="631228" y="23563"/>
                </a:lnTo>
                <a:lnTo>
                  <a:pt x="620041" y="24829"/>
                </a:lnTo>
                <a:lnTo>
                  <a:pt x="614496" y="16358"/>
                </a:lnTo>
                <a:lnTo>
                  <a:pt x="612259" y="7205"/>
                </a:lnTo>
                <a:lnTo>
                  <a:pt x="608368" y="3895"/>
                </a:lnTo>
                <a:lnTo>
                  <a:pt x="604671" y="1850"/>
                </a:lnTo>
                <a:lnTo>
                  <a:pt x="596208" y="5063"/>
                </a:lnTo>
                <a:lnTo>
                  <a:pt x="589885" y="3116"/>
                </a:lnTo>
                <a:lnTo>
                  <a:pt x="568582" y="0"/>
                </a:lnTo>
                <a:lnTo>
                  <a:pt x="560410" y="0"/>
                </a:lnTo>
                <a:lnTo>
                  <a:pt x="556130" y="0"/>
                </a:lnTo>
                <a:lnTo>
                  <a:pt x="552239" y="0"/>
                </a:lnTo>
                <a:lnTo>
                  <a:pt x="550683" y="0"/>
                </a:lnTo>
                <a:lnTo>
                  <a:pt x="548445" y="1071"/>
                </a:lnTo>
                <a:lnTo>
                  <a:pt x="546597" y="5647"/>
                </a:lnTo>
                <a:lnTo>
                  <a:pt x="522278" y="0"/>
                </a:lnTo>
                <a:lnTo>
                  <a:pt x="505449" y="0"/>
                </a:lnTo>
                <a:lnTo>
                  <a:pt x="507784" y="0"/>
                </a:lnTo>
                <a:lnTo>
                  <a:pt x="502725" y="0"/>
                </a:lnTo>
                <a:lnTo>
                  <a:pt x="496305" y="0"/>
                </a:lnTo>
                <a:lnTo>
                  <a:pt x="491539" y="0"/>
                </a:lnTo>
                <a:lnTo>
                  <a:pt x="495819" y="0"/>
                </a:lnTo>
                <a:lnTo>
                  <a:pt x="489204" y="0"/>
                </a:lnTo>
                <a:lnTo>
                  <a:pt x="480060" y="0"/>
                </a:lnTo>
                <a:lnTo>
                  <a:pt x="472667" y="0"/>
                </a:lnTo>
                <a:lnTo>
                  <a:pt x="466928" y="0"/>
                </a:lnTo>
                <a:lnTo>
                  <a:pt x="463426" y="0"/>
                </a:lnTo>
                <a:lnTo>
                  <a:pt x="455546" y="0"/>
                </a:lnTo>
                <a:lnTo>
                  <a:pt x="445332" y="0"/>
                </a:lnTo>
                <a:lnTo>
                  <a:pt x="441928" y="0"/>
                </a:lnTo>
                <a:lnTo>
                  <a:pt x="442706" y="0"/>
                </a:lnTo>
                <a:lnTo>
                  <a:pt x="435215" y="0"/>
                </a:lnTo>
                <a:lnTo>
                  <a:pt x="425293" y="0"/>
                </a:lnTo>
                <a:lnTo>
                  <a:pt x="417219" y="0"/>
                </a:lnTo>
                <a:lnTo>
                  <a:pt x="408951" y="0"/>
                </a:lnTo>
                <a:lnTo>
                  <a:pt x="402336" y="0"/>
                </a:lnTo>
                <a:lnTo>
                  <a:pt x="396791" y="0"/>
                </a:lnTo>
                <a:lnTo>
                  <a:pt x="389106" y="0"/>
                </a:lnTo>
                <a:lnTo>
                  <a:pt x="386577" y="0"/>
                </a:lnTo>
                <a:lnTo>
                  <a:pt x="381422" y="0"/>
                </a:lnTo>
                <a:lnTo>
                  <a:pt x="375585" y="0"/>
                </a:lnTo>
                <a:lnTo>
                  <a:pt x="370137" y="0"/>
                </a:lnTo>
                <a:lnTo>
                  <a:pt x="363620" y="0"/>
                </a:lnTo>
                <a:lnTo>
                  <a:pt x="362550" y="0"/>
                </a:lnTo>
                <a:lnTo>
                  <a:pt x="364009" y="0"/>
                </a:lnTo>
                <a:lnTo>
                  <a:pt x="372180" y="0"/>
                </a:lnTo>
                <a:lnTo>
                  <a:pt x="376558" y="0"/>
                </a:lnTo>
                <a:lnTo>
                  <a:pt x="383562" y="0"/>
                </a:lnTo>
                <a:lnTo>
                  <a:pt x="388425" y="0"/>
                </a:lnTo>
                <a:lnTo>
                  <a:pt x="395138" y="0"/>
                </a:lnTo>
                <a:lnTo>
                  <a:pt x="408854" y="0"/>
                </a:lnTo>
                <a:lnTo>
                  <a:pt x="410313" y="0"/>
                </a:lnTo>
                <a:lnTo>
                  <a:pt x="413134" y="0"/>
                </a:lnTo>
                <a:lnTo>
                  <a:pt x="415177" y="0"/>
                </a:lnTo>
                <a:lnTo>
                  <a:pt x="415857" y="0"/>
                </a:lnTo>
                <a:lnTo>
                  <a:pt x="414106" y="0"/>
                </a:lnTo>
                <a:lnTo>
                  <a:pt x="417025" y="0"/>
                </a:lnTo>
                <a:lnTo>
                  <a:pt x="426752" y="0"/>
                </a:lnTo>
                <a:lnTo>
                  <a:pt x="440177" y="0"/>
                </a:lnTo>
                <a:lnTo>
                  <a:pt x="456227" y="0"/>
                </a:lnTo>
                <a:lnTo>
                  <a:pt x="472667" y="0"/>
                </a:lnTo>
                <a:lnTo>
                  <a:pt x="480838" y="0"/>
                </a:lnTo>
                <a:lnTo>
                  <a:pt x="484243" y="0"/>
                </a:lnTo>
                <a:lnTo>
                  <a:pt x="487842" y="0"/>
                </a:lnTo>
                <a:lnTo>
                  <a:pt x="493484" y="0"/>
                </a:lnTo>
                <a:lnTo>
                  <a:pt x="497278" y="0"/>
                </a:lnTo>
                <a:lnTo>
                  <a:pt x="497570" y="0"/>
                </a:lnTo>
                <a:lnTo>
                  <a:pt x="488620" y="0"/>
                </a:lnTo>
                <a:lnTo>
                  <a:pt x="482784" y="0"/>
                </a:lnTo>
                <a:lnTo>
                  <a:pt x="479768" y="0"/>
                </a:lnTo>
                <a:lnTo>
                  <a:pt x="478212" y="0"/>
                </a:lnTo>
                <a:lnTo>
                  <a:pt x="476072" y="0"/>
                </a:lnTo>
                <a:lnTo>
                  <a:pt x="477142" y="0"/>
                </a:lnTo>
                <a:lnTo>
                  <a:pt x="473932" y="0"/>
                </a:lnTo>
                <a:lnTo>
                  <a:pt x="466636" y="0"/>
                </a:lnTo>
                <a:lnTo>
                  <a:pt x="459146" y="0"/>
                </a:lnTo>
                <a:lnTo>
                  <a:pt x="454671" y="0"/>
                </a:lnTo>
                <a:lnTo>
                  <a:pt x="449807" y="0"/>
                </a:lnTo>
                <a:lnTo>
                  <a:pt x="448153" y="0"/>
                </a:lnTo>
                <a:lnTo>
                  <a:pt x="451072" y="0"/>
                </a:lnTo>
                <a:lnTo>
                  <a:pt x="454865" y="0"/>
                </a:lnTo>
                <a:lnTo>
                  <a:pt x="454476" y="0"/>
                </a:lnTo>
                <a:lnTo>
                  <a:pt x="452920" y="0"/>
                </a:lnTo>
                <a:lnTo>
                  <a:pt x="451072" y="0"/>
                </a:lnTo>
                <a:lnTo>
                  <a:pt x="446110" y="0"/>
                </a:lnTo>
                <a:lnTo>
                  <a:pt x="439204" y="0"/>
                </a:lnTo>
                <a:lnTo>
                  <a:pt x="431324" y="0"/>
                </a:lnTo>
                <a:lnTo>
                  <a:pt x="410605" y="0"/>
                </a:lnTo>
                <a:lnTo>
                  <a:pt x="395916" y="0"/>
                </a:lnTo>
                <a:lnTo>
                  <a:pt x="388620" y="0"/>
                </a:lnTo>
                <a:lnTo>
                  <a:pt x="379379" y="0"/>
                </a:lnTo>
                <a:lnTo>
                  <a:pt x="372764" y="0"/>
                </a:lnTo>
                <a:lnTo>
                  <a:pt x="364398" y="0"/>
                </a:lnTo>
                <a:lnTo>
                  <a:pt x="360118" y="0"/>
                </a:lnTo>
                <a:lnTo>
                  <a:pt x="357783" y="0"/>
                </a:lnTo>
                <a:lnTo>
                  <a:pt x="359048" y="0"/>
                </a:lnTo>
                <a:lnTo>
                  <a:pt x="363036" y="0"/>
                </a:lnTo>
                <a:lnTo>
                  <a:pt x="368289" y="0"/>
                </a:lnTo>
                <a:lnTo>
                  <a:pt x="372472" y="0"/>
                </a:lnTo>
                <a:lnTo>
                  <a:pt x="384437" y="0"/>
                </a:lnTo>
                <a:lnTo>
                  <a:pt x="392706" y="0"/>
                </a:lnTo>
                <a:lnTo>
                  <a:pt x="394651" y="0"/>
                </a:lnTo>
                <a:lnTo>
                  <a:pt x="395429" y="0"/>
                </a:lnTo>
                <a:lnTo>
                  <a:pt x="394359" y="0"/>
                </a:lnTo>
                <a:lnTo>
                  <a:pt x="394748" y="0"/>
                </a:lnTo>
                <a:lnTo>
                  <a:pt x="396305" y="0"/>
                </a:lnTo>
                <a:lnTo>
                  <a:pt x="398056" y="0"/>
                </a:lnTo>
                <a:lnTo>
                  <a:pt x="420040" y="0"/>
                </a:lnTo>
                <a:lnTo>
                  <a:pt x="424710" y="0"/>
                </a:lnTo>
                <a:lnTo>
                  <a:pt x="426850" y="0"/>
                </a:lnTo>
                <a:lnTo>
                  <a:pt x="425001" y="0"/>
                </a:lnTo>
                <a:lnTo>
                  <a:pt x="421694" y="0"/>
                </a:lnTo>
                <a:lnTo>
                  <a:pt x="407492" y="0"/>
                </a:lnTo>
                <a:lnTo>
                  <a:pt x="404768" y="0"/>
                </a:lnTo>
                <a:lnTo>
                  <a:pt x="398250" y="0"/>
                </a:lnTo>
                <a:lnTo>
                  <a:pt x="395429" y="0"/>
                </a:lnTo>
                <a:lnTo>
                  <a:pt x="391344" y="0"/>
                </a:lnTo>
                <a:lnTo>
                  <a:pt x="386966" y="0"/>
                </a:lnTo>
                <a:lnTo>
                  <a:pt x="386285" y="0"/>
                </a:lnTo>
                <a:lnTo>
                  <a:pt x="383173" y="0"/>
                </a:lnTo>
                <a:lnTo>
                  <a:pt x="365468" y="0"/>
                </a:lnTo>
                <a:lnTo>
                  <a:pt x="357491" y="0"/>
                </a:lnTo>
                <a:lnTo>
                  <a:pt x="346597" y="0"/>
                </a:lnTo>
                <a:lnTo>
                  <a:pt x="333561" y="0"/>
                </a:lnTo>
                <a:lnTo>
                  <a:pt x="320332" y="0"/>
                </a:lnTo>
                <a:lnTo>
                  <a:pt x="314106" y="0"/>
                </a:lnTo>
                <a:lnTo>
                  <a:pt x="311869" y="0"/>
                </a:lnTo>
                <a:lnTo>
                  <a:pt x="311188" y="0"/>
                </a:lnTo>
                <a:lnTo>
                  <a:pt x="315176" y="0"/>
                </a:lnTo>
                <a:lnTo>
                  <a:pt x="313231" y="0"/>
                </a:lnTo>
                <a:lnTo>
                  <a:pt x="306616" y="0"/>
                </a:lnTo>
                <a:lnTo>
                  <a:pt x="303698" y="0"/>
                </a:lnTo>
                <a:lnTo>
                  <a:pt x="304670" y="0"/>
                </a:lnTo>
                <a:lnTo>
                  <a:pt x="301460" y="0"/>
                </a:lnTo>
                <a:lnTo>
                  <a:pt x="294164" y="0"/>
                </a:lnTo>
                <a:lnTo>
                  <a:pt x="287063" y="0"/>
                </a:lnTo>
                <a:lnTo>
                  <a:pt x="280254" y="0"/>
                </a:lnTo>
                <a:lnTo>
                  <a:pt x="279573" y="0"/>
                </a:lnTo>
                <a:lnTo>
                  <a:pt x="281810" y="0"/>
                </a:lnTo>
                <a:lnTo>
                  <a:pt x="290371" y="0"/>
                </a:lnTo>
                <a:lnTo>
                  <a:pt x="293289" y="0"/>
                </a:lnTo>
                <a:lnTo>
                  <a:pt x="299320" y="0"/>
                </a:lnTo>
                <a:lnTo>
                  <a:pt x="308561" y="0"/>
                </a:lnTo>
                <a:lnTo>
                  <a:pt x="314009" y="0"/>
                </a:lnTo>
                <a:lnTo>
                  <a:pt x="315760" y="0"/>
                </a:lnTo>
                <a:lnTo>
                  <a:pt x="316538" y="0"/>
                </a:lnTo>
                <a:lnTo>
                  <a:pt x="311869" y="0"/>
                </a:lnTo>
                <a:lnTo>
                  <a:pt x="312647" y="0"/>
                </a:lnTo>
                <a:lnTo>
                  <a:pt x="321402" y="0"/>
                </a:lnTo>
                <a:lnTo>
                  <a:pt x="320429" y="0"/>
                </a:lnTo>
                <a:lnTo>
                  <a:pt x="322666" y="0"/>
                </a:lnTo>
                <a:lnTo>
                  <a:pt x="332297" y="0"/>
                </a:lnTo>
                <a:lnTo>
                  <a:pt x="339593" y="0"/>
                </a:lnTo>
                <a:lnTo>
                  <a:pt x="341927" y="0"/>
                </a:lnTo>
                <a:lnTo>
                  <a:pt x="345235" y="0"/>
                </a:lnTo>
                <a:lnTo>
                  <a:pt x="351266" y="0"/>
                </a:lnTo>
                <a:lnTo>
                  <a:pt x="363717" y="0"/>
                </a:lnTo>
                <a:lnTo>
                  <a:pt x="369067" y="0"/>
                </a:lnTo>
                <a:lnTo>
                  <a:pt x="376558" y="0"/>
                </a:lnTo>
                <a:lnTo>
                  <a:pt x="384729" y="0"/>
                </a:lnTo>
                <a:lnTo>
                  <a:pt x="388523" y="0"/>
                </a:lnTo>
                <a:lnTo>
                  <a:pt x="414496" y="0"/>
                </a:lnTo>
                <a:lnTo>
                  <a:pt x="420235" y="0"/>
                </a:lnTo>
                <a:lnTo>
                  <a:pt x="425682" y="0"/>
                </a:lnTo>
                <a:lnTo>
                  <a:pt x="429671" y="0"/>
                </a:lnTo>
                <a:lnTo>
                  <a:pt x="433659" y="0"/>
                </a:lnTo>
                <a:lnTo>
                  <a:pt x="436480" y="0"/>
                </a:lnTo>
                <a:lnTo>
                  <a:pt x="439787" y="0"/>
                </a:lnTo>
                <a:lnTo>
                  <a:pt x="441636" y="0"/>
                </a:lnTo>
                <a:lnTo>
                  <a:pt x="444943" y="0"/>
                </a:lnTo>
                <a:lnTo>
                  <a:pt x="450488" y="0"/>
                </a:lnTo>
                <a:lnTo>
                  <a:pt x="456908" y="0"/>
                </a:lnTo>
                <a:lnTo>
                  <a:pt x="465371" y="0"/>
                </a:lnTo>
                <a:lnTo>
                  <a:pt x="470624" y="0"/>
                </a:lnTo>
                <a:lnTo>
                  <a:pt x="476558" y="0"/>
                </a:lnTo>
                <a:lnTo>
                  <a:pt x="481714" y="0"/>
                </a:lnTo>
                <a:lnTo>
                  <a:pt x="485021" y="0"/>
                </a:lnTo>
                <a:lnTo>
                  <a:pt x="486578" y="0"/>
                </a:lnTo>
                <a:lnTo>
                  <a:pt x="485118" y="0"/>
                </a:lnTo>
                <a:lnTo>
                  <a:pt x="481325" y="0"/>
                </a:lnTo>
                <a:lnTo>
                  <a:pt x="482395" y="0"/>
                </a:lnTo>
                <a:lnTo>
                  <a:pt x="489496" y="0"/>
                </a:lnTo>
                <a:lnTo>
                  <a:pt x="499904" y="0"/>
                </a:lnTo>
                <a:lnTo>
                  <a:pt x="507784" y="0"/>
                </a:lnTo>
                <a:lnTo>
                  <a:pt x="512939" y="0"/>
                </a:lnTo>
                <a:lnTo>
                  <a:pt x="517998" y="0"/>
                </a:lnTo>
                <a:lnTo>
                  <a:pt x="524321" y="0"/>
                </a:lnTo>
                <a:lnTo>
                  <a:pt x="530547" y="0"/>
                </a:lnTo>
                <a:lnTo>
                  <a:pt x="535410" y="0"/>
                </a:lnTo>
                <a:lnTo>
                  <a:pt x="546889" y="0"/>
                </a:lnTo>
                <a:close/>
              </a:path>
            </a:pathLst>
          </a:custGeom>
          <a:solidFill>
            <a:srgbClr val="17305A"/>
          </a:solidFill>
          <a:ln w="6350">
            <a:solidFill>
              <a:srgbClr val="0F2340"/>
            </a:solidFill>
            <a:prstDash val="solid"/>
          </a:ln>
        </p:spPr>
      </p:sp>
      <p:sp>
        <p:nvSpPr>
          <p:cNvPr id="10" name="Map - Indonesia"/>
          <p:cNvSpPr/>
          <p:nvPr/>
        </p:nvSpPr>
        <p:spPr>
          <a:xfrm>
            <a:off x="7284568" y="2331720"/>
            <a:ext cx="4572000" cy="1752647"/>
          </a:xfrm>
          <a:custGeom>
            <a:avLst/>
            <a:gdLst/>
            <a:ahLst/>
            <a:cxnLst/>
            <a:rect l="0" t="0" r="r" b="b"/>
            <a:pathLst>
              <a:path w="4572000" h="1752647">
                <a:moveTo>
                  <a:pt x="290079" y="490254"/>
                </a:moveTo>
                <a:lnTo>
                  <a:pt x="311091" y="517615"/>
                </a:lnTo>
                <a:lnTo>
                  <a:pt x="319651" y="521315"/>
                </a:lnTo>
                <a:lnTo>
                  <a:pt x="331032" y="533778"/>
                </a:lnTo>
                <a:lnTo>
                  <a:pt x="333853" y="538063"/>
                </a:lnTo>
                <a:lnTo>
                  <a:pt x="330935" y="546826"/>
                </a:lnTo>
                <a:lnTo>
                  <a:pt x="328406" y="571752"/>
                </a:lnTo>
                <a:lnTo>
                  <a:pt x="322958" y="577984"/>
                </a:lnTo>
                <a:lnTo>
                  <a:pt x="309729" y="574868"/>
                </a:lnTo>
                <a:lnTo>
                  <a:pt x="309631" y="570487"/>
                </a:lnTo>
                <a:lnTo>
                  <a:pt x="301947" y="551694"/>
                </a:lnTo>
                <a:lnTo>
                  <a:pt x="288036" y="541276"/>
                </a:lnTo>
                <a:lnTo>
                  <a:pt x="282589" y="540692"/>
                </a:lnTo>
                <a:lnTo>
                  <a:pt x="279087" y="529981"/>
                </a:lnTo>
                <a:lnTo>
                  <a:pt x="272083" y="517323"/>
                </a:lnTo>
                <a:lnTo>
                  <a:pt x="250876" y="494149"/>
                </a:lnTo>
                <a:lnTo>
                  <a:pt x="266927" y="494246"/>
                </a:lnTo>
                <a:lnTo>
                  <a:pt x="274709" y="488599"/>
                </a:lnTo>
                <a:lnTo>
                  <a:pt x="276557" y="484120"/>
                </a:lnTo>
                <a:lnTo>
                  <a:pt x="277822" y="482952"/>
                </a:lnTo>
                <a:lnTo>
                  <a:pt x="290079" y="490254"/>
                </a:lnTo>
                <a:close/>
              </a:path>
              <a:path w="4572000" h="1752647">
                <a:moveTo>
                  <a:pt x="453698" y="806023"/>
                </a:moveTo>
                <a:lnTo>
                  <a:pt x="444749" y="806510"/>
                </a:lnTo>
                <a:lnTo>
                  <a:pt x="425488" y="794923"/>
                </a:lnTo>
                <a:lnTo>
                  <a:pt x="421013" y="789665"/>
                </a:lnTo>
                <a:lnTo>
                  <a:pt x="419846" y="782654"/>
                </a:lnTo>
                <a:lnTo>
                  <a:pt x="401461" y="755683"/>
                </a:lnTo>
                <a:lnTo>
                  <a:pt x="399029" y="749549"/>
                </a:lnTo>
                <a:lnTo>
                  <a:pt x="406227" y="727446"/>
                </a:lnTo>
                <a:lnTo>
                  <a:pt x="425001" y="722091"/>
                </a:lnTo>
                <a:lnTo>
                  <a:pt x="431227" y="725791"/>
                </a:lnTo>
                <a:lnTo>
                  <a:pt x="433367" y="735722"/>
                </a:lnTo>
                <a:lnTo>
                  <a:pt x="444068" y="753736"/>
                </a:lnTo>
                <a:lnTo>
                  <a:pt x="447570" y="763375"/>
                </a:lnTo>
                <a:lnTo>
                  <a:pt x="450293" y="767659"/>
                </a:lnTo>
                <a:lnTo>
                  <a:pt x="451363" y="770970"/>
                </a:lnTo>
                <a:lnTo>
                  <a:pt x="450488" y="773307"/>
                </a:lnTo>
                <a:lnTo>
                  <a:pt x="458173" y="784699"/>
                </a:lnTo>
                <a:lnTo>
                  <a:pt x="463718" y="791417"/>
                </a:lnTo>
                <a:lnTo>
                  <a:pt x="464107" y="802128"/>
                </a:lnTo>
                <a:lnTo>
                  <a:pt x="453698" y="806023"/>
                </a:lnTo>
                <a:close/>
              </a:path>
              <a:path w="4572000" h="1752647">
                <a:moveTo>
                  <a:pt x="2153801" y="1471639"/>
                </a:moveTo>
                <a:lnTo>
                  <a:pt x="2141447" y="1491795"/>
                </a:lnTo>
                <a:lnTo>
                  <a:pt x="2145824" y="1495008"/>
                </a:lnTo>
                <a:lnTo>
                  <a:pt x="2148548" y="1498124"/>
                </a:lnTo>
                <a:lnTo>
                  <a:pt x="2128120" y="1502311"/>
                </a:lnTo>
                <a:lnTo>
                  <a:pt x="2119657" y="1500071"/>
                </a:lnTo>
                <a:lnTo>
                  <a:pt x="2114696" y="1500655"/>
                </a:lnTo>
                <a:lnTo>
                  <a:pt x="2094073" y="1496858"/>
                </a:lnTo>
                <a:lnTo>
                  <a:pt x="2079287" y="1492282"/>
                </a:lnTo>
                <a:lnTo>
                  <a:pt x="2077536" y="1488582"/>
                </a:lnTo>
                <a:lnTo>
                  <a:pt x="2078704" y="1484200"/>
                </a:lnTo>
                <a:lnTo>
                  <a:pt x="2083081" y="1485660"/>
                </a:lnTo>
                <a:lnTo>
                  <a:pt x="2094560" y="1486342"/>
                </a:lnTo>
                <a:lnTo>
                  <a:pt x="2098840" y="1484395"/>
                </a:lnTo>
                <a:lnTo>
                  <a:pt x="2099034" y="1471347"/>
                </a:lnTo>
                <a:lnTo>
                  <a:pt x="2097381" y="1454405"/>
                </a:lnTo>
                <a:lnTo>
                  <a:pt x="2112848" y="1440578"/>
                </a:lnTo>
                <a:lnTo>
                  <a:pt x="2121019" y="1435028"/>
                </a:lnTo>
                <a:lnTo>
                  <a:pt x="2130552" y="1431718"/>
                </a:lnTo>
                <a:lnTo>
                  <a:pt x="2154385" y="1439410"/>
                </a:lnTo>
                <a:lnTo>
                  <a:pt x="2158373" y="1441455"/>
                </a:lnTo>
                <a:lnTo>
                  <a:pt x="2161389" y="1444571"/>
                </a:lnTo>
                <a:lnTo>
                  <a:pt x="2162848" y="1449536"/>
                </a:lnTo>
                <a:lnTo>
                  <a:pt x="2153801" y="1471639"/>
                </a:lnTo>
                <a:close/>
              </a:path>
              <a:path w="4572000" h="1752647">
                <a:moveTo>
                  <a:pt x="2037750" y="1426947"/>
                </a:moveTo>
                <a:lnTo>
                  <a:pt x="2047575" y="1432107"/>
                </a:lnTo>
                <a:lnTo>
                  <a:pt x="2061388" y="1447297"/>
                </a:lnTo>
                <a:lnTo>
                  <a:pt x="2062653" y="1451484"/>
                </a:lnTo>
                <a:lnTo>
                  <a:pt x="2058470" y="1455476"/>
                </a:lnTo>
                <a:lnTo>
                  <a:pt x="2048645" y="1461902"/>
                </a:lnTo>
                <a:lnTo>
                  <a:pt x="2026661" y="1471834"/>
                </a:lnTo>
                <a:lnTo>
                  <a:pt x="2022867" y="1476508"/>
                </a:lnTo>
                <a:lnTo>
                  <a:pt x="2018198" y="1485660"/>
                </a:lnTo>
                <a:lnTo>
                  <a:pt x="2017127" y="1489555"/>
                </a:lnTo>
                <a:lnTo>
                  <a:pt x="2015571" y="1491697"/>
                </a:lnTo>
                <a:lnTo>
                  <a:pt x="2013042" y="1493158"/>
                </a:lnTo>
                <a:lnTo>
                  <a:pt x="2008275" y="1494521"/>
                </a:lnTo>
                <a:lnTo>
                  <a:pt x="2003120" y="1492574"/>
                </a:lnTo>
                <a:lnTo>
                  <a:pt x="2007789" y="1486732"/>
                </a:lnTo>
                <a:lnTo>
                  <a:pt x="2007983" y="1479721"/>
                </a:lnTo>
                <a:lnTo>
                  <a:pt x="2004482" y="1473100"/>
                </a:lnTo>
                <a:lnTo>
                  <a:pt x="1999520" y="1467647"/>
                </a:lnTo>
                <a:lnTo>
                  <a:pt x="1989501" y="1460150"/>
                </a:lnTo>
                <a:lnTo>
                  <a:pt x="1978801" y="1453626"/>
                </a:lnTo>
                <a:lnTo>
                  <a:pt x="1968003" y="1450218"/>
                </a:lnTo>
                <a:lnTo>
                  <a:pt x="1956524" y="1448660"/>
                </a:lnTo>
                <a:lnTo>
                  <a:pt x="1952439" y="1445447"/>
                </a:lnTo>
                <a:lnTo>
                  <a:pt x="1945726" y="1437268"/>
                </a:lnTo>
                <a:lnTo>
                  <a:pt x="1943489" y="1432789"/>
                </a:lnTo>
                <a:lnTo>
                  <a:pt x="1942419" y="1428018"/>
                </a:lnTo>
                <a:lnTo>
                  <a:pt x="1943100" y="1423441"/>
                </a:lnTo>
                <a:lnTo>
                  <a:pt x="1945921" y="1423247"/>
                </a:lnTo>
                <a:lnTo>
                  <a:pt x="1957205" y="1424318"/>
                </a:lnTo>
                <a:lnTo>
                  <a:pt x="1977925" y="1429673"/>
                </a:lnTo>
                <a:lnTo>
                  <a:pt x="1988139" y="1430063"/>
                </a:lnTo>
                <a:lnTo>
                  <a:pt x="1993976" y="1428797"/>
                </a:lnTo>
                <a:lnTo>
                  <a:pt x="2009151" y="1418281"/>
                </a:lnTo>
                <a:lnTo>
                  <a:pt x="2012750" y="1418378"/>
                </a:lnTo>
                <a:lnTo>
                  <a:pt x="2027244" y="1423052"/>
                </a:lnTo>
                <a:lnTo>
                  <a:pt x="2037750" y="1426947"/>
                </a:lnTo>
                <a:close/>
              </a:path>
              <a:path w="4572000" h="1752647">
                <a:moveTo>
                  <a:pt x="1123156" y="795410"/>
                </a:moveTo>
                <a:lnTo>
                  <a:pt x="1126463" y="802128"/>
                </a:lnTo>
                <a:lnTo>
                  <a:pt x="1131035" y="808165"/>
                </a:lnTo>
                <a:lnTo>
                  <a:pt x="1134440" y="814689"/>
                </a:lnTo>
                <a:lnTo>
                  <a:pt x="1139012" y="846042"/>
                </a:lnTo>
                <a:lnTo>
                  <a:pt x="1154284" y="872916"/>
                </a:lnTo>
                <a:lnTo>
                  <a:pt x="1198253" y="883431"/>
                </a:lnTo>
                <a:lnTo>
                  <a:pt x="1191055" y="887813"/>
                </a:lnTo>
                <a:lnTo>
                  <a:pt x="1187455" y="891708"/>
                </a:lnTo>
                <a:lnTo>
                  <a:pt x="1184732" y="896187"/>
                </a:lnTo>
                <a:lnTo>
                  <a:pt x="1178214" y="914882"/>
                </a:lnTo>
                <a:lnTo>
                  <a:pt x="1178895" y="918777"/>
                </a:lnTo>
                <a:lnTo>
                  <a:pt x="1182689" y="925106"/>
                </a:lnTo>
                <a:lnTo>
                  <a:pt x="1183564" y="932019"/>
                </a:lnTo>
                <a:lnTo>
                  <a:pt x="1178117" y="931921"/>
                </a:lnTo>
                <a:lnTo>
                  <a:pt x="1171891" y="930461"/>
                </a:lnTo>
                <a:lnTo>
                  <a:pt x="1166930" y="927832"/>
                </a:lnTo>
                <a:lnTo>
                  <a:pt x="1162358" y="924424"/>
                </a:lnTo>
                <a:lnTo>
                  <a:pt x="1157300" y="921795"/>
                </a:lnTo>
                <a:lnTo>
                  <a:pt x="1151949" y="920042"/>
                </a:lnTo>
                <a:lnTo>
                  <a:pt x="1143000" y="914687"/>
                </a:lnTo>
                <a:lnTo>
                  <a:pt x="1130938" y="910890"/>
                </a:lnTo>
                <a:lnTo>
                  <a:pt x="1118584" y="907969"/>
                </a:lnTo>
                <a:lnTo>
                  <a:pt x="1112552" y="900082"/>
                </a:lnTo>
                <a:lnTo>
                  <a:pt x="1109731" y="890247"/>
                </a:lnTo>
                <a:lnTo>
                  <a:pt x="1112747" y="875642"/>
                </a:lnTo>
                <a:lnTo>
                  <a:pt x="1109731" y="871650"/>
                </a:lnTo>
                <a:lnTo>
                  <a:pt x="1105257" y="868047"/>
                </a:lnTo>
                <a:lnTo>
                  <a:pt x="1099906" y="857531"/>
                </a:lnTo>
                <a:lnTo>
                  <a:pt x="1097864" y="845263"/>
                </a:lnTo>
                <a:lnTo>
                  <a:pt x="1089984" y="840589"/>
                </a:lnTo>
                <a:lnTo>
                  <a:pt x="1079673" y="837668"/>
                </a:lnTo>
                <a:lnTo>
                  <a:pt x="1075198" y="835331"/>
                </a:lnTo>
                <a:lnTo>
                  <a:pt x="1054770" y="839810"/>
                </a:lnTo>
                <a:lnTo>
                  <a:pt x="1049906" y="838739"/>
                </a:lnTo>
                <a:lnTo>
                  <a:pt x="1045529" y="835331"/>
                </a:lnTo>
                <a:lnTo>
                  <a:pt x="1034342" y="831826"/>
                </a:lnTo>
                <a:lnTo>
                  <a:pt x="1034828" y="825010"/>
                </a:lnTo>
                <a:lnTo>
                  <a:pt x="1039984" y="819557"/>
                </a:lnTo>
                <a:lnTo>
                  <a:pt x="1052144" y="814105"/>
                </a:lnTo>
                <a:lnTo>
                  <a:pt x="1057883" y="809431"/>
                </a:lnTo>
                <a:lnTo>
                  <a:pt x="1059050" y="803394"/>
                </a:lnTo>
                <a:lnTo>
                  <a:pt x="1056813" y="798915"/>
                </a:lnTo>
                <a:lnTo>
                  <a:pt x="1057688" y="794241"/>
                </a:lnTo>
                <a:lnTo>
                  <a:pt x="1061579" y="789762"/>
                </a:lnTo>
                <a:lnTo>
                  <a:pt x="1066151" y="786257"/>
                </a:lnTo>
                <a:lnTo>
                  <a:pt x="1078311" y="781583"/>
                </a:lnTo>
                <a:lnTo>
                  <a:pt x="1083661" y="789665"/>
                </a:lnTo>
                <a:lnTo>
                  <a:pt x="1086385" y="796481"/>
                </a:lnTo>
                <a:lnTo>
                  <a:pt x="1089595" y="801447"/>
                </a:lnTo>
                <a:lnTo>
                  <a:pt x="1094751" y="794436"/>
                </a:lnTo>
                <a:lnTo>
                  <a:pt x="1091443" y="782265"/>
                </a:lnTo>
                <a:lnTo>
                  <a:pt x="1100782" y="779538"/>
                </a:lnTo>
                <a:lnTo>
                  <a:pt x="1109926" y="779441"/>
                </a:lnTo>
                <a:lnTo>
                  <a:pt x="1116833" y="782752"/>
                </a:lnTo>
                <a:lnTo>
                  <a:pt x="1121307" y="788010"/>
                </a:lnTo>
                <a:lnTo>
                  <a:pt x="1123156" y="795410"/>
                </a:lnTo>
                <a:close/>
              </a:path>
              <a:path w="4572000" h="1752647">
                <a:moveTo>
                  <a:pt x="2789893" y="1076028"/>
                </a:moveTo>
                <a:lnTo>
                  <a:pt x="2792130" y="1096962"/>
                </a:lnTo>
                <a:lnTo>
                  <a:pt x="2791449" y="1102512"/>
                </a:lnTo>
                <a:lnTo>
                  <a:pt x="2785904" y="1094431"/>
                </a:lnTo>
                <a:lnTo>
                  <a:pt x="2783959" y="1092775"/>
                </a:lnTo>
                <a:lnTo>
                  <a:pt x="2782500" y="1094431"/>
                </a:lnTo>
                <a:lnTo>
                  <a:pt x="2780554" y="1095307"/>
                </a:lnTo>
                <a:lnTo>
                  <a:pt x="2777733" y="1095210"/>
                </a:lnTo>
                <a:lnTo>
                  <a:pt x="2774134" y="1103389"/>
                </a:lnTo>
                <a:lnTo>
                  <a:pt x="2773842" y="1110983"/>
                </a:lnTo>
                <a:lnTo>
                  <a:pt x="2771118" y="1116144"/>
                </a:lnTo>
                <a:lnTo>
                  <a:pt x="2769659" y="1133184"/>
                </a:lnTo>
                <a:lnTo>
                  <a:pt x="2770535" y="1137857"/>
                </a:lnTo>
                <a:lnTo>
                  <a:pt x="2774815" y="1135521"/>
                </a:lnTo>
                <a:lnTo>
                  <a:pt x="2777344" y="1134936"/>
                </a:lnTo>
                <a:lnTo>
                  <a:pt x="2786974" y="1141557"/>
                </a:lnTo>
                <a:lnTo>
                  <a:pt x="2792033" y="1146329"/>
                </a:lnTo>
                <a:lnTo>
                  <a:pt x="2790574" y="1152171"/>
                </a:lnTo>
                <a:lnTo>
                  <a:pt x="2784153" y="1158013"/>
                </a:lnTo>
                <a:lnTo>
                  <a:pt x="2776566" y="1160544"/>
                </a:lnTo>
                <a:lnTo>
                  <a:pt x="2771021" y="1158110"/>
                </a:lnTo>
                <a:lnTo>
                  <a:pt x="2769367" y="1159279"/>
                </a:lnTo>
                <a:lnTo>
                  <a:pt x="2766060" y="1162297"/>
                </a:lnTo>
                <a:lnTo>
                  <a:pt x="2763531" y="1166192"/>
                </a:lnTo>
                <a:lnTo>
                  <a:pt x="2764212" y="1170281"/>
                </a:lnTo>
                <a:lnTo>
                  <a:pt x="2757791" y="1181868"/>
                </a:lnTo>
                <a:lnTo>
                  <a:pt x="2754095" y="1185081"/>
                </a:lnTo>
                <a:lnTo>
                  <a:pt x="2746410" y="1181576"/>
                </a:lnTo>
                <a:lnTo>
                  <a:pt x="2741644" y="1184595"/>
                </a:lnTo>
                <a:lnTo>
                  <a:pt x="2737850" y="1184303"/>
                </a:lnTo>
                <a:lnTo>
                  <a:pt x="2732013" y="1172813"/>
                </a:lnTo>
                <a:lnTo>
                  <a:pt x="2732110" y="1167360"/>
                </a:lnTo>
                <a:lnTo>
                  <a:pt x="2737558" y="1161226"/>
                </a:lnTo>
                <a:lnTo>
                  <a:pt x="2737655" y="1156844"/>
                </a:lnTo>
                <a:lnTo>
                  <a:pt x="2740282" y="1151976"/>
                </a:lnTo>
                <a:lnTo>
                  <a:pt x="2746216" y="1145257"/>
                </a:lnTo>
                <a:lnTo>
                  <a:pt x="2749718" y="1140194"/>
                </a:lnTo>
                <a:lnTo>
                  <a:pt x="2749815" y="1136981"/>
                </a:lnTo>
                <a:lnTo>
                  <a:pt x="2752344" y="1124810"/>
                </a:lnTo>
                <a:lnTo>
                  <a:pt x="2753317" y="1119747"/>
                </a:lnTo>
                <a:lnTo>
                  <a:pt x="2754970" y="1114294"/>
                </a:lnTo>
                <a:lnTo>
                  <a:pt x="2757694" y="1103291"/>
                </a:lnTo>
                <a:lnTo>
                  <a:pt x="2758083" y="1082552"/>
                </a:lnTo>
                <a:lnTo>
                  <a:pt x="2767227" y="1065512"/>
                </a:lnTo>
                <a:lnTo>
                  <a:pt x="2776079" y="1060838"/>
                </a:lnTo>
                <a:lnTo>
                  <a:pt x="2779679" y="1060059"/>
                </a:lnTo>
                <a:lnTo>
                  <a:pt x="2779095" y="1064636"/>
                </a:lnTo>
                <a:lnTo>
                  <a:pt x="2789893" y="1076028"/>
                </a:lnTo>
                <a:close/>
              </a:path>
              <a:path w="4572000" h="1752647">
                <a:moveTo>
                  <a:pt x="2737850" y="1145939"/>
                </a:moveTo>
                <a:lnTo>
                  <a:pt x="2735321" y="1152463"/>
                </a:lnTo>
                <a:lnTo>
                  <a:pt x="2729970" y="1157526"/>
                </a:lnTo>
                <a:lnTo>
                  <a:pt x="2725690" y="1157818"/>
                </a:lnTo>
                <a:lnTo>
                  <a:pt x="2721215" y="1156844"/>
                </a:lnTo>
                <a:lnTo>
                  <a:pt x="2713239" y="1152365"/>
                </a:lnTo>
                <a:lnTo>
                  <a:pt x="2711196" y="1157039"/>
                </a:lnTo>
                <a:lnTo>
                  <a:pt x="2704970" y="1156844"/>
                </a:lnTo>
                <a:lnTo>
                  <a:pt x="2702636" y="1150905"/>
                </a:lnTo>
                <a:lnTo>
                  <a:pt x="2707110" y="1133184"/>
                </a:lnTo>
                <a:lnTo>
                  <a:pt x="2713628" y="1126563"/>
                </a:lnTo>
                <a:lnTo>
                  <a:pt x="2713044" y="1119649"/>
                </a:lnTo>
                <a:lnTo>
                  <a:pt x="2707597" y="1104849"/>
                </a:lnTo>
                <a:lnTo>
                  <a:pt x="2711001" y="1097060"/>
                </a:lnTo>
                <a:lnTo>
                  <a:pt x="2726079" y="1091217"/>
                </a:lnTo>
                <a:lnTo>
                  <a:pt x="2739309" y="1084110"/>
                </a:lnTo>
                <a:lnTo>
                  <a:pt x="2743395" y="1082649"/>
                </a:lnTo>
                <a:lnTo>
                  <a:pt x="2747091" y="1088102"/>
                </a:lnTo>
                <a:lnTo>
                  <a:pt x="2749037" y="1113320"/>
                </a:lnTo>
                <a:lnTo>
                  <a:pt x="2734834" y="1133281"/>
                </a:lnTo>
                <a:lnTo>
                  <a:pt x="2737850" y="1145939"/>
                </a:lnTo>
                <a:close/>
              </a:path>
              <a:path w="4572000" h="1752647">
                <a:moveTo>
                  <a:pt x="1343973" y="273608"/>
                </a:moveTo>
                <a:lnTo>
                  <a:pt x="1330744" y="277210"/>
                </a:lnTo>
                <a:lnTo>
                  <a:pt x="1322962" y="272147"/>
                </a:lnTo>
                <a:lnTo>
                  <a:pt x="1331327" y="266013"/>
                </a:lnTo>
                <a:lnTo>
                  <a:pt x="1334246" y="265623"/>
                </a:lnTo>
                <a:lnTo>
                  <a:pt x="1336191" y="264358"/>
                </a:lnTo>
                <a:lnTo>
                  <a:pt x="1336872" y="261923"/>
                </a:lnTo>
                <a:lnTo>
                  <a:pt x="1321794" y="257834"/>
                </a:lnTo>
                <a:lnTo>
                  <a:pt x="1317611" y="254231"/>
                </a:lnTo>
                <a:lnTo>
                  <a:pt x="1313429" y="245078"/>
                </a:lnTo>
                <a:lnTo>
                  <a:pt x="1313623" y="239236"/>
                </a:lnTo>
                <a:lnTo>
                  <a:pt x="1332884" y="223949"/>
                </a:lnTo>
                <a:lnTo>
                  <a:pt x="1337359" y="222294"/>
                </a:lnTo>
                <a:lnTo>
                  <a:pt x="1338137" y="228623"/>
                </a:lnTo>
                <a:lnTo>
                  <a:pt x="1351464" y="244786"/>
                </a:lnTo>
                <a:lnTo>
                  <a:pt x="1352047" y="255497"/>
                </a:lnTo>
                <a:lnTo>
                  <a:pt x="1351561" y="259392"/>
                </a:lnTo>
                <a:lnTo>
                  <a:pt x="1343973" y="273608"/>
                </a:lnTo>
                <a:close/>
              </a:path>
              <a:path w="4572000" h="1752647">
                <a:moveTo>
                  <a:pt x="1333370" y="924813"/>
                </a:moveTo>
                <a:lnTo>
                  <a:pt x="1331911" y="935037"/>
                </a:lnTo>
                <a:lnTo>
                  <a:pt x="1329479" y="938932"/>
                </a:lnTo>
                <a:lnTo>
                  <a:pt x="1321405" y="943995"/>
                </a:lnTo>
                <a:lnTo>
                  <a:pt x="1318584" y="947111"/>
                </a:lnTo>
                <a:lnTo>
                  <a:pt x="1310997" y="946624"/>
                </a:lnTo>
                <a:lnTo>
                  <a:pt x="1310024" y="941269"/>
                </a:lnTo>
                <a:lnTo>
                  <a:pt x="1307495" y="937569"/>
                </a:lnTo>
                <a:lnTo>
                  <a:pt x="1299421" y="933382"/>
                </a:lnTo>
                <a:lnTo>
                  <a:pt x="1297378" y="934453"/>
                </a:lnTo>
                <a:lnTo>
                  <a:pt x="1295919" y="940685"/>
                </a:lnTo>
                <a:lnTo>
                  <a:pt x="1280160" y="945066"/>
                </a:lnTo>
                <a:lnTo>
                  <a:pt x="1275685" y="945358"/>
                </a:lnTo>
                <a:lnTo>
                  <a:pt x="1277923" y="937179"/>
                </a:lnTo>
                <a:lnTo>
                  <a:pt x="1273837" y="930656"/>
                </a:lnTo>
                <a:lnTo>
                  <a:pt x="1273545" y="922769"/>
                </a:lnTo>
                <a:lnTo>
                  <a:pt x="1272767" y="919263"/>
                </a:lnTo>
                <a:lnTo>
                  <a:pt x="1270724" y="917219"/>
                </a:lnTo>
                <a:lnTo>
                  <a:pt x="1274810" y="911669"/>
                </a:lnTo>
                <a:lnTo>
                  <a:pt x="1274129" y="905534"/>
                </a:lnTo>
                <a:lnTo>
                  <a:pt x="1278409" y="898913"/>
                </a:lnTo>
                <a:lnTo>
                  <a:pt x="1280744" y="882750"/>
                </a:lnTo>
                <a:lnTo>
                  <a:pt x="1297475" y="879245"/>
                </a:lnTo>
                <a:lnTo>
                  <a:pt x="1301074" y="882166"/>
                </a:lnTo>
                <a:lnTo>
                  <a:pt x="1320433" y="885768"/>
                </a:lnTo>
                <a:lnTo>
                  <a:pt x="1334149" y="895505"/>
                </a:lnTo>
                <a:lnTo>
                  <a:pt x="1341542" y="908455"/>
                </a:lnTo>
                <a:lnTo>
                  <a:pt x="1333370" y="924813"/>
                </a:lnTo>
                <a:close/>
              </a:path>
              <a:path w="4572000" h="1752647">
                <a:moveTo>
                  <a:pt x="3976959" y="696288"/>
                </a:moveTo>
                <a:lnTo>
                  <a:pt x="3997679" y="700085"/>
                </a:lnTo>
                <a:lnTo>
                  <a:pt x="4005169" y="699890"/>
                </a:lnTo>
                <a:lnTo>
                  <a:pt x="4012562" y="704272"/>
                </a:lnTo>
                <a:lnTo>
                  <a:pt x="4021512" y="702227"/>
                </a:lnTo>
                <a:lnTo>
                  <a:pt x="4026667" y="703590"/>
                </a:lnTo>
                <a:lnTo>
                  <a:pt x="4043691" y="718391"/>
                </a:lnTo>
                <a:lnTo>
                  <a:pt x="4052057" y="728127"/>
                </a:lnTo>
                <a:lnTo>
                  <a:pt x="4064508" y="736599"/>
                </a:lnTo>
                <a:lnTo>
                  <a:pt x="4073457" y="739422"/>
                </a:lnTo>
                <a:lnTo>
                  <a:pt x="4066648" y="747114"/>
                </a:lnTo>
                <a:lnTo>
                  <a:pt x="4053029" y="751204"/>
                </a:lnTo>
                <a:lnTo>
                  <a:pt x="4047679" y="751399"/>
                </a:lnTo>
                <a:lnTo>
                  <a:pt x="4037271" y="746822"/>
                </a:lnTo>
                <a:lnTo>
                  <a:pt x="4028710" y="747601"/>
                </a:lnTo>
                <a:lnTo>
                  <a:pt x="4021317" y="741857"/>
                </a:lnTo>
                <a:lnTo>
                  <a:pt x="4020053" y="732996"/>
                </a:lnTo>
                <a:lnTo>
                  <a:pt x="4012368" y="713035"/>
                </a:lnTo>
                <a:lnTo>
                  <a:pt x="4002543" y="718780"/>
                </a:lnTo>
                <a:lnTo>
                  <a:pt x="3990675" y="709530"/>
                </a:lnTo>
                <a:lnTo>
                  <a:pt x="3987465" y="709335"/>
                </a:lnTo>
                <a:lnTo>
                  <a:pt x="3986687" y="710893"/>
                </a:lnTo>
                <a:lnTo>
                  <a:pt x="3981726" y="707777"/>
                </a:lnTo>
                <a:lnTo>
                  <a:pt x="3977445" y="701546"/>
                </a:lnTo>
                <a:lnTo>
                  <a:pt x="3976959" y="696288"/>
                </a:lnTo>
                <a:close/>
              </a:path>
              <a:path w="4572000" h="1752647">
                <a:moveTo>
                  <a:pt x="3985811" y="787912"/>
                </a:moveTo>
                <a:lnTo>
                  <a:pt x="4024235" y="792781"/>
                </a:lnTo>
                <a:lnTo>
                  <a:pt x="4034644" y="792196"/>
                </a:lnTo>
                <a:lnTo>
                  <a:pt x="4056629" y="794046"/>
                </a:lnTo>
                <a:lnTo>
                  <a:pt x="4074917" y="800570"/>
                </a:lnTo>
                <a:lnTo>
                  <a:pt x="4106921" y="801739"/>
                </a:lnTo>
                <a:lnTo>
                  <a:pt x="4116454" y="803686"/>
                </a:lnTo>
                <a:lnTo>
                  <a:pt x="4123847" y="808165"/>
                </a:lnTo>
                <a:lnTo>
                  <a:pt x="4105948" y="811865"/>
                </a:lnTo>
                <a:lnTo>
                  <a:pt x="4097485" y="815273"/>
                </a:lnTo>
                <a:lnTo>
                  <a:pt x="4081823" y="816928"/>
                </a:lnTo>
                <a:lnTo>
                  <a:pt x="4068691" y="815176"/>
                </a:lnTo>
                <a:lnTo>
                  <a:pt x="4059158" y="817318"/>
                </a:lnTo>
                <a:lnTo>
                  <a:pt x="4055753" y="813910"/>
                </a:lnTo>
                <a:lnTo>
                  <a:pt x="4041745" y="810502"/>
                </a:lnTo>
                <a:lnTo>
                  <a:pt x="4023944" y="803491"/>
                </a:lnTo>
                <a:lnTo>
                  <a:pt x="3987173" y="795312"/>
                </a:lnTo>
                <a:lnTo>
                  <a:pt x="3985422" y="790249"/>
                </a:lnTo>
                <a:lnTo>
                  <a:pt x="3985811" y="787912"/>
                </a:lnTo>
                <a:close/>
              </a:path>
              <a:path w="4572000" h="1752647">
                <a:moveTo>
                  <a:pt x="3532405" y="633290"/>
                </a:moveTo>
                <a:lnTo>
                  <a:pt x="3549331" y="637477"/>
                </a:lnTo>
                <a:lnTo>
                  <a:pt x="3553125" y="636795"/>
                </a:lnTo>
                <a:lnTo>
                  <a:pt x="3577541" y="647506"/>
                </a:lnTo>
                <a:lnTo>
                  <a:pt x="3581432" y="652764"/>
                </a:lnTo>
                <a:lnTo>
                  <a:pt x="3580071" y="656366"/>
                </a:lnTo>
                <a:lnTo>
                  <a:pt x="3583670" y="661137"/>
                </a:lnTo>
                <a:lnTo>
                  <a:pt x="3575693" y="668537"/>
                </a:lnTo>
                <a:lnTo>
                  <a:pt x="3571802" y="669316"/>
                </a:lnTo>
                <a:lnTo>
                  <a:pt x="3567911" y="666590"/>
                </a:lnTo>
                <a:lnTo>
                  <a:pt x="3560129" y="665032"/>
                </a:lnTo>
                <a:lnTo>
                  <a:pt x="3551082" y="668051"/>
                </a:lnTo>
                <a:lnTo>
                  <a:pt x="3545343" y="665811"/>
                </a:lnTo>
                <a:lnTo>
                  <a:pt x="3540576" y="658995"/>
                </a:lnTo>
                <a:lnTo>
                  <a:pt x="3531919" y="654906"/>
                </a:lnTo>
                <a:lnTo>
                  <a:pt x="3519759" y="640787"/>
                </a:lnTo>
                <a:lnTo>
                  <a:pt x="3513825" y="641274"/>
                </a:lnTo>
                <a:lnTo>
                  <a:pt x="3515382" y="646824"/>
                </a:lnTo>
                <a:lnTo>
                  <a:pt x="3520537" y="650524"/>
                </a:lnTo>
                <a:lnTo>
                  <a:pt x="3527347" y="661235"/>
                </a:lnTo>
                <a:lnTo>
                  <a:pt x="3531335" y="662306"/>
                </a:lnTo>
                <a:lnTo>
                  <a:pt x="3535323" y="661916"/>
                </a:lnTo>
                <a:lnTo>
                  <a:pt x="3540771" y="666395"/>
                </a:lnTo>
                <a:lnTo>
                  <a:pt x="3540479" y="673406"/>
                </a:lnTo>
                <a:lnTo>
                  <a:pt x="3526277" y="676132"/>
                </a:lnTo>
                <a:lnTo>
                  <a:pt x="3521413" y="671069"/>
                </a:lnTo>
                <a:lnTo>
                  <a:pt x="3520343" y="661819"/>
                </a:lnTo>
                <a:lnTo>
                  <a:pt x="3512366" y="664935"/>
                </a:lnTo>
                <a:lnTo>
                  <a:pt x="3509253" y="668148"/>
                </a:lnTo>
                <a:lnTo>
                  <a:pt x="3506919" y="668537"/>
                </a:lnTo>
                <a:lnTo>
                  <a:pt x="3501568" y="658898"/>
                </a:lnTo>
                <a:lnTo>
                  <a:pt x="3486490" y="658411"/>
                </a:lnTo>
                <a:lnTo>
                  <a:pt x="3476374" y="653348"/>
                </a:lnTo>
                <a:lnTo>
                  <a:pt x="3481335" y="647993"/>
                </a:lnTo>
                <a:lnTo>
                  <a:pt x="3482016" y="642735"/>
                </a:lnTo>
                <a:lnTo>
                  <a:pt x="3488631" y="640008"/>
                </a:lnTo>
                <a:lnTo>
                  <a:pt x="3495245" y="642442"/>
                </a:lnTo>
                <a:lnTo>
                  <a:pt x="3501957" y="638742"/>
                </a:lnTo>
                <a:lnTo>
                  <a:pt x="3506627" y="639716"/>
                </a:lnTo>
                <a:lnTo>
                  <a:pt x="3510129" y="637282"/>
                </a:lnTo>
                <a:lnTo>
                  <a:pt x="3523553" y="635821"/>
                </a:lnTo>
                <a:lnTo>
                  <a:pt x="3532405" y="633290"/>
                </a:lnTo>
                <a:close/>
              </a:path>
              <a:path w="4572000" h="1752647">
                <a:moveTo>
                  <a:pt x="3302930" y="433099"/>
                </a:moveTo>
                <a:lnTo>
                  <a:pt x="3287560" y="434754"/>
                </a:lnTo>
                <a:lnTo>
                  <a:pt x="3284058" y="430080"/>
                </a:lnTo>
                <a:lnTo>
                  <a:pt x="3279972" y="409243"/>
                </a:lnTo>
                <a:lnTo>
                  <a:pt x="3290867" y="392496"/>
                </a:lnTo>
                <a:lnTo>
                  <a:pt x="3304681" y="382564"/>
                </a:lnTo>
                <a:lnTo>
                  <a:pt x="3314116" y="380130"/>
                </a:lnTo>
                <a:lnTo>
                  <a:pt x="3317326" y="379935"/>
                </a:lnTo>
                <a:lnTo>
                  <a:pt x="3325692" y="392009"/>
                </a:lnTo>
                <a:lnTo>
                  <a:pt x="3319369" y="416351"/>
                </a:lnTo>
                <a:lnTo>
                  <a:pt x="3312074" y="428717"/>
                </a:lnTo>
                <a:lnTo>
                  <a:pt x="3302930" y="433099"/>
                </a:lnTo>
                <a:close/>
              </a:path>
              <a:path w="4572000" h="1752647">
                <a:moveTo>
                  <a:pt x="3273649" y="794631"/>
                </a:moveTo>
                <a:lnTo>
                  <a:pt x="3267715" y="798525"/>
                </a:lnTo>
                <a:lnTo>
                  <a:pt x="3264700" y="799597"/>
                </a:lnTo>
                <a:lnTo>
                  <a:pt x="3250400" y="796968"/>
                </a:lnTo>
                <a:lnTo>
                  <a:pt x="3233571" y="797552"/>
                </a:lnTo>
                <a:lnTo>
                  <a:pt x="3216159" y="801252"/>
                </a:lnTo>
                <a:lnTo>
                  <a:pt x="3206042" y="798136"/>
                </a:lnTo>
                <a:lnTo>
                  <a:pt x="3199622" y="793073"/>
                </a:lnTo>
                <a:lnTo>
                  <a:pt x="3199914" y="787717"/>
                </a:lnTo>
                <a:lnTo>
                  <a:pt x="3205945" y="774475"/>
                </a:lnTo>
                <a:lnTo>
                  <a:pt x="3219077" y="764446"/>
                </a:lnTo>
                <a:lnTo>
                  <a:pt x="3224427" y="762596"/>
                </a:lnTo>
                <a:lnTo>
                  <a:pt x="3233766" y="765323"/>
                </a:lnTo>
                <a:lnTo>
                  <a:pt x="3249525" y="773015"/>
                </a:lnTo>
                <a:lnTo>
                  <a:pt x="3261976" y="782070"/>
                </a:lnTo>
                <a:lnTo>
                  <a:pt x="3273260" y="789081"/>
                </a:lnTo>
                <a:lnTo>
                  <a:pt x="3273649" y="794631"/>
                </a:lnTo>
                <a:close/>
              </a:path>
              <a:path w="4572000" h="1752647">
                <a:moveTo>
                  <a:pt x="3069563" y="871552"/>
                </a:moveTo>
                <a:lnTo>
                  <a:pt x="3067909" y="873305"/>
                </a:lnTo>
                <a:lnTo>
                  <a:pt x="3062073" y="868047"/>
                </a:lnTo>
                <a:lnTo>
                  <a:pt x="3058182" y="853247"/>
                </a:lnTo>
                <a:lnTo>
                  <a:pt x="3054777" y="849255"/>
                </a:lnTo>
                <a:lnTo>
                  <a:pt x="3050886" y="835136"/>
                </a:lnTo>
                <a:lnTo>
                  <a:pt x="3051859" y="831144"/>
                </a:lnTo>
                <a:lnTo>
                  <a:pt x="3056722" y="825205"/>
                </a:lnTo>
                <a:lnTo>
                  <a:pt x="3060614" y="825302"/>
                </a:lnTo>
                <a:lnTo>
                  <a:pt x="3063532" y="828807"/>
                </a:lnTo>
                <a:lnTo>
                  <a:pt x="3061878" y="843997"/>
                </a:lnTo>
                <a:lnTo>
                  <a:pt x="3070633" y="863276"/>
                </a:lnTo>
                <a:lnTo>
                  <a:pt x="3069563" y="871552"/>
                </a:lnTo>
                <a:close/>
              </a:path>
              <a:path w="4572000" h="1752647">
                <a:moveTo>
                  <a:pt x="3066547" y="807191"/>
                </a:moveTo>
                <a:lnTo>
                  <a:pt x="3096509" y="810404"/>
                </a:lnTo>
                <a:lnTo>
                  <a:pt x="3092228" y="813910"/>
                </a:lnTo>
                <a:lnTo>
                  <a:pt x="3059933" y="819557"/>
                </a:lnTo>
                <a:lnTo>
                  <a:pt x="3048551" y="818486"/>
                </a:lnTo>
                <a:lnTo>
                  <a:pt x="3013532" y="821797"/>
                </a:lnTo>
                <a:lnTo>
                  <a:pt x="3009057" y="821602"/>
                </a:lnTo>
                <a:lnTo>
                  <a:pt x="3008376" y="816149"/>
                </a:lnTo>
                <a:lnTo>
                  <a:pt x="3004582" y="812352"/>
                </a:lnTo>
                <a:lnTo>
                  <a:pt x="3010224" y="809041"/>
                </a:lnTo>
                <a:lnTo>
                  <a:pt x="3017617" y="808262"/>
                </a:lnTo>
                <a:lnTo>
                  <a:pt x="3036975" y="809528"/>
                </a:lnTo>
                <a:lnTo>
                  <a:pt x="3066547" y="807191"/>
                </a:lnTo>
                <a:close/>
              </a:path>
              <a:path w="4572000" h="1752647">
                <a:moveTo>
                  <a:pt x="2964018" y="798915"/>
                </a:moveTo>
                <a:lnTo>
                  <a:pt x="2973065" y="802420"/>
                </a:lnTo>
                <a:lnTo>
                  <a:pt x="2976275" y="802420"/>
                </a:lnTo>
                <a:lnTo>
                  <a:pt x="2979290" y="798331"/>
                </a:lnTo>
                <a:lnTo>
                  <a:pt x="2981139" y="797746"/>
                </a:lnTo>
                <a:lnTo>
                  <a:pt x="2985224" y="799694"/>
                </a:lnTo>
                <a:lnTo>
                  <a:pt x="2986197" y="806218"/>
                </a:lnTo>
                <a:lnTo>
                  <a:pt x="2992034" y="805341"/>
                </a:lnTo>
                <a:lnTo>
                  <a:pt x="2996606" y="807581"/>
                </a:lnTo>
                <a:lnTo>
                  <a:pt x="2998065" y="809139"/>
                </a:lnTo>
                <a:lnTo>
                  <a:pt x="2997481" y="815662"/>
                </a:lnTo>
                <a:lnTo>
                  <a:pt x="2980069" y="816831"/>
                </a:lnTo>
                <a:lnTo>
                  <a:pt x="2967617" y="822089"/>
                </a:lnTo>
                <a:lnTo>
                  <a:pt x="2950788" y="817318"/>
                </a:lnTo>
                <a:lnTo>
                  <a:pt x="2931819" y="825497"/>
                </a:lnTo>
                <a:lnTo>
                  <a:pt x="2920341" y="828320"/>
                </a:lnTo>
                <a:lnTo>
                  <a:pt x="2910321" y="828126"/>
                </a:lnTo>
                <a:lnTo>
                  <a:pt x="2901761" y="813910"/>
                </a:lnTo>
                <a:lnTo>
                  <a:pt x="2906722" y="797260"/>
                </a:lnTo>
                <a:lnTo>
                  <a:pt x="2910321" y="794436"/>
                </a:lnTo>
                <a:lnTo>
                  <a:pt x="2916644" y="792975"/>
                </a:lnTo>
                <a:lnTo>
                  <a:pt x="2934251" y="792196"/>
                </a:lnTo>
                <a:lnTo>
                  <a:pt x="2964018" y="798915"/>
                </a:lnTo>
                <a:close/>
              </a:path>
              <a:path w="4572000" h="1752647">
                <a:moveTo>
                  <a:pt x="3582308" y="1411855"/>
                </a:moveTo>
                <a:lnTo>
                  <a:pt x="3580654" y="1412926"/>
                </a:lnTo>
                <a:lnTo>
                  <a:pt x="3568592" y="1411660"/>
                </a:lnTo>
                <a:lnTo>
                  <a:pt x="3561685" y="1411562"/>
                </a:lnTo>
                <a:lnTo>
                  <a:pt x="3562561" y="1404260"/>
                </a:lnTo>
                <a:lnTo>
                  <a:pt x="3559059" y="1398710"/>
                </a:lnTo>
                <a:lnTo>
                  <a:pt x="3563923" y="1390628"/>
                </a:lnTo>
                <a:lnTo>
                  <a:pt x="3564020" y="1381183"/>
                </a:lnTo>
                <a:lnTo>
                  <a:pt x="3569078" y="1379917"/>
                </a:lnTo>
                <a:lnTo>
                  <a:pt x="3569759" y="1374562"/>
                </a:lnTo>
                <a:lnTo>
                  <a:pt x="3575888" y="1360346"/>
                </a:lnTo>
                <a:lnTo>
                  <a:pt x="3579487" y="1357133"/>
                </a:lnTo>
                <a:lnTo>
                  <a:pt x="3584545" y="1355867"/>
                </a:lnTo>
                <a:lnTo>
                  <a:pt x="3590576" y="1347591"/>
                </a:lnTo>
                <a:lnTo>
                  <a:pt x="3593981" y="1345157"/>
                </a:lnTo>
                <a:lnTo>
                  <a:pt x="3597580" y="1338925"/>
                </a:lnTo>
                <a:lnTo>
                  <a:pt x="3602639" y="1336004"/>
                </a:lnTo>
                <a:lnTo>
                  <a:pt x="3602250" y="1330551"/>
                </a:lnTo>
                <a:lnTo>
                  <a:pt x="3605168" y="1327727"/>
                </a:lnTo>
                <a:lnTo>
                  <a:pt x="3613145" y="1325488"/>
                </a:lnTo>
                <a:lnTo>
                  <a:pt x="3618787" y="1328117"/>
                </a:lnTo>
                <a:lnTo>
                  <a:pt x="3622191" y="1333667"/>
                </a:lnTo>
                <a:lnTo>
                  <a:pt x="3613242" y="1340483"/>
                </a:lnTo>
                <a:lnTo>
                  <a:pt x="3617814" y="1357230"/>
                </a:lnTo>
                <a:lnTo>
                  <a:pt x="3611296" y="1375438"/>
                </a:lnTo>
                <a:lnTo>
                  <a:pt x="3607016" y="1380891"/>
                </a:lnTo>
                <a:lnTo>
                  <a:pt x="3599039" y="1385662"/>
                </a:lnTo>
                <a:lnTo>
                  <a:pt x="3596705" y="1390141"/>
                </a:lnTo>
                <a:lnTo>
                  <a:pt x="3587269" y="1399099"/>
                </a:lnTo>
                <a:lnTo>
                  <a:pt x="3584448" y="1406791"/>
                </a:lnTo>
                <a:lnTo>
                  <a:pt x="3583962" y="1410005"/>
                </a:lnTo>
                <a:lnTo>
                  <a:pt x="3582308" y="1411855"/>
                </a:lnTo>
                <a:close/>
              </a:path>
              <a:path w="4572000" h="1752647">
                <a:moveTo>
                  <a:pt x="3142131" y="1379528"/>
                </a:moveTo>
                <a:lnTo>
                  <a:pt x="3143396" y="1384299"/>
                </a:lnTo>
                <a:lnTo>
                  <a:pt x="3143299" y="1386344"/>
                </a:lnTo>
                <a:lnTo>
                  <a:pt x="3131625" y="1387902"/>
                </a:lnTo>
                <a:lnTo>
                  <a:pt x="3120341" y="1393160"/>
                </a:lnTo>
                <a:lnTo>
                  <a:pt x="3114602" y="1399197"/>
                </a:lnTo>
                <a:lnTo>
                  <a:pt x="3110127" y="1406986"/>
                </a:lnTo>
                <a:lnTo>
                  <a:pt x="3094660" y="1403870"/>
                </a:lnTo>
                <a:lnTo>
                  <a:pt x="3080847" y="1403286"/>
                </a:lnTo>
                <a:lnTo>
                  <a:pt x="3074719" y="1400560"/>
                </a:lnTo>
                <a:lnTo>
                  <a:pt x="3068104" y="1400754"/>
                </a:lnTo>
                <a:lnTo>
                  <a:pt x="3059543" y="1403189"/>
                </a:lnTo>
                <a:lnTo>
                  <a:pt x="3047287" y="1409810"/>
                </a:lnTo>
                <a:lnTo>
                  <a:pt x="3044563" y="1410394"/>
                </a:lnTo>
                <a:lnTo>
                  <a:pt x="3045536" y="1400268"/>
                </a:lnTo>
                <a:lnTo>
                  <a:pt x="3048940" y="1394036"/>
                </a:lnTo>
                <a:lnTo>
                  <a:pt x="3061781" y="1379041"/>
                </a:lnTo>
                <a:lnTo>
                  <a:pt x="3072481" y="1382352"/>
                </a:lnTo>
                <a:lnTo>
                  <a:pt x="3085030" y="1383325"/>
                </a:lnTo>
                <a:lnTo>
                  <a:pt x="3099135" y="1380404"/>
                </a:lnTo>
                <a:lnTo>
                  <a:pt x="3109252" y="1373686"/>
                </a:lnTo>
                <a:lnTo>
                  <a:pt x="3123551" y="1370180"/>
                </a:lnTo>
                <a:lnTo>
                  <a:pt x="3134836" y="1378944"/>
                </a:lnTo>
                <a:lnTo>
                  <a:pt x="3142131" y="1379528"/>
                </a:lnTo>
                <a:close/>
              </a:path>
              <a:path w="4572000" h="1752647">
                <a:moveTo>
                  <a:pt x="2925691" y="1425584"/>
                </a:moveTo>
                <a:lnTo>
                  <a:pt x="2928026" y="1431523"/>
                </a:lnTo>
                <a:lnTo>
                  <a:pt x="2935516" y="1428213"/>
                </a:lnTo>
                <a:lnTo>
                  <a:pt x="2942812" y="1427434"/>
                </a:lnTo>
                <a:lnTo>
                  <a:pt x="2959543" y="1428018"/>
                </a:lnTo>
                <a:lnTo>
                  <a:pt x="2971800" y="1429381"/>
                </a:lnTo>
                <a:lnTo>
                  <a:pt x="2979096" y="1431815"/>
                </a:lnTo>
                <a:lnTo>
                  <a:pt x="2979777" y="1443597"/>
                </a:lnTo>
                <a:lnTo>
                  <a:pt x="2976372" y="1446226"/>
                </a:lnTo>
                <a:lnTo>
                  <a:pt x="2912850" y="1455184"/>
                </a:lnTo>
                <a:lnTo>
                  <a:pt x="2906722" y="1452263"/>
                </a:lnTo>
                <a:lnTo>
                  <a:pt x="2904290" y="1449439"/>
                </a:lnTo>
                <a:lnTo>
                  <a:pt x="2911099" y="1440676"/>
                </a:lnTo>
                <a:lnTo>
                  <a:pt x="2907987" y="1436489"/>
                </a:lnTo>
                <a:lnTo>
                  <a:pt x="2911586" y="1429673"/>
                </a:lnTo>
                <a:lnTo>
                  <a:pt x="2919173" y="1424999"/>
                </a:lnTo>
                <a:lnTo>
                  <a:pt x="2925691" y="1425584"/>
                </a:lnTo>
                <a:close/>
              </a:path>
              <a:path w="4572000" h="1752647">
                <a:moveTo>
                  <a:pt x="3550790" y="761038"/>
                </a:moveTo>
                <a:lnTo>
                  <a:pt x="3547386" y="763667"/>
                </a:lnTo>
                <a:lnTo>
                  <a:pt x="3535518" y="761136"/>
                </a:lnTo>
                <a:lnTo>
                  <a:pt x="3529389" y="755099"/>
                </a:lnTo>
                <a:lnTo>
                  <a:pt x="3525207" y="747114"/>
                </a:lnTo>
                <a:lnTo>
                  <a:pt x="3522580" y="740396"/>
                </a:lnTo>
                <a:lnTo>
                  <a:pt x="3521802" y="735138"/>
                </a:lnTo>
                <a:lnTo>
                  <a:pt x="3518300" y="728712"/>
                </a:lnTo>
                <a:lnTo>
                  <a:pt x="3518786" y="726375"/>
                </a:lnTo>
                <a:lnTo>
                  <a:pt x="3540576" y="719559"/>
                </a:lnTo>
                <a:lnTo>
                  <a:pt x="3544662" y="721993"/>
                </a:lnTo>
                <a:lnTo>
                  <a:pt x="3553806" y="722285"/>
                </a:lnTo>
                <a:lnTo>
                  <a:pt x="3557794" y="727154"/>
                </a:lnTo>
                <a:lnTo>
                  <a:pt x="3555070" y="748575"/>
                </a:lnTo>
                <a:lnTo>
                  <a:pt x="3550790" y="761038"/>
                </a:lnTo>
                <a:close/>
              </a:path>
              <a:path w="4572000" h="1752647">
                <a:moveTo>
                  <a:pt x="193872" y="123756"/>
                </a:moveTo>
                <a:lnTo>
                  <a:pt x="205740" y="124633"/>
                </a:lnTo>
                <a:lnTo>
                  <a:pt x="227919" y="119375"/>
                </a:lnTo>
                <a:lnTo>
                  <a:pt x="240079" y="119862"/>
                </a:lnTo>
                <a:lnTo>
                  <a:pt x="251557" y="123659"/>
                </a:lnTo>
                <a:lnTo>
                  <a:pt x="261674" y="125898"/>
                </a:lnTo>
                <a:lnTo>
                  <a:pt x="287063" y="123075"/>
                </a:lnTo>
                <a:lnTo>
                  <a:pt x="291830" y="123854"/>
                </a:lnTo>
                <a:lnTo>
                  <a:pt x="296402" y="125996"/>
                </a:lnTo>
                <a:lnTo>
                  <a:pt x="300390" y="129501"/>
                </a:lnTo>
                <a:lnTo>
                  <a:pt x="311966" y="142159"/>
                </a:lnTo>
                <a:lnTo>
                  <a:pt x="331519" y="157738"/>
                </a:lnTo>
                <a:lnTo>
                  <a:pt x="337258" y="167767"/>
                </a:lnTo>
                <a:lnTo>
                  <a:pt x="340468" y="178965"/>
                </a:lnTo>
                <a:lnTo>
                  <a:pt x="342511" y="181594"/>
                </a:lnTo>
                <a:lnTo>
                  <a:pt x="364593" y="203015"/>
                </a:lnTo>
                <a:lnTo>
                  <a:pt x="367025" y="212070"/>
                </a:lnTo>
                <a:lnTo>
                  <a:pt x="363912" y="224436"/>
                </a:lnTo>
                <a:lnTo>
                  <a:pt x="370332" y="234368"/>
                </a:lnTo>
                <a:lnTo>
                  <a:pt x="391830" y="243618"/>
                </a:lnTo>
                <a:lnTo>
                  <a:pt x="404573" y="250434"/>
                </a:lnTo>
                <a:lnTo>
                  <a:pt x="407297" y="254523"/>
                </a:lnTo>
                <a:lnTo>
                  <a:pt x="409145" y="259489"/>
                </a:lnTo>
                <a:lnTo>
                  <a:pt x="416149" y="266889"/>
                </a:lnTo>
                <a:lnTo>
                  <a:pt x="425001" y="271660"/>
                </a:lnTo>
                <a:lnTo>
                  <a:pt x="452433" y="284221"/>
                </a:lnTo>
                <a:lnTo>
                  <a:pt x="488426" y="310511"/>
                </a:lnTo>
                <a:lnTo>
                  <a:pt x="508951" y="322974"/>
                </a:lnTo>
                <a:lnTo>
                  <a:pt x="525975" y="341961"/>
                </a:lnTo>
                <a:lnTo>
                  <a:pt x="532006" y="351016"/>
                </a:lnTo>
                <a:lnTo>
                  <a:pt x="537064" y="360851"/>
                </a:lnTo>
                <a:lnTo>
                  <a:pt x="547375" y="375066"/>
                </a:lnTo>
                <a:lnTo>
                  <a:pt x="564885" y="392690"/>
                </a:lnTo>
                <a:lnTo>
                  <a:pt x="569360" y="398143"/>
                </a:lnTo>
                <a:lnTo>
                  <a:pt x="574029" y="405835"/>
                </a:lnTo>
                <a:lnTo>
                  <a:pt x="579477" y="413138"/>
                </a:lnTo>
                <a:lnTo>
                  <a:pt x="585994" y="419759"/>
                </a:lnTo>
                <a:lnTo>
                  <a:pt x="593776" y="424822"/>
                </a:lnTo>
                <a:lnTo>
                  <a:pt x="601656" y="426477"/>
                </a:lnTo>
                <a:lnTo>
                  <a:pt x="614496" y="439233"/>
                </a:lnTo>
                <a:lnTo>
                  <a:pt x="621403" y="443225"/>
                </a:lnTo>
                <a:lnTo>
                  <a:pt x="620333" y="433196"/>
                </a:lnTo>
                <a:lnTo>
                  <a:pt x="614496" y="424530"/>
                </a:lnTo>
                <a:lnTo>
                  <a:pt x="614594" y="419272"/>
                </a:lnTo>
                <a:lnTo>
                  <a:pt x="615566" y="414501"/>
                </a:lnTo>
                <a:lnTo>
                  <a:pt x="620333" y="410606"/>
                </a:lnTo>
                <a:lnTo>
                  <a:pt x="626072" y="409438"/>
                </a:lnTo>
                <a:lnTo>
                  <a:pt x="636773" y="413138"/>
                </a:lnTo>
                <a:lnTo>
                  <a:pt x="654185" y="428230"/>
                </a:lnTo>
                <a:lnTo>
                  <a:pt x="661578" y="436993"/>
                </a:lnTo>
                <a:lnTo>
                  <a:pt x="667123" y="449164"/>
                </a:lnTo>
                <a:lnTo>
                  <a:pt x="671695" y="461822"/>
                </a:lnTo>
                <a:lnTo>
                  <a:pt x="678699" y="468054"/>
                </a:lnTo>
                <a:lnTo>
                  <a:pt x="688232" y="470196"/>
                </a:lnTo>
                <a:lnTo>
                  <a:pt x="698835" y="471170"/>
                </a:lnTo>
                <a:lnTo>
                  <a:pt x="708660" y="475065"/>
                </a:lnTo>
                <a:lnTo>
                  <a:pt x="731520" y="492494"/>
                </a:lnTo>
                <a:lnTo>
                  <a:pt x="739108" y="500673"/>
                </a:lnTo>
                <a:lnTo>
                  <a:pt x="744847" y="510312"/>
                </a:lnTo>
                <a:lnTo>
                  <a:pt x="748835" y="521705"/>
                </a:lnTo>
                <a:lnTo>
                  <a:pt x="751267" y="533681"/>
                </a:lnTo>
                <a:lnTo>
                  <a:pt x="752824" y="536505"/>
                </a:lnTo>
                <a:lnTo>
                  <a:pt x="767512" y="550915"/>
                </a:lnTo>
                <a:lnTo>
                  <a:pt x="775197" y="557050"/>
                </a:lnTo>
                <a:lnTo>
                  <a:pt x="784633" y="559971"/>
                </a:lnTo>
                <a:lnTo>
                  <a:pt x="812162" y="563281"/>
                </a:lnTo>
                <a:lnTo>
                  <a:pt x="821890" y="568247"/>
                </a:lnTo>
                <a:lnTo>
                  <a:pt x="829964" y="576523"/>
                </a:lnTo>
                <a:lnTo>
                  <a:pt x="833369" y="584995"/>
                </a:lnTo>
                <a:lnTo>
                  <a:pt x="827629" y="592492"/>
                </a:lnTo>
                <a:lnTo>
                  <a:pt x="806034" y="603884"/>
                </a:lnTo>
                <a:lnTo>
                  <a:pt x="783077" y="611869"/>
                </a:lnTo>
                <a:lnTo>
                  <a:pt x="805450" y="609142"/>
                </a:lnTo>
                <a:lnTo>
                  <a:pt x="816734" y="605734"/>
                </a:lnTo>
                <a:lnTo>
                  <a:pt x="827143" y="600574"/>
                </a:lnTo>
                <a:lnTo>
                  <a:pt x="837454" y="593953"/>
                </a:lnTo>
                <a:lnTo>
                  <a:pt x="853797" y="584703"/>
                </a:lnTo>
                <a:lnTo>
                  <a:pt x="859828" y="582852"/>
                </a:lnTo>
                <a:lnTo>
                  <a:pt x="866929" y="583534"/>
                </a:lnTo>
                <a:lnTo>
                  <a:pt x="873447" y="586163"/>
                </a:lnTo>
                <a:lnTo>
                  <a:pt x="883174" y="595218"/>
                </a:lnTo>
                <a:lnTo>
                  <a:pt x="892318" y="604761"/>
                </a:lnTo>
                <a:lnTo>
                  <a:pt x="899128" y="615958"/>
                </a:lnTo>
                <a:lnTo>
                  <a:pt x="903408" y="628324"/>
                </a:lnTo>
                <a:lnTo>
                  <a:pt x="895528" y="634848"/>
                </a:lnTo>
                <a:lnTo>
                  <a:pt x="884147" y="639619"/>
                </a:lnTo>
                <a:lnTo>
                  <a:pt x="868583" y="651595"/>
                </a:lnTo>
                <a:lnTo>
                  <a:pt x="866929" y="656269"/>
                </a:lnTo>
                <a:lnTo>
                  <a:pt x="870042" y="659385"/>
                </a:lnTo>
                <a:lnTo>
                  <a:pt x="866248" y="668148"/>
                </a:lnTo>
                <a:lnTo>
                  <a:pt x="875003" y="673601"/>
                </a:lnTo>
                <a:lnTo>
                  <a:pt x="876365" y="678274"/>
                </a:lnTo>
                <a:lnTo>
                  <a:pt x="868777" y="684895"/>
                </a:lnTo>
                <a:lnTo>
                  <a:pt x="869555" y="688985"/>
                </a:lnTo>
                <a:lnTo>
                  <a:pt x="878699" y="706414"/>
                </a:lnTo>
                <a:lnTo>
                  <a:pt x="883077" y="710406"/>
                </a:lnTo>
                <a:lnTo>
                  <a:pt x="896987" y="719267"/>
                </a:lnTo>
                <a:lnTo>
                  <a:pt x="918291" y="728225"/>
                </a:lnTo>
                <a:lnTo>
                  <a:pt x="930062" y="732314"/>
                </a:lnTo>
                <a:lnTo>
                  <a:pt x="943486" y="735528"/>
                </a:lnTo>
                <a:lnTo>
                  <a:pt x="949225" y="735430"/>
                </a:lnTo>
                <a:lnTo>
                  <a:pt x="959245" y="733970"/>
                </a:lnTo>
                <a:lnTo>
                  <a:pt x="961190" y="737475"/>
                </a:lnTo>
                <a:lnTo>
                  <a:pt x="965567" y="754709"/>
                </a:lnTo>
                <a:lnTo>
                  <a:pt x="967610" y="765517"/>
                </a:lnTo>
                <a:lnTo>
                  <a:pt x="970626" y="788691"/>
                </a:lnTo>
                <a:lnTo>
                  <a:pt x="974614" y="798331"/>
                </a:lnTo>
                <a:lnTo>
                  <a:pt x="974322" y="810015"/>
                </a:lnTo>
                <a:lnTo>
                  <a:pt x="979478" y="820044"/>
                </a:lnTo>
                <a:lnTo>
                  <a:pt x="989887" y="826373"/>
                </a:lnTo>
                <a:lnTo>
                  <a:pt x="1001073" y="831631"/>
                </a:lnTo>
                <a:lnTo>
                  <a:pt x="1006326" y="836694"/>
                </a:lnTo>
                <a:lnTo>
                  <a:pt x="1006326" y="844386"/>
                </a:lnTo>
                <a:lnTo>
                  <a:pt x="1004478" y="850423"/>
                </a:lnTo>
                <a:lnTo>
                  <a:pt x="1000684" y="855194"/>
                </a:lnTo>
                <a:lnTo>
                  <a:pt x="989108" y="865223"/>
                </a:lnTo>
                <a:lnTo>
                  <a:pt x="987066" y="869508"/>
                </a:lnTo>
                <a:lnTo>
                  <a:pt x="985509" y="880510"/>
                </a:lnTo>
                <a:lnTo>
                  <a:pt x="987455" y="885574"/>
                </a:lnTo>
                <a:lnTo>
                  <a:pt x="992027" y="885866"/>
                </a:lnTo>
                <a:lnTo>
                  <a:pt x="995723" y="883237"/>
                </a:lnTo>
                <a:lnTo>
                  <a:pt x="1009537" y="868437"/>
                </a:lnTo>
                <a:lnTo>
                  <a:pt x="1013330" y="865808"/>
                </a:lnTo>
                <a:lnTo>
                  <a:pt x="1018583" y="863763"/>
                </a:lnTo>
                <a:lnTo>
                  <a:pt x="1023933" y="862497"/>
                </a:lnTo>
                <a:lnTo>
                  <a:pt x="1049323" y="862302"/>
                </a:lnTo>
                <a:lnTo>
                  <a:pt x="1060023" y="864639"/>
                </a:lnTo>
                <a:lnTo>
                  <a:pt x="1069556" y="869508"/>
                </a:lnTo>
                <a:lnTo>
                  <a:pt x="1078019" y="875545"/>
                </a:lnTo>
                <a:lnTo>
                  <a:pt x="1108856" y="914103"/>
                </a:lnTo>
                <a:lnTo>
                  <a:pt x="1122961" y="935329"/>
                </a:lnTo>
                <a:lnTo>
                  <a:pt x="1124128" y="940685"/>
                </a:lnTo>
                <a:lnTo>
                  <a:pt x="1124323" y="946137"/>
                </a:lnTo>
                <a:lnTo>
                  <a:pt x="1121988" y="950422"/>
                </a:lnTo>
                <a:lnTo>
                  <a:pt x="1109050" y="964930"/>
                </a:lnTo>
                <a:lnTo>
                  <a:pt x="1107494" y="968922"/>
                </a:lnTo>
                <a:lnTo>
                  <a:pt x="1103506" y="984793"/>
                </a:lnTo>
                <a:lnTo>
                  <a:pt x="1104284" y="996185"/>
                </a:lnTo>
                <a:lnTo>
                  <a:pt x="1108564" y="1000956"/>
                </a:lnTo>
                <a:lnTo>
                  <a:pt x="1111871" y="1006117"/>
                </a:lnTo>
                <a:lnTo>
                  <a:pt x="1111677" y="1010790"/>
                </a:lnTo>
                <a:lnTo>
                  <a:pt x="1103214" y="1034256"/>
                </a:lnTo>
                <a:lnTo>
                  <a:pt x="1102241" y="1038249"/>
                </a:lnTo>
                <a:lnTo>
                  <a:pt x="1107689" y="1076320"/>
                </a:lnTo>
                <a:lnTo>
                  <a:pt x="1108078" y="1086641"/>
                </a:lnTo>
                <a:lnTo>
                  <a:pt x="1106910" y="1099689"/>
                </a:lnTo>
                <a:lnTo>
                  <a:pt x="1107689" y="1120720"/>
                </a:lnTo>
                <a:lnTo>
                  <a:pt x="1100782" y="1185666"/>
                </a:lnTo>
                <a:lnTo>
                  <a:pt x="1099517" y="1189463"/>
                </a:lnTo>
                <a:lnTo>
                  <a:pt x="1094167" y="1199395"/>
                </a:lnTo>
                <a:lnTo>
                  <a:pt x="1087261" y="1199395"/>
                </a:lnTo>
                <a:lnTo>
                  <a:pt x="1081618" y="1197642"/>
                </a:lnTo>
                <a:lnTo>
                  <a:pt x="1077630" y="1193845"/>
                </a:lnTo>
                <a:lnTo>
                  <a:pt x="1075490" y="1189074"/>
                </a:lnTo>
                <a:lnTo>
                  <a:pt x="1072280" y="1185276"/>
                </a:lnTo>
                <a:lnTo>
                  <a:pt x="1055354" y="1173300"/>
                </a:lnTo>
                <a:lnTo>
                  <a:pt x="1050976" y="1175247"/>
                </a:lnTo>
                <a:lnTo>
                  <a:pt x="1033856" y="1190145"/>
                </a:lnTo>
                <a:lnTo>
                  <a:pt x="1029284" y="1192384"/>
                </a:lnTo>
                <a:lnTo>
                  <a:pt x="1023642" y="1190534"/>
                </a:lnTo>
                <a:lnTo>
                  <a:pt x="1014595" y="1186055"/>
                </a:lnTo>
                <a:lnTo>
                  <a:pt x="986385" y="1170379"/>
                </a:lnTo>
                <a:lnTo>
                  <a:pt x="984634" y="1175442"/>
                </a:lnTo>
                <a:lnTo>
                  <a:pt x="984245" y="1182258"/>
                </a:lnTo>
                <a:lnTo>
                  <a:pt x="989887" y="1199200"/>
                </a:lnTo>
                <a:lnTo>
                  <a:pt x="990665" y="1206697"/>
                </a:lnTo>
                <a:lnTo>
                  <a:pt x="985509" y="1208158"/>
                </a:lnTo>
                <a:lnTo>
                  <a:pt x="982688" y="1207866"/>
                </a:lnTo>
                <a:lnTo>
                  <a:pt x="970918" y="1197934"/>
                </a:lnTo>
                <a:lnTo>
                  <a:pt x="960120" y="1187029"/>
                </a:lnTo>
                <a:lnTo>
                  <a:pt x="947766" y="1172229"/>
                </a:lnTo>
                <a:lnTo>
                  <a:pt x="938719" y="1165218"/>
                </a:lnTo>
                <a:lnTo>
                  <a:pt x="930645" y="1157331"/>
                </a:lnTo>
                <a:lnTo>
                  <a:pt x="907688" y="1127536"/>
                </a:lnTo>
                <a:lnTo>
                  <a:pt x="901754" y="1122960"/>
                </a:lnTo>
                <a:lnTo>
                  <a:pt x="866345" y="1101831"/>
                </a:lnTo>
                <a:lnTo>
                  <a:pt x="859147" y="1096865"/>
                </a:lnTo>
                <a:lnTo>
                  <a:pt x="850100" y="1088199"/>
                </a:lnTo>
                <a:lnTo>
                  <a:pt x="840373" y="1080410"/>
                </a:lnTo>
                <a:lnTo>
                  <a:pt x="818972" y="1068238"/>
                </a:lnTo>
                <a:lnTo>
                  <a:pt x="781909" y="1037178"/>
                </a:lnTo>
                <a:lnTo>
                  <a:pt x="765761" y="1019359"/>
                </a:lnTo>
                <a:lnTo>
                  <a:pt x="747862" y="990732"/>
                </a:lnTo>
                <a:lnTo>
                  <a:pt x="742026" y="983332"/>
                </a:lnTo>
                <a:lnTo>
                  <a:pt x="711870" y="961814"/>
                </a:lnTo>
                <a:lnTo>
                  <a:pt x="695430" y="948766"/>
                </a:lnTo>
                <a:lnTo>
                  <a:pt x="688621" y="941269"/>
                </a:lnTo>
                <a:lnTo>
                  <a:pt x="672570" y="915174"/>
                </a:lnTo>
                <a:lnTo>
                  <a:pt x="667901" y="906313"/>
                </a:lnTo>
                <a:lnTo>
                  <a:pt x="662065" y="898621"/>
                </a:lnTo>
                <a:lnTo>
                  <a:pt x="652337" y="892292"/>
                </a:lnTo>
                <a:lnTo>
                  <a:pt x="643874" y="884892"/>
                </a:lnTo>
                <a:lnTo>
                  <a:pt x="626850" y="861231"/>
                </a:lnTo>
                <a:lnTo>
                  <a:pt x="621597" y="851884"/>
                </a:lnTo>
                <a:lnTo>
                  <a:pt x="617512" y="841660"/>
                </a:lnTo>
                <a:lnTo>
                  <a:pt x="618193" y="821212"/>
                </a:lnTo>
                <a:lnTo>
                  <a:pt x="582395" y="759383"/>
                </a:lnTo>
                <a:lnTo>
                  <a:pt x="573348" y="740104"/>
                </a:lnTo>
                <a:lnTo>
                  <a:pt x="564982" y="713425"/>
                </a:lnTo>
                <a:lnTo>
                  <a:pt x="563134" y="710698"/>
                </a:lnTo>
                <a:lnTo>
                  <a:pt x="543582" y="686746"/>
                </a:lnTo>
                <a:lnTo>
                  <a:pt x="536675" y="679053"/>
                </a:lnTo>
                <a:lnTo>
                  <a:pt x="528309" y="671848"/>
                </a:lnTo>
                <a:lnTo>
                  <a:pt x="521403" y="663474"/>
                </a:lnTo>
                <a:lnTo>
                  <a:pt x="507881" y="636113"/>
                </a:lnTo>
                <a:lnTo>
                  <a:pt x="502920" y="628519"/>
                </a:lnTo>
                <a:lnTo>
                  <a:pt x="495916" y="622969"/>
                </a:lnTo>
                <a:lnTo>
                  <a:pt x="470332" y="612550"/>
                </a:lnTo>
                <a:lnTo>
                  <a:pt x="460702" y="606805"/>
                </a:lnTo>
                <a:lnTo>
                  <a:pt x="453212" y="598626"/>
                </a:lnTo>
                <a:lnTo>
                  <a:pt x="448640" y="588208"/>
                </a:lnTo>
                <a:lnTo>
                  <a:pt x="443581" y="566105"/>
                </a:lnTo>
                <a:lnTo>
                  <a:pt x="431519" y="532415"/>
                </a:lnTo>
                <a:lnTo>
                  <a:pt x="417900" y="487333"/>
                </a:lnTo>
                <a:lnTo>
                  <a:pt x="408854" y="467178"/>
                </a:lnTo>
                <a:lnTo>
                  <a:pt x="398348" y="451307"/>
                </a:lnTo>
                <a:lnTo>
                  <a:pt x="395332" y="447704"/>
                </a:lnTo>
                <a:lnTo>
                  <a:pt x="348931" y="419175"/>
                </a:lnTo>
                <a:lnTo>
                  <a:pt x="340954" y="414988"/>
                </a:lnTo>
                <a:lnTo>
                  <a:pt x="332589" y="412456"/>
                </a:lnTo>
                <a:lnTo>
                  <a:pt x="320526" y="410606"/>
                </a:lnTo>
                <a:lnTo>
                  <a:pt x="311382" y="403206"/>
                </a:lnTo>
                <a:lnTo>
                  <a:pt x="307589" y="390061"/>
                </a:lnTo>
                <a:lnTo>
                  <a:pt x="305546" y="372340"/>
                </a:lnTo>
                <a:lnTo>
                  <a:pt x="303211" y="361727"/>
                </a:lnTo>
                <a:lnTo>
                  <a:pt x="300682" y="355690"/>
                </a:lnTo>
                <a:lnTo>
                  <a:pt x="281227" y="343227"/>
                </a:lnTo>
                <a:lnTo>
                  <a:pt x="273639" y="333295"/>
                </a:lnTo>
                <a:lnTo>
                  <a:pt x="267316" y="322390"/>
                </a:lnTo>
                <a:lnTo>
                  <a:pt x="261479" y="313919"/>
                </a:lnTo>
                <a:lnTo>
                  <a:pt x="240176" y="284805"/>
                </a:lnTo>
                <a:lnTo>
                  <a:pt x="232880" y="277113"/>
                </a:lnTo>
                <a:lnTo>
                  <a:pt x="223833" y="271758"/>
                </a:lnTo>
                <a:lnTo>
                  <a:pt x="196985" y="266110"/>
                </a:lnTo>
                <a:lnTo>
                  <a:pt x="189203" y="261339"/>
                </a:lnTo>
                <a:lnTo>
                  <a:pt x="176168" y="244786"/>
                </a:lnTo>
                <a:lnTo>
                  <a:pt x="168289" y="236315"/>
                </a:lnTo>
                <a:lnTo>
                  <a:pt x="144748" y="217815"/>
                </a:lnTo>
                <a:lnTo>
                  <a:pt x="104961" y="178965"/>
                </a:lnTo>
                <a:lnTo>
                  <a:pt x="96790" y="169325"/>
                </a:lnTo>
                <a:lnTo>
                  <a:pt x="90662" y="159199"/>
                </a:lnTo>
                <a:lnTo>
                  <a:pt x="85701" y="148391"/>
                </a:lnTo>
                <a:lnTo>
                  <a:pt x="68775" y="118401"/>
                </a:lnTo>
                <a:lnTo>
                  <a:pt x="70136" y="112364"/>
                </a:lnTo>
                <a:lnTo>
                  <a:pt x="72666" y="106035"/>
                </a:lnTo>
                <a:lnTo>
                  <a:pt x="72277" y="100875"/>
                </a:lnTo>
                <a:lnTo>
                  <a:pt x="70428" y="95714"/>
                </a:lnTo>
                <a:lnTo>
                  <a:pt x="70817" y="91040"/>
                </a:lnTo>
                <a:lnTo>
                  <a:pt x="75876" y="88314"/>
                </a:lnTo>
                <a:lnTo>
                  <a:pt x="87160" y="84809"/>
                </a:lnTo>
                <a:lnTo>
                  <a:pt x="98930" y="85198"/>
                </a:lnTo>
                <a:lnTo>
                  <a:pt x="109825" y="86756"/>
                </a:lnTo>
                <a:lnTo>
                  <a:pt x="120331" y="89677"/>
                </a:lnTo>
                <a:lnTo>
                  <a:pt x="130448" y="95909"/>
                </a:lnTo>
                <a:lnTo>
                  <a:pt x="148541" y="111877"/>
                </a:lnTo>
                <a:lnTo>
                  <a:pt x="158853" y="117427"/>
                </a:lnTo>
                <a:lnTo>
                  <a:pt x="170331" y="120056"/>
                </a:lnTo>
                <a:lnTo>
                  <a:pt x="193872" y="123756"/>
                </a:lnTo>
                <a:close/>
              </a:path>
              <a:path w="4572000" h="1752647">
                <a:moveTo>
                  <a:pt x="2751274" y="1471445"/>
                </a:moveTo>
                <a:lnTo>
                  <a:pt x="2737558" y="1474852"/>
                </a:lnTo>
                <a:lnTo>
                  <a:pt x="2728998" y="1478163"/>
                </a:lnTo>
                <a:lnTo>
                  <a:pt x="2720826" y="1482447"/>
                </a:lnTo>
                <a:lnTo>
                  <a:pt x="2715671" y="1483421"/>
                </a:lnTo>
                <a:lnTo>
                  <a:pt x="2706332" y="1483713"/>
                </a:lnTo>
                <a:lnTo>
                  <a:pt x="2693200" y="1482934"/>
                </a:lnTo>
                <a:lnTo>
                  <a:pt x="2684250" y="1484395"/>
                </a:lnTo>
                <a:lnTo>
                  <a:pt x="2659445" y="1495592"/>
                </a:lnTo>
                <a:lnTo>
                  <a:pt x="2649620" y="1496566"/>
                </a:lnTo>
                <a:lnTo>
                  <a:pt x="2641157" y="1499390"/>
                </a:lnTo>
                <a:lnTo>
                  <a:pt x="2638239" y="1495008"/>
                </a:lnTo>
                <a:lnTo>
                  <a:pt x="2634737" y="1491795"/>
                </a:lnTo>
                <a:lnTo>
                  <a:pt x="2626468" y="1490918"/>
                </a:lnTo>
                <a:lnTo>
                  <a:pt x="2618200" y="1491210"/>
                </a:lnTo>
                <a:lnTo>
                  <a:pt x="2609737" y="1501142"/>
                </a:lnTo>
                <a:lnTo>
                  <a:pt x="2596410" y="1499097"/>
                </a:lnTo>
                <a:lnTo>
                  <a:pt x="2591254" y="1499876"/>
                </a:lnTo>
                <a:lnTo>
                  <a:pt x="2586196" y="1502018"/>
                </a:lnTo>
                <a:lnTo>
                  <a:pt x="2581234" y="1502895"/>
                </a:lnTo>
                <a:lnTo>
                  <a:pt x="2576079" y="1502213"/>
                </a:lnTo>
                <a:lnTo>
                  <a:pt x="2556526" y="1494521"/>
                </a:lnTo>
                <a:lnTo>
                  <a:pt x="2534055" y="1489945"/>
                </a:lnTo>
                <a:lnTo>
                  <a:pt x="2511682" y="1491697"/>
                </a:lnTo>
                <a:lnTo>
                  <a:pt x="2492324" y="1487510"/>
                </a:lnTo>
                <a:lnTo>
                  <a:pt x="2481721" y="1490724"/>
                </a:lnTo>
                <a:lnTo>
                  <a:pt x="2471701" y="1495397"/>
                </a:lnTo>
                <a:lnTo>
                  <a:pt x="2468783" y="1490529"/>
                </a:lnTo>
                <a:lnTo>
                  <a:pt x="2465086" y="1486245"/>
                </a:lnTo>
                <a:lnTo>
                  <a:pt x="2461876" y="1479818"/>
                </a:lnTo>
                <a:lnTo>
                  <a:pt x="2461779" y="1472516"/>
                </a:lnTo>
                <a:lnTo>
                  <a:pt x="2462849" y="1467452"/>
                </a:lnTo>
                <a:lnTo>
                  <a:pt x="2465767" y="1462779"/>
                </a:lnTo>
                <a:lnTo>
                  <a:pt x="2467518" y="1457910"/>
                </a:lnTo>
                <a:lnTo>
                  <a:pt x="2468394" y="1452750"/>
                </a:lnTo>
                <a:lnTo>
                  <a:pt x="2472577" y="1455184"/>
                </a:lnTo>
                <a:lnTo>
                  <a:pt x="2477051" y="1454308"/>
                </a:lnTo>
                <a:lnTo>
                  <a:pt x="2490184" y="1448660"/>
                </a:lnTo>
                <a:lnTo>
                  <a:pt x="2503024" y="1440092"/>
                </a:lnTo>
                <a:lnTo>
                  <a:pt x="2514989" y="1436976"/>
                </a:lnTo>
                <a:lnTo>
                  <a:pt x="2521896" y="1436099"/>
                </a:lnTo>
                <a:lnTo>
                  <a:pt x="2527830" y="1437755"/>
                </a:lnTo>
                <a:lnTo>
                  <a:pt x="2533763" y="1437171"/>
                </a:lnTo>
                <a:lnTo>
                  <a:pt x="2539892" y="1435223"/>
                </a:lnTo>
                <a:lnTo>
                  <a:pt x="2549620" y="1441844"/>
                </a:lnTo>
                <a:lnTo>
                  <a:pt x="2553608" y="1443110"/>
                </a:lnTo>
                <a:lnTo>
                  <a:pt x="2566740" y="1443694"/>
                </a:lnTo>
                <a:lnTo>
                  <a:pt x="2578705" y="1447492"/>
                </a:lnTo>
                <a:lnTo>
                  <a:pt x="2589308" y="1453139"/>
                </a:lnTo>
                <a:lnTo>
                  <a:pt x="2604775" y="1458397"/>
                </a:lnTo>
                <a:lnTo>
                  <a:pt x="2614017" y="1465505"/>
                </a:lnTo>
                <a:lnTo>
                  <a:pt x="2621118" y="1468134"/>
                </a:lnTo>
                <a:lnTo>
                  <a:pt x="2626274" y="1468816"/>
                </a:lnTo>
                <a:lnTo>
                  <a:pt x="2631137" y="1467842"/>
                </a:lnTo>
                <a:lnTo>
                  <a:pt x="2637169" y="1463071"/>
                </a:lnTo>
                <a:lnTo>
                  <a:pt x="2644270" y="1461123"/>
                </a:lnTo>
                <a:lnTo>
                  <a:pt x="2650495" y="1461221"/>
                </a:lnTo>
                <a:lnTo>
                  <a:pt x="2661779" y="1459955"/>
                </a:lnTo>
                <a:lnTo>
                  <a:pt x="2666546" y="1458787"/>
                </a:lnTo>
                <a:lnTo>
                  <a:pt x="2671896" y="1456158"/>
                </a:lnTo>
                <a:lnTo>
                  <a:pt x="2677052" y="1457813"/>
                </a:lnTo>
                <a:lnTo>
                  <a:pt x="2681624" y="1460247"/>
                </a:lnTo>
                <a:lnTo>
                  <a:pt x="2700690" y="1472710"/>
                </a:lnTo>
                <a:lnTo>
                  <a:pt x="2706527" y="1473002"/>
                </a:lnTo>
                <a:lnTo>
                  <a:pt x="2717227" y="1470373"/>
                </a:lnTo>
                <a:lnTo>
                  <a:pt x="2720535" y="1466966"/>
                </a:lnTo>
                <a:lnTo>
                  <a:pt x="2722188" y="1461902"/>
                </a:lnTo>
                <a:lnTo>
                  <a:pt x="2725107" y="1457618"/>
                </a:lnTo>
                <a:lnTo>
                  <a:pt x="2729192" y="1453918"/>
                </a:lnTo>
                <a:lnTo>
                  <a:pt x="2733861" y="1450997"/>
                </a:lnTo>
                <a:lnTo>
                  <a:pt x="2748064" y="1446226"/>
                </a:lnTo>
                <a:lnTo>
                  <a:pt x="2757791" y="1441455"/>
                </a:lnTo>
                <a:lnTo>
                  <a:pt x="2764504" y="1433471"/>
                </a:lnTo>
                <a:lnTo>
                  <a:pt x="2748939" y="1429965"/>
                </a:lnTo>
                <a:lnTo>
                  <a:pt x="2752149" y="1424220"/>
                </a:lnTo>
                <a:lnTo>
                  <a:pt x="2757402" y="1420910"/>
                </a:lnTo>
                <a:lnTo>
                  <a:pt x="2764309" y="1422176"/>
                </a:lnTo>
                <a:lnTo>
                  <a:pt x="2770243" y="1426655"/>
                </a:lnTo>
                <a:lnTo>
                  <a:pt x="2772967" y="1443889"/>
                </a:lnTo>
                <a:lnTo>
                  <a:pt x="2768006" y="1446323"/>
                </a:lnTo>
                <a:lnTo>
                  <a:pt x="2764990" y="1448952"/>
                </a:lnTo>
                <a:lnTo>
                  <a:pt x="2762850" y="1452360"/>
                </a:lnTo>
                <a:lnTo>
                  <a:pt x="2753998" y="1458689"/>
                </a:lnTo>
                <a:lnTo>
                  <a:pt x="2757500" y="1466576"/>
                </a:lnTo>
                <a:lnTo>
                  <a:pt x="2754873" y="1469887"/>
                </a:lnTo>
                <a:lnTo>
                  <a:pt x="2751274" y="1471445"/>
                </a:lnTo>
                <a:close/>
              </a:path>
              <a:path w="4572000" h="1752647">
                <a:moveTo>
                  <a:pt x="2481818" y="1545737"/>
                </a:moveTo>
                <a:lnTo>
                  <a:pt x="2486195" y="1550119"/>
                </a:lnTo>
                <a:lnTo>
                  <a:pt x="2502051" y="1558493"/>
                </a:lnTo>
                <a:lnTo>
                  <a:pt x="2504678" y="1562095"/>
                </a:lnTo>
                <a:lnTo>
                  <a:pt x="2505651" y="1567937"/>
                </a:lnTo>
                <a:lnTo>
                  <a:pt x="2508861" y="1572319"/>
                </a:lnTo>
                <a:lnTo>
                  <a:pt x="2516059" y="1573001"/>
                </a:lnTo>
                <a:lnTo>
                  <a:pt x="2523744" y="1572124"/>
                </a:lnTo>
                <a:lnTo>
                  <a:pt x="2529581" y="1574851"/>
                </a:lnTo>
                <a:lnTo>
                  <a:pt x="2534639" y="1579232"/>
                </a:lnTo>
                <a:lnTo>
                  <a:pt x="2542129" y="1587703"/>
                </a:lnTo>
                <a:lnTo>
                  <a:pt x="2548647" y="1597148"/>
                </a:lnTo>
                <a:lnTo>
                  <a:pt x="2556818" y="1602406"/>
                </a:lnTo>
                <a:lnTo>
                  <a:pt x="2561585" y="1610196"/>
                </a:lnTo>
                <a:lnTo>
                  <a:pt x="2558764" y="1617109"/>
                </a:lnTo>
                <a:lnTo>
                  <a:pt x="2548452" y="1626749"/>
                </a:lnTo>
                <a:lnTo>
                  <a:pt x="2542810" y="1628793"/>
                </a:lnTo>
                <a:lnTo>
                  <a:pt x="2535223" y="1629572"/>
                </a:lnTo>
                <a:lnTo>
                  <a:pt x="2523258" y="1635220"/>
                </a:lnTo>
                <a:lnTo>
                  <a:pt x="2518977" y="1632201"/>
                </a:lnTo>
                <a:lnTo>
                  <a:pt x="2505359" y="1630156"/>
                </a:lnTo>
                <a:lnTo>
                  <a:pt x="2494658" y="1626067"/>
                </a:lnTo>
                <a:lnTo>
                  <a:pt x="2485612" y="1618570"/>
                </a:lnTo>
                <a:lnTo>
                  <a:pt x="2480359" y="1610488"/>
                </a:lnTo>
                <a:lnTo>
                  <a:pt x="2473841" y="1603380"/>
                </a:lnTo>
                <a:lnTo>
                  <a:pt x="2462362" y="1598511"/>
                </a:lnTo>
                <a:lnTo>
                  <a:pt x="2441740" y="1584588"/>
                </a:lnTo>
                <a:lnTo>
                  <a:pt x="2428997" y="1583322"/>
                </a:lnTo>
                <a:lnTo>
                  <a:pt x="2423841" y="1584296"/>
                </a:lnTo>
                <a:lnTo>
                  <a:pt x="2418588" y="1584393"/>
                </a:lnTo>
                <a:lnTo>
                  <a:pt x="2391545" y="1578064"/>
                </a:lnTo>
                <a:lnTo>
                  <a:pt x="2387362" y="1574364"/>
                </a:lnTo>
                <a:lnTo>
                  <a:pt x="2384055" y="1569690"/>
                </a:lnTo>
                <a:lnTo>
                  <a:pt x="2381039" y="1565016"/>
                </a:lnTo>
                <a:lnTo>
                  <a:pt x="2379288" y="1559758"/>
                </a:lnTo>
                <a:lnTo>
                  <a:pt x="2382693" y="1555182"/>
                </a:lnTo>
                <a:lnTo>
                  <a:pt x="2386292" y="1552066"/>
                </a:lnTo>
                <a:lnTo>
                  <a:pt x="2401370" y="1546614"/>
                </a:lnTo>
                <a:lnTo>
                  <a:pt x="2412070" y="1544958"/>
                </a:lnTo>
                <a:lnTo>
                  <a:pt x="2424522" y="1545250"/>
                </a:lnTo>
                <a:lnTo>
                  <a:pt x="2443102" y="1543498"/>
                </a:lnTo>
                <a:lnTo>
                  <a:pt x="2460611" y="1546224"/>
                </a:lnTo>
                <a:lnTo>
                  <a:pt x="2466059" y="1544277"/>
                </a:lnTo>
                <a:lnTo>
                  <a:pt x="2474911" y="1538532"/>
                </a:lnTo>
                <a:lnTo>
                  <a:pt x="2478024" y="1540577"/>
                </a:lnTo>
                <a:lnTo>
                  <a:pt x="2481818" y="1545737"/>
                </a:lnTo>
                <a:close/>
              </a:path>
              <a:path w="4572000" h="1752647">
                <a:moveTo>
                  <a:pt x="2309541" y="1442818"/>
                </a:moveTo>
                <a:lnTo>
                  <a:pt x="2314405" y="1446615"/>
                </a:lnTo>
                <a:lnTo>
                  <a:pt x="2318879" y="1446323"/>
                </a:lnTo>
                <a:lnTo>
                  <a:pt x="2328121" y="1440384"/>
                </a:lnTo>
                <a:lnTo>
                  <a:pt x="2333763" y="1438242"/>
                </a:lnTo>
                <a:lnTo>
                  <a:pt x="2339697" y="1438144"/>
                </a:lnTo>
                <a:lnTo>
                  <a:pt x="2345533" y="1439215"/>
                </a:lnTo>
                <a:lnTo>
                  <a:pt x="2351273" y="1443305"/>
                </a:lnTo>
                <a:lnTo>
                  <a:pt x="2353315" y="1450121"/>
                </a:lnTo>
                <a:lnTo>
                  <a:pt x="2355455" y="1452263"/>
                </a:lnTo>
                <a:lnTo>
                  <a:pt x="2358763" y="1444084"/>
                </a:lnTo>
                <a:lnTo>
                  <a:pt x="2363238" y="1441650"/>
                </a:lnTo>
                <a:lnTo>
                  <a:pt x="2368296" y="1440384"/>
                </a:lnTo>
                <a:lnTo>
                  <a:pt x="2376078" y="1440871"/>
                </a:lnTo>
                <a:lnTo>
                  <a:pt x="2382109" y="1444765"/>
                </a:lnTo>
                <a:lnTo>
                  <a:pt x="2387557" y="1456352"/>
                </a:lnTo>
                <a:lnTo>
                  <a:pt x="2387362" y="1466479"/>
                </a:lnTo>
                <a:lnTo>
                  <a:pt x="2389308" y="1470276"/>
                </a:lnTo>
                <a:lnTo>
                  <a:pt x="2393102" y="1473002"/>
                </a:lnTo>
                <a:lnTo>
                  <a:pt x="2395923" y="1476897"/>
                </a:lnTo>
                <a:lnTo>
                  <a:pt x="2393393" y="1480987"/>
                </a:lnTo>
                <a:lnTo>
                  <a:pt x="2390961" y="1482934"/>
                </a:lnTo>
                <a:lnTo>
                  <a:pt x="2383860" y="1484881"/>
                </a:lnTo>
                <a:lnTo>
                  <a:pt x="2380456" y="1484005"/>
                </a:lnTo>
                <a:lnTo>
                  <a:pt x="2377343" y="1481279"/>
                </a:lnTo>
                <a:lnTo>
                  <a:pt x="2373841" y="1480305"/>
                </a:lnTo>
                <a:lnTo>
                  <a:pt x="2365864" y="1481181"/>
                </a:lnTo>
                <a:lnTo>
                  <a:pt x="2358568" y="1483421"/>
                </a:lnTo>
                <a:lnTo>
                  <a:pt x="2359541" y="1487218"/>
                </a:lnTo>
                <a:lnTo>
                  <a:pt x="2365572" y="1488874"/>
                </a:lnTo>
                <a:lnTo>
                  <a:pt x="2367421" y="1490626"/>
                </a:lnTo>
                <a:lnTo>
                  <a:pt x="2367031" y="1492963"/>
                </a:lnTo>
                <a:lnTo>
                  <a:pt x="2364599" y="1493450"/>
                </a:lnTo>
                <a:lnTo>
                  <a:pt x="2356817" y="1490237"/>
                </a:lnTo>
                <a:lnTo>
                  <a:pt x="2351564" y="1490918"/>
                </a:lnTo>
                <a:lnTo>
                  <a:pt x="2332595" y="1495203"/>
                </a:lnTo>
                <a:lnTo>
                  <a:pt x="2327537" y="1495105"/>
                </a:lnTo>
                <a:lnTo>
                  <a:pt x="2324716" y="1491016"/>
                </a:lnTo>
                <a:lnTo>
                  <a:pt x="2324911" y="1480402"/>
                </a:lnTo>
                <a:lnTo>
                  <a:pt x="2322868" y="1477579"/>
                </a:lnTo>
                <a:lnTo>
                  <a:pt x="2308763" y="1490529"/>
                </a:lnTo>
                <a:lnTo>
                  <a:pt x="2304483" y="1493742"/>
                </a:lnTo>
                <a:lnTo>
                  <a:pt x="2298841" y="1495203"/>
                </a:lnTo>
                <a:lnTo>
                  <a:pt x="2292907" y="1494716"/>
                </a:lnTo>
                <a:lnTo>
                  <a:pt x="2272479" y="1502505"/>
                </a:lnTo>
                <a:lnTo>
                  <a:pt x="2266058" y="1501434"/>
                </a:lnTo>
                <a:lnTo>
                  <a:pt x="2259930" y="1501434"/>
                </a:lnTo>
                <a:lnTo>
                  <a:pt x="2238140" y="1510003"/>
                </a:lnTo>
                <a:lnTo>
                  <a:pt x="2226467" y="1512340"/>
                </a:lnTo>
                <a:lnTo>
                  <a:pt x="2220436" y="1512534"/>
                </a:lnTo>
                <a:lnTo>
                  <a:pt x="2214502" y="1511755"/>
                </a:lnTo>
                <a:lnTo>
                  <a:pt x="2209151" y="1512534"/>
                </a:lnTo>
                <a:lnTo>
                  <a:pt x="2204385" y="1515942"/>
                </a:lnTo>
                <a:lnTo>
                  <a:pt x="2194657" y="1518863"/>
                </a:lnTo>
                <a:lnTo>
                  <a:pt x="2184638" y="1516624"/>
                </a:lnTo>
                <a:lnTo>
                  <a:pt x="2176175" y="1513703"/>
                </a:lnTo>
                <a:lnTo>
                  <a:pt x="2168101" y="1509808"/>
                </a:lnTo>
                <a:lnTo>
                  <a:pt x="2166155" y="1504842"/>
                </a:lnTo>
                <a:lnTo>
                  <a:pt x="2166544" y="1498903"/>
                </a:lnTo>
                <a:lnTo>
                  <a:pt x="2169949" y="1490821"/>
                </a:lnTo>
                <a:lnTo>
                  <a:pt x="2167614" y="1476605"/>
                </a:lnTo>
                <a:lnTo>
                  <a:pt x="2169365" y="1470081"/>
                </a:lnTo>
                <a:lnTo>
                  <a:pt x="2172673" y="1463655"/>
                </a:lnTo>
                <a:lnTo>
                  <a:pt x="2177634" y="1461318"/>
                </a:lnTo>
                <a:lnTo>
                  <a:pt x="2184151" y="1460831"/>
                </a:lnTo>
                <a:lnTo>
                  <a:pt x="2194949" y="1455086"/>
                </a:lnTo>
                <a:lnTo>
                  <a:pt x="2204774" y="1447589"/>
                </a:lnTo>
                <a:lnTo>
                  <a:pt x="2210513" y="1448368"/>
                </a:lnTo>
                <a:lnTo>
                  <a:pt x="2223451" y="1453626"/>
                </a:lnTo>
                <a:lnTo>
                  <a:pt x="2231039" y="1454210"/>
                </a:lnTo>
                <a:lnTo>
                  <a:pt x="2243879" y="1453334"/>
                </a:lnTo>
                <a:lnTo>
                  <a:pt x="2249229" y="1456644"/>
                </a:lnTo>
                <a:lnTo>
                  <a:pt x="2251272" y="1464044"/>
                </a:lnTo>
                <a:lnTo>
                  <a:pt x="2254191" y="1466673"/>
                </a:lnTo>
                <a:lnTo>
                  <a:pt x="2257984" y="1468621"/>
                </a:lnTo>
                <a:lnTo>
                  <a:pt x="2267128" y="1481084"/>
                </a:lnTo>
                <a:lnTo>
                  <a:pt x="2275591" y="1480402"/>
                </a:lnTo>
                <a:lnTo>
                  <a:pt x="2283082" y="1482739"/>
                </a:lnTo>
                <a:lnTo>
                  <a:pt x="2296117" y="1475145"/>
                </a:lnTo>
                <a:lnTo>
                  <a:pt x="2306039" y="1475339"/>
                </a:lnTo>
                <a:lnTo>
                  <a:pt x="2308860" y="1469497"/>
                </a:lnTo>
                <a:lnTo>
                  <a:pt x="2302926" y="1463266"/>
                </a:lnTo>
                <a:lnTo>
                  <a:pt x="2295728" y="1458105"/>
                </a:lnTo>
                <a:lnTo>
                  <a:pt x="2291934" y="1457034"/>
                </a:lnTo>
                <a:lnTo>
                  <a:pt x="2287751" y="1457326"/>
                </a:lnTo>
                <a:lnTo>
                  <a:pt x="2283957" y="1456547"/>
                </a:lnTo>
                <a:lnTo>
                  <a:pt x="2268004" y="1445155"/>
                </a:lnTo>
                <a:lnTo>
                  <a:pt x="2263237" y="1439021"/>
                </a:lnTo>
                <a:lnTo>
                  <a:pt x="2260514" y="1431815"/>
                </a:lnTo>
                <a:lnTo>
                  <a:pt x="2262167" y="1426460"/>
                </a:lnTo>
                <a:lnTo>
                  <a:pt x="2273159" y="1421689"/>
                </a:lnTo>
                <a:lnTo>
                  <a:pt x="2278315" y="1420520"/>
                </a:lnTo>
                <a:lnTo>
                  <a:pt x="2297381" y="1423734"/>
                </a:lnTo>
                <a:lnTo>
                  <a:pt x="2300689" y="1426460"/>
                </a:lnTo>
                <a:lnTo>
                  <a:pt x="2305747" y="1437852"/>
                </a:lnTo>
                <a:lnTo>
                  <a:pt x="2309541" y="1442818"/>
                </a:lnTo>
                <a:close/>
              </a:path>
              <a:path w="4572000" h="1752647">
                <a:moveTo>
                  <a:pt x="2956138" y="536018"/>
                </a:moveTo>
                <a:lnTo>
                  <a:pt x="2937559" y="552473"/>
                </a:lnTo>
                <a:lnTo>
                  <a:pt x="2931917" y="560458"/>
                </a:lnTo>
                <a:lnTo>
                  <a:pt x="2926955" y="569123"/>
                </a:lnTo>
                <a:lnTo>
                  <a:pt x="2919660" y="578666"/>
                </a:lnTo>
                <a:lnTo>
                  <a:pt x="2911294" y="587039"/>
                </a:lnTo>
                <a:lnTo>
                  <a:pt x="2907014" y="589571"/>
                </a:lnTo>
                <a:lnTo>
                  <a:pt x="2896702" y="594147"/>
                </a:lnTo>
                <a:lnTo>
                  <a:pt x="2890769" y="595900"/>
                </a:lnTo>
                <a:lnTo>
                  <a:pt x="2879485" y="596387"/>
                </a:lnTo>
                <a:lnTo>
                  <a:pt x="2845730" y="603105"/>
                </a:lnTo>
                <a:lnTo>
                  <a:pt x="2834640" y="603982"/>
                </a:lnTo>
                <a:lnTo>
                  <a:pt x="2823550" y="603690"/>
                </a:lnTo>
                <a:lnTo>
                  <a:pt x="2802539" y="601937"/>
                </a:lnTo>
                <a:lnTo>
                  <a:pt x="2798161" y="601061"/>
                </a:lnTo>
                <a:lnTo>
                  <a:pt x="2789795" y="592395"/>
                </a:lnTo>
                <a:lnTo>
                  <a:pt x="2780457" y="585579"/>
                </a:lnTo>
                <a:lnTo>
                  <a:pt x="2772091" y="584800"/>
                </a:lnTo>
                <a:lnTo>
                  <a:pt x="2763628" y="585579"/>
                </a:lnTo>
                <a:lnTo>
                  <a:pt x="2702441" y="586066"/>
                </a:lnTo>
                <a:lnTo>
                  <a:pt x="2681040" y="587331"/>
                </a:lnTo>
                <a:lnTo>
                  <a:pt x="2659737" y="590350"/>
                </a:lnTo>
                <a:lnTo>
                  <a:pt x="2648161" y="588987"/>
                </a:lnTo>
                <a:lnTo>
                  <a:pt x="2636682" y="585579"/>
                </a:lnTo>
                <a:lnTo>
                  <a:pt x="2628025" y="584410"/>
                </a:lnTo>
                <a:lnTo>
                  <a:pt x="2619270" y="584703"/>
                </a:lnTo>
                <a:lnTo>
                  <a:pt x="2579094" y="589863"/>
                </a:lnTo>
                <a:lnTo>
                  <a:pt x="2568978" y="589376"/>
                </a:lnTo>
                <a:lnTo>
                  <a:pt x="2548647" y="582755"/>
                </a:lnTo>
                <a:lnTo>
                  <a:pt x="2536876" y="581489"/>
                </a:lnTo>
                <a:lnTo>
                  <a:pt x="2525300" y="583242"/>
                </a:lnTo>
                <a:lnTo>
                  <a:pt x="2514503" y="589181"/>
                </a:lnTo>
                <a:lnTo>
                  <a:pt x="2510417" y="593174"/>
                </a:lnTo>
                <a:lnTo>
                  <a:pt x="2499230" y="606708"/>
                </a:lnTo>
                <a:lnTo>
                  <a:pt x="2492907" y="616640"/>
                </a:lnTo>
                <a:lnTo>
                  <a:pt x="2488141" y="629006"/>
                </a:lnTo>
                <a:lnTo>
                  <a:pt x="2484055" y="641664"/>
                </a:lnTo>
                <a:lnTo>
                  <a:pt x="2481818" y="651985"/>
                </a:lnTo>
                <a:lnTo>
                  <a:pt x="2481721" y="662793"/>
                </a:lnTo>
                <a:lnTo>
                  <a:pt x="2483666" y="674964"/>
                </a:lnTo>
                <a:lnTo>
                  <a:pt x="2486682" y="687038"/>
                </a:lnTo>
                <a:lnTo>
                  <a:pt x="2489989" y="696190"/>
                </a:lnTo>
                <a:lnTo>
                  <a:pt x="2503997" y="717417"/>
                </a:lnTo>
                <a:lnTo>
                  <a:pt x="2506818" y="720435"/>
                </a:lnTo>
                <a:lnTo>
                  <a:pt x="2521896" y="726472"/>
                </a:lnTo>
                <a:lnTo>
                  <a:pt x="2530942" y="734067"/>
                </a:lnTo>
                <a:lnTo>
                  <a:pt x="2539406" y="755391"/>
                </a:lnTo>
                <a:lnTo>
                  <a:pt x="2545437" y="766296"/>
                </a:lnTo>
                <a:lnTo>
                  <a:pt x="2551468" y="766394"/>
                </a:lnTo>
                <a:lnTo>
                  <a:pt x="2558083" y="765712"/>
                </a:lnTo>
                <a:lnTo>
                  <a:pt x="2569659" y="767075"/>
                </a:lnTo>
                <a:lnTo>
                  <a:pt x="2581137" y="769899"/>
                </a:lnTo>
                <a:lnTo>
                  <a:pt x="2592324" y="763278"/>
                </a:lnTo>
                <a:lnTo>
                  <a:pt x="2598550" y="750912"/>
                </a:lnTo>
                <a:lnTo>
                  <a:pt x="2604775" y="741759"/>
                </a:lnTo>
                <a:lnTo>
                  <a:pt x="2619756" y="724330"/>
                </a:lnTo>
                <a:lnTo>
                  <a:pt x="2628316" y="716248"/>
                </a:lnTo>
                <a:lnTo>
                  <a:pt x="2633861" y="713619"/>
                </a:lnTo>
                <a:lnTo>
                  <a:pt x="2639406" y="714690"/>
                </a:lnTo>
                <a:lnTo>
                  <a:pt x="2644075" y="719364"/>
                </a:lnTo>
                <a:lnTo>
                  <a:pt x="2649620" y="723064"/>
                </a:lnTo>
                <a:lnTo>
                  <a:pt x="2660807" y="725012"/>
                </a:lnTo>
                <a:lnTo>
                  <a:pt x="2672188" y="723746"/>
                </a:lnTo>
                <a:lnTo>
                  <a:pt x="2684250" y="718098"/>
                </a:lnTo>
                <a:lnTo>
                  <a:pt x="2688531" y="714593"/>
                </a:lnTo>
                <a:lnTo>
                  <a:pt x="2692130" y="710212"/>
                </a:lnTo>
                <a:lnTo>
                  <a:pt x="2702344" y="706609"/>
                </a:lnTo>
                <a:lnTo>
                  <a:pt x="2726663" y="706609"/>
                </a:lnTo>
                <a:lnTo>
                  <a:pt x="2739212" y="707875"/>
                </a:lnTo>
                <a:lnTo>
                  <a:pt x="2761585" y="706414"/>
                </a:lnTo>
                <a:lnTo>
                  <a:pt x="2761293" y="703201"/>
                </a:lnTo>
                <a:lnTo>
                  <a:pt x="2756916" y="699793"/>
                </a:lnTo>
                <a:lnTo>
                  <a:pt x="2755749" y="697067"/>
                </a:lnTo>
                <a:lnTo>
                  <a:pt x="2759932" y="695314"/>
                </a:lnTo>
                <a:lnTo>
                  <a:pt x="2774329" y="691322"/>
                </a:lnTo>
                <a:lnTo>
                  <a:pt x="2789017" y="688498"/>
                </a:lnTo>
                <a:lnTo>
                  <a:pt x="2799718" y="690543"/>
                </a:lnTo>
                <a:lnTo>
                  <a:pt x="2809348" y="696093"/>
                </a:lnTo>
                <a:lnTo>
                  <a:pt x="2812947" y="701740"/>
                </a:lnTo>
                <a:lnTo>
                  <a:pt x="2814601" y="708654"/>
                </a:lnTo>
                <a:lnTo>
                  <a:pt x="2810905" y="726570"/>
                </a:lnTo>
                <a:lnTo>
                  <a:pt x="2809154" y="730659"/>
                </a:lnTo>
                <a:lnTo>
                  <a:pt x="2801566" y="732801"/>
                </a:lnTo>
                <a:lnTo>
                  <a:pt x="2794367" y="730464"/>
                </a:lnTo>
                <a:lnTo>
                  <a:pt x="2787266" y="721214"/>
                </a:lnTo>
                <a:lnTo>
                  <a:pt x="2777150" y="717806"/>
                </a:lnTo>
                <a:lnTo>
                  <a:pt x="2762947" y="720630"/>
                </a:lnTo>
                <a:lnTo>
                  <a:pt x="2758083" y="723259"/>
                </a:lnTo>
                <a:lnTo>
                  <a:pt x="2753609" y="726959"/>
                </a:lnTo>
                <a:lnTo>
                  <a:pt x="2745632" y="736501"/>
                </a:lnTo>
                <a:lnTo>
                  <a:pt x="2738920" y="747309"/>
                </a:lnTo>
                <a:lnTo>
                  <a:pt x="2724426" y="764154"/>
                </a:lnTo>
                <a:lnTo>
                  <a:pt x="2707597" y="778759"/>
                </a:lnTo>
                <a:lnTo>
                  <a:pt x="2699523" y="784310"/>
                </a:lnTo>
                <a:lnTo>
                  <a:pt x="2690476" y="788107"/>
                </a:lnTo>
                <a:lnTo>
                  <a:pt x="2661390" y="797746"/>
                </a:lnTo>
                <a:lnTo>
                  <a:pt x="2653706" y="804952"/>
                </a:lnTo>
                <a:lnTo>
                  <a:pt x="2647772" y="814299"/>
                </a:lnTo>
                <a:lnTo>
                  <a:pt x="2641157" y="817415"/>
                </a:lnTo>
                <a:lnTo>
                  <a:pt x="2633569" y="818486"/>
                </a:lnTo>
                <a:lnTo>
                  <a:pt x="2627830" y="816734"/>
                </a:lnTo>
                <a:lnTo>
                  <a:pt x="2616254" y="811476"/>
                </a:lnTo>
                <a:lnTo>
                  <a:pt x="2612363" y="815760"/>
                </a:lnTo>
                <a:lnTo>
                  <a:pt x="2611779" y="822381"/>
                </a:lnTo>
                <a:lnTo>
                  <a:pt x="2617519" y="824718"/>
                </a:lnTo>
                <a:lnTo>
                  <a:pt x="2626663" y="832020"/>
                </a:lnTo>
                <a:lnTo>
                  <a:pt x="2633764" y="842342"/>
                </a:lnTo>
                <a:lnTo>
                  <a:pt x="2638336" y="844581"/>
                </a:lnTo>
                <a:lnTo>
                  <a:pt x="2648453" y="847892"/>
                </a:lnTo>
                <a:lnTo>
                  <a:pt x="2652733" y="851105"/>
                </a:lnTo>
                <a:lnTo>
                  <a:pt x="2660320" y="859965"/>
                </a:lnTo>
                <a:lnTo>
                  <a:pt x="2672383" y="880413"/>
                </a:lnTo>
                <a:lnTo>
                  <a:pt x="2676468" y="891513"/>
                </a:lnTo>
                <a:lnTo>
                  <a:pt x="2683180" y="900666"/>
                </a:lnTo>
                <a:lnTo>
                  <a:pt x="2703511" y="916050"/>
                </a:lnTo>
                <a:lnTo>
                  <a:pt x="2704581" y="920334"/>
                </a:lnTo>
                <a:lnTo>
                  <a:pt x="2703317" y="925398"/>
                </a:lnTo>
                <a:lnTo>
                  <a:pt x="2704970" y="930071"/>
                </a:lnTo>
                <a:lnTo>
                  <a:pt x="2712169" y="938835"/>
                </a:lnTo>
                <a:lnTo>
                  <a:pt x="2713920" y="944579"/>
                </a:lnTo>
                <a:lnTo>
                  <a:pt x="2705943" y="951785"/>
                </a:lnTo>
                <a:lnTo>
                  <a:pt x="2705554" y="962301"/>
                </a:lnTo>
                <a:lnTo>
                  <a:pt x="2700690" y="976322"/>
                </a:lnTo>
                <a:lnTo>
                  <a:pt x="2699523" y="981093"/>
                </a:lnTo>
                <a:lnTo>
                  <a:pt x="2699717" y="985377"/>
                </a:lnTo>
                <a:lnTo>
                  <a:pt x="2703122" y="989467"/>
                </a:lnTo>
                <a:lnTo>
                  <a:pt x="2707110" y="992582"/>
                </a:lnTo>
                <a:lnTo>
                  <a:pt x="2712558" y="994238"/>
                </a:lnTo>
                <a:lnTo>
                  <a:pt x="2717422" y="997061"/>
                </a:lnTo>
                <a:lnTo>
                  <a:pt x="2726566" y="1008064"/>
                </a:lnTo>
                <a:lnTo>
                  <a:pt x="2731430" y="1010888"/>
                </a:lnTo>
                <a:lnTo>
                  <a:pt x="2734445" y="1014880"/>
                </a:lnTo>
                <a:lnTo>
                  <a:pt x="2734153" y="1020917"/>
                </a:lnTo>
                <a:lnTo>
                  <a:pt x="2738336" y="1024422"/>
                </a:lnTo>
                <a:lnTo>
                  <a:pt x="2742227" y="1030556"/>
                </a:lnTo>
                <a:lnTo>
                  <a:pt x="2748064" y="1032114"/>
                </a:lnTo>
                <a:lnTo>
                  <a:pt x="2750885" y="1030362"/>
                </a:lnTo>
                <a:lnTo>
                  <a:pt x="2752733" y="1027635"/>
                </a:lnTo>
                <a:lnTo>
                  <a:pt x="2757597" y="1028706"/>
                </a:lnTo>
                <a:lnTo>
                  <a:pt x="2760418" y="1032991"/>
                </a:lnTo>
                <a:lnTo>
                  <a:pt x="2762072" y="1038541"/>
                </a:lnTo>
                <a:lnTo>
                  <a:pt x="2762655" y="1044675"/>
                </a:lnTo>
                <a:lnTo>
                  <a:pt x="2762363" y="1056359"/>
                </a:lnTo>
                <a:lnTo>
                  <a:pt x="2759932" y="1060546"/>
                </a:lnTo>
                <a:lnTo>
                  <a:pt x="2754679" y="1060351"/>
                </a:lnTo>
                <a:lnTo>
                  <a:pt x="2745146" y="1055580"/>
                </a:lnTo>
                <a:lnTo>
                  <a:pt x="2744659" y="1058988"/>
                </a:lnTo>
                <a:lnTo>
                  <a:pt x="2745340" y="1062396"/>
                </a:lnTo>
                <a:lnTo>
                  <a:pt x="2740476" y="1063467"/>
                </a:lnTo>
                <a:lnTo>
                  <a:pt x="2734931" y="1062980"/>
                </a:lnTo>
                <a:lnTo>
                  <a:pt x="2720924" y="1063467"/>
                </a:lnTo>
                <a:lnTo>
                  <a:pt x="2695243" y="1070673"/>
                </a:lnTo>
                <a:lnTo>
                  <a:pt x="2686196" y="1074957"/>
                </a:lnTo>
                <a:lnTo>
                  <a:pt x="2680359" y="1082746"/>
                </a:lnTo>
                <a:lnTo>
                  <a:pt x="2679970" y="1088102"/>
                </a:lnTo>
                <a:lnTo>
                  <a:pt x="2682208" y="1099494"/>
                </a:lnTo>
                <a:lnTo>
                  <a:pt x="2678803" y="1103389"/>
                </a:lnTo>
                <a:lnTo>
                  <a:pt x="2667032" y="1104947"/>
                </a:lnTo>
                <a:lnTo>
                  <a:pt x="2650593" y="1101928"/>
                </a:lnTo>
                <a:lnTo>
                  <a:pt x="2640670" y="1098910"/>
                </a:lnTo>
                <a:lnTo>
                  <a:pt x="2635126" y="1096378"/>
                </a:lnTo>
                <a:lnTo>
                  <a:pt x="2627830" y="1088686"/>
                </a:lnTo>
                <a:lnTo>
                  <a:pt x="2625203" y="1078949"/>
                </a:lnTo>
                <a:lnTo>
                  <a:pt x="2630456" y="1049933"/>
                </a:lnTo>
                <a:lnTo>
                  <a:pt x="2632013" y="1046233"/>
                </a:lnTo>
                <a:lnTo>
                  <a:pt x="2634542" y="1042922"/>
                </a:lnTo>
                <a:lnTo>
                  <a:pt x="2637363" y="1037567"/>
                </a:lnTo>
                <a:lnTo>
                  <a:pt x="2637947" y="1031433"/>
                </a:lnTo>
                <a:lnTo>
                  <a:pt x="2630067" y="1023838"/>
                </a:lnTo>
                <a:lnTo>
                  <a:pt x="2618297" y="1020820"/>
                </a:lnTo>
                <a:lnTo>
                  <a:pt x="2608277" y="1014491"/>
                </a:lnTo>
                <a:lnTo>
                  <a:pt x="2569464" y="979145"/>
                </a:lnTo>
                <a:lnTo>
                  <a:pt x="2567324" y="975738"/>
                </a:lnTo>
                <a:lnTo>
                  <a:pt x="2567227" y="969798"/>
                </a:lnTo>
                <a:lnTo>
                  <a:pt x="2568783" y="964345"/>
                </a:lnTo>
                <a:lnTo>
                  <a:pt x="2581526" y="944969"/>
                </a:lnTo>
                <a:lnTo>
                  <a:pt x="2583083" y="941269"/>
                </a:lnTo>
                <a:lnTo>
                  <a:pt x="2584639" y="925982"/>
                </a:lnTo>
                <a:lnTo>
                  <a:pt x="2584347" y="913421"/>
                </a:lnTo>
                <a:lnTo>
                  <a:pt x="2582888" y="900861"/>
                </a:lnTo>
                <a:lnTo>
                  <a:pt x="2576857" y="892876"/>
                </a:lnTo>
                <a:lnTo>
                  <a:pt x="2566059" y="890539"/>
                </a:lnTo>
                <a:lnTo>
                  <a:pt x="2554970" y="890150"/>
                </a:lnTo>
                <a:lnTo>
                  <a:pt x="2544172" y="892682"/>
                </a:lnTo>
                <a:lnTo>
                  <a:pt x="2533472" y="899011"/>
                </a:lnTo>
                <a:lnTo>
                  <a:pt x="2513725" y="912350"/>
                </a:lnTo>
                <a:lnTo>
                  <a:pt x="2505942" y="920042"/>
                </a:lnTo>
                <a:lnTo>
                  <a:pt x="2505261" y="930169"/>
                </a:lnTo>
                <a:lnTo>
                  <a:pt x="2509736" y="940003"/>
                </a:lnTo>
                <a:lnTo>
                  <a:pt x="2515573" y="949058"/>
                </a:lnTo>
                <a:lnTo>
                  <a:pt x="2518686" y="958893"/>
                </a:lnTo>
                <a:lnTo>
                  <a:pt x="2523063" y="993848"/>
                </a:lnTo>
                <a:lnTo>
                  <a:pt x="2522869" y="997840"/>
                </a:lnTo>
                <a:lnTo>
                  <a:pt x="2517810" y="1007967"/>
                </a:lnTo>
                <a:lnTo>
                  <a:pt x="2515767" y="1030751"/>
                </a:lnTo>
                <a:lnTo>
                  <a:pt x="2518005" y="1062786"/>
                </a:lnTo>
                <a:lnTo>
                  <a:pt x="2521409" y="1082454"/>
                </a:lnTo>
                <a:lnTo>
                  <a:pt x="2519950" y="1093165"/>
                </a:lnTo>
                <a:lnTo>
                  <a:pt x="2510709" y="1116144"/>
                </a:lnTo>
                <a:lnTo>
                  <a:pt x="2507888" y="1128802"/>
                </a:lnTo>
                <a:lnTo>
                  <a:pt x="2507693" y="1133963"/>
                </a:lnTo>
                <a:lnTo>
                  <a:pt x="2518588" y="1158013"/>
                </a:lnTo>
                <a:lnTo>
                  <a:pt x="2521118" y="1167458"/>
                </a:lnTo>
                <a:lnTo>
                  <a:pt x="2522382" y="1177292"/>
                </a:lnTo>
                <a:lnTo>
                  <a:pt x="2510903" y="1172521"/>
                </a:lnTo>
                <a:lnTo>
                  <a:pt x="2505456" y="1172716"/>
                </a:lnTo>
                <a:lnTo>
                  <a:pt x="2500106" y="1174176"/>
                </a:lnTo>
                <a:lnTo>
                  <a:pt x="2488043" y="1175734"/>
                </a:lnTo>
                <a:lnTo>
                  <a:pt x="2475884" y="1176026"/>
                </a:lnTo>
                <a:lnTo>
                  <a:pt x="2471604" y="1177779"/>
                </a:lnTo>
                <a:lnTo>
                  <a:pt x="2462849" y="1184205"/>
                </a:lnTo>
                <a:lnTo>
                  <a:pt x="2457596" y="1186737"/>
                </a:lnTo>
                <a:lnTo>
                  <a:pt x="2453024" y="1187224"/>
                </a:lnTo>
                <a:lnTo>
                  <a:pt x="2437460" y="1179239"/>
                </a:lnTo>
                <a:lnTo>
                  <a:pt x="2428316" y="1170573"/>
                </a:lnTo>
                <a:lnTo>
                  <a:pt x="2419853" y="1161129"/>
                </a:lnTo>
                <a:lnTo>
                  <a:pt x="2418296" y="1150321"/>
                </a:lnTo>
                <a:lnTo>
                  <a:pt x="2421312" y="1139318"/>
                </a:lnTo>
                <a:lnTo>
                  <a:pt x="2425495" y="1127439"/>
                </a:lnTo>
                <a:lnTo>
                  <a:pt x="2433860" y="1107770"/>
                </a:lnTo>
                <a:lnTo>
                  <a:pt x="2433471" y="1094625"/>
                </a:lnTo>
                <a:lnTo>
                  <a:pt x="2436292" y="1083817"/>
                </a:lnTo>
                <a:lnTo>
                  <a:pt x="2441059" y="1073302"/>
                </a:lnTo>
                <a:lnTo>
                  <a:pt x="2442810" y="1063662"/>
                </a:lnTo>
                <a:lnTo>
                  <a:pt x="2443977" y="1025688"/>
                </a:lnTo>
                <a:lnTo>
                  <a:pt x="2442713" y="1022377"/>
                </a:lnTo>
                <a:lnTo>
                  <a:pt x="2431331" y="999885"/>
                </a:lnTo>
                <a:lnTo>
                  <a:pt x="2429969" y="996088"/>
                </a:lnTo>
                <a:lnTo>
                  <a:pt x="2429872" y="989953"/>
                </a:lnTo>
                <a:lnTo>
                  <a:pt x="2431137" y="984209"/>
                </a:lnTo>
                <a:lnTo>
                  <a:pt x="2431429" y="978951"/>
                </a:lnTo>
                <a:lnTo>
                  <a:pt x="2428705" y="974959"/>
                </a:lnTo>
                <a:lnTo>
                  <a:pt x="2424133" y="971259"/>
                </a:lnTo>
                <a:lnTo>
                  <a:pt x="2418491" y="969701"/>
                </a:lnTo>
                <a:lnTo>
                  <a:pt x="2406623" y="971259"/>
                </a:lnTo>
                <a:lnTo>
                  <a:pt x="2382790" y="977393"/>
                </a:lnTo>
                <a:lnTo>
                  <a:pt x="2375689" y="972038"/>
                </a:lnTo>
                <a:lnTo>
                  <a:pt x="2370436" y="963761"/>
                </a:lnTo>
                <a:lnTo>
                  <a:pt x="2367031" y="952272"/>
                </a:lnTo>
                <a:lnTo>
                  <a:pt x="2364989" y="940295"/>
                </a:lnTo>
                <a:lnTo>
                  <a:pt x="2365961" y="929000"/>
                </a:lnTo>
                <a:lnTo>
                  <a:pt x="2369463" y="918095"/>
                </a:lnTo>
                <a:lnTo>
                  <a:pt x="2366642" y="910403"/>
                </a:lnTo>
                <a:lnTo>
                  <a:pt x="2362265" y="902126"/>
                </a:lnTo>
                <a:lnTo>
                  <a:pt x="2362168" y="897842"/>
                </a:lnTo>
                <a:lnTo>
                  <a:pt x="2364697" y="894045"/>
                </a:lnTo>
                <a:lnTo>
                  <a:pt x="2368977" y="890929"/>
                </a:lnTo>
                <a:lnTo>
                  <a:pt x="2374327" y="889079"/>
                </a:lnTo>
                <a:lnTo>
                  <a:pt x="2379191" y="885768"/>
                </a:lnTo>
                <a:lnTo>
                  <a:pt x="2392226" y="874668"/>
                </a:lnTo>
                <a:lnTo>
                  <a:pt x="2396409" y="864834"/>
                </a:lnTo>
                <a:lnTo>
                  <a:pt x="2396701" y="852760"/>
                </a:lnTo>
                <a:lnTo>
                  <a:pt x="2400008" y="841271"/>
                </a:lnTo>
                <a:lnTo>
                  <a:pt x="2406720" y="830657"/>
                </a:lnTo>
                <a:lnTo>
                  <a:pt x="2414600" y="820823"/>
                </a:lnTo>
                <a:lnTo>
                  <a:pt x="2417129" y="810599"/>
                </a:lnTo>
                <a:lnTo>
                  <a:pt x="2413238" y="794533"/>
                </a:lnTo>
                <a:lnTo>
                  <a:pt x="2414794" y="787133"/>
                </a:lnTo>
                <a:lnTo>
                  <a:pt x="2413432" y="778565"/>
                </a:lnTo>
                <a:lnTo>
                  <a:pt x="2413335" y="769996"/>
                </a:lnTo>
                <a:lnTo>
                  <a:pt x="2418199" y="753930"/>
                </a:lnTo>
                <a:lnTo>
                  <a:pt x="2432693" y="721214"/>
                </a:lnTo>
                <a:lnTo>
                  <a:pt x="2446895" y="703785"/>
                </a:lnTo>
                <a:lnTo>
                  <a:pt x="2452440" y="699209"/>
                </a:lnTo>
                <a:lnTo>
                  <a:pt x="2459833" y="707290"/>
                </a:lnTo>
                <a:lnTo>
                  <a:pt x="2465378" y="716833"/>
                </a:lnTo>
                <a:lnTo>
                  <a:pt x="2465475" y="708167"/>
                </a:lnTo>
                <a:lnTo>
                  <a:pt x="2464016" y="699696"/>
                </a:lnTo>
                <a:lnTo>
                  <a:pt x="2458374" y="680027"/>
                </a:lnTo>
                <a:lnTo>
                  <a:pt x="2453510" y="641469"/>
                </a:lnTo>
                <a:lnTo>
                  <a:pt x="2454872" y="637866"/>
                </a:lnTo>
                <a:lnTo>
                  <a:pt x="2459833" y="638450"/>
                </a:lnTo>
                <a:lnTo>
                  <a:pt x="2464794" y="635042"/>
                </a:lnTo>
                <a:lnTo>
                  <a:pt x="2467518" y="629006"/>
                </a:lnTo>
                <a:lnTo>
                  <a:pt x="2462265" y="614692"/>
                </a:lnTo>
                <a:lnTo>
                  <a:pt x="2461973" y="609629"/>
                </a:lnTo>
                <a:lnTo>
                  <a:pt x="2472090" y="589571"/>
                </a:lnTo>
                <a:lnTo>
                  <a:pt x="2480359" y="582268"/>
                </a:lnTo>
                <a:lnTo>
                  <a:pt x="2483958" y="577692"/>
                </a:lnTo>
                <a:lnTo>
                  <a:pt x="2486001" y="565423"/>
                </a:lnTo>
                <a:lnTo>
                  <a:pt x="2490378" y="560847"/>
                </a:lnTo>
                <a:lnTo>
                  <a:pt x="2495826" y="557536"/>
                </a:lnTo>
                <a:lnTo>
                  <a:pt x="2502927" y="549065"/>
                </a:lnTo>
                <a:lnTo>
                  <a:pt x="2506818" y="538355"/>
                </a:lnTo>
                <a:lnTo>
                  <a:pt x="2509153" y="537576"/>
                </a:lnTo>
                <a:lnTo>
                  <a:pt x="2511876" y="537186"/>
                </a:lnTo>
                <a:lnTo>
                  <a:pt x="2516254" y="546436"/>
                </a:lnTo>
                <a:lnTo>
                  <a:pt x="2521020" y="550234"/>
                </a:lnTo>
                <a:lnTo>
                  <a:pt x="2530845" y="553252"/>
                </a:lnTo>
                <a:lnTo>
                  <a:pt x="2539211" y="549747"/>
                </a:lnTo>
                <a:lnTo>
                  <a:pt x="2541448" y="545073"/>
                </a:lnTo>
                <a:lnTo>
                  <a:pt x="2544658" y="540984"/>
                </a:lnTo>
                <a:lnTo>
                  <a:pt x="2549717" y="536797"/>
                </a:lnTo>
                <a:lnTo>
                  <a:pt x="2553997" y="532026"/>
                </a:lnTo>
                <a:lnTo>
                  <a:pt x="2558764" y="521023"/>
                </a:lnTo>
                <a:lnTo>
                  <a:pt x="2564989" y="510897"/>
                </a:lnTo>
                <a:lnTo>
                  <a:pt x="2569269" y="507391"/>
                </a:lnTo>
                <a:lnTo>
                  <a:pt x="2574425" y="505152"/>
                </a:lnTo>
                <a:lnTo>
                  <a:pt x="2580262" y="503789"/>
                </a:lnTo>
                <a:lnTo>
                  <a:pt x="2585806" y="503594"/>
                </a:lnTo>
                <a:lnTo>
                  <a:pt x="2598063" y="510020"/>
                </a:lnTo>
                <a:lnTo>
                  <a:pt x="2605262" y="511189"/>
                </a:lnTo>
                <a:lnTo>
                  <a:pt x="2612558" y="510702"/>
                </a:lnTo>
                <a:lnTo>
                  <a:pt x="2617130" y="511773"/>
                </a:lnTo>
                <a:lnTo>
                  <a:pt x="2620631" y="514694"/>
                </a:lnTo>
                <a:lnTo>
                  <a:pt x="2623842" y="520341"/>
                </a:lnTo>
                <a:lnTo>
                  <a:pt x="2627733" y="525307"/>
                </a:lnTo>
                <a:lnTo>
                  <a:pt x="2631429" y="527741"/>
                </a:lnTo>
                <a:lnTo>
                  <a:pt x="2635418" y="528910"/>
                </a:lnTo>
                <a:lnTo>
                  <a:pt x="2662169" y="526865"/>
                </a:lnTo>
                <a:lnTo>
                  <a:pt x="2685612" y="532513"/>
                </a:lnTo>
                <a:lnTo>
                  <a:pt x="2717616" y="533778"/>
                </a:lnTo>
                <a:lnTo>
                  <a:pt x="2728511" y="537089"/>
                </a:lnTo>
                <a:lnTo>
                  <a:pt x="2739017" y="541276"/>
                </a:lnTo>
                <a:lnTo>
                  <a:pt x="2751955" y="548871"/>
                </a:lnTo>
                <a:lnTo>
                  <a:pt x="2756624" y="550526"/>
                </a:lnTo>
                <a:lnTo>
                  <a:pt x="2761877" y="550136"/>
                </a:lnTo>
                <a:lnTo>
                  <a:pt x="2768492" y="543028"/>
                </a:lnTo>
                <a:lnTo>
                  <a:pt x="2773648" y="541471"/>
                </a:lnTo>
                <a:lnTo>
                  <a:pt x="2778901" y="541178"/>
                </a:lnTo>
                <a:lnTo>
                  <a:pt x="2799426" y="542542"/>
                </a:lnTo>
                <a:lnTo>
                  <a:pt x="2854776" y="551305"/>
                </a:lnTo>
                <a:lnTo>
                  <a:pt x="2862947" y="550136"/>
                </a:lnTo>
                <a:lnTo>
                  <a:pt x="2896313" y="533389"/>
                </a:lnTo>
                <a:lnTo>
                  <a:pt x="2909640" y="517518"/>
                </a:lnTo>
                <a:lnTo>
                  <a:pt x="2921605" y="513136"/>
                </a:lnTo>
                <a:lnTo>
                  <a:pt x="2925594" y="505931"/>
                </a:lnTo>
                <a:lnTo>
                  <a:pt x="2928026" y="497362"/>
                </a:lnTo>
                <a:lnTo>
                  <a:pt x="2932306" y="495025"/>
                </a:lnTo>
                <a:lnTo>
                  <a:pt x="2942325" y="492591"/>
                </a:lnTo>
                <a:lnTo>
                  <a:pt x="2946314" y="489962"/>
                </a:lnTo>
                <a:lnTo>
                  <a:pt x="2953415" y="479446"/>
                </a:lnTo>
                <a:lnTo>
                  <a:pt x="2961781" y="470099"/>
                </a:lnTo>
                <a:lnTo>
                  <a:pt x="2965866" y="467275"/>
                </a:lnTo>
                <a:lnTo>
                  <a:pt x="2977734" y="468736"/>
                </a:lnTo>
                <a:lnTo>
                  <a:pt x="2982987" y="472825"/>
                </a:lnTo>
                <a:lnTo>
                  <a:pt x="2989699" y="486652"/>
                </a:lnTo>
                <a:lnTo>
                  <a:pt x="2988532" y="488891"/>
                </a:lnTo>
                <a:lnTo>
                  <a:pt x="2980652" y="495804"/>
                </a:lnTo>
                <a:lnTo>
                  <a:pt x="2978318" y="498628"/>
                </a:lnTo>
                <a:lnTo>
                  <a:pt x="2969660" y="518005"/>
                </a:lnTo>
                <a:lnTo>
                  <a:pt x="2963726" y="527449"/>
                </a:lnTo>
                <a:lnTo>
                  <a:pt x="2956138" y="536018"/>
                </a:lnTo>
                <a:close/>
              </a:path>
              <a:path w="4572000" h="1752647">
                <a:moveTo>
                  <a:pt x="1252339" y="1217895"/>
                </a:moveTo>
                <a:lnTo>
                  <a:pt x="1262164" y="1228995"/>
                </a:lnTo>
                <a:lnTo>
                  <a:pt x="1270724" y="1234935"/>
                </a:lnTo>
                <a:lnTo>
                  <a:pt x="1280841" y="1238148"/>
                </a:lnTo>
                <a:lnTo>
                  <a:pt x="1291444" y="1238440"/>
                </a:lnTo>
                <a:lnTo>
                  <a:pt x="1301950" y="1239803"/>
                </a:lnTo>
                <a:lnTo>
                  <a:pt x="1314110" y="1244087"/>
                </a:lnTo>
                <a:lnTo>
                  <a:pt x="1326658" y="1246035"/>
                </a:lnTo>
                <a:lnTo>
                  <a:pt x="1332398" y="1245256"/>
                </a:lnTo>
                <a:lnTo>
                  <a:pt x="1337942" y="1243114"/>
                </a:lnTo>
                <a:lnTo>
                  <a:pt x="1341931" y="1242919"/>
                </a:lnTo>
                <a:lnTo>
                  <a:pt x="1345335" y="1244964"/>
                </a:lnTo>
                <a:lnTo>
                  <a:pt x="1353993" y="1254408"/>
                </a:lnTo>
                <a:lnTo>
                  <a:pt x="1363429" y="1262977"/>
                </a:lnTo>
                <a:lnTo>
                  <a:pt x="1365569" y="1267359"/>
                </a:lnTo>
                <a:lnTo>
                  <a:pt x="1371989" y="1288098"/>
                </a:lnTo>
                <a:lnTo>
                  <a:pt x="1379188" y="1294135"/>
                </a:lnTo>
                <a:lnTo>
                  <a:pt x="1389110" y="1295790"/>
                </a:lnTo>
                <a:lnTo>
                  <a:pt x="1400686" y="1295790"/>
                </a:lnTo>
                <a:lnTo>
                  <a:pt x="1412262" y="1296667"/>
                </a:lnTo>
                <a:lnTo>
                  <a:pt x="1439110" y="1301535"/>
                </a:lnTo>
                <a:lnTo>
                  <a:pt x="1449810" y="1300854"/>
                </a:lnTo>
                <a:lnTo>
                  <a:pt x="1459246" y="1295985"/>
                </a:lnTo>
                <a:lnTo>
                  <a:pt x="1467612" y="1299198"/>
                </a:lnTo>
                <a:lnTo>
                  <a:pt x="1490375" y="1304943"/>
                </a:lnTo>
                <a:lnTo>
                  <a:pt x="1501562" y="1306306"/>
                </a:lnTo>
                <a:lnTo>
                  <a:pt x="1514305" y="1304651"/>
                </a:lnTo>
                <a:lnTo>
                  <a:pt x="1527048" y="1304261"/>
                </a:lnTo>
                <a:lnTo>
                  <a:pt x="1533176" y="1305917"/>
                </a:lnTo>
                <a:lnTo>
                  <a:pt x="1539013" y="1308448"/>
                </a:lnTo>
                <a:lnTo>
                  <a:pt x="1544071" y="1309422"/>
                </a:lnTo>
                <a:lnTo>
                  <a:pt x="1549227" y="1309325"/>
                </a:lnTo>
                <a:lnTo>
                  <a:pt x="1558468" y="1304456"/>
                </a:lnTo>
                <a:lnTo>
                  <a:pt x="1564597" y="1295596"/>
                </a:lnTo>
                <a:lnTo>
                  <a:pt x="1569461" y="1284301"/>
                </a:lnTo>
                <a:lnTo>
                  <a:pt x="1573352" y="1272616"/>
                </a:lnTo>
                <a:lnTo>
                  <a:pt x="1575978" y="1267553"/>
                </a:lnTo>
                <a:lnTo>
                  <a:pt x="1579480" y="1263074"/>
                </a:lnTo>
                <a:lnTo>
                  <a:pt x="1584052" y="1260251"/>
                </a:lnTo>
                <a:lnTo>
                  <a:pt x="1589013" y="1258401"/>
                </a:lnTo>
                <a:lnTo>
                  <a:pt x="1602340" y="1259569"/>
                </a:lnTo>
                <a:lnTo>
                  <a:pt x="1605161" y="1262393"/>
                </a:lnTo>
                <a:lnTo>
                  <a:pt x="1620044" y="1282256"/>
                </a:lnTo>
                <a:lnTo>
                  <a:pt x="1622768" y="1284009"/>
                </a:lnTo>
                <a:lnTo>
                  <a:pt x="1638332" y="1285274"/>
                </a:lnTo>
                <a:lnTo>
                  <a:pt x="1642710" y="1284593"/>
                </a:lnTo>
                <a:lnTo>
                  <a:pt x="1652146" y="1280601"/>
                </a:lnTo>
                <a:lnTo>
                  <a:pt x="1657593" y="1280211"/>
                </a:lnTo>
                <a:lnTo>
                  <a:pt x="1667710" y="1285177"/>
                </a:lnTo>
                <a:lnTo>
                  <a:pt x="1671990" y="1289364"/>
                </a:lnTo>
                <a:lnTo>
                  <a:pt x="1676854" y="1292382"/>
                </a:lnTo>
                <a:lnTo>
                  <a:pt x="1701368" y="1295596"/>
                </a:lnTo>
                <a:lnTo>
                  <a:pt x="1710803" y="1304067"/>
                </a:lnTo>
                <a:lnTo>
                  <a:pt x="1715667" y="1305235"/>
                </a:lnTo>
                <a:lnTo>
                  <a:pt x="1732691" y="1304164"/>
                </a:lnTo>
                <a:lnTo>
                  <a:pt x="1744558" y="1305040"/>
                </a:lnTo>
                <a:lnTo>
                  <a:pt x="1754773" y="1307280"/>
                </a:lnTo>
                <a:lnTo>
                  <a:pt x="1759442" y="1319451"/>
                </a:lnTo>
                <a:lnTo>
                  <a:pt x="1763236" y="1331817"/>
                </a:lnTo>
                <a:lnTo>
                  <a:pt x="1765473" y="1336004"/>
                </a:lnTo>
                <a:lnTo>
                  <a:pt x="1775492" y="1340288"/>
                </a:lnTo>
                <a:lnTo>
                  <a:pt x="1779578" y="1344086"/>
                </a:lnTo>
                <a:lnTo>
                  <a:pt x="1778508" y="1356549"/>
                </a:lnTo>
                <a:lnTo>
                  <a:pt x="1779675" y="1368233"/>
                </a:lnTo>
                <a:lnTo>
                  <a:pt x="1800979" y="1378554"/>
                </a:lnTo>
                <a:lnTo>
                  <a:pt x="1823742" y="1384396"/>
                </a:lnTo>
                <a:lnTo>
                  <a:pt x="1848061" y="1384981"/>
                </a:lnTo>
                <a:lnTo>
                  <a:pt x="1872283" y="1382936"/>
                </a:lnTo>
                <a:lnTo>
                  <a:pt x="1884831" y="1380404"/>
                </a:lnTo>
                <a:lnTo>
                  <a:pt x="1900493" y="1376023"/>
                </a:lnTo>
                <a:lnTo>
                  <a:pt x="1903800" y="1376120"/>
                </a:lnTo>
                <a:lnTo>
                  <a:pt x="1934151" y="1389557"/>
                </a:lnTo>
                <a:lnTo>
                  <a:pt x="1936680" y="1391602"/>
                </a:lnTo>
                <a:lnTo>
                  <a:pt x="1940084" y="1401728"/>
                </a:lnTo>
                <a:lnTo>
                  <a:pt x="1939987" y="1412341"/>
                </a:lnTo>
                <a:lnTo>
                  <a:pt x="1934345" y="1437463"/>
                </a:lnTo>
                <a:lnTo>
                  <a:pt x="1933956" y="1444376"/>
                </a:lnTo>
                <a:lnTo>
                  <a:pt x="1934540" y="1451289"/>
                </a:lnTo>
                <a:lnTo>
                  <a:pt x="1940571" y="1466284"/>
                </a:lnTo>
                <a:lnTo>
                  <a:pt x="1943781" y="1470666"/>
                </a:lnTo>
                <a:lnTo>
                  <a:pt x="1954773" y="1478552"/>
                </a:lnTo>
                <a:lnTo>
                  <a:pt x="1955162" y="1482642"/>
                </a:lnTo>
                <a:lnTo>
                  <a:pt x="1953703" y="1486829"/>
                </a:lnTo>
                <a:lnTo>
                  <a:pt x="1941544" y="1484005"/>
                </a:lnTo>
                <a:lnTo>
                  <a:pt x="1934151" y="1480500"/>
                </a:lnTo>
                <a:lnTo>
                  <a:pt x="1929870" y="1474852"/>
                </a:lnTo>
                <a:lnTo>
                  <a:pt x="1923839" y="1471737"/>
                </a:lnTo>
                <a:lnTo>
                  <a:pt x="1912458" y="1472808"/>
                </a:lnTo>
                <a:lnTo>
                  <a:pt x="1891057" y="1467160"/>
                </a:lnTo>
                <a:lnTo>
                  <a:pt x="1867030" y="1458397"/>
                </a:lnTo>
                <a:lnTo>
                  <a:pt x="1824228" y="1439800"/>
                </a:lnTo>
                <a:lnTo>
                  <a:pt x="1812652" y="1439897"/>
                </a:lnTo>
                <a:lnTo>
                  <a:pt x="1801465" y="1442331"/>
                </a:lnTo>
                <a:lnTo>
                  <a:pt x="1789695" y="1447005"/>
                </a:lnTo>
                <a:lnTo>
                  <a:pt x="1777438" y="1450413"/>
                </a:lnTo>
                <a:lnTo>
                  <a:pt x="1768391" y="1451679"/>
                </a:lnTo>
                <a:lnTo>
                  <a:pt x="1759345" y="1450802"/>
                </a:lnTo>
                <a:lnTo>
                  <a:pt x="1736582" y="1446323"/>
                </a:lnTo>
                <a:lnTo>
                  <a:pt x="1713527" y="1443402"/>
                </a:lnTo>
                <a:lnTo>
                  <a:pt x="1654675" y="1441552"/>
                </a:lnTo>
                <a:lnTo>
                  <a:pt x="1638041" y="1437365"/>
                </a:lnTo>
                <a:lnTo>
                  <a:pt x="1610414" y="1435223"/>
                </a:lnTo>
                <a:lnTo>
                  <a:pt x="1588527" y="1431523"/>
                </a:lnTo>
                <a:lnTo>
                  <a:pt x="1566834" y="1426363"/>
                </a:lnTo>
                <a:lnTo>
                  <a:pt x="1511581" y="1401241"/>
                </a:lnTo>
                <a:lnTo>
                  <a:pt x="1493488" y="1395107"/>
                </a:lnTo>
                <a:lnTo>
                  <a:pt x="1437943" y="1383131"/>
                </a:lnTo>
                <a:lnTo>
                  <a:pt x="1429382" y="1382157"/>
                </a:lnTo>
                <a:lnTo>
                  <a:pt x="1409246" y="1383033"/>
                </a:lnTo>
                <a:lnTo>
                  <a:pt x="1396503" y="1379528"/>
                </a:lnTo>
                <a:lnTo>
                  <a:pt x="1385316" y="1379431"/>
                </a:lnTo>
                <a:lnTo>
                  <a:pt x="1368779" y="1383325"/>
                </a:lnTo>
                <a:lnTo>
                  <a:pt x="1363623" y="1386149"/>
                </a:lnTo>
                <a:lnTo>
                  <a:pt x="1357203" y="1392089"/>
                </a:lnTo>
                <a:lnTo>
                  <a:pt x="1345919" y="1391796"/>
                </a:lnTo>
                <a:lnTo>
                  <a:pt x="1334732" y="1390628"/>
                </a:lnTo>
                <a:lnTo>
                  <a:pt x="1305160" y="1384981"/>
                </a:lnTo>
                <a:lnTo>
                  <a:pt x="1294168" y="1381475"/>
                </a:lnTo>
                <a:lnTo>
                  <a:pt x="1283662" y="1376412"/>
                </a:lnTo>
                <a:lnTo>
                  <a:pt x="1274129" y="1369694"/>
                </a:lnTo>
                <a:lnTo>
                  <a:pt x="1269168" y="1367259"/>
                </a:lnTo>
                <a:lnTo>
                  <a:pt x="1243681" y="1360444"/>
                </a:lnTo>
                <a:lnTo>
                  <a:pt x="1222864" y="1358009"/>
                </a:lnTo>
                <a:lnTo>
                  <a:pt x="1180062" y="1354991"/>
                </a:lnTo>
                <a:lnTo>
                  <a:pt x="1170724" y="1352849"/>
                </a:lnTo>
                <a:lnTo>
                  <a:pt x="1162942" y="1350415"/>
                </a:lnTo>
                <a:lnTo>
                  <a:pt x="1158662" y="1344864"/>
                </a:lnTo>
                <a:lnTo>
                  <a:pt x="1159245" y="1337757"/>
                </a:lnTo>
                <a:lnTo>
                  <a:pt x="1162261" y="1331720"/>
                </a:lnTo>
                <a:lnTo>
                  <a:pt x="1166541" y="1325585"/>
                </a:lnTo>
                <a:lnTo>
                  <a:pt x="1169265" y="1319743"/>
                </a:lnTo>
                <a:lnTo>
                  <a:pt x="1137942" y="1307475"/>
                </a:lnTo>
                <a:lnTo>
                  <a:pt x="1113233" y="1300756"/>
                </a:lnTo>
                <a:lnTo>
                  <a:pt x="1102630" y="1299490"/>
                </a:lnTo>
                <a:lnTo>
                  <a:pt x="1091930" y="1299490"/>
                </a:lnTo>
                <a:lnTo>
                  <a:pt x="1079867" y="1300854"/>
                </a:lnTo>
                <a:lnTo>
                  <a:pt x="1067902" y="1300269"/>
                </a:lnTo>
                <a:lnTo>
                  <a:pt x="1062358" y="1298225"/>
                </a:lnTo>
                <a:lnTo>
                  <a:pt x="1056618" y="1297543"/>
                </a:lnTo>
                <a:lnTo>
                  <a:pt x="1050879" y="1299004"/>
                </a:lnTo>
                <a:lnTo>
                  <a:pt x="1046210" y="1298419"/>
                </a:lnTo>
                <a:lnTo>
                  <a:pt x="1045042" y="1292869"/>
                </a:lnTo>
                <a:lnTo>
                  <a:pt x="1047961" y="1288098"/>
                </a:lnTo>
                <a:lnTo>
                  <a:pt x="1054089" y="1282743"/>
                </a:lnTo>
                <a:lnTo>
                  <a:pt x="1057494" y="1281769"/>
                </a:lnTo>
                <a:lnTo>
                  <a:pt x="1059050" y="1290240"/>
                </a:lnTo>
                <a:lnTo>
                  <a:pt x="1060801" y="1291896"/>
                </a:lnTo>
                <a:lnTo>
                  <a:pt x="1066151" y="1293746"/>
                </a:lnTo>
                <a:lnTo>
                  <a:pt x="1068486" y="1293259"/>
                </a:lnTo>
                <a:lnTo>
                  <a:pt x="1077922" y="1282451"/>
                </a:lnTo>
                <a:lnTo>
                  <a:pt x="1080548" y="1277193"/>
                </a:lnTo>
                <a:lnTo>
                  <a:pt x="1085120" y="1262880"/>
                </a:lnTo>
                <a:lnTo>
                  <a:pt x="1090082" y="1265606"/>
                </a:lnTo>
                <a:lnTo>
                  <a:pt x="1095043" y="1263853"/>
                </a:lnTo>
                <a:lnTo>
                  <a:pt x="1097961" y="1261614"/>
                </a:lnTo>
                <a:lnTo>
                  <a:pt x="1105840" y="1228411"/>
                </a:lnTo>
                <a:lnTo>
                  <a:pt x="1112455" y="1218771"/>
                </a:lnTo>
                <a:lnTo>
                  <a:pt x="1121502" y="1210690"/>
                </a:lnTo>
                <a:lnTo>
                  <a:pt x="1125977" y="1208742"/>
                </a:lnTo>
                <a:lnTo>
                  <a:pt x="1134829" y="1213708"/>
                </a:lnTo>
                <a:lnTo>
                  <a:pt x="1152728" y="1215558"/>
                </a:lnTo>
                <a:lnTo>
                  <a:pt x="1163331" y="1218869"/>
                </a:lnTo>
                <a:lnTo>
                  <a:pt x="1174031" y="1219258"/>
                </a:lnTo>
                <a:lnTo>
                  <a:pt x="1184440" y="1220816"/>
                </a:lnTo>
                <a:lnTo>
                  <a:pt x="1198934" y="1226658"/>
                </a:lnTo>
                <a:lnTo>
                  <a:pt x="1204090" y="1226074"/>
                </a:lnTo>
                <a:lnTo>
                  <a:pt x="1209343" y="1224224"/>
                </a:lnTo>
                <a:lnTo>
                  <a:pt x="1217125" y="1217895"/>
                </a:lnTo>
                <a:lnTo>
                  <a:pt x="1220432" y="1207769"/>
                </a:lnTo>
                <a:lnTo>
                  <a:pt x="1231716" y="1212929"/>
                </a:lnTo>
                <a:lnTo>
                  <a:pt x="1248253" y="1214974"/>
                </a:lnTo>
                <a:lnTo>
                  <a:pt x="1252339" y="1217895"/>
                </a:lnTo>
                <a:close/>
              </a:path>
              <a:path w="4572000" h="1752647">
                <a:moveTo>
                  <a:pt x="1471698" y="435435"/>
                </a:moveTo>
                <a:lnTo>
                  <a:pt x="1462943" y="448288"/>
                </a:lnTo>
                <a:lnTo>
                  <a:pt x="1463915" y="452962"/>
                </a:lnTo>
                <a:lnTo>
                  <a:pt x="1466056" y="457051"/>
                </a:lnTo>
                <a:lnTo>
                  <a:pt x="1472379" y="459875"/>
                </a:lnTo>
                <a:lnTo>
                  <a:pt x="1474130" y="475649"/>
                </a:lnTo>
                <a:lnTo>
                  <a:pt x="1482106" y="484607"/>
                </a:lnTo>
                <a:lnTo>
                  <a:pt x="1490083" y="492786"/>
                </a:lnTo>
                <a:lnTo>
                  <a:pt x="1496017" y="496778"/>
                </a:lnTo>
                <a:lnTo>
                  <a:pt x="1502437" y="502620"/>
                </a:lnTo>
                <a:lnTo>
                  <a:pt x="1507009" y="507976"/>
                </a:lnTo>
                <a:lnTo>
                  <a:pt x="1511776" y="512552"/>
                </a:lnTo>
                <a:lnTo>
                  <a:pt x="1518974" y="517031"/>
                </a:lnTo>
                <a:lnTo>
                  <a:pt x="1538429" y="535921"/>
                </a:lnTo>
                <a:lnTo>
                  <a:pt x="1546601" y="541471"/>
                </a:lnTo>
                <a:lnTo>
                  <a:pt x="1552632" y="547021"/>
                </a:lnTo>
                <a:lnTo>
                  <a:pt x="1557009" y="548968"/>
                </a:lnTo>
                <a:lnTo>
                  <a:pt x="1567612" y="547410"/>
                </a:lnTo>
                <a:lnTo>
                  <a:pt x="1599033" y="533876"/>
                </a:lnTo>
                <a:lnTo>
                  <a:pt x="1604675" y="532999"/>
                </a:lnTo>
                <a:lnTo>
                  <a:pt x="1614889" y="530565"/>
                </a:lnTo>
                <a:lnTo>
                  <a:pt x="1632982" y="531344"/>
                </a:lnTo>
                <a:lnTo>
                  <a:pt x="1652048" y="535921"/>
                </a:lnTo>
                <a:lnTo>
                  <a:pt x="1658274" y="536115"/>
                </a:lnTo>
                <a:lnTo>
                  <a:pt x="1664111" y="533292"/>
                </a:lnTo>
                <a:lnTo>
                  <a:pt x="1672282" y="534168"/>
                </a:lnTo>
                <a:lnTo>
                  <a:pt x="1679967" y="535628"/>
                </a:lnTo>
                <a:lnTo>
                  <a:pt x="1683761" y="534363"/>
                </a:lnTo>
                <a:lnTo>
                  <a:pt x="1694850" y="524528"/>
                </a:lnTo>
                <a:lnTo>
                  <a:pt x="1710025" y="521607"/>
                </a:lnTo>
                <a:lnTo>
                  <a:pt x="1714889" y="511773"/>
                </a:lnTo>
                <a:lnTo>
                  <a:pt x="1718586" y="502620"/>
                </a:lnTo>
                <a:lnTo>
                  <a:pt x="1720434" y="492786"/>
                </a:lnTo>
                <a:lnTo>
                  <a:pt x="1726757" y="488794"/>
                </a:lnTo>
                <a:lnTo>
                  <a:pt x="1735609" y="485386"/>
                </a:lnTo>
                <a:lnTo>
                  <a:pt x="1748644" y="481102"/>
                </a:lnTo>
                <a:lnTo>
                  <a:pt x="1794072" y="480323"/>
                </a:lnTo>
                <a:lnTo>
                  <a:pt x="1798450" y="482173"/>
                </a:lnTo>
                <a:lnTo>
                  <a:pt x="1799422" y="487236"/>
                </a:lnTo>
                <a:lnTo>
                  <a:pt x="1798450" y="491033"/>
                </a:lnTo>
                <a:lnTo>
                  <a:pt x="1800298" y="493273"/>
                </a:lnTo>
                <a:lnTo>
                  <a:pt x="1806329" y="493467"/>
                </a:lnTo>
                <a:lnTo>
                  <a:pt x="1811874" y="495804"/>
                </a:lnTo>
                <a:lnTo>
                  <a:pt x="1834539" y="503691"/>
                </a:lnTo>
                <a:lnTo>
                  <a:pt x="1844170" y="506126"/>
                </a:lnTo>
                <a:lnTo>
                  <a:pt x="1849520" y="505541"/>
                </a:lnTo>
                <a:lnTo>
                  <a:pt x="1860123" y="512552"/>
                </a:lnTo>
                <a:lnTo>
                  <a:pt x="1865960" y="510118"/>
                </a:lnTo>
                <a:lnTo>
                  <a:pt x="1873547" y="505249"/>
                </a:lnTo>
                <a:lnTo>
                  <a:pt x="1880843" y="498531"/>
                </a:lnTo>
                <a:lnTo>
                  <a:pt x="1887361" y="493273"/>
                </a:lnTo>
                <a:lnTo>
                  <a:pt x="1896894" y="491228"/>
                </a:lnTo>
                <a:lnTo>
                  <a:pt x="1909150" y="491520"/>
                </a:lnTo>
                <a:lnTo>
                  <a:pt x="1923645" y="489670"/>
                </a:lnTo>
                <a:lnTo>
                  <a:pt x="1934540" y="486846"/>
                </a:lnTo>
                <a:lnTo>
                  <a:pt x="1946797" y="491520"/>
                </a:lnTo>
                <a:lnTo>
                  <a:pt x="1950007" y="490060"/>
                </a:lnTo>
                <a:lnTo>
                  <a:pt x="1952049" y="485483"/>
                </a:lnTo>
                <a:lnTo>
                  <a:pt x="1958372" y="475454"/>
                </a:lnTo>
                <a:lnTo>
                  <a:pt x="1961193" y="468736"/>
                </a:lnTo>
                <a:lnTo>
                  <a:pt x="1963625" y="455786"/>
                </a:lnTo>
                <a:lnTo>
                  <a:pt x="1965376" y="452670"/>
                </a:lnTo>
                <a:lnTo>
                  <a:pt x="1969948" y="450917"/>
                </a:lnTo>
                <a:lnTo>
                  <a:pt x="1974715" y="448483"/>
                </a:lnTo>
                <a:lnTo>
                  <a:pt x="1975979" y="444588"/>
                </a:lnTo>
                <a:lnTo>
                  <a:pt x="1977730" y="440109"/>
                </a:lnTo>
                <a:lnTo>
                  <a:pt x="1976271" y="436312"/>
                </a:lnTo>
                <a:lnTo>
                  <a:pt x="1973548" y="433099"/>
                </a:lnTo>
                <a:lnTo>
                  <a:pt x="1970727" y="422388"/>
                </a:lnTo>
                <a:lnTo>
                  <a:pt x="1971602" y="417422"/>
                </a:lnTo>
                <a:lnTo>
                  <a:pt x="1973353" y="413819"/>
                </a:lnTo>
                <a:lnTo>
                  <a:pt x="1978217" y="411969"/>
                </a:lnTo>
                <a:lnTo>
                  <a:pt x="1991155" y="403985"/>
                </a:lnTo>
                <a:lnTo>
                  <a:pt x="2002633" y="394735"/>
                </a:lnTo>
                <a:lnTo>
                  <a:pt x="2008859" y="390159"/>
                </a:lnTo>
                <a:lnTo>
                  <a:pt x="2011583" y="387238"/>
                </a:lnTo>
                <a:lnTo>
                  <a:pt x="2011777" y="382953"/>
                </a:lnTo>
                <a:lnTo>
                  <a:pt x="2006816" y="378572"/>
                </a:lnTo>
                <a:lnTo>
                  <a:pt x="2002050" y="376430"/>
                </a:lnTo>
                <a:lnTo>
                  <a:pt x="2001661" y="371269"/>
                </a:lnTo>
                <a:lnTo>
                  <a:pt x="2001855" y="367764"/>
                </a:lnTo>
                <a:lnTo>
                  <a:pt x="2003314" y="364356"/>
                </a:lnTo>
                <a:lnTo>
                  <a:pt x="2002633" y="361143"/>
                </a:lnTo>
                <a:lnTo>
                  <a:pt x="2002536" y="356274"/>
                </a:lnTo>
                <a:lnTo>
                  <a:pt x="2005649" y="351016"/>
                </a:lnTo>
                <a:lnTo>
                  <a:pt x="2012653" y="343324"/>
                </a:lnTo>
                <a:lnTo>
                  <a:pt x="2018198" y="338261"/>
                </a:lnTo>
                <a:lnTo>
                  <a:pt x="2024326" y="341377"/>
                </a:lnTo>
                <a:lnTo>
                  <a:pt x="2031524" y="339916"/>
                </a:lnTo>
                <a:lnTo>
                  <a:pt x="2038334" y="337482"/>
                </a:lnTo>
                <a:lnTo>
                  <a:pt x="2042128" y="328329"/>
                </a:lnTo>
                <a:lnTo>
                  <a:pt x="2042711" y="323948"/>
                </a:lnTo>
                <a:lnTo>
                  <a:pt x="2041836" y="320442"/>
                </a:lnTo>
                <a:lnTo>
                  <a:pt x="2044170" y="307492"/>
                </a:lnTo>
                <a:lnTo>
                  <a:pt x="2044754" y="305545"/>
                </a:lnTo>
                <a:lnTo>
                  <a:pt x="2049229" y="297366"/>
                </a:lnTo>
                <a:lnTo>
                  <a:pt x="2049715" y="291913"/>
                </a:lnTo>
                <a:lnTo>
                  <a:pt x="2047186" y="279060"/>
                </a:lnTo>
                <a:lnTo>
                  <a:pt x="2048742" y="269421"/>
                </a:lnTo>
                <a:lnTo>
                  <a:pt x="2049423" y="249363"/>
                </a:lnTo>
                <a:lnTo>
                  <a:pt x="2052147" y="245760"/>
                </a:lnTo>
                <a:lnTo>
                  <a:pt x="2055260" y="235439"/>
                </a:lnTo>
                <a:lnTo>
                  <a:pt x="2060221" y="224631"/>
                </a:lnTo>
                <a:lnTo>
                  <a:pt x="2070241" y="218691"/>
                </a:lnTo>
                <a:lnTo>
                  <a:pt x="2075591" y="210999"/>
                </a:lnTo>
                <a:lnTo>
                  <a:pt x="2077925" y="209539"/>
                </a:lnTo>
                <a:lnTo>
                  <a:pt x="2081330" y="209441"/>
                </a:lnTo>
                <a:lnTo>
                  <a:pt x="2093587" y="215089"/>
                </a:lnTo>
                <a:lnTo>
                  <a:pt x="2104482" y="208857"/>
                </a:lnTo>
                <a:lnTo>
                  <a:pt x="2114404" y="208078"/>
                </a:lnTo>
                <a:lnTo>
                  <a:pt x="2122575" y="208954"/>
                </a:lnTo>
                <a:lnTo>
                  <a:pt x="2127245" y="211583"/>
                </a:lnTo>
                <a:lnTo>
                  <a:pt x="2131817" y="213433"/>
                </a:lnTo>
                <a:lnTo>
                  <a:pt x="2141544" y="207299"/>
                </a:lnTo>
                <a:lnTo>
                  <a:pt x="2145241" y="208370"/>
                </a:lnTo>
                <a:lnTo>
                  <a:pt x="2148743" y="210512"/>
                </a:lnTo>
                <a:lnTo>
                  <a:pt x="2153607" y="210415"/>
                </a:lnTo>
                <a:lnTo>
                  <a:pt x="2159346" y="208857"/>
                </a:lnTo>
                <a:lnTo>
                  <a:pt x="2173548" y="210318"/>
                </a:lnTo>
                <a:lnTo>
                  <a:pt x="2198548" y="210610"/>
                </a:lnTo>
                <a:lnTo>
                  <a:pt x="2215766" y="214310"/>
                </a:lnTo>
                <a:lnTo>
                  <a:pt x="2232595" y="224631"/>
                </a:lnTo>
                <a:lnTo>
                  <a:pt x="2240961" y="226773"/>
                </a:lnTo>
                <a:lnTo>
                  <a:pt x="2244560" y="226773"/>
                </a:lnTo>
                <a:lnTo>
                  <a:pt x="2243782" y="227649"/>
                </a:lnTo>
                <a:lnTo>
                  <a:pt x="2237070" y="230473"/>
                </a:lnTo>
                <a:lnTo>
                  <a:pt x="2233957" y="236023"/>
                </a:lnTo>
                <a:lnTo>
                  <a:pt x="2243101" y="244592"/>
                </a:lnTo>
                <a:lnTo>
                  <a:pt x="2243782" y="250239"/>
                </a:lnTo>
                <a:lnTo>
                  <a:pt x="2250883" y="255302"/>
                </a:lnTo>
                <a:lnTo>
                  <a:pt x="2259541" y="263189"/>
                </a:lnTo>
                <a:lnTo>
                  <a:pt x="2259930" y="265818"/>
                </a:lnTo>
                <a:lnTo>
                  <a:pt x="2262848" y="269323"/>
                </a:lnTo>
                <a:lnTo>
                  <a:pt x="2264307" y="273705"/>
                </a:lnTo>
                <a:lnTo>
                  <a:pt x="2258179" y="277989"/>
                </a:lnTo>
                <a:lnTo>
                  <a:pt x="2250008" y="278866"/>
                </a:lnTo>
                <a:lnTo>
                  <a:pt x="2243879" y="274776"/>
                </a:lnTo>
                <a:lnTo>
                  <a:pt x="2238334" y="269713"/>
                </a:lnTo>
                <a:lnTo>
                  <a:pt x="2236875" y="275945"/>
                </a:lnTo>
                <a:lnTo>
                  <a:pt x="2232498" y="279547"/>
                </a:lnTo>
                <a:lnTo>
                  <a:pt x="2216739" y="278574"/>
                </a:lnTo>
                <a:lnTo>
                  <a:pt x="2205455" y="278574"/>
                </a:lnTo>
                <a:lnTo>
                  <a:pt x="2194171" y="280131"/>
                </a:lnTo>
                <a:lnTo>
                  <a:pt x="2199813" y="281105"/>
                </a:lnTo>
                <a:lnTo>
                  <a:pt x="2204871" y="283150"/>
                </a:lnTo>
                <a:lnTo>
                  <a:pt x="2222381" y="299216"/>
                </a:lnTo>
                <a:lnTo>
                  <a:pt x="2226175" y="305253"/>
                </a:lnTo>
                <a:lnTo>
                  <a:pt x="2220046" y="317034"/>
                </a:lnTo>
                <a:lnTo>
                  <a:pt x="2222965" y="321903"/>
                </a:lnTo>
                <a:lnTo>
                  <a:pt x="2229774" y="324727"/>
                </a:lnTo>
                <a:lnTo>
                  <a:pt x="2238043" y="330569"/>
                </a:lnTo>
                <a:lnTo>
                  <a:pt x="2243879" y="331250"/>
                </a:lnTo>
                <a:lnTo>
                  <a:pt x="2248159" y="334561"/>
                </a:lnTo>
                <a:lnTo>
                  <a:pt x="2248257" y="340306"/>
                </a:lnTo>
                <a:lnTo>
                  <a:pt x="2250786" y="345564"/>
                </a:lnTo>
                <a:lnTo>
                  <a:pt x="2244074" y="347706"/>
                </a:lnTo>
                <a:lnTo>
                  <a:pt x="2250689" y="349069"/>
                </a:lnTo>
                <a:lnTo>
                  <a:pt x="2256622" y="351795"/>
                </a:lnTo>
                <a:lnTo>
                  <a:pt x="2253412" y="354522"/>
                </a:lnTo>
                <a:lnTo>
                  <a:pt x="2250883" y="357832"/>
                </a:lnTo>
                <a:lnTo>
                  <a:pt x="2253607" y="359585"/>
                </a:lnTo>
                <a:lnTo>
                  <a:pt x="2261681" y="362603"/>
                </a:lnTo>
                <a:lnTo>
                  <a:pt x="2265183" y="365427"/>
                </a:lnTo>
                <a:lnTo>
                  <a:pt x="2267031" y="373022"/>
                </a:lnTo>
                <a:lnTo>
                  <a:pt x="2274910" y="385388"/>
                </a:lnTo>
                <a:lnTo>
                  <a:pt x="2289307" y="401356"/>
                </a:lnTo>
                <a:lnTo>
                  <a:pt x="2292518" y="407198"/>
                </a:lnTo>
                <a:lnTo>
                  <a:pt x="2292420" y="412554"/>
                </a:lnTo>
                <a:lnTo>
                  <a:pt x="2290086" y="417227"/>
                </a:lnTo>
                <a:lnTo>
                  <a:pt x="2281817" y="422583"/>
                </a:lnTo>
                <a:lnTo>
                  <a:pt x="2275202" y="429691"/>
                </a:lnTo>
                <a:lnTo>
                  <a:pt x="2274424" y="432222"/>
                </a:lnTo>
                <a:lnTo>
                  <a:pt x="2265475" y="435533"/>
                </a:lnTo>
                <a:lnTo>
                  <a:pt x="2269560" y="437967"/>
                </a:lnTo>
                <a:lnTo>
                  <a:pt x="2272868" y="441278"/>
                </a:lnTo>
                <a:lnTo>
                  <a:pt x="2278996" y="451112"/>
                </a:lnTo>
                <a:lnTo>
                  <a:pt x="2293782" y="467178"/>
                </a:lnTo>
                <a:lnTo>
                  <a:pt x="2301272" y="473215"/>
                </a:lnTo>
                <a:lnTo>
                  <a:pt x="2331915" y="495025"/>
                </a:lnTo>
                <a:lnTo>
                  <a:pt x="2348160" y="504470"/>
                </a:lnTo>
                <a:lnTo>
                  <a:pt x="2368977" y="526184"/>
                </a:lnTo>
                <a:lnTo>
                  <a:pt x="2379677" y="531247"/>
                </a:lnTo>
                <a:lnTo>
                  <a:pt x="2381817" y="537284"/>
                </a:lnTo>
                <a:lnTo>
                  <a:pt x="2372771" y="546534"/>
                </a:lnTo>
                <a:lnTo>
                  <a:pt x="2359638" y="551207"/>
                </a:lnTo>
                <a:lnTo>
                  <a:pt x="2338043" y="553642"/>
                </a:lnTo>
                <a:lnTo>
                  <a:pt x="2316350" y="550429"/>
                </a:lnTo>
                <a:lnTo>
                  <a:pt x="2305066" y="547800"/>
                </a:lnTo>
                <a:lnTo>
                  <a:pt x="2295339" y="542444"/>
                </a:lnTo>
                <a:lnTo>
                  <a:pt x="2287556" y="531734"/>
                </a:lnTo>
                <a:lnTo>
                  <a:pt x="2277440" y="525891"/>
                </a:lnTo>
                <a:lnTo>
                  <a:pt x="2281331" y="532415"/>
                </a:lnTo>
                <a:lnTo>
                  <a:pt x="2283763" y="539036"/>
                </a:lnTo>
                <a:lnTo>
                  <a:pt x="2282498" y="546242"/>
                </a:lnTo>
                <a:lnTo>
                  <a:pt x="2278510" y="551986"/>
                </a:lnTo>
                <a:lnTo>
                  <a:pt x="2271700" y="556076"/>
                </a:lnTo>
                <a:lnTo>
                  <a:pt x="2264307" y="559484"/>
                </a:lnTo>
                <a:lnTo>
                  <a:pt x="2261194" y="561821"/>
                </a:lnTo>
                <a:lnTo>
                  <a:pt x="2242517" y="599697"/>
                </a:lnTo>
                <a:lnTo>
                  <a:pt x="2239502" y="609921"/>
                </a:lnTo>
                <a:lnTo>
                  <a:pt x="2233860" y="652374"/>
                </a:lnTo>
                <a:lnTo>
                  <a:pt x="2233762" y="664448"/>
                </a:lnTo>
                <a:lnTo>
                  <a:pt x="2242128" y="686843"/>
                </a:lnTo>
                <a:lnTo>
                  <a:pt x="2242906" y="698625"/>
                </a:lnTo>
                <a:lnTo>
                  <a:pt x="2244560" y="703785"/>
                </a:lnTo>
                <a:lnTo>
                  <a:pt x="2243393" y="707972"/>
                </a:lnTo>
                <a:lnTo>
                  <a:pt x="2239502" y="710504"/>
                </a:lnTo>
                <a:lnTo>
                  <a:pt x="2223451" y="717319"/>
                </a:lnTo>
                <a:lnTo>
                  <a:pt x="2212167" y="723064"/>
                </a:lnTo>
                <a:lnTo>
                  <a:pt x="2202926" y="731146"/>
                </a:lnTo>
                <a:lnTo>
                  <a:pt x="2195533" y="741272"/>
                </a:lnTo>
                <a:lnTo>
                  <a:pt x="2189015" y="748575"/>
                </a:lnTo>
                <a:lnTo>
                  <a:pt x="2180358" y="752080"/>
                </a:lnTo>
                <a:lnTo>
                  <a:pt x="2174035" y="751496"/>
                </a:lnTo>
                <a:lnTo>
                  <a:pt x="2168976" y="748186"/>
                </a:lnTo>
                <a:lnTo>
                  <a:pt x="2165474" y="741662"/>
                </a:lnTo>
                <a:lnTo>
                  <a:pt x="2163431" y="734554"/>
                </a:lnTo>
                <a:lnTo>
                  <a:pt x="2162070" y="739812"/>
                </a:lnTo>
                <a:lnTo>
                  <a:pt x="2162361" y="744972"/>
                </a:lnTo>
                <a:lnTo>
                  <a:pt x="2165280" y="750425"/>
                </a:lnTo>
                <a:lnTo>
                  <a:pt x="2166447" y="756267"/>
                </a:lnTo>
                <a:lnTo>
                  <a:pt x="2164696" y="762109"/>
                </a:lnTo>
                <a:lnTo>
                  <a:pt x="2161000" y="766880"/>
                </a:lnTo>
                <a:lnTo>
                  <a:pt x="2150980" y="772041"/>
                </a:lnTo>
                <a:lnTo>
                  <a:pt x="2145338" y="776423"/>
                </a:lnTo>
                <a:lnTo>
                  <a:pt x="2144463" y="784115"/>
                </a:lnTo>
                <a:lnTo>
                  <a:pt x="2141836" y="788496"/>
                </a:lnTo>
                <a:lnTo>
                  <a:pt x="2137945" y="791904"/>
                </a:lnTo>
                <a:lnTo>
                  <a:pt x="2123743" y="799597"/>
                </a:lnTo>
                <a:lnTo>
                  <a:pt x="2120630" y="802712"/>
                </a:lnTo>
                <a:lnTo>
                  <a:pt x="2118198" y="806704"/>
                </a:lnTo>
                <a:lnTo>
                  <a:pt x="2125785" y="806120"/>
                </a:lnTo>
                <a:lnTo>
                  <a:pt x="2132692" y="806704"/>
                </a:lnTo>
                <a:lnTo>
                  <a:pt x="2133276" y="814397"/>
                </a:lnTo>
                <a:lnTo>
                  <a:pt x="2135416" y="820141"/>
                </a:lnTo>
                <a:lnTo>
                  <a:pt x="2132692" y="832799"/>
                </a:lnTo>
                <a:lnTo>
                  <a:pt x="2121992" y="841271"/>
                </a:lnTo>
                <a:lnTo>
                  <a:pt x="2127342" y="843023"/>
                </a:lnTo>
                <a:lnTo>
                  <a:pt x="2132108" y="845847"/>
                </a:lnTo>
                <a:lnTo>
                  <a:pt x="2142809" y="847892"/>
                </a:lnTo>
                <a:lnTo>
                  <a:pt x="2146408" y="856850"/>
                </a:lnTo>
                <a:lnTo>
                  <a:pt x="2144852" y="867658"/>
                </a:lnTo>
                <a:lnTo>
                  <a:pt x="2142906" y="877395"/>
                </a:lnTo>
                <a:lnTo>
                  <a:pt x="2135221" y="880024"/>
                </a:lnTo>
                <a:lnTo>
                  <a:pt x="2130455" y="878271"/>
                </a:lnTo>
                <a:lnTo>
                  <a:pt x="2125785" y="878466"/>
                </a:lnTo>
                <a:lnTo>
                  <a:pt x="2122283" y="881387"/>
                </a:lnTo>
                <a:lnTo>
                  <a:pt x="2121311" y="886353"/>
                </a:lnTo>
                <a:lnTo>
                  <a:pt x="2127926" y="883918"/>
                </a:lnTo>
                <a:lnTo>
                  <a:pt x="2127634" y="896479"/>
                </a:lnTo>
                <a:lnTo>
                  <a:pt x="2125785" y="908747"/>
                </a:lnTo>
                <a:lnTo>
                  <a:pt x="2123645" y="915466"/>
                </a:lnTo>
                <a:lnTo>
                  <a:pt x="2119560" y="921016"/>
                </a:lnTo>
                <a:lnTo>
                  <a:pt x="2113431" y="922769"/>
                </a:lnTo>
                <a:lnTo>
                  <a:pt x="2107595" y="918679"/>
                </a:lnTo>
                <a:lnTo>
                  <a:pt x="2106427" y="923450"/>
                </a:lnTo>
                <a:lnTo>
                  <a:pt x="2108178" y="927442"/>
                </a:lnTo>
                <a:lnTo>
                  <a:pt x="2116447" y="937277"/>
                </a:lnTo>
                <a:lnTo>
                  <a:pt x="2111389" y="939516"/>
                </a:lnTo>
                <a:lnTo>
                  <a:pt x="2107692" y="942827"/>
                </a:lnTo>
                <a:lnTo>
                  <a:pt x="2106038" y="947695"/>
                </a:lnTo>
                <a:lnTo>
                  <a:pt x="2097089" y="958893"/>
                </a:lnTo>
                <a:lnTo>
                  <a:pt x="2093101" y="967169"/>
                </a:lnTo>
                <a:lnTo>
                  <a:pt x="2091350" y="975932"/>
                </a:lnTo>
                <a:lnTo>
                  <a:pt x="2087167" y="982943"/>
                </a:lnTo>
                <a:lnTo>
                  <a:pt x="2019268" y="1013322"/>
                </a:lnTo>
                <a:lnTo>
                  <a:pt x="1964404" y="1038930"/>
                </a:lnTo>
                <a:lnTo>
                  <a:pt x="1960415" y="1037178"/>
                </a:lnTo>
                <a:lnTo>
                  <a:pt x="1957691" y="1033283"/>
                </a:lnTo>
                <a:lnTo>
                  <a:pt x="1955843" y="993459"/>
                </a:lnTo>
                <a:lnTo>
                  <a:pt x="1949034" y="973109"/>
                </a:lnTo>
                <a:lnTo>
                  <a:pt x="1948061" y="961716"/>
                </a:lnTo>
                <a:lnTo>
                  <a:pt x="1940279" y="971940"/>
                </a:lnTo>
                <a:lnTo>
                  <a:pt x="1935512" y="970869"/>
                </a:lnTo>
                <a:lnTo>
                  <a:pt x="1930357" y="968240"/>
                </a:lnTo>
                <a:lnTo>
                  <a:pt x="1926563" y="964930"/>
                </a:lnTo>
                <a:lnTo>
                  <a:pt x="1926271" y="960548"/>
                </a:lnTo>
                <a:lnTo>
                  <a:pt x="1930357" y="947890"/>
                </a:lnTo>
                <a:lnTo>
                  <a:pt x="1925396" y="954803"/>
                </a:lnTo>
                <a:lnTo>
                  <a:pt x="1919851" y="960158"/>
                </a:lnTo>
                <a:lnTo>
                  <a:pt x="1914209" y="959477"/>
                </a:lnTo>
                <a:lnTo>
                  <a:pt x="1909345" y="956848"/>
                </a:lnTo>
                <a:lnTo>
                  <a:pt x="1907497" y="952758"/>
                </a:lnTo>
                <a:lnTo>
                  <a:pt x="1904870" y="952174"/>
                </a:lnTo>
                <a:lnTo>
                  <a:pt x="1892905" y="963372"/>
                </a:lnTo>
                <a:lnTo>
                  <a:pt x="1877049" y="969409"/>
                </a:lnTo>
                <a:lnTo>
                  <a:pt x="1868197" y="969311"/>
                </a:lnTo>
                <a:lnTo>
                  <a:pt x="1861290" y="965903"/>
                </a:lnTo>
                <a:lnTo>
                  <a:pt x="1861582" y="957335"/>
                </a:lnTo>
                <a:lnTo>
                  <a:pt x="1860901" y="948961"/>
                </a:lnTo>
                <a:lnTo>
                  <a:pt x="1858956" y="944093"/>
                </a:lnTo>
                <a:lnTo>
                  <a:pt x="1854676" y="942340"/>
                </a:lnTo>
                <a:lnTo>
                  <a:pt x="1850785" y="942924"/>
                </a:lnTo>
                <a:lnTo>
                  <a:pt x="1839403" y="947306"/>
                </a:lnTo>
                <a:lnTo>
                  <a:pt x="1835318" y="946819"/>
                </a:lnTo>
                <a:lnTo>
                  <a:pt x="1832983" y="948961"/>
                </a:lnTo>
                <a:lnTo>
                  <a:pt x="1802924" y="918484"/>
                </a:lnTo>
                <a:lnTo>
                  <a:pt x="1796796" y="943216"/>
                </a:lnTo>
                <a:lnTo>
                  <a:pt x="1776076" y="956361"/>
                </a:lnTo>
                <a:lnTo>
                  <a:pt x="1760706" y="963956"/>
                </a:lnTo>
                <a:lnTo>
                  <a:pt x="1745531" y="961132"/>
                </a:lnTo>
                <a:lnTo>
                  <a:pt x="1730064" y="956264"/>
                </a:lnTo>
                <a:lnTo>
                  <a:pt x="1714695" y="962106"/>
                </a:lnTo>
                <a:lnTo>
                  <a:pt x="1697963" y="976614"/>
                </a:lnTo>
                <a:lnTo>
                  <a:pt x="1693294" y="978853"/>
                </a:lnTo>
                <a:lnTo>
                  <a:pt x="1688527" y="978756"/>
                </a:lnTo>
                <a:lnTo>
                  <a:pt x="1685025" y="976906"/>
                </a:lnTo>
                <a:lnTo>
                  <a:pt x="1686193" y="965903"/>
                </a:lnTo>
                <a:lnTo>
                  <a:pt x="1686387" y="954998"/>
                </a:lnTo>
                <a:lnTo>
                  <a:pt x="1685122" y="930558"/>
                </a:lnTo>
                <a:lnTo>
                  <a:pt x="1683761" y="925787"/>
                </a:lnTo>
                <a:lnTo>
                  <a:pt x="1678994" y="919069"/>
                </a:lnTo>
                <a:lnTo>
                  <a:pt x="1672671" y="914200"/>
                </a:lnTo>
                <a:lnTo>
                  <a:pt x="1669072" y="917803"/>
                </a:lnTo>
                <a:lnTo>
                  <a:pt x="1665862" y="922574"/>
                </a:lnTo>
                <a:lnTo>
                  <a:pt x="1653216" y="922379"/>
                </a:lnTo>
                <a:lnTo>
                  <a:pt x="1640862" y="918582"/>
                </a:lnTo>
                <a:lnTo>
                  <a:pt x="1630258" y="920724"/>
                </a:lnTo>
                <a:lnTo>
                  <a:pt x="1609344" y="930461"/>
                </a:lnTo>
                <a:lnTo>
                  <a:pt x="1598254" y="931921"/>
                </a:lnTo>
                <a:lnTo>
                  <a:pt x="1592321" y="929779"/>
                </a:lnTo>
                <a:lnTo>
                  <a:pt x="1588527" y="924521"/>
                </a:lnTo>
                <a:lnTo>
                  <a:pt x="1590667" y="919750"/>
                </a:lnTo>
                <a:lnTo>
                  <a:pt x="1595239" y="916148"/>
                </a:lnTo>
                <a:lnTo>
                  <a:pt x="1586679" y="918971"/>
                </a:lnTo>
                <a:lnTo>
                  <a:pt x="1579383" y="923937"/>
                </a:lnTo>
                <a:lnTo>
                  <a:pt x="1576173" y="927053"/>
                </a:lnTo>
                <a:lnTo>
                  <a:pt x="1572768" y="925495"/>
                </a:lnTo>
                <a:lnTo>
                  <a:pt x="1563624" y="914395"/>
                </a:lnTo>
                <a:lnTo>
                  <a:pt x="1544558" y="918582"/>
                </a:lnTo>
                <a:lnTo>
                  <a:pt x="1541931" y="919848"/>
                </a:lnTo>
                <a:lnTo>
                  <a:pt x="1537262" y="923548"/>
                </a:lnTo>
                <a:lnTo>
                  <a:pt x="1532690" y="921698"/>
                </a:lnTo>
                <a:lnTo>
                  <a:pt x="1530453" y="917705"/>
                </a:lnTo>
                <a:lnTo>
                  <a:pt x="1529577" y="894726"/>
                </a:lnTo>
                <a:lnTo>
                  <a:pt x="1519850" y="850423"/>
                </a:lnTo>
                <a:lnTo>
                  <a:pt x="1517223" y="827736"/>
                </a:lnTo>
                <a:lnTo>
                  <a:pt x="1515083" y="822381"/>
                </a:lnTo>
                <a:lnTo>
                  <a:pt x="1503896" y="814299"/>
                </a:lnTo>
                <a:lnTo>
                  <a:pt x="1504285" y="802615"/>
                </a:lnTo>
                <a:lnTo>
                  <a:pt x="1510025" y="792878"/>
                </a:lnTo>
                <a:lnTo>
                  <a:pt x="1511289" y="781486"/>
                </a:lnTo>
                <a:lnTo>
                  <a:pt x="1509635" y="769120"/>
                </a:lnTo>
                <a:lnTo>
                  <a:pt x="1506134" y="757046"/>
                </a:lnTo>
                <a:lnTo>
                  <a:pt x="1501756" y="747893"/>
                </a:lnTo>
                <a:lnTo>
                  <a:pt x="1495433" y="740104"/>
                </a:lnTo>
                <a:lnTo>
                  <a:pt x="1487067" y="731341"/>
                </a:lnTo>
                <a:lnTo>
                  <a:pt x="1476853" y="724817"/>
                </a:lnTo>
                <a:lnTo>
                  <a:pt x="1454674" y="717514"/>
                </a:lnTo>
                <a:lnTo>
                  <a:pt x="1442904" y="718098"/>
                </a:lnTo>
                <a:lnTo>
                  <a:pt x="1438624" y="715275"/>
                </a:lnTo>
                <a:lnTo>
                  <a:pt x="1435705" y="711477"/>
                </a:lnTo>
                <a:lnTo>
                  <a:pt x="1436873" y="704175"/>
                </a:lnTo>
                <a:lnTo>
                  <a:pt x="1440861" y="699111"/>
                </a:lnTo>
                <a:lnTo>
                  <a:pt x="1446114" y="697846"/>
                </a:lnTo>
                <a:lnTo>
                  <a:pt x="1446795" y="695022"/>
                </a:lnTo>
                <a:lnTo>
                  <a:pt x="1435511" y="689082"/>
                </a:lnTo>
                <a:lnTo>
                  <a:pt x="1426172" y="681098"/>
                </a:lnTo>
                <a:lnTo>
                  <a:pt x="1423157" y="676230"/>
                </a:lnTo>
                <a:lnTo>
                  <a:pt x="1422281" y="670972"/>
                </a:lnTo>
                <a:lnTo>
                  <a:pt x="1422378" y="658703"/>
                </a:lnTo>
                <a:lnTo>
                  <a:pt x="1425102" y="651011"/>
                </a:lnTo>
                <a:lnTo>
                  <a:pt x="1426561" y="646727"/>
                </a:lnTo>
                <a:lnTo>
                  <a:pt x="1429480" y="633777"/>
                </a:lnTo>
                <a:lnTo>
                  <a:pt x="1435608" y="629882"/>
                </a:lnTo>
                <a:lnTo>
                  <a:pt x="1434538" y="627448"/>
                </a:lnTo>
                <a:lnTo>
                  <a:pt x="1431911" y="625695"/>
                </a:lnTo>
                <a:lnTo>
                  <a:pt x="1428118" y="621508"/>
                </a:lnTo>
                <a:lnTo>
                  <a:pt x="1425005" y="616542"/>
                </a:lnTo>
                <a:lnTo>
                  <a:pt x="1417806" y="608266"/>
                </a:lnTo>
                <a:lnTo>
                  <a:pt x="1405160" y="598237"/>
                </a:lnTo>
                <a:lnTo>
                  <a:pt x="1403020" y="581002"/>
                </a:lnTo>
                <a:lnTo>
                  <a:pt x="1401367" y="555589"/>
                </a:lnTo>
                <a:lnTo>
                  <a:pt x="1402437" y="544002"/>
                </a:lnTo>
                <a:lnTo>
                  <a:pt x="1406522" y="522386"/>
                </a:lnTo>
                <a:lnTo>
                  <a:pt x="1413526" y="515668"/>
                </a:lnTo>
                <a:lnTo>
                  <a:pt x="1419071" y="513720"/>
                </a:lnTo>
                <a:lnTo>
                  <a:pt x="1423351" y="510799"/>
                </a:lnTo>
                <a:lnTo>
                  <a:pt x="1419849" y="510410"/>
                </a:lnTo>
                <a:lnTo>
                  <a:pt x="1416834" y="511481"/>
                </a:lnTo>
                <a:lnTo>
                  <a:pt x="1411483" y="512162"/>
                </a:lnTo>
                <a:lnTo>
                  <a:pt x="1415861" y="492883"/>
                </a:lnTo>
                <a:lnTo>
                  <a:pt x="1417904" y="487236"/>
                </a:lnTo>
                <a:lnTo>
                  <a:pt x="1426756" y="476428"/>
                </a:lnTo>
                <a:lnTo>
                  <a:pt x="1437067" y="466886"/>
                </a:lnTo>
                <a:lnTo>
                  <a:pt x="1441445" y="455591"/>
                </a:lnTo>
                <a:lnTo>
                  <a:pt x="1447378" y="445659"/>
                </a:lnTo>
                <a:lnTo>
                  <a:pt x="1471698" y="435435"/>
                </a:lnTo>
                <a:close/>
              </a:path>
              <a:path w="4572000" h="1752647">
                <a:moveTo>
                  <a:pt x="3232793" y="550331"/>
                </a:moveTo>
                <a:lnTo>
                  <a:pt x="3239797" y="552473"/>
                </a:lnTo>
                <a:lnTo>
                  <a:pt x="3247190" y="551889"/>
                </a:lnTo>
                <a:lnTo>
                  <a:pt x="3250887" y="547507"/>
                </a:lnTo>
                <a:lnTo>
                  <a:pt x="3251859" y="541860"/>
                </a:lnTo>
                <a:lnTo>
                  <a:pt x="3255556" y="531344"/>
                </a:lnTo>
                <a:lnTo>
                  <a:pt x="3264116" y="524236"/>
                </a:lnTo>
                <a:lnTo>
                  <a:pt x="3270147" y="523165"/>
                </a:lnTo>
                <a:lnTo>
                  <a:pt x="3274427" y="520147"/>
                </a:lnTo>
                <a:lnTo>
                  <a:pt x="3273649" y="512357"/>
                </a:lnTo>
                <a:lnTo>
                  <a:pt x="3274038" y="504665"/>
                </a:lnTo>
                <a:lnTo>
                  <a:pt x="3280361" y="496486"/>
                </a:lnTo>
                <a:lnTo>
                  <a:pt x="3300011" y="485094"/>
                </a:lnTo>
                <a:lnTo>
                  <a:pt x="3311198" y="481102"/>
                </a:lnTo>
                <a:lnTo>
                  <a:pt x="3325692" y="479738"/>
                </a:lnTo>
                <a:lnTo>
                  <a:pt x="3327346" y="484120"/>
                </a:lnTo>
                <a:lnTo>
                  <a:pt x="3325692" y="490352"/>
                </a:lnTo>
                <a:lnTo>
                  <a:pt x="3328513" y="499797"/>
                </a:lnTo>
                <a:lnTo>
                  <a:pt x="3327151" y="525210"/>
                </a:lnTo>
                <a:lnTo>
                  <a:pt x="3323844" y="528813"/>
                </a:lnTo>
                <a:lnTo>
                  <a:pt x="3308863" y="537576"/>
                </a:lnTo>
                <a:lnTo>
                  <a:pt x="3292424" y="544586"/>
                </a:lnTo>
                <a:lnTo>
                  <a:pt x="3287852" y="547507"/>
                </a:lnTo>
                <a:lnTo>
                  <a:pt x="3283766" y="554518"/>
                </a:lnTo>
                <a:lnTo>
                  <a:pt x="3284155" y="561431"/>
                </a:lnTo>
                <a:lnTo>
                  <a:pt x="3297482" y="570681"/>
                </a:lnTo>
                <a:lnTo>
                  <a:pt x="3318202" y="579347"/>
                </a:lnTo>
                <a:lnTo>
                  <a:pt x="3322482" y="583437"/>
                </a:lnTo>
                <a:lnTo>
                  <a:pt x="3325303" y="590253"/>
                </a:lnTo>
                <a:lnTo>
                  <a:pt x="3326081" y="597847"/>
                </a:lnTo>
                <a:lnTo>
                  <a:pt x="3331042" y="601450"/>
                </a:lnTo>
                <a:lnTo>
                  <a:pt x="3338046" y="603203"/>
                </a:lnTo>
                <a:lnTo>
                  <a:pt x="3342716" y="606805"/>
                </a:lnTo>
                <a:lnTo>
                  <a:pt x="3346315" y="611869"/>
                </a:lnTo>
                <a:lnTo>
                  <a:pt x="3311295" y="599989"/>
                </a:lnTo>
                <a:lnTo>
                  <a:pt x="3302151" y="594732"/>
                </a:lnTo>
                <a:lnTo>
                  <a:pt x="3291159" y="594147"/>
                </a:lnTo>
                <a:lnTo>
                  <a:pt x="3280264" y="592589"/>
                </a:lnTo>
                <a:lnTo>
                  <a:pt x="3269077" y="588013"/>
                </a:lnTo>
                <a:lnTo>
                  <a:pt x="3257112" y="586942"/>
                </a:lnTo>
                <a:lnTo>
                  <a:pt x="3251373" y="590253"/>
                </a:lnTo>
                <a:lnTo>
                  <a:pt x="3249136" y="596679"/>
                </a:lnTo>
                <a:lnTo>
                  <a:pt x="3247774" y="603884"/>
                </a:lnTo>
                <a:lnTo>
                  <a:pt x="3250497" y="612842"/>
                </a:lnTo>
                <a:lnTo>
                  <a:pt x="3250206" y="618198"/>
                </a:lnTo>
                <a:lnTo>
                  <a:pt x="3247968" y="628032"/>
                </a:lnTo>
                <a:lnTo>
                  <a:pt x="3256626" y="657048"/>
                </a:lnTo>
                <a:lnTo>
                  <a:pt x="3267424" y="680124"/>
                </a:lnTo>
                <a:lnTo>
                  <a:pt x="3283474" y="704175"/>
                </a:lnTo>
                <a:lnTo>
                  <a:pt x="3291354" y="712354"/>
                </a:lnTo>
                <a:lnTo>
                  <a:pt x="3300109" y="719851"/>
                </a:lnTo>
                <a:lnTo>
                  <a:pt x="3285809" y="717612"/>
                </a:lnTo>
                <a:lnTo>
                  <a:pt x="3281431" y="709627"/>
                </a:lnTo>
                <a:lnTo>
                  <a:pt x="3263241" y="701643"/>
                </a:lnTo>
                <a:lnTo>
                  <a:pt x="3259836" y="696872"/>
                </a:lnTo>
                <a:lnTo>
                  <a:pt x="3247968" y="674185"/>
                </a:lnTo>
                <a:lnTo>
                  <a:pt x="3244466" y="669901"/>
                </a:lnTo>
                <a:lnTo>
                  <a:pt x="3233571" y="662111"/>
                </a:lnTo>
                <a:lnTo>
                  <a:pt x="3228805" y="656464"/>
                </a:lnTo>
                <a:lnTo>
                  <a:pt x="3227151" y="648771"/>
                </a:lnTo>
                <a:lnTo>
                  <a:pt x="3228318" y="640690"/>
                </a:lnTo>
                <a:lnTo>
                  <a:pt x="3227735" y="629492"/>
                </a:lnTo>
                <a:lnTo>
                  <a:pt x="3228124" y="618392"/>
                </a:lnTo>
                <a:lnTo>
                  <a:pt x="3230458" y="604858"/>
                </a:lnTo>
                <a:lnTo>
                  <a:pt x="3226567" y="600087"/>
                </a:lnTo>
                <a:lnTo>
                  <a:pt x="3221412" y="595608"/>
                </a:lnTo>
                <a:lnTo>
                  <a:pt x="3215478" y="585189"/>
                </a:lnTo>
                <a:lnTo>
                  <a:pt x="3213727" y="573408"/>
                </a:lnTo>
                <a:lnTo>
                  <a:pt x="3214213" y="566592"/>
                </a:lnTo>
                <a:lnTo>
                  <a:pt x="3216645" y="560555"/>
                </a:lnTo>
                <a:lnTo>
                  <a:pt x="3219953" y="555394"/>
                </a:lnTo>
                <a:lnTo>
                  <a:pt x="3220634" y="550331"/>
                </a:lnTo>
                <a:lnTo>
                  <a:pt x="3212073" y="542931"/>
                </a:lnTo>
                <a:lnTo>
                  <a:pt x="3203221" y="521899"/>
                </a:lnTo>
                <a:lnTo>
                  <a:pt x="3202346" y="510994"/>
                </a:lnTo>
                <a:lnTo>
                  <a:pt x="3213727" y="490060"/>
                </a:lnTo>
                <a:lnTo>
                  <a:pt x="3213532" y="479836"/>
                </a:lnTo>
                <a:lnTo>
                  <a:pt x="3215770" y="473799"/>
                </a:lnTo>
                <a:lnTo>
                  <a:pt x="3217034" y="467373"/>
                </a:lnTo>
                <a:lnTo>
                  <a:pt x="3222968" y="453351"/>
                </a:lnTo>
                <a:lnTo>
                  <a:pt x="3232599" y="441472"/>
                </a:lnTo>
                <a:lnTo>
                  <a:pt x="3249038" y="424822"/>
                </a:lnTo>
                <a:lnTo>
                  <a:pt x="3255264" y="421122"/>
                </a:lnTo>
                <a:lnTo>
                  <a:pt x="3262268" y="418785"/>
                </a:lnTo>
                <a:lnTo>
                  <a:pt x="3262949" y="422875"/>
                </a:lnTo>
                <a:lnTo>
                  <a:pt x="3261782" y="426477"/>
                </a:lnTo>
                <a:lnTo>
                  <a:pt x="3249719" y="443420"/>
                </a:lnTo>
                <a:lnTo>
                  <a:pt x="3248066" y="447314"/>
                </a:lnTo>
                <a:lnTo>
                  <a:pt x="3247774" y="454422"/>
                </a:lnTo>
                <a:lnTo>
                  <a:pt x="3253513" y="458609"/>
                </a:lnTo>
                <a:lnTo>
                  <a:pt x="3259836" y="467275"/>
                </a:lnTo>
                <a:lnTo>
                  <a:pt x="3261101" y="478765"/>
                </a:lnTo>
                <a:lnTo>
                  <a:pt x="3261295" y="490936"/>
                </a:lnTo>
                <a:lnTo>
                  <a:pt x="3259933" y="503204"/>
                </a:lnTo>
                <a:lnTo>
                  <a:pt x="3257599" y="507294"/>
                </a:lnTo>
                <a:lnTo>
                  <a:pt x="3247579" y="519660"/>
                </a:lnTo>
                <a:lnTo>
                  <a:pt x="3225011" y="534168"/>
                </a:lnTo>
                <a:lnTo>
                  <a:pt x="3223065" y="537771"/>
                </a:lnTo>
                <a:lnTo>
                  <a:pt x="3223163" y="541763"/>
                </a:lnTo>
                <a:lnTo>
                  <a:pt x="3227346" y="546534"/>
                </a:lnTo>
                <a:lnTo>
                  <a:pt x="3232793" y="550331"/>
                </a:lnTo>
                <a:close/>
              </a:path>
              <a:path w="4572000" h="1752647">
                <a:moveTo>
                  <a:pt x="3429486" y="911961"/>
                </a:moveTo>
                <a:lnTo>
                  <a:pt x="3451763" y="922769"/>
                </a:lnTo>
                <a:lnTo>
                  <a:pt x="3463339" y="924327"/>
                </a:lnTo>
                <a:lnTo>
                  <a:pt x="3482891" y="922963"/>
                </a:lnTo>
                <a:lnTo>
                  <a:pt x="3490187" y="923937"/>
                </a:lnTo>
                <a:lnTo>
                  <a:pt x="3508767" y="937764"/>
                </a:lnTo>
                <a:lnTo>
                  <a:pt x="3514214" y="947208"/>
                </a:lnTo>
                <a:lnTo>
                  <a:pt x="3515771" y="955387"/>
                </a:lnTo>
                <a:lnTo>
                  <a:pt x="3518592" y="963177"/>
                </a:lnTo>
                <a:lnTo>
                  <a:pt x="3523164" y="965027"/>
                </a:lnTo>
                <a:lnTo>
                  <a:pt x="3528514" y="965806"/>
                </a:lnTo>
                <a:lnTo>
                  <a:pt x="3535615" y="976906"/>
                </a:lnTo>
                <a:lnTo>
                  <a:pt x="3536977" y="980509"/>
                </a:lnTo>
                <a:lnTo>
                  <a:pt x="3531627" y="1008551"/>
                </a:lnTo>
                <a:lnTo>
                  <a:pt x="3509740" y="997938"/>
                </a:lnTo>
                <a:lnTo>
                  <a:pt x="3488631" y="985864"/>
                </a:lnTo>
                <a:lnTo>
                  <a:pt x="3479584" y="981385"/>
                </a:lnTo>
                <a:lnTo>
                  <a:pt x="3455265" y="971259"/>
                </a:lnTo>
                <a:lnTo>
                  <a:pt x="3451471" y="967753"/>
                </a:lnTo>
                <a:lnTo>
                  <a:pt x="3448747" y="963177"/>
                </a:lnTo>
                <a:lnTo>
                  <a:pt x="3438144" y="956848"/>
                </a:lnTo>
                <a:lnTo>
                  <a:pt x="3417035" y="955874"/>
                </a:lnTo>
                <a:lnTo>
                  <a:pt x="3409058" y="956069"/>
                </a:lnTo>
                <a:lnTo>
                  <a:pt x="3405848" y="957043"/>
                </a:lnTo>
                <a:lnTo>
                  <a:pt x="3406626" y="960353"/>
                </a:lnTo>
                <a:lnTo>
                  <a:pt x="3406821" y="967266"/>
                </a:lnTo>
                <a:lnTo>
                  <a:pt x="3401568" y="969116"/>
                </a:lnTo>
                <a:lnTo>
                  <a:pt x="3388436" y="964832"/>
                </a:lnTo>
                <a:lnTo>
                  <a:pt x="3376665" y="963274"/>
                </a:lnTo>
                <a:lnTo>
                  <a:pt x="3366548" y="958990"/>
                </a:lnTo>
                <a:lnTo>
                  <a:pt x="3352832" y="956751"/>
                </a:lnTo>
                <a:lnTo>
                  <a:pt x="3351373" y="954608"/>
                </a:lnTo>
                <a:lnTo>
                  <a:pt x="3352541" y="951493"/>
                </a:lnTo>
                <a:lnTo>
                  <a:pt x="3351957" y="948474"/>
                </a:lnTo>
                <a:lnTo>
                  <a:pt x="3348747" y="947306"/>
                </a:lnTo>
                <a:lnTo>
                  <a:pt x="3342716" y="947890"/>
                </a:lnTo>
                <a:lnTo>
                  <a:pt x="3336782" y="950908"/>
                </a:lnTo>
                <a:lnTo>
                  <a:pt x="3331821" y="954219"/>
                </a:lnTo>
                <a:lnTo>
                  <a:pt x="3324622" y="963664"/>
                </a:lnTo>
                <a:lnTo>
                  <a:pt x="3320926" y="967169"/>
                </a:lnTo>
                <a:lnTo>
                  <a:pt x="3309058" y="968727"/>
                </a:lnTo>
                <a:lnTo>
                  <a:pt x="3304097" y="967851"/>
                </a:lnTo>
                <a:lnTo>
                  <a:pt x="3299525" y="965514"/>
                </a:lnTo>
                <a:lnTo>
                  <a:pt x="3286003" y="948474"/>
                </a:lnTo>
                <a:lnTo>
                  <a:pt x="3281431" y="944774"/>
                </a:lnTo>
                <a:lnTo>
                  <a:pt x="3276373" y="941756"/>
                </a:lnTo>
                <a:lnTo>
                  <a:pt x="3271606" y="940295"/>
                </a:lnTo>
                <a:lnTo>
                  <a:pt x="3266743" y="942924"/>
                </a:lnTo>
                <a:lnTo>
                  <a:pt x="3264213" y="948279"/>
                </a:lnTo>
                <a:lnTo>
                  <a:pt x="3263046" y="954511"/>
                </a:lnTo>
                <a:lnTo>
                  <a:pt x="3261684" y="958211"/>
                </a:lnTo>
                <a:lnTo>
                  <a:pt x="3255848" y="968240"/>
                </a:lnTo>
                <a:lnTo>
                  <a:pt x="3250984" y="974277"/>
                </a:lnTo>
                <a:lnTo>
                  <a:pt x="3249233" y="973303"/>
                </a:lnTo>
                <a:lnTo>
                  <a:pt x="3251762" y="963664"/>
                </a:lnTo>
                <a:lnTo>
                  <a:pt x="3251762" y="958211"/>
                </a:lnTo>
                <a:lnTo>
                  <a:pt x="3248746" y="952466"/>
                </a:lnTo>
                <a:lnTo>
                  <a:pt x="3246898" y="946624"/>
                </a:lnTo>
                <a:lnTo>
                  <a:pt x="3269758" y="918679"/>
                </a:lnTo>
                <a:lnTo>
                  <a:pt x="3278124" y="911961"/>
                </a:lnTo>
                <a:lnTo>
                  <a:pt x="3314214" y="909624"/>
                </a:lnTo>
                <a:lnTo>
                  <a:pt x="3335712" y="911084"/>
                </a:lnTo>
                <a:lnTo>
                  <a:pt x="3347385" y="910403"/>
                </a:lnTo>
                <a:lnTo>
                  <a:pt x="3355167" y="908358"/>
                </a:lnTo>
                <a:lnTo>
                  <a:pt x="3361685" y="909234"/>
                </a:lnTo>
                <a:lnTo>
                  <a:pt x="3363241" y="914784"/>
                </a:lnTo>
                <a:lnTo>
                  <a:pt x="3367327" y="918874"/>
                </a:lnTo>
                <a:lnTo>
                  <a:pt x="3372969" y="918484"/>
                </a:lnTo>
                <a:lnTo>
                  <a:pt x="3383280" y="914200"/>
                </a:lnTo>
                <a:lnTo>
                  <a:pt x="3392132" y="907579"/>
                </a:lnTo>
                <a:lnTo>
                  <a:pt x="3397580" y="904658"/>
                </a:lnTo>
                <a:lnTo>
                  <a:pt x="3403124" y="904171"/>
                </a:lnTo>
                <a:lnTo>
                  <a:pt x="3408864" y="904561"/>
                </a:lnTo>
                <a:lnTo>
                  <a:pt x="3414409" y="906118"/>
                </a:lnTo>
                <a:lnTo>
                  <a:pt x="3429486" y="911961"/>
                </a:lnTo>
                <a:close/>
              </a:path>
              <a:path w="4572000" h="1752647">
                <a:moveTo>
                  <a:pt x="3147968" y="933577"/>
                </a:moveTo>
                <a:lnTo>
                  <a:pt x="3163921" y="941171"/>
                </a:lnTo>
                <a:lnTo>
                  <a:pt x="3167618" y="946137"/>
                </a:lnTo>
                <a:lnTo>
                  <a:pt x="3170439" y="952077"/>
                </a:lnTo>
                <a:lnTo>
                  <a:pt x="3173649" y="955290"/>
                </a:lnTo>
                <a:lnTo>
                  <a:pt x="3177345" y="957919"/>
                </a:lnTo>
                <a:lnTo>
                  <a:pt x="3183571" y="963080"/>
                </a:lnTo>
                <a:lnTo>
                  <a:pt x="3185225" y="970869"/>
                </a:lnTo>
                <a:lnTo>
                  <a:pt x="3183863" y="986643"/>
                </a:lnTo>
                <a:lnTo>
                  <a:pt x="3176567" y="988006"/>
                </a:lnTo>
                <a:lnTo>
                  <a:pt x="3169758" y="990343"/>
                </a:lnTo>
                <a:lnTo>
                  <a:pt x="3155750" y="999496"/>
                </a:lnTo>
                <a:lnTo>
                  <a:pt x="3148843" y="1001248"/>
                </a:lnTo>
                <a:lnTo>
                  <a:pt x="3141450" y="1001832"/>
                </a:lnTo>
                <a:lnTo>
                  <a:pt x="3136197" y="1004267"/>
                </a:lnTo>
                <a:lnTo>
                  <a:pt x="3130945" y="1005240"/>
                </a:lnTo>
                <a:lnTo>
                  <a:pt x="3117423" y="1000177"/>
                </a:lnTo>
                <a:lnTo>
                  <a:pt x="3104193" y="994238"/>
                </a:lnTo>
                <a:lnTo>
                  <a:pt x="3085127" y="983917"/>
                </a:lnTo>
                <a:lnTo>
                  <a:pt x="3081528" y="981385"/>
                </a:lnTo>
                <a:lnTo>
                  <a:pt x="3078512" y="975932"/>
                </a:lnTo>
                <a:lnTo>
                  <a:pt x="3069758" y="966001"/>
                </a:lnTo>
                <a:lnTo>
                  <a:pt x="3067520" y="959672"/>
                </a:lnTo>
                <a:lnTo>
                  <a:pt x="3066742" y="941658"/>
                </a:lnTo>
                <a:lnTo>
                  <a:pt x="3069077" y="937471"/>
                </a:lnTo>
                <a:lnTo>
                  <a:pt x="3072773" y="935232"/>
                </a:lnTo>
                <a:lnTo>
                  <a:pt x="3085614" y="939419"/>
                </a:lnTo>
                <a:lnTo>
                  <a:pt x="3093979" y="935037"/>
                </a:lnTo>
                <a:lnTo>
                  <a:pt x="3118201" y="931337"/>
                </a:lnTo>
                <a:lnTo>
                  <a:pt x="3142812" y="931727"/>
                </a:lnTo>
                <a:lnTo>
                  <a:pt x="3147968" y="933577"/>
                </a:lnTo>
                <a:close/>
              </a:path>
              <a:path w="4572000" h="1752647">
                <a:moveTo>
                  <a:pt x="2959349" y="1503576"/>
                </a:moveTo>
                <a:lnTo>
                  <a:pt x="2958668" y="1512340"/>
                </a:lnTo>
                <a:lnTo>
                  <a:pt x="2960808" y="1514384"/>
                </a:lnTo>
                <a:lnTo>
                  <a:pt x="2964310" y="1515455"/>
                </a:lnTo>
                <a:lnTo>
                  <a:pt x="2976664" y="1509613"/>
                </a:lnTo>
                <a:lnTo>
                  <a:pt x="2978998" y="1510684"/>
                </a:lnTo>
                <a:lnTo>
                  <a:pt x="2981430" y="1513411"/>
                </a:lnTo>
                <a:lnTo>
                  <a:pt x="2981430" y="1521200"/>
                </a:lnTo>
                <a:lnTo>
                  <a:pt x="2976664" y="1527724"/>
                </a:lnTo>
                <a:lnTo>
                  <a:pt x="2964796" y="1528211"/>
                </a:lnTo>
                <a:lnTo>
                  <a:pt x="2963045" y="1530061"/>
                </a:lnTo>
                <a:lnTo>
                  <a:pt x="2962948" y="1534053"/>
                </a:lnTo>
                <a:lnTo>
                  <a:pt x="2963823" y="1537850"/>
                </a:lnTo>
                <a:lnTo>
                  <a:pt x="2966644" y="1540966"/>
                </a:lnTo>
                <a:lnTo>
                  <a:pt x="2970244" y="1546419"/>
                </a:lnTo>
                <a:lnTo>
                  <a:pt x="2973551" y="1559077"/>
                </a:lnTo>
                <a:lnTo>
                  <a:pt x="2966742" y="1564237"/>
                </a:lnTo>
                <a:lnTo>
                  <a:pt x="2963337" y="1574072"/>
                </a:lnTo>
                <a:lnTo>
                  <a:pt x="2951566" y="1583224"/>
                </a:lnTo>
                <a:lnTo>
                  <a:pt x="2938531" y="1598219"/>
                </a:lnTo>
                <a:lnTo>
                  <a:pt x="2928220" y="1605911"/>
                </a:lnTo>
                <a:lnTo>
                  <a:pt x="2919076" y="1614967"/>
                </a:lnTo>
                <a:lnTo>
                  <a:pt x="2911294" y="1621101"/>
                </a:lnTo>
                <a:lnTo>
                  <a:pt x="2901469" y="1623146"/>
                </a:lnTo>
                <a:lnTo>
                  <a:pt x="2886780" y="1624412"/>
                </a:lnTo>
                <a:lnTo>
                  <a:pt x="2866839" y="1635317"/>
                </a:lnTo>
                <a:lnTo>
                  <a:pt x="2855846" y="1640088"/>
                </a:lnTo>
                <a:lnTo>
                  <a:pt x="2845049" y="1640380"/>
                </a:lnTo>
                <a:lnTo>
                  <a:pt x="2835029" y="1636875"/>
                </a:lnTo>
                <a:lnTo>
                  <a:pt x="2831235" y="1632883"/>
                </a:lnTo>
                <a:lnTo>
                  <a:pt x="2832111" y="1627527"/>
                </a:lnTo>
                <a:lnTo>
                  <a:pt x="2835418" y="1622951"/>
                </a:lnTo>
                <a:lnTo>
                  <a:pt x="2839504" y="1619154"/>
                </a:lnTo>
                <a:lnTo>
                  <a:pt x="2842033" y="1614285"/>
                </a:lnTo>
                <a:lnTo>
                  <a:pt x="2830652" y="1608054"/>
                </a:lnTo>
                <a:lnTo>
                  <a:pt x="2829679" y="1603380"/>
                </a:lnTo>
                <a:lnTo>
                  <a:pt x="2834251" y="1590819"/>
                </a:lnTo>
                <a:lnTo>
                  <a:pt x="2837169" y="1577869"/>
                </a:lnTo>
                <a:lnTo>
                  <a:pt x="2841352" y="1569106"/>
                </a:lnTo>
                <a:lnTo>
                  <a:pt x="2857695" y="1553332"/>
                </a:lnTo>
                <a:lnTo>
                  <a:pt x="2867422" y="1545543"/>
                </a:lnTo>
                <a:lnTo>
                  <a:pt x="2873162" y="1542524"/>
                </a:lnTo>
                <a:lnTo>
                  <a:pt x="2874718" y="1545737"/>
                </a:lnTo>
                <a:lnTo>
                  <a:pt x="2878414" y="1549729"/>
                </a:lnTo>
                <a:lnTo>
                  <a:pt x="2880944" y="1550411"/>
                </a:lnTo>
                <a:lnTo>
                  <a:pt x="2882792" y="1549535"/>
                </a:lnTo>
                <a:lnTo>
                  <a:pt x="2897092" y="1550898"/>
                </a:lnTo>
                <a:lnTo>
                  <a:pt x="2900691" y="1549535"/>
                </a:lnTo>
                <a:lnTo>
                  <a:pt x="2906236" y="1543303"/>
                </a:lnTo>
                <a:lnTo>
                  <a:pt x="2909835" y="1539798"/>
                </a:lnTo>
                <a:lnTo>
                  <a:pt x="2912267" y="1532495"/>
                </a:lnTo>
                <a:lnTo>
                  <a:pt x="2912850" y="1527724"/>
                </a:lnTo>
                <a:lnTo>
                  <a:pt x="2925594" y="1524316"/>
                </a:lnTo>
                <a:lnTo>
                  <a:pt x="2932500" y="1520616"/>
                </a:lnTo>
                <a:lnTo>
                  <a:pt x="2938531" y="1515261"/>
                </a:lnTo>
                <a:lnTo>
                  <a:pt x="2956236" y="1506108"/>
                </a:lnTo>
                <a:lnTo>
                  <a:pt x="2959349" y="1503576"/>
                </a:lnTo>
                <a:close/>
              </a:path>
              <a:path w="4572000" h="1752647">
                <a:moveTo>
                  <a:pt x="3915091" y="1188587"/>
                </a:moveTo>
                <a:lnTo>
                  <a:pt x="3914313" y="1192384"/>
                </a:lnTo>
                <a:lnTo>
                  <a:pt x="3914216" y="1199297"/>
                </a:lnTo>
                <a:lnTo>
                  <a:pt x="3915869" y="1205724"/>
                </a:lnTo>
                <a:lnTo>
                  <a:pt x="3911686" y="1212248"/>
                </a:lnTo>
                <a:lnTo>
                  <a:pt x="3915578" y="1221984"/>
                </a:lnTo>
                <a:lnTo>
                  <a:pt x="3916161" y="1226853"/>
                </a:lnTo>
                <a:lnTo>
                  <a:pt x="3915967" y="1233766"/>
                </a:lnTo>
                <a:lnTo>
                  <a:pt x="3914799" y="1236785"/>
                </a:lnTo>
                <a:lnTo>
                  <a:pt x="3911881" y="1245840"/>
                </a:lnTo>
                <a:lnTo>
                  <a:pt x="3908963" y="1249053"/>
                </a:lnTo>
                <a:lnTo>
                  <a:pt x="3906725" y="1249929"/>
                </a:lnTo>
                <a:lnTo>
                  <a:pt x="3904488" y="1252656"/>
                </a:lnTo>
                <a:lnTo>
                  <a:pt x="3885325" y="1249735"/>
                </a:lnTo>
                <a:lnTo>
                  <a:pt x="3877056" y="1243503"/>
                </a:lnTo>
                <a:lnTo>
                  <a:pt x="3869663" y="1236687"/>
                </a:lnTo>
                <a:lnTo>
                  <a:pt x="3868107" y="1233863"/>
                </a:lnTo>
                <a:lnTo>
                  <a:pt x="3859449" y="1225879"/>
                </a:lnTo>
                <a:lnTo>
                  <a:pt x="3857503" y="1223250"/>
                </a:lnTo>
                <a:lnTo>
                  <a:pt x="3857309" y="1219063"/>
                </a:lnTo>
                <a:lnTo>
                  <a:pt x="3864313" y="1217895"/>
                </a:lnTo>
                <a:lnTo>
                  <a:pt x="3871803" y="1218090"/>
                </a:lnTo>
                <a:lnTo>
                  <a:pt x="3871511" y="1214292"/>
                </a:lnTo>
                <a:lnTo>
                  <a:pt x="3875791" y="1200855"/>
                </a:lnTo>
                <a:lnTo>
                  <a:pt x="3864410" y="1192189"/>
                </a:lnTo>
                <a:lnTo>
                  <a:pt x="3862367" y="1188587"/>
                </a:lnTo>
                <a:lnTo>
                  <a:pt x="3866453" y="1186153"/>
                </a:lnTo>
                <a:lnTo>
                  <a:pt x="3875597" y="1189171"/>
                </a:lnTo>
                <a:lnTo>
                  <a:pt x="3886784" y="1174079"/>
                </a:lnTo>
                <a:lnTo>
                  <a:pt x="3890091" y="1170866"/>
                </a:lnTo>
                <a:lnTo>
                  <a:pt x="3891647" y="1162394"/>
                </a:lnTo>
                <a:lnTo>
                  <a:pt x="3897970" y="1161323"/>
                </a:lnTo>
                <a:lnTo>
                  <a:pt x="3902445" y="1162492"/>
                </a:lnTo>
                <a:lnTo>
                  <a:pt x="3905266" y="1167652"/>
                </a:lnTo>
                <a:lnTo>
                  <a:pt x="3906434" y="1172229"/>
                </a:lnTo>
                <a:lnTo>
                  <a:pt x="3905266" y="1176318"/>
                </a:lnTo>
                <a:lnTo>
                  <a:pt x="3910616" y="1178460"/>
                </a:lnTo>
                <a:lnTo>
                  <a:pt x="3915091" y="1188587"/>
                </a:lnTo>
                <a:close/>
              </a:path>
              <a:path w="4572000" h="1752647">
                <a:moveTo>
                  <a:pt x="3894663" y="1260153"/>
                </a:moveTo>
                <a:lnTo>
                  <a:pt x="3893009" y="1267066"/>
                </a:lnTo>
                <a:lnTo>
                  <a:pt x="3891453" y="1274661"/>
                </a:lnTo>
                <a:lnTo>
                  <a:pt x="3882503" y="1283327"/>
                </a:lnTo>
                <a:lnTo>
                  <a:pt x="3877056" y="1296472"/>
                </a:lnTo>
                <a:lnTo>
                  <a:pt x="3873846" y="1299782"/>
                </a:lnTo>
                <a:lnTo>
                  <a:pt x="3861881" y="1305625"/>
                </a:lnTo>
                <a:lnTo>
                  <a:pt x="3851278" y="1298322"/>
                </a:lnTo>
                <a:lnTo>
                  <a:pt x="3848165" y="1291993"/>
                </a:lnTo>
                <a:lnTo>
                  <a:pt x="3852834" y="1263074"/>
                </a:lnTo>
                <a:lnTo>
                  <a:pt x="3857406" y="1263951"/>
                </a:lnTo>
                <a:lnTo>
                  <a:pt x="3860422" y="1263756"/>
                </a:lnTo>
                <a:lnTo>
                  <a:pt x="3861394" y="1261906"/>
                </a:lnTo>
                <a:lnTo>
                  <a:pt x="3854585" y="1258595"/>
                </a:lnTo>
                <a:lnTo>
                  <a:pt x="3853223" y="1241945"/>
                </a:lnTo>
                <a:lnTo>
                  <a:pt x="3853612" y="1235714"/>
                </a:lnTo>
                <a:lnTo>
                  <a:pt x="3858768" y="1234253"/>
                </a:lnTo>
                <a:lnTo>
                  <a:pt x="3865188" y="1239121"/>
                </a:lnTo>
                <a:lnTo>
                  <a:pt x="3873359" y="1247885"/>
                </a:lnTo>
                <a:lnTo>
                  <a:pt x="3882795" y="1254798"/>
                </a:lnTo>
                <a:lnTo>
                  <a:pt x="3894663" y="1260153"/>
                </a:lnTo>
                <a:close/>
              </a:path>
              <a:path w="4572000" h="1752647">
                <a:moveTo>
                  <a:pt x="4283575" y="1438534"/>
                </a:moveTo>
                <a:lnTo>
                  <a:pt x="4260326" y="1451289"/>
                </a:lnTo>
                <a:lnTo>
                  <a:pt x="4229878" y="1449050"/>
                </a:lnTo>
                <a:lnTo>
                  <a:pt x="4219081" y="1448855"/>
                </a:lnTo>
                <a:lnTo>
                  <a:pt x="4201182" y="1451971"/>
                </a:lnTo>
                <a:lnTo>
                  <a:pt x="4197485" y="1449439"/>
                </a:lnTo>
                <a:lnTo>
                  <a:pt x="4200890" y="1437365"/>
                </a:lnTo>
                <a:lnTo>
                  <a:pt x="4215287" y="1405233"/>
                </a:lnTo>
                <a:lnTo>
                  <a:pt x="4232310" y="1376996"/>
                </a:lnTo>
                <a:lnTo>
                  <a:pt x="4239509" y="1369596"/>
                </a:lnTo>
                <a:lnTo>
                  <a:pt x="4249528" y="1362683"/>
                </a:lnTo>
                <a:lnTo>
                  <a:pt x="4260326" y="1357133"/>
                </a:lnTo>
                <a:lnTo>
                  <a:pt x="4284450" y="1351486"/>
                </a:lnTo>
                <a:lnTo>
                  <a:pt x="4306435" y="1352459"/>
                </a:lnTo>
                <a:lnTo>
                  <a:pt x="4309548" y="1354894"/>
                </a:lnTo>
                <a:lnTo>
                  <a:pt x="4318984" y="1364338"/>
                </a:lnTo>
                <a:lnTo>
                  <a:pt x="4325209" y="1371738"/>
                </a:lnTo>
                <a:lnTo>
                  <a:pt x="4327738" y="1382254"/>
                </a:lnTo>
                <a:lnTo>
                  <a:pt x="4318400" y="1400365"/>
                </a:lnTo>
                <a:lnTo>
                  <a:pt x="4307991" y="1417599"/>
                </a:lnTo>
                <a:lnTo>
                  <a:pt x="4291065" y="1431134"/>
                </a:lnTo>
                <a:lnTo>
                  <a:pt x="4283575" y="1438534"/>
                </a:lnTo>
                <a:close/>
              </a:path>
              <a:path w="4572000" h="1752647">
                <a:moveTo>
                  <a:pt x="4520735" y="887034"/>
                </a:moveTo>
                <a:lnTo>
                  <a:pt x="4520735" y="887424"/>
                </a:lnTo>
                <a:lnTo>
                  <a:pt x="4520735" y="893947"/>
                </a:lnTo>
                <a:lnTo>
                  <a:pt x="4520833" y="905826"/>
                </a:lnTo>
                <a:lnTo>
                  <a:pt x="4520833" y="925690"/>
                </a:lnTo>
                <a:lnTo>
                  <a:pt x="4520833" y="945456"/>
                </a:lnTo>
                <a:lnTo>
                  <a:pt x="4520833" y="965222"/>
                </a:lnTo>
                <a:lnTo>
                  <a:pt x="4520833" y="985085"/>
                </a:lnTo>
                <a:lnTo>
                  <a:pt x="4520833" y="1004851"/>
                </a:lnTo>
                <a:lnTo>
                  <a:pt x="4520833" y="1024617"/>
                </a:lnTo>
                <a:lnTo>
                  <a:pt x="4520833" y="1044383"/>
                </a:lnTo>
                <a:lnTo>
                  <a:pt x="4520833" y="1064246"/>
                </a:lnTo>
                <a:lnTo>
                  <a:pt x="4520833" y="1084012"/>
                </a:lnTo>
                <a:lnTo>
                  <a:pt x="4520833" y="1103778"/>
                </a:lnTo>
                <a:lnTo>
                  <a:pt x="4520930" y="1123641"/>
                </a:lnTo>
                <a:lnTo>
                  <a:pt x="4520930" y="1143407"/>
                </a:lnTo>
                <a:lnTo>
                  <a:pt x="4520930" y="1163173"/>
                </a:lnTo>
                <a:lnTo>
                  <a:pt x="4520930" y="1183037"/>
                </a:lnTo>
                <a:lnTo>
                  <a:pt x="4520930" y="1202803"/>
                </a:lnTo>
                <a:lnTo>
                  <a:pt x="4520930" y="1222569"/>
                </a:lnTo>
                <a:lnTo>
                  <a:pt x="4520930" y="1242335"/>
                </a:lnTo>
                <a:lnTo>
                  <a:pt x="4520930" y="1250806"/>
                </a:lnTo>
                <a:lnTo>
                  <a:pt x="4517914" y="1261127"/>
                </a:lnTo>
                <a:lnTo>
                  <a:pt x="4511202" y="1276706"/>
                </a:lnTo>
                <a:lnTo>
                  <a:pt x="4509938" y="1289169"/>
                </a:lnTo>
                <a:lnTo>
                  <a:pt x="4515580" y="1298906"/>
                </a:lnTo>
                <a:lnTo>
                  <a:pt x="4520930" y="1305235"/>
                </a:lnTo>
                <a:lnTo>
                  <a:pt x="4520930" y="1321593"/>
                </a:lnTo>
                <a:lnTo>
                  <a:pt x="4520930" y="1341359"/>
                </a:lnTo>
                <a:lnTo>
                  <a:pt x="4520930" y="1361125"/>
                </a:lnTo>
                <a:lnTo>
                  <a:pt x="4520930" y="1380988"/>
                </a:lnTo>
                <a:lnTo>
                  <a:pt x="4521027" y="1400754"/>
                </a:lnTo>
                <a:lnTo>
                  <a:pt x="4521027" y="1420520"/>
                </a:lnTo>
                <a:lnTo>
                  <a:pt x="4521027" y="1440286"/>
                </a:lnTo>
                <a:lnTo>
                  <a:pt x="4521027" y="1460150"/>
                </a:lnTo>
                <a:lnTo>
                  <a:pt x="4521027" y="1479916"/>
                </a:lnTo>
                <a:lnTo>
                  <a:pt x="4521027" y="1499682"/>
                </a:lnTo>
                <a:lnTo>
                  <a:pt x="4521027" y="1519545"/>
                </a:lnTo>
                <a:lnTo>
                  <a:pt x="4521027" y="1520811"/>
                </a:lnTo>
                <a:lnTo>
                  <a:pt x="4516066" y="1517500"/>
                </a:lnTo>
                <a:lnTo>
                  <a:pt x="4502642" y="1506692"/>
                </a:lnTo>
                <a:lnTo>
                  <a:pt x="4490482" y="1494326"/>
                </a:lnTo>
                <a:lnTo>
                  <a:pt x="4482603" y="1482739"/>
                </a:lnTo>
                <a:lnTo>
                  <a:pt x="4473751" y="1472223"/>
                </a:lnTo>
                <a:lnTo>
                  <a:pt x="4436007" y="1441163"/>
                </a:lnTo>
                <a:lnTo>
                  <a:pt x="4426377" y="1430939"/>
                </a:lnTo>
                <a:lnTo>
                  <a:pt x="4424431" y="1428115"/>
                </a:lnTo>
                <a:lnTo>
                  <a:pt x="4425404" y="1425389"/>
                </a:lnTo>
                <a:lnTo>
                  <a:pt x="4429684" y="1420034"/>
                </a:lnTo>
                <a:lnTo>
                  <a:pt x="4437466" y="1404454"/>
                </a:lnTo>
                <a:lnTo>
                  <a:pt x="4429393" y="1414094"/>
                </a:lnTo>
                <a:lnTo>
                  <a:pt x="4419762" y="1421689"/>
                </a:lnTo>
                <a:lnTo>
                  <a:pt x="4405754" y="1422176"/>
                </a:lnTo>
                <a:lnTo>
                  <a:pt x="4391941" y="1424026"/>
                </a:lnTo>
                <a:lnTo>
                  <a:pt x="4379295" y="1428699"/>
                </a:lnTo>
                <a:lnTo>
                  <a:pt x="4366357" y="1430257"/>
                </a:lnTo>
                <a:lnTo>
                  <a:pt x="4359840" y="1428018"/>
                </a:lnTo>
                <a:lnTo>
                  <a:pt x="4355949" y="1422273"/>
                </a:lnTo>
                <a:lnTo>
                  <a:pt x="4353906" y="1416431"/>
                </a:lnTo>
                <a:lnTo>
                  <a:pt x="4353030" y="1410102"/>
                </a:lnTo>
                <a:lnTo>
                  <a:pt x="4347583" y="1420228"/>
                </a:lnTo>
                <a:lnTo>
                  <a:pt x="4336882" y="1425778"/>
                </a:lnTo>
                <a:lnTo>
                  <a:pt x="4322291" y="1437365"/>
                </a:lnTo>
                <a:lnTo>
                  <a:pt x="4318205" y="1435028"/>
                </a:lnTo>
                <a:lnTo>
                  <a:pt x="4315676" y="1430549"/>
                </a:lnTo>
                <a:lnTo>
                  <a:pt x="4314801" y="1425973"/>
                </a:lnTo>
                <a:lnTo>
                  <a:pt x="4317622" y="1421105"/>
                </a:lnTo>
                <a:lnTo>
                  <a:pt x="4319567" y="1415847"/>
                </a:lnTo>
                <a:lnTo>
                  <a:pt x="4322583" y="1403383"/>
                </a:lnTo>
                <a:lnTo>
                  <a:pt x="4329100" y="1396081"/>
                </a:lnTo>
                <a:lnTo>
                  <a:pt x="4333283" y="1381767"/>
                </a:lnTo>
                <a:lnTo>
                  <a:pt x="4336007" y="1376704"/>
                </a:lnTo>
                <a:lnTo>
                  <a:pt x="4337369" y="1371641"/>
                </a:lnTo>
                <a:lnTo>
                  <a:pt x="4333575" y="1365896"/>
                </a:lnTo>
                <a:lnTo>
                  <a:pt x="4327155" y="1363949"/>
                </a:lnTo>
                <a:lnTo>
                  <a:pt x="4322777" y="1360444"/>
                </a:lnTo>
                <a:lnTo>
                  <a:pt x="4317719" y="1350804"/>
                </a:lnTo>
                <a:lnTo>
                  <a:pt x="4314509" y="1347591"/>
                </a:lnTo>
                <a:lnTo>
                  <a:pt x="4308770" y="1343599"/>
                </a:lnTo>
                <a:lnTo>
                  <a:pt x="4304295" y="1338925"/>
                </a:lnTo>
                <a:lnTo>
                  <a:pt x="4309159" y="1335517"/>
                </a:lnTo>
                <a:lnTo>
                  <a:pt x="4315676" y="1334056"/>
                </a:lnTo>
                <a:lnTo>
                  <a:pt x="4320929" y="1334349"/>
                </a:lnTo>
                <a:lnTo>
                  <a:pt x="4330559" y="1336491"/>
                </a:lnTo>
                <a:lnTo>
                  <a:pt x="4334840" y="1336588"/>
                </a:lnTo>
                <a:lnTo>
                  <a:pt x="4346026" y="1332985"/>
                </a:lnTo>
                <a:lnTo>
                  <a:pt x="4339801" y="1334154"/>
                </a:lnTo>
                <a:lnTo>
                  <a:pt x="4333575" y="1334056"/>
                </a:lnTo>
                <a:lnTo>
                  <a:pt x="4313828" y="1327727"/>
                </a:lnTo>
                <a:lnTo>
                  <a:pt x="4301571" y="1321301"/>
                </a:lnTo>
                <a:lnTo>
                  <a:pt x="4289995" y="1308351"/>
                </a:lnTo>
                <a:lnTo>
                  <a:pt x="4289898" y="1305819"/>
                </a:lnTo>
                <a:lnTo>
                  <a:pt x="4298069" y="1303483"/>
                </a:lnTo>
                <a:lnTo>
                  <a:pt x="4315676" y="1300659"/>
                </a:lnTo>
                <a:lnTo>
                  <a:pt x="4310131" y="1294038"/>
                </a:lnTo>
                <a:lnTo>
                  <a:pt x="4302252" y="1288293"/>
                </a:lnTo>
                <a:lnTo>
                  <a:pt x="4299431" y="1278069"/>
                </a:lnTo>
                <a:lnTo>
                  <a:pt x="4293983" y="1271643"/>
                </a:lnTo>
                <a:lnTo>
                  <a:pt x="4282310" y="1261322"/>
                </a:lnTo>
                <a:lnTo>
                  <a:pt x="4274236" y="1250514"/>
                </a:lnTo>
                <a:lnTo>
                  <a:pt x="4267330" y="1228703"/>
                </a:lnTo>
                <a:lnTo>
                  <a:pt x="4260326" y="1212150"/>
                </a:lnTo>
                <a:lnTo>
                  <a:pt x="4262077" y="1206211"/>
                </a:lnTo>
                <a:lnTo>
                  <a:pt x="4268011" y="1201926"/>
                </a:lnTo>
                <a:lnTo>
                  <a:pt x="4259061" y="1201440"/>
                </a:lnTo>
                <a:lnTo>
                  <a:pt x="4250987" y="1198324"/>
                </a:lnTo>
                <a:lnTo>
                  <a:pt x="4255267" y="1190242"/>
                </a:lnTo>
                <a:lnTo>
                  <a:pt x="4264606" y="1185568"/>
                </a:lnTo>
                <a:lnTo>
                  <a:pt x="4256046" y="1186737"/>
                </a:lnTo>
                <a:lnTo>
                  <a:pt x="4247777" y="1189074"/>
                </a:lnTo>
                <a:lnTo>
                  <a:pt x="4243886" y="1189560"/>
                </a:lnTo>
                <a:lnTo>
                  <a:pt x="4239995" y="1188782"/>
                </a:lnTo>
                <a:lnTo>
                  <a:pt x="4237952" y="1185568"/>
                </a:lnTo>
                <a:lnTo>
                  <a:pt x="4237660" y="1180992"/>
                </a:lnTo>
                <a:lnTo>
                  <a:pt x="4238925" y="1172910"/>
                </a:lnTo>
                <a:lnTo>
                  <a:pt x="4237466" y="1165023"/>
                </a:lnTo>
                <a:lnTo>
                  <a:pt x="4230073" y="1161421"/>
                </a:lnTo>
                <a:lnTo>
                  <a:pt x="4223944" y="1155773"/>
                </a:lnTo>
                <a:lnTo>
                  <a:pt x="4220540" y="1153729"/>
                </a:lnTo>
                <a:lnTo>
                  <a:pt x="4215968" y="1153826"/>
                </a:lnTo>
                <a:lnTo>
                  <a:pt x="4211590" y="1150126"/>
                </a:lnTo>
                <a:lnTo>
                  <a:pt x="4208088" y="1144673"/>
                </a:lnTo>
                <a:lnTo>
                  <a:pt x="4164119" y="1121110"/>
                </a:lnTo>
                <a:lnTo>
                  <a:pt x="4161493" y="1114391"/>
                </a:lnTo>
                <a:lnTo>
                  <a:pt x="4157407" y="1117410"/>
                </a:lnTo>
                <a:lnTo>
                  <a:pt x="4153322" y="1118773"/>
                </a:lnTo>
                <a:lnTo>
                  <a:pt x="4148263" y="1114976"/>
                </a:lnTo>
                <a:lnTo>
                  <a:pt x="4142913" y="1112347"/>
                </a:lnTo>
                <a:lnTo>
                  <a:pt x="4137174" y="1112833"/>
                </a:lnTo>
                <a:lnTo>
                  <a:pt x="4131823" y="1110691"/>
                </a:lnTo>
                <a:lnTo>
                  <a:pt x="4126181" y="1109523"/>
                </a:lnTo>
                <a:lnTo>
                  <a:pt x="4120345" y="1109328"/>
                </a:lnTo>
                <a:lnTo>
                  <a:pt x="4097193" y="1102123"/>
                </a:lnTo>
                <a:lnTo>
                  <a:pt x="4075306" y="1090633"/>
                </a:lnTo>
                <a:lnTo>
                  <a:pt x="4057504" y="1085765"/>
                </a:lnTo>
                <a:lnTo>
                  <a:pt x="4046415" y="1079338"/>
                </a:lnTo>
                <a:lnTo>
                  <a:pt x="4035033" y="1074081"/>
                </a:lnTo>
                <a:lnTo>
                  <a:pt x="4009449" y="1068920"/>
                </a:lnTo>
                <a:lnTo>
                  <a:pt x="3983477" y="1065512"/>
                </a:lnTo>
                <a:lnTo>
                  <a:pt x="3974138" y="1065415"/>
                </a:lnTo>
                <a:lnTo>
                  <a:pt x="3966259" y="1066486"/>
                </a:lnTo>
                <a:lnTo>
                  <a:pt x="3958768" y="1066291"/>
                </a:lnTo>
                <a:lnTo>
                  <a:pt x="3915772" y="1041364"/>
                </a:lnTo>
                <a:lnTo>
                  <a:pt x="3908574" y="1030070"/>
                </a:lnTo>
                <a:lnTo>
                  <a:pt x="3909255" y="1023448"/>
                </a:lnTo>
                <a:lnTo>
                  <a:pt x="3911200" y="1017996"/>
                </a:lnTo>
                <a:lnTo>
                  <a:pt x="3928710" y="1016341"/>
                </a:lnTo>
                <a:lnTo>
                  <a:pt x="3916356" y="1014783"/>
                </a:lnTo>
                <a:lnTo>
                  <a:pt x="3911297" y="1015562"/>
                </a:lnTo>
                <a:lnTo>
                  <a:pt x="3901083" y="1020041"/>
                </a:lnTo>
                <a:lnTo>
                  <a:pt x="3895636" y="1020333"/>
                </a:lnTo>
                <a:lnTo>
                  <a:pt x="3887854" y="1017412"/>
                </a:lnTo>
                <a:lnTo>
                  <a:pt x="3880461" y="1013614"/>
                </a:lnTo>
                <a:lnTo>
                  <a:pt x="3868301" y="1017119"/>
                </a:lnTo>
                <a:lnTo>
                  <a:pt x="3862075" y="1011375"/>
                </a:lnTo>
                <a:lnTo>
                  <a:pt x="3859935" y="1005338"/>
                </a:lnTo>
                <a:lnTo>
                  <a:pt x="3856725" y="1002611"/>
                </a:lnTo>
                <a:lnTo>
                  <a:pt x="3852153" y="1002904"/>
                </a:lnTo>
                <a:lnTo>
                  <a:pt x="3846025" y="1005046"/>
                </a:lnTo>
                <a:lnTo>
                  <a:pt x="3839896" y="1004656"/>
                </a:lnTo>
                <a:lnTo>
                  <a:pt x="3835908" y="1000567"/>
                </a:lnTo>
                <a:lnTo>
                  <a:pt x="3833087" y="995114"/>
                </a:lnTo>
                <a:lnTo>
                  <a:pt x="3828904" y="991219"/>
                </a:lnTo>
                <a:lnTo>
                  <a:pt x="3823748" y="988298"/>
                </a:lnTo>
                <a:lnTo>
                  <a:pt x="3815480" y="981288"/>
                </a:lnTo>
                <a:lnTo>
                  <a:pt x="3811102" y="971648"/>
                </a:lnTo>
                <a:lnTo>
                  <a:pt x="3811589" y="955095"/>
                </a:lnTo>
                <a:lnTo>
                  <a:pt x="3812951" y="949156"/>
                </a:lnTo>
                <a:lnTo>
                  <a:pt x="3821219" y="939516"/>
                </a:lnTo>
                <a:lnTo>
                  <a:pt x="3827056" y="930363"/>
                </a:lnTo>
                <a:lnTo>
                  <a:pt x="3819760" y="929292"/>
                </a:lnTo>
                <a:lnTo>
                  <a:pt x="3813243" y="933479"/>
                </a:lnTo>
                <a:lnTo>
                  <a:pt x="3810519" y="937861"/>
                </a:lnTo>
                <a:lnTo>
                  <a:pt x="3809449" y="943119"/>
                </a:lnTo>
                <a:lnTo>
                  <a:pt x="3808671" y="960451"/>
                </a:lnTo>
                <a:lnTo>
                  <a:pt x="3803418" y="965514"/>
                </a:lnTo>
                <a:lnTo>
                  <a:pt x="3795538" y="965124"/>
                </a:lnTo>
                <a:lnTo>
                  <a:pt x="3797873" y="975251"/>
                </a:lnTo>
                <a:lnTo>
                  <a:pt x="3794663" y="984988"/>
                </a:lnTo>
                <a:lnTo>
                  <a:pt x="3785519" y="996282"/>
                </a:lnTo>
                <a:lnTo>
                  <a:pt x="3784741" y="1001443"/>
                </a:lnTo>
                <a:lnTo>
                  <a:pt x="3786200" y="1007090"/>
                </a:lnTo>
                <a:lnTo>
                  <a:pt x="3784157" y="1012543"/>
                </a:lnTo>
                <a:lnTo>
                  <a:pt x="3769371" y="1028414"/>
                </a:lnTo>
                <a:lnTo>
                  <a:pt x="3764410" y="1029193"/>
                </a:lnTo>
                <a:lnTo>
                  <a:pt x="3753417" y="1029096"/>
                </a:lnTo>
                <a:lnTo>
                  <a:pt x="3742133" y="1031627"/>
                </a:lnTo>
                <a:lnTo>
                  <a:pt x="3736783" y="1027927"/>
                </a:lnTo>
                <a:lnTo>
                  <a:pt x="3732503" y="1023059"/>
                </a:lnTo>
                <a:lnTo>
                  <a:pt x="3729293" y="1017412"/>
                </a:lnTo>
                <a:lnTo>
                  <a:pt x="3724818" y="1005630"/>
                </a:lnTo>
                <a:lnTo>
                  <a:pt x="3721219" y="993556"/>
                </a:lnTo>
                <a:lnTo>
                  <a:pt x="3732503" y="978659"/>
                </a:lnTo>
                <a:lnTo>
                  <a:pt x="3728612" y="965222"/>
                </a:lnTo>
                <a:lnTo>
                  <a:pt x="3720927" y="953732"/>
                </a:lnTo>
                <a:lnTo>
                  <a:pt x="3701764" y="937764"/>
                </a:lnTo>
                <a:lnTo>
                  <a:pt x="3681725" y="922574"/>
                </a:lnTo>
                <a:lnTo>
                  <a:pt x="3672678" y="919458"/>
                </a:lnTo>
                <a:lnTo>
                  <a:pt x="3657795" y="918192"/>
                </a:lnTo>
                <a:lnTo>
                  <a:pt x="3653125" y="916732"/>
                </a:lnTo>
                <a:lnTo>
                  <a:pt x="3648456" y="910987"/>
                </a:lnTo>
                <a:lnTo>
                  <a:pt x="3645051" y="904463"/>
                </a:lnTo>
                <a:lnTo>
                  <a:pt x="3654390" y="901640"/>
                </a:lnTo>
                <a:lnTo>
                  <a:pt x="3670343" y="893850"/>
                </a:lnTo>
                <a:lnTo>
                  <a:pt x="3679293" y="894239"/>
                </a:lnTo>
                <a:lnTo>
                  <a:pt x="3703806" y="898426"/>
                </a:lnTo>
                <a:lnTo>
                  <a:pt x="3711394" y="902224"/>
                </a:lnTo>
                <a:lnTo>
                  <a:pt x="3718398" y="904463"/>
                </a:lnTo>
                <a:lnTo>
                  <a:pt x="3735129" y="891708"/>
                </a:lnTo>
                <a:lnTo>
                  <a:pt x="3748456" y="875058"/>
                </a:lnTo>
                <a:lnTo>
                  <a:pt x="3756725" y="871455"/>
                </a:lnTo>
                <a:lnTo>
                  <a:pt x="3763729" y="870287"/>
                </a:lnTo>
                <a:lnTo>
                  <a:pt x="3770927" y="871845"/>
                </a:lnTo>
                <a:lnTo>
                  <a:pt x="3785130" y="877687"/>
                </a:lnTo>
                <a:lnTo>
                  <a:pt x="3796414" y="880413"/>
                </a:lnTo>
                <a:lnTo>
                  <a:pt x="3804390" y="880900"/>
                </a:lnTo>
                <a:lnTo>
                  <a:pt x="3808573" y="886158"/>
                </a:lnTo>
                <a:lnTo>
                  <a:pt x="3813243" y="888495"/>
                </a:lnTo>
                <a:lnTo>
                  <a:pt x="3814313" y="880608"/>
                </a:lnTo>
                <a:lnTo>
                  <a:pt x="3818398" y="871552"/>
                </a:lnTo>
                <a:lnTo>
                  <a:pt x="3826375" y="868729"/>
                </a:lnTo>
                <a:lnTo>
                  <a:pt x="3830558" y="868047"/>
                </a:lnTo>
                <a:lnTo>
                  <a:pt x="3833184" y="865710"/>
                </a:lnTo>
                <a:lnTo>
                  <a:pt x="3832601" y="857239"/>
                </a:lnTo>
                <a:lnTo>
                  <a:pt x="3822095" y="856265"/>
                </a:lnTo>
                <a:lnTo>
                  <a:pt x="3827834" y="849060"/>
                </a:lnTo>
                <a:lnTo>
                  <a:pt x="3832892" y="845555"/>
                </a:lnTo>
                <a:lnTo>
                  <a:pt x="3834741" y="841952"/>
                </a:lnTo>
                <a:lnTo>
                  <a:pt x="3834838" y="837571"/>
                </a:lnTo>
                <a:lnTo>
                  <a:pt x="3814215" y="846042"/>
                </a:lnTo>
                <a:lnTo>
                  <a:pt x="3792620" y="849644"/>
                </a:lnTo>
                <a:lnTo>
                  <a:pt x="3779779" y="848671"/>
                </a:lnTo>
                <a:lnTo>
                  <a:pt x="3767036" y="848476"/>
                </a:lnTo>
                <a:lnTo>
                  <a:pt x="3741550" y="854221"/>
                </a:lnTo>
                <a:lnTo>
                  <a:pt x="3731822" y="853929"/>
                </a:lnTo>
                <a:lnTo>
                  <a:pt x="3709254" y="851689"/>
                </a:lnTo>
                <a:lnTo>
                  <a:pt x="3696802" y="848865"/>
                </a:lnTo>
                <a:lnTo>
                  <a:pt x="3687075" y="851007"/>
                </a:lnTo>
                <a:lnTo>
                  <a:pt x="3677834" y="851202"/>
                </a:lnTo>
                <a:lnTo>
                  <a:pt x="3668009" y="844776"/>
                </a:lnTo>
                <a:lnTo>
                  <a:pt x="3659740" y="836597"/>
                </a:lnTo>
                <a:lnTo>
                  <a:pt x="3655654" y="830852"/>
                </a:lnTo>
                <a:lnTo>
                  <a:pt x="3650110" y="826665"/>
                </a:lnTo>
                <a:lnTo>
                  <a:pt x="3647678" y="821115"/>
                </a:lnTo>
                <a:lnTo>
                  <a:pt x="3641647" y="799889"/>
                </a:lnTo>
                <a:lnTo>
                  <a:pt x="3641063" y="784796"/>
                </a:lnTo>
                <a:lnTo>
                  <a:pt x="3631335" y="784504"/>
                </a:lnTo>
                <a:lnTo>
                  <a:pt x="3621705" y="782946"/>
                </a:lnTo>
                <a:lnTo>
                  <a:pt x="3579195" y="768536"/>
                </a:lnTo>
                <a:lnTo>
                  <a:pt x="3574039" y="772138"/>
                </a:lnTo>
                <a:lnTo>
                  <a:pt x="3568008" y="773891"/>
                </a:lnTo>
                <a:lnTo>
                  <a:pt x="3562074" y="774573"/>
                </a:lnTo>
                <a:lnTo>
                  <a:pt x="3556141" y="773891"/>
                </a:lnTo>
                <a:lnTo>
                  <a:pt x="3550207" y="771652"/>
                </a:lnTo>
                <a:lnTo>
                  <a:pt x="3550693" y="767659"/>
                </a:lnTo>
                <a:lnTo>
                  <a:pt x="3555070" y="757922"/>
                </a:lnTo>
                <a:lnTo>
                  <a:pt x="3559448" y="754320"/>
                </a:lnTo>
                <a:lnTo>
                  <a:pt x="3565382" y="751593"/>
                </a:lnTo>
                <a:lnTo>
                  <a:pt x="3569176" y="746433"/>
                </a:lnTo>
                <a:lnTo>
                  <a:pt x="3575304" y="730951"/>
                </a:lnTo>
                <a:lnTo>
                  <a:pt x="3575790" y="725693"/>
                </a:lnTo>
                <a:lnTo>
                  <a:pt x="3575109" y="720241"/>
                </a:lnTo>
                <a:lnTo>
                  <a:pt x="3575596" y="716151"/>
                </a:lnTo>
                <a:lnTo>
                  <a:pt x="3579390" y="714106"/>
                </a:lnTo>
                <a:lnTo>
                  <a:pt x="3595538" y="709043"/>
                </a:lnTo>
                <a:lnTo>
                  <a:pt x="3628806" y="701448"/>
                </a:lnTo>
                <a:lnTo>
                  <a:pt x="3637269" y="696872"/>
                </a:lnTo>
                <a:lnTo>
                  <a:pt x="3644176" y="689569"/>
                </a:lnTo>
                <a:lnTo>
                  <a:pt x="3652347" y="685188"/>
                </a:lnTo>
                <a:lnTo>
                  <a:pt x="3656044" y="680709"/>
                </a:lnTo>
                <a:lnTo>
                  <a:pt x="3660324" y="677106"/>
                </a:lnTo>
                <a:lnTo>
                  <a:pt x="3686199" y="667466"/>
                </a:lnTo>
                <a:lnTo>
                  <a:pt x="3697289" y="666687"/>
                </a:lnTo>
                <a:lnTo>
                  <a:pt x="3708670" y="667856"/>
                </a:lnTo>
                <a:lnTo>
                  <a:pt x="3731141" y="673503"/>
                </a:lnTo>
                <a:lnTo>
                  <a:pt x="3752639" y="682753"/>
                </a:lnTo>
                <a:lnTo>
                  <a:pt x="3771219" y="694827"/>
                </a:lnTo>
                <a:lnTo>
                  <a:pt x="3791161" y="703590"/>
                </a:lnTo>
                <a:lnTo>
                  <a:pt x="3815577" y="705051"/>
                </a:lnTo>
                <a:lnTo>
                  <a:pt x="3827834" y="704077"/>
                </a:lnTo>
                <a:lnTo>
                  <a:pt x="3839994" y="705343"/>
                </a:lnTo>
                <a:lnTo>
                  <a:pt x="3844857" y="707875"/>
                </a:lnTo>
                <a:lnTo>
                  <a:pt x="3853321" y="715372"/>
                </a:lnTo>
                <a:lnTo>
                  <a:pt x="3850889" y="720241"/>
                </a:lnTo>
                <a:lnTo>
                  <a:pt x="3849429" y="730464"/>
                </a:lnTo>
                <a:lnTo>
                  <a:pt x="3853710" y="740201"/>
                </a:lnTo>
                <a:lnTo>
                  <a:pt x="3860714" y="750036"/>
                </a:lnTo>
                <a:lnTo>
                  <a:pt x="3866453" y="760551"/>
                </a:lnTo>
                <a:lnTo>
                  <a:pt x="3867717" y="765615"/>
                </a:lnTo>
                <a:lnTo>
                  <a:pt x="3865480" y="776423"/>
                </a:lnTo>
                <a:lnTo>
                  <a:pt x="3863535" y="781778"/>
                </a:lnTo>
                <a:lnTo>
                  <a:pt x="3856531" y="790736"/>
                </a:lnTo>
                <a:lnTo>
                  <a:pt x="3852737" y="800473"/>
                </a:lnTo>
                <a:lnTo>
                  <a:pt x="3855169" y="812547"/>
                </a:lnTo>
                <a:lnTo>
                  <a:pt x="3856531" y="824620"/>
                </a:lnTo>
                <a:lnTo>
                  <a:pt x="3856336" y="835721"/>
                </a:lnTo>
                <a:lnTo>
                  <a:pt x="3857601" y="846626"/>
                </a:lnTo>
                <a:lnTo>
                  <a:pt x="3861394" y="857726"/>
                </a:lnTo>
                <a:lnTo>
                  <a:pt x="3877640" y="888105"/>
                </a:lnTo>
                <a:lnTo>
                  <a:pt x="3887173" y="908650"/>
                </a:lnTo>
                <a:lnTo>
                  <a:pt x="3890188" y="897161"/>
                </a:lnTo>
                <a:lnTo>
                  <a:pt x="3889410" y="884405"/>
                </a:lnTo>
                <a:lnTo>
                  <a:pt x="3892815" y="879829"/>
                </a:lnTo>
                <a:lnTo>
                  <a:pt x="3897581" y="877297"/>
                </a:lnTo>
                <a:lnTo>
                  <a:pt x="3903418" y="879926"/>
                </a:lnTo>
                <a:lnTo>
                  <a:pt x="3905169" y="885087"/>
                </a:lnTo>
                <a:lnTo>
                  <a:pt x="3905558" y="896382"/>
                </a:lnTo>
                <a:lnTo>
                  <a:pt x="3910714" y="918582"/>
                </a:lnTo>
                <a:lnTo>
                  <a:pt x="3917329" y="919555"/>
                </a:lnTo>
                <a:lnTo>
                  <a:pt x="3924430" y="916148"/>
                </a:lnTo>
                <a:lnTo>
                  <a:pt x="3925597" y="922963"/>
                </a:lnTo>
                <a:lnTo>
                  <a:pt x="3925402" y="935524"/>
                </a:lnTo>
                <a:lnTo>
                  <a:pt x="3928710" y="945456"/>
                </a:lnTo>
                <a:lnTo>
                  <a:pt x="3931628" y="949350"/>
                </a:lnTo>
                <a:lnTo>
                  <a:pt x="3943301" y="957432"/>
                </a:lnTo>
                <a:lnTo>
                  <a:pt x="3948652" y="958990"/>
                </a:lnTo>
                <a:lnTo>
                  <a:pt x="3964216" y="960937"/>
                </a:lnTo>
                <a:lnTo>
                  <a:pt x="3975889" y="961522"/>
                </a:lnTo>
                <a:lnTo>
                  <a:pt x="3987076" y="958601"/>
                </a:lnTo>
                <a:lnTo>
                  <a:pt x="3994274" y="951200"/>
                </a:lnTo>
                <a:lnTo>
                  <a:pt x="4000792" y="943119"/>
                </a:lnTo>
                <a:lnTo>
                  <a:pt x="4023263" y="924521"/>
                </a:lnTo>
                <a:lnTo>
                  <a:pt x="4029780" y="915661"/>
                </a:lnTo>
                <a:lnTo>
                  <a:pt x="4036103" y="902029"/>
                </a:lnTo>
                <a:lnTo>
                  <a:pt x="4038243" y="899108"/>
                </a:lnTo>
                <a:lnTo>
                  <a:pt x="4060617" y="884405"/>
                </a:lnTo>
                <a:lnTo>
                  <a:pt x="4063243" y="879147"/>
                </a:lnTo>
                <a:lnTo>
                  <a:pt x="4066454" y="869118"/>
                </a:lnTo>
                <a:lnTo>
                  <a:pt x="4071220" y="859284"/>
                </a:lnTo>
                <a:lnTo>
                  <a:pt x="4074917" y="854221"/>
                </a:lnTo>
                <a:lnTo>
                  <a:pt x="4096512" y="849450"/>
                </a:lnTo>
                <a:lnTo>
                  <a:pt x="4118983" y="846918"/>
                </a:lnTo>
                <a:lnTo>
                  <a:pt x="4141259" y="837863"/>
                </a:lnTo>
                <a:lnTo>
                  <a:pt x="4150890" y="830073"/>
                </a:lnTo>
                <a:lnTo>
                  <a:pt x="4151376" y="825010"/>
                </a:lnTo>
                <a:lnTo>
                  <a:pt x="4146415" y="816052"/>
                </a:lnTo>
                <a:lnTo>
                  <a:pt x="4146220" y="812157"/>
                </a:lnTo>
                <a:lnTo>
                  <a:pt x="4151376" y="808360"/>
                </a:lnTo>
                <a:lnTo>
                  <a:pt x="4171318" y="797065"/>
                </a:lnTo>
                <a:lnTo>
                  <a:pt x="4194275" y="785381"/>
                </a:lnTo>
                <a:lnTo>
                  <a:pt x="4212660" y="777299"/>
                </a:lnTo>
                <a:lnTo>
                  <a:pt x="4222874" y="777396"/>
                </a:lnTo>
                <a:lnTo>
                  <a:pt x="4232310" y="784504"/>
                </a:lnTo>
                <a:lnTo>
                  <a:pt x="4242330" y="790249"/>
                </a:lnTo>
                <a:lnTo>
                  <a:pt x="4294762" y="807289"/>
                </a:lnTo>
                <a:lnTo>
                  <a:pt x="4303127" y="812644"/>
                </a:lnTo>
                <a:lnTo>
                  <a:pt x="4310423" y="819655"/>
                </a:lnTo>
                <a:lnTo>
                  <a:pt x="4320929" y="824523"/>
                </a:lnTo>
                <a:lnTo>
                  <a:pt x="4332602" y="826860"/>
                </a:lnTo>
                <a:lnTo>
                  <a:pt x="4343303" y="831436"/>
                </a:lnTo>
                <a:lnTo>
                  <a:pt x="4353419" y="837278"/>
                </a:lnTo>
                <a:lnTo>
                  <a:pt x="4375696" y="848281"/>
                </a:lnTo>
                <a:lnTo>
                  <a:pt x="4405657" y="861523"/>
                </a:lnTo>
                <a:lnTo>
                  <a:pt x="4413245" y="862302"/>
                </a:lnTo>
                <a:lnTo>
                  <a:pt x="4441163" y="861718"/>
                </a:lnTo>
                <a:lnTo>
                  <a:pt x="4445930" y="864250"/>
                </a:lnTo>
                <a:lnTo>
                  <a:pt x="4450502" y="867755"/>
                </a:lnTo>
                <a:lnTo>
                  <a:pt x="4454782" y="868534"/>
                </a:lnTo>
                <a:lnTo>
                  <a:pt x="4486688" y="871066"/>
                </a:lnTo>
                <a:lnTo>
                  <a:pt x="4491552" y="873597"/>
                </a:lnTo>
                <a:lnTo>
                  <a:pt x="4496222" y="877102"/>
                </a:lnTo>
                <a:lnTo>
                  <a:pt x="4498751" y="886742"/>
                </a:lnTo>
                <a:lnTo>
                  <a:pt x="4520735" y="887034"/>
                </a:lnTo>
                <a:close/>
              </a:path>
              <a:path w="4572000" h="1752647">
                <a:moveTo>
                  <a:pt x="4318594" y="1449731"/>
                </a:moveTo>
                <a:lnTo>
                  <a:pt x="4313828" y="1450997"/>
                </a:lnTo>
                <a:lnTo>
                  <a:pt x="4289314" y="1447979"/>
                </a:lnTo>
                <a:lnTo>
                  <a:pt x="4286688" y="1443986"/>
                </a:lnTo>
                <a:lnTo>
                  <a:pt x="4286299" y="1441942"/>
                </a:lnTo>
                <a:lnTo>
                  <a:pt x="4291941" y="1437949"/>
                </a:lnTo>
                <a:lnTo>
                  <a:pt x="4297388" y="1431231"/>
                </a:lnTo>
                <a:lnTo>
                  <a:pt x="4305754" y="1428699"/>
                </a:lnTo>
                <a:lnTo>
                  <a:pt x="4308964" y="1428797"/>
                </a:lnTo>
                <a:lnTo>
                  <a:pt x="4318886" y="1444765"/>
                </a:lnTo>
                <a:lnTo>
                  <a:pt x="4318594" y="1449731"/>
                </a:lnTo>
                <a:close/>
              </a:path>
              <a:path w="4572000" h="1752647">
                <a:moveTo>
                  <a:pt x="701170" y="430567"/>
                </a:moveTo>
                <a:lnTo>
                  <a:pt x="706423" y="438454"/>
                </a:lnTo>
                <a:lnTo>
                  <a:pt x="707590" y="443712"/>
                </a:lnTo>
                <a:lnTo>
                  <a:pt x="703699" y="449554"/>
                </a:lnTo>
                <a:lnTo>
                  <a:pt x="702240" y="458707"/>
                </a:lnTo>
                <a:lnTo>
                  <a:pt x="690956" y="465815"/>
                </a:lnTo>
                <a:lnTo>
                  <a:pt x="681033" y="464159"/>
                </a:lnTo>
                <a:lnTo>
                  <a:pt x="677823" y="461628"/>
                </a:lnTo>
                <a:lnTo>
                  <a:pt x="671500" y="447801"/>
                </a:lnTo>
                <a:lnTo>
                  <a:pt x="672181" y="436020"/>
                </a:lnTo>
                <a:lnTo>
                  <a:pt x="676072" y="431541"/>
                </a:lnTo>
                <a:lnTo>
                  <a:pt x="685314" y="432222"/>
                </a:lnTo>
                <a:lnTo>
                  <a:pt x="694652" y="425796"/>
                </a:lnTo>
                <a:lnTo>
                  <a:pt x="701170" y="430567"/>
                </a:lnTo>
                <a:close/>
              </a:path>
              <a:path w="4572000" h="1752647">
                <a:moveTo>
                  <a:pt x="771112" y="536505"/>
                </a:moveTo>
                <a:lnTo>
                  <a:pt x="766637" y="539426"/>
                </a:lnTo>
                <a:lnTo>
                  <a:pt x="761189" y="534849"/>
                </a:lnTo>
                <a:lnTo>
                  <a:pt x="756812" y="528131"/>
                </a:lnTo>
                <a:lnTo>
                  <a:pt x="754380" y="521218"/>
                </a:lnTo>
                <a:lnTo>
                  <a:pt x="752337" y="509826"/>
                </a:lnTo>
                <a:lnTo>
                  <a:pt x="751851" y="501647"/>
                </a:lnTo>
                <a:lnTo>
                  <a:pt x="754477" y="496875"/>
                </a:lnTo>
                <a:lnTo>
                  <a:pt x="756423" y="497070"/>
                </a:lnTo>
                <a:lnTo>
                  <a:pt x="764497" y="501841"/>
                </a:lnTo>
                <a:lnTo>
                  <a:pt x="769750" y="510118"/>
                </a:lnTo>
                <a:lnTo>
                  <a:pt x="772668" y="512747"/>
                </a:lnTo>
                <a:lnTo>
                  <a:pt x="773252" y="520341"/>
                </a:lnTo>
                <a:lnTo>
                  <a:pt x="771306" y="529007"/>
                </a:lnTo>
                <a:lnTo>
                  <a:pt x="771112" y="536505"/>
                </a:lnTo>
                <a:close/>
              </a:path>
              <a:path w="4572000" h="1752647">
                <a:moveTo>
                  <a:pt x="777435" y="490839"/>
                </a:moveTo>
                <a:lnTo>
                  <a:pt x="778115" y="503302"/>
                </a:lnTo>
                <a:lnTo>
                  <a:pt x="770917" y="500089"/>
                </a:lnTo>
                <a:lnTo>
                  <a:pt x="765275" y="495123"/>
                </a:lnTo>
                <a:lnTo>
                  <a:pt x="756228" y="491423"/>
                </a:lnTo>
                <a:lnTo>
                  <a:pt x="745236" y="490254"/>
                </a:lnTo>
                <a:lnTo>
                  <a:pt x="737259" y="486944"/>
                </a:lnTo>
                <a:lnTo>
                  <a:pt x="731617" y="481199"/>
                </a:lnTo>
                <a:lnTo>
                  <a:pt x="731325" y="478473"/>
                </a:lnTo>
                <a:lnTo>
                  <a:pt x="731909" y="476331"/>
                </a:lnTo>
                <a:lnTo>
                  <a:pt x="733660" y="474675"/>
                </a:lnTo>
                <a:lnTo>
                  <a:pt x="775294" y="485873"/>
                </a:lnTo>
                <a:lnTo>
                  <a:pt x="777435" y="490839"/>
                </a:lnTo>
                <a:close/>
              </a:path>
              <a:path w="4572000" h="1752647">
                <a:moveTo>
                  <a:pt x="829575" y="560165"/>
                </a:moveTo>
                <a:lnTo>
                  <a:pt x="827727" y="563963"/>
                </a:lnTo>
                <a:lnTo>
                  <a:pt x="824030" y="561139"/>
                </a:lnTo>
                <a:lnTo>
                  <a:pt x="805061" y="556952"/>
                </a:lnTo>
                <a:lnTo>
                  <a:pt x="798738" y="556563"/>
                </a:lnTo>
                <a:lnTo>
                  <a:pt x="782298" y="551889"/>
                </a:lnTo>
                <a:lnTo>
                  <a:pt x="777240" y="549455"/>
                </a:lnTo>
                <a:lnTo>
                  <a:pt x="773738" y="546242"/>
                </a:lnTo>
                <a:lnTo>
                  <a:pt x="774905" y="540399"/>
                </a:lnTo>
                <a:lnTo>
                  <a:pt x="777337" y="536797"/>
                </a:lnTo>
                <a:lnTo>
                  <a:pt x="778894" y="526865"/>
                </a:lnTo>
                <a:lnTo>
                  <a:pt x="782979" y="522873"/>
                </a:lnTo>
                <a:lnTo>
                  <a:pt x="791151" y="530273"/>
                </a:lnTo>
                <a:lnTo>
                  <a:pt x="800197" y="536602"/>
                </a:lnTo>
                <a:lnTo>
                  <a:pt x="805450" y="539523"/>
                </a:lnTo>
                <a:lnTo>
                  <a:pt x="821404" y="545950"/>
                </a:lnTo>
                <a:lnTo>
                  <a:pt x="827046" y="549260"/>
                </a:lnTo>
                <a:lnTo>
                  <a:pt x="829575" y="560165"/>
                </a:lnTo>
                <a:close/>
              </a:path>
              <a:path w="4572000" h="1752647">
                <a:moveTo>
                  <a:pt x="842999" y="548189"/>
                </a:moveTo>
                <a:lnTo>
                  <a:pt x="840178" y="550915"/>
                </a:lnTo>
                <a:lnTo>
                  <a:pt x="835314" y="550331"/>
                </a:lnTo>
                <a:lnTo>
                  <a:pt x="830061" y="547021"/>
                </a:lnTo>
                <a:lnTo>
                  <a:pt x="823349" y="541081"/>
                </a:lnTo>
                <a:lnTo>
                  <a:pt x="815762" y="535823"/>
                </a:lnTo>
                <a:lnTo>
                  <a:pt x="806228" y="532513"/>
                </a:lnTo>
                <a:lnTo>
                  <a:pt x="800197" y="531539"/>
                </a:lnTo>
                <a:lnTo>
                  <a:pt x="797863" y="530273"/>
                </a:lnTo>
                <a:lnTo>
                  <a:pt x="800197" y="520049"/>
                </a:lnTo>
                <a:lnTo>
                  <a:pt x="806423" y="519465"/>
                </a:lnTo>
                <a:lnTo>
                  <a:pt x="826754" y="528910"/>
                </a:lnTo>
                <a:lnTo>
                  <a:pt x="833466" y="534070"/>
                </a:lnTo>
                <a:lnTo>
                  <a:pt x="842999" y="548189"/>
                </a:lnTo>
                <a:close/>
              </a:path>
              <a:path w="4572000" h="1752647">
                <a:moveTo>
                  <a:pt x="854478" y="580126"/>
                </a:moveTo>
                <a:lnTo>
                  <a:pt x="843583" y="580710"/>
                </a:lnTo>
                <a:lnTo>
                  <a:pt x="840470" y="579445"/>
                </a:lnTo>
                <a:lnTo>
                  <a:pt x="841734" y="570292"/>
                </a:lnTo>
                <a:lnTo>
                  <a:pt x="845042" y="564742"/>
                </a:lnTo>
                <a:lnTo>
                  <a:pt x="850003" y="564839"/>
                </a:lnTo>
                <a:lnTo>
                  <a:pt x="855548" y="573116"/>
                </a:lnTo>
                <a:lnTo>
                  <a:pt x="854478" y="580126"/>
                </a:lnTo>
                <a:close/>
              </a:path>
              <a:path w="4572000" h="1752647">
                <a:moveTo>
                  <a:pt x="870626" y="568247"/>
                </a:moveTo>
                <a:lnTo>
                  <a:pt x="868680" y="569513"/>
                </a:lnTo>
                <a:lnTo>
                  <a:pt x="860314" y="557147"/>
                </a:lnTo>
                <a:lnTo>
                  <a:pt x="862454" y="550039"/>
                </a:lnTo>
                <a:lnTo>
                  <a:pt x="864400" y="548189"/>
                </a:lnTo>
                <a:lnTo>
                  <a:pt x="868972" y="552571"/>
                </a:lnTo>
                <a:lnTo>
                  <a:pt x="872571" y="557147"/>
                </a:lnTo>
                <a:lnTo>
                  <a:pt x="875198" y="562502"/>
                </a:lnTo>
                <a:lnTo>
                  <a:pt x="870626" y="568247"/>
                </a:lnTo>
                <a:close/>
              </a:path>
              <a:path w="4572000" h="1752647">
                <a:moveTo>
                  <a:pt x="926560" y="517907"/>
                </a:moveTo>
                <a:lnTo>
                  <a:pt x="932688" y="522191"/>
                </a:lnTo>
                <a:lnTo>
                  <a:pt x="937746" y="519368"/>
                </a:lnTo>
                <a:lnTo>
                  <a:pt x="937552" y="523068"/>
                </a:lnTo>
                <a:lnTo>
                  <a:pt x="936482" y="526573"/>
                </a:lnTo>
                <a:lnTo>
                  <a:pt x="930548" y="536505"/>
                </a:lnTo>
                <a:lnTo>
                  <a:pt x="920626" y="534265"/>
                </a:lnTo>
                <a:lnTo>
                  <a:pt x="918291" y="531052"/>
                </a:lnTo>
                <a:lnTo>
                  <a:pt x="917513" y="528618"/>
                </a:lnTo>
                <a:lnTo>
                  <a:pt x="918972" y="527060"/>
                </a:lnTo>
                <a:lnTo>
                  <a:pt x="919750" y="522191"/>
                </a:lnTo>
                <a:lnTo>
                  <a:pt x="924128" y="522191"/>
                </a:lnTo>
                <a:lnTo>
                  <a:pt x="926560" y="517907"/>
                </a:lnTo>
                <a:close/>
              </a:path>
              <a:path w="4572000" h="1752647">
                <a:moveTo>
                  <a:pt x="981034" y="514499"/>
                </a:moveTo>
                <a:lnTo>
                  <a:pt x="981618" y="521802"/>
                </a:lnTo>
                <a:lnTo>
                  <a:pt x="987163" y="525307"/>
                </a:lnTo>
                <a:lnTo>
                  <a:pt x="988622" y="530663"/>
                </a:lnTo>
                <a:lnTo>
                  <a:pt x="987649" y="539328"/>
                </a:lnTo>
                <a:lnTo>
                  <a:pt x="982396" y="549260"/>
                </a:lnTo>
                <a:lnTo>
                  <a:pt x="980062" y="551889"/>
                </a:lnTo>
                <a:lnTo>
                  <a:pt x="973155" y="549844"/>
                </a:lnTo>
                <a:lnTo>
                  <a:pt x="970918" y="546534"/>
                </a:lnTo>
                <a:lnTo>
                  <a:pt x="969945" y="544002"/>
                </a:lnTo>
                <a:lnTo>
                  <a:pt x="970918" y="542055"/>
                </a:lnTo>
                <a:lnTo>
                  <a:pt x="965859" y="539815"/>
                </a:lnTo>
                <a:lnTo>
                  <a:pt x="969069" y="535921"/>
                </a:lnTo>
                <a:lnTo>
                  <a:pt x="966832" y="530663"/>
                </a:lnTo>
                <a:lnTo>
                  <a:pt x="952727" y="533973"/>
                </a:lnTo>
                <a:lnTo>
                  <a:pt x="948641" y="534070"/>
                </a:lnTo>
                <a:lnTo>
                  <a:pt x="947863" y="528034"/>
                </a:lnTo>
                <a:lnTo>
                  <a:pt x="948447" y="525502"/>
                </a:lnTo>
                <a:lnTo>
                  <a:pt x="959342" y="517907"/>
                </a:lnTo>
                <a:lnTo>
                  <a:pt x="965762" y="516447"/>
                </a:lnTo>
                <a:lnTo>
                  <a:pt x="972766" y="518005"/>
                </a:lnTo>
                <a:lnTo>
                  <a:pt x="981034" y="514499"/>
                </a:lnTo>
                <a:close/>
              </a:path>
              <a:path w="4572000" h="1752647">
                <a:moveTo>
                  <a:pt x="999906" y="650037"/>
                </a:moveTo>
                <a:lnTo>
                  <a:pt x="1002727" y="651595"/>
                </a:lnTo>
                <a:lnTo>
                  <a:pt x="1006132" y="646629"/>
                </a:lnTo>
                <a:lnTo>
                  <a:pt x="1012552" y="653543"/>
                </a:lnTo>
                <a:lnTo>
                  <a:pt x="1016540" y="656951"/>
                </a:lnTo>
                <a:lnTo>
                  <a:pt x="1021891" y="660456"/>
                </a:lnTo>
                <a:lnTo>
                  <a:pt x="1016638" y="660553"/>
                </a:lnTo>
                <a:lnTo>
                  <a:pt x="1014498" y="663766"/>
                </a:lnTo>
                <a:lnTo>
                  <a:pt x="1013038" y="664351"/>
                </a:lnTo>
                <a:lnTo>
                  <a:pt x="992416" y="653250"/>
                </a:lnTo>
                <a:lnTo>
                  <a:pt x="979283" y="656853"/>
                </a:lnTo>
                <a:lnTo>
                  <a:pt x="970237" y="653543"/>
                </a:lnTo>
                <a:lnTo>
                  <a:pt x="967610" y="651303"/>
                </a:lnTo>
                <a:lnTo>
                  <a:pt x="972474" y="645169"/>
                </a:lnTo>
                <a:lnTo>
                  <a:pt x="976949" y="631148"/>
                </a:lnTo>
                <a:lnTo>
                  <a:pt x="985996" y="634653"/>
                </a:lnTo>
                <a:lnTo>
                  <a:pt x="988136" y="639035"/>
                </a:lnTo>
                <a:lnTo>
                  <a:pt x="987649" y="640300"/>
                </a:lnTo>
                <a:lnTo>
                  <a:pt x="993486" y="642929"/>
                </a:lnTo>
                <a:lnTo>
                  <a:pt x="999906" y="650037"/>
                </a:lnTo>
                <a:close/>
              </a:path>
              <a:path w="4572000" h="1752647">
                <a:moveTo>
                  <a:pt x="970237" y="665519"/>
                </a:moveTo>
                <a:lnTo>
                  <a:pt x="979381" y="674964"/>
                </a:lnTo>
                <a:lnTo>
                  <a:pt x="981521" y="678372"/>
                </a:lnTo>
                <a:lnTo>
                  <a:pt x="977046" y="683630"/>
                </a:lnTo>
                <a:lnTo>
                  <a:pt x="973447" y="691030"/>
                </a:lnTo>
                <a:lnTo>
                  <a:pt x="971307" y="692588"/>
                </a:lnTo>
                <a:lnTo>
                  <a:pt x="964400" y="689764"/>
                </a:lnTo>
                <a:lnTo>
                  <a:pt x="959439" y="697067"/>
                </a:lnTo>
                <a:lnTo>
                  <a:pt x="956229" y="685382"/>
                </a:lnTo>
                <a:lnTo>
                  <a:pt x="949128" y="677982"/>
                </a:lnTo>
                <a:lnTo>
                  <a:pt x="953505" y="670485"/>
                </a:lnTo>
                <a:lnTo>
                  <a:pt x="955159" y="669901"/>
                </a:lnTo>
                <a:lnTo>
                  <a:pt x="957299" y="670193"/>
                </a:lnTo>
                <a:lnTo>
                  <a:pt x="959536" y="672140"/>
                </a:lnTo>
                <a:lnTo>
                  <a:pt x="970237" y="665519"/>
                </a:lnTo>
                <a:close/>
              </a:path>
              <a:path w="4572000" h="1752647">
                <a:moveTo>
                  <a:pt x="898544" y="666785"/>
                </a:moveTo>
                <a:lnTo>
                  <a:pt x="885801" y="670193"/>
                </a:lnTo>
                <a:lnTo>
                  <a:pt x="871696" y="667759"/>
                </a:lnTo>
                <a:lnTo>
                  <a:pt x="873447" y="661819"/>
                </a:lnTo>
                <a:lnTo>
                  <a:pt x="880256" y="655101"/>
                </a:lnTo>
                <a:lnTo>
                  <a:pt x="886287" y="655393"/>
                </a:lnTo>
                <a:lnTo>
                  <a:pt x="897279" y="659872"/>
                </a:lnTo>
                <a:lnTo>
                  <a:pt x="901170" y="663864"/>
                </a:lnTo>
                <a:lnTo>
                  <a:pt x="898544" y="666785"/>
                </a:lnTo>
                <a:close/>
              </a:path>
              <a:path w="4572000" h="1752647">
                <a:moveTo>
                  <a:pt x="1479577" y="747893"/>
                </a:moveTo>
                <a:lnTo>
                  <a:pt x="1460219" y="757825"/>
                </a:lnTo>
                <a:lnTo>
                  <a:pt x="1455647" y="757338"/>
                </a:lnTo>
                <a:lnTo>
                  <a:pt x="1452145" y="753736"/>
                </a:lnTo>
                <a:lnTo>
                  <a:pt x="1454285" y="734554"/>
                </a:lnTo>
                <a:lnTo>
                  <a:pt x="1456814" y="728809"/>
                </a:lnTo>
                <a:lnTo>
                  <a:pt x="1470336" y="728225"/>
                </a:lnTo>
                <a:lnTo>
                  <a:pt x="1478604" y="730951"/>
                </a:lnTo>
                <a:lnTo>
                  <a:pt x="1482787" y="734067"/>
                </a:lnTo>
                <a:lnTo>
                  <a:pt x="1484538" y="740493"/>
                </a:lnTo>
                <a:lnTo>
                  <a:pt x="1483565" y="744388"/>
                </a:lnTo>
                <a:lnTo>
                  <a:pt x="1479577" y="747893"/>
                </a:lnTo>
                <a:close/>
              </a:path>
              <a:path w="4572000" h="1752647">
                <a:moveTo>
                  <a:pt x="1881816" y="1324709"/>
                </a:moveTo>
                <a:lnTo>
                  <a:pt x="1879967" y="1326170"/>
                </a:lnTo>
                <a:lnTo>
                  <a:pt x="1863430" y="1325391"/>
                </a:lnTo>
                <a:lnTo>
                  <a:pt x="1852730" y="1333278"/>
                </a:lnTo>
                <a:lnTo>
                  <a:pt x="1845434" y="1335712"/>
                </a:lnTo>
                <a:lnTo>
                  <a:pt x="1818878" y="1335712"/>
                </a:lnTo>
                <a:lnTo>
                  <a:pt x="1815765" y="1334641"/>
                </a:lnTo>
                <a:lnTo>
                  <a:pt x="1813430" y="1334738"/>
                </a:lnTo>
                <a:lnTo>
                  <a:pt x="1811971" y="1336296"/>
                </a:lnTo>
                <a:lnTo>
                  <a:pt x="1803508" y="1335128"/>
                </a:lnTo>
                <a:lnTo>
                  <a:pt x="1776660" y="1328117"/>
                </a:lnTo>
                <a:lnTo>
                  <a:pt x="1772963" y="1321593"/>
                </a:lnTo>
                <a:lnTo>
                  <a:pt x="1777146" y="1314583"/>
                </a:lnTo>
                <a:lnTo>
                  <a:pt x="1786777" y="1304748"/>
                </a:lnTo>
                <a:lnTo>
                  <a:pt x="1806135" y="1302801"/>
                </a:lnTo>
                <a:lnTo>
                  <a:pt x="1894462" y="1302119"/>
                </a:lnTo>
                <a:lnTo>
                  <a:pt x="1904092" y="1310590"/>
                </a:lnTo>
                <a:lnTo>
                  <a:pt x="1904968" y="1313414"/>
                </a:lnTo>
                <a:lnTo>
                  <a:pt x="1885707" y="1319256"/>
                </a:lnTo>
                <a:lnTo>
                  <a:pt x="1881816" y="1324709"/>
                </a:lnTo>
                <a:close/>
              </a:path>
              <a:path w="4572000" h="1752647">
                <a:moveTo>
                  <a:pt x="3936297" y="741564"/>
                </a:moveTo>
                <a:lnTo>
                  <a:pt x="3931628" y="743317"/>
                </a:lnTo>
                <a:lnTo>
                  <a:pt x="3926278" y="741370"/>
                </a:lnTo>
                <a:lnTo>
                  <a:pt x="3921122" y="733970"/>
                </a:lnTo>
                <a:lnTo>
                  <a:pt x="3922971" y="728225"/>
                </a:lnTo>
                <a:lnTo>
                  <a:pt x="3928904" y="724233"/>
                </a:lnTo>
                <a:lnTo>
                  <a:pt x="3933963" y="728225"/>
                </a:lnTo>
                <a:lnTo>
                  <a:pt x="3935519" y="733288"/>
                </a:lnTo>
                <a:lnTo>
                  <a:pt x="3939313" y="733580"/>
                </a:lnTo>
                <a:lnTo>
                  <a:pt x="3936297" y="741564"/>
                </a:lnTo>
                <a:close/>
              </a:path>
              <a:path w="4572000" h="1752647">
                <a:moveTo>
                  <a:pt x="3185809" y="681098"/>
                </a:moveTo>
                <a:lnTo>
                  <a:pt x="3179680" y="683630"/>
                </a:lnTo>
                <a:lnTo>
                  <a:pt x="3173065" y="683630"/>
                </a:lnTo>
                <a:lnTo>
                  <a:pt x="3171606" y="673211"/>
                </a:lnTo>
                <a:lnTo>
                  <a:pt x="3173746" y="660066"/>
                </a:lnTo>
                <a:lnTo>
                  <a:pt x="3179972" y="657827"/>
                </a:lnTo>
                <a:lnTo>
                  <a:pt x="3189700" y="660553"/>
                </a:lnTo>
                <a:lnTo>
                  <a:pt x="3186100" y="663961"/>
                </a:lnTo>
                <a:lnTo>
                  <a:pt x="3188824" y="670972"/>
                </a:lnTo>
                <a:lnTo>
                  <a:pt x="3185809" y="681098"/>
                </a:lnTo>
                <a:close/>
              </a:path>
              <a:path w="4572000" h="1752647">
                <a:moveTo>
                  <a:pt x="3216645" y="663961"/>
                </a:moveTo>
                <a:lnTo>
                  <a:pt x="3227832" y="678469"/>
                </a:lnTo>
                <a:lnTo>
                  <a:pt x="3220342" y="692296"/>
                </a:lnTo>
                <a:lnTo>
                  <a:pt x="3225595" y="699988"/>
                </a:lnTo>
                <a:lnTo>
                  <a:pt x="3239700" y="700475"/>
                </a:lnTo>
                <a:lnTo>
                  <a:pt x="3243007" y="703396"/>
                </a:lnTo>
                <a:lnTo>
                  <a:pt x="3245439" y="706901"/>
                </a:lnTo>
                <a:lnTo>
                  <a:pt x="3247093" y="711672"/>
                </a:lnTo>
                <a:lnTo>
                  <a:pt x="3243396" y="715469"/>
                </a:lnTo>
                <a:lnTo>
                  <a:pt x="3235517" y="718975"/>
                </a:lnTo>
                <a:lnTo>
                  <a:pt x="3226470" y="713912"/>
                </a:lnTo>
                <a:lnTo>
                  <a:pt x="3224038" y="709238"/>
                </a:lnTo>
                <a:lnTo>
                  <a:pt x="3222190" y="707485"/>
                </a:lnTo>
                <a:lnTo>
                  <a:pt x="3209933" y="710990"/>
                </a:lnTo>
                <a:lnTo>
                  <a:pt x="3206528" y="711380"/>
                </a:lnTo>
                <a:lnTo>
                  <a:pt x="3204097" y="704856"/>
                </a:lnTo>
                <a:lnTo>
                  <a:pt x="3207112" y="695509"/>
                </a:lnTo>
                <a:lnTo>
                  <a:pt x="3198552" y="691322"/>
                </a:lnTo>
                <a:lnTo>
                  <a:pt x="3190672" y="681585"/>
                </a:lnTo>
                <a:lnTo>
                  <a:pt x="3190381" y="677690"/>
                </a:lnTo>
                <a:lnTo>
                  <a:pt x="3193493" y="670972"/>
                </a:lnTo>
                <a:lnTo>
                  <a:pt x="3193104" y="665616"/>
                </a:lnTo>
                <a:lnTo>
                  <a:pt x="3197579" y="665227"/>
                </a:lnTo>
                <a:lnTo>
                  <a:pt x="3205750" y="672432"/>
                </a:lnTo>
                <a:lnTo>
                  <a:pt x="3209349" y="665616"/>
                </a:lnTo>
                <a:lnTo>
                  <a:pt x="3212754" y="662793"/>
                </a:lnTo>
                <a:lnTo>
                  <a:pt x="3216645" y="663961"/>
                </a:lnTo>
                <a:close/>
              </a:path>
              <a:path w="4572000" h="1752647">
                <a:moveTo>
                  <a:pt x="3737950" y="1207574"/>
                </a:moveTo>
                <a:lnTo>
                  <a:pt x="3730071" y="1215948"/>
                </a:lnTo>
                <a:lnTo>
                  <a:pt x="3737561" y="1196182"/>
                </a:lnTo>
                <a:lnTo>
                  <a:pt x="3739118" y="1186250"/>
                </a:lnTo>
                <a:lnTo>
                  <a:pt x="3746024" y="1180213"/>
                </a:lnTo>
                <a:lnTo>
                  <a:pt x="3756336" y="1150029"/>
                </a:lnTo>
                <a:lnTo>
                  <a:pt x="3758573" y="1150710"/>
                </a:lnTo>
                <a:lnTo>
                  <a:pt x="3761978" y="1153631"/>
                </a:lnTo>
                <a:lnTo>
                  <a:pt x="3756822" y="1175831"/>
                </a:lnTo>
                <a:lnTo>
                  <a:pt x="3742328" y="1191410"/>
                </a:lnTo>
                <a:lnTo>
                  <a:pt x="3737950" y="1207574"/>
                </a:lnTo>
                <a:close/>
              </a:path>
              <a:path w="4572000" h="1752647">
                <a:moveTo>
                  <a:pt x="3726375" y="1202608"/>
                </a:moveTo>
                <a:lnTo>
                  <a:pt x="3720441" y="1211955"/>
                </a:lnTo>
                <a:lnTo>
                  <a:pt x="3716452" y="1208645"/>
                </a:lnTo>
                <a:lnTo>
                  <a:pt x="3714118" y="1208645"/>
                </a:lnTo>
                <a:lnTo>
                  <a:pt x="3712756" y="1203095"/>
                </a:lnTo>
                <a:lnTo>
                  <a:pt x="3714118" y="1191703"/>
                </a:lnTo>
                <a:lnTo>
                  <a:pt x="3709157" y="1178850"/>
                </a:lnTo>
                <a:lnTo>
                  <a:pt x="3715771" y="1179045"/>
                </a:lnTo>
                <a:lnTo>
                  <a:pt x="3717620" y="1182842"/>
                </a:lnTo>
                <a:lnTo>
                  <a:pt x="3719662" y="1184205"/>
                </a:lnTo>
                <a:lnTo>
                  <a:pt x="3726083" y="1196571"/>
                </a:lnTo>
                <a:lnTo>
                  <a:pt x="3726375" y="1202608"/>
                </a:lnTo>
                <a:close/>
              </a:path>
              <a:path w="4572000" h="1752647">
                <a:moveTo>
                  <a:pt x="3285614" y="990732"/>
                </a:moveTo>
                <a:lnTo>
                  <a:pt x="3283085" y="994238"/>
                </a:lnTo>
                <a:lnTo>
                  <a:pt x="3277443" y="996575"/>
                </a:lnTo>
                <a:lnTo>
                  <a:pt x="3272677" y="996380"/>
                </a:lnTo>
                <a:lnTo>
                  <a:pt x="3274233" y="992972"/>
                </a:lnTo>
                <a:lnTo>
                  <a:pt x="3273066" y="990927"/>
                </a:lnTo>
                <a:lnTo>
                  <a:pt x="3269564" y="991803"/>
                </a:lnTo>
                <a:lnTo>
                  <a:pt x="3263824" y="994627"/>
                </a:lnTo>
                <a:lnTo>
                  <a:pt x="3256626" y="1000080"/>
                </a:lnTo>
                <a:lnTo>
                  <a:pt x="3252346" y="997354"/>
                </a:lnTo>
                <a:lnTo>
                  <a:pt x="3251470" y="993069"/>
                </a:lnTo>
                <a:lnTo>
                  <a:pt x="3251762" y="991122"/>
                </a:lnTo>
                <a:lnTo>
                  <a:pt x="3260322" y="983527"/>
                </a:lnTo>
                <a:lnTo>
                  <a:pt x="3270342" y="982164"/>
                </a:lnTo>
                <a:lnTo>
                  <a:pt x="3284447" y="974861"/>
                </a:lnTo>
                <a:lnTo>
                  <a:pt x="3290770" y="975251"/>
                </a:lnTo>
                <a:lnTo>
                  <a:pt x="3289311" y="979924"/>
                </a:lnTo>
                <a:lnTo>
                  <a:pt x="3287073" y="983235"/>
                </a:lnTo>
                <a:lnTo>
                  <a:pt x="3285712" y="986643"/>
                </a:lnTo>
                <a:lnTo>
                  <a:pt x="3285614" y="990732"/>
                </a:lnTo>
                <a:close/>
              </a:path>
              <a:path w="4572000" h="1752647">
                <a:moveTo>
                  <a:pt x="3143688" y="240210"/>
                </a:moveTo>
                <a:lnTo>
                  <a:pt x="3139699" y="242157"/>
                </a:lnTo>
                <a:lnTo>
                  <a:pt x="3133376" y="241476"/>
                </a:lnTo>
                <a:lnTo>
                  <a:pt x="3132695" y="236510"/>
                </a:lnTo>
                <a:lnTo>
                  <a:pt x="3139116" y="227649"/>
                </a:lnTo>
                <a:lnTo>
                  <a:pt x="3143396" y="218302"/>
                </a:lnTo>
                <a:lnTo>
                  <a:pt x="3138824" y="215868"/>
                </a:lnTo>
                <a:lnTo>
                  <a:pt x="3134446" y="209928"/>
                </a:lnTo>
                <a:lnTo>
                  <a:pt x="3134349" y="202918"/>
                </a:lnTo>
                <a:lnTo>
                  <a:pt x="3137851" y="190065"/>
                </a:lnTo>
                <a:lnTo>
                  <a:pt x="3143201" y="191136"/>
                </a:lnTo>
                <a:lnTo>
                  <a:pt x="3148357" y="196686"/>
                </a:lnTo>
                <a:lnTo>
                  <a:pt x="3150497" y="207104"/>
                </a:lnTo>
                <a:lnTo>
                  <a:pt x="3153805" y="215089"/>
                </a:lnTo>
                <a:lnTo>
                  <a:pt x="3146703" y="225897"/>
                </a:lnTo>
                <a:lnTo>
                  <a:pt x="3143688" y="240210"/>
                </a:lnTo>
                <a:close/>
              </a:path>
              <a:path w="4572000" h="1752647">
                <a:moveTo>
                  <a:pt x="3030944" y="298339"/>
                </a:moveTo>
                <a:lnTo>
                  <a:pt x="3028512" y="301358"/>
                </a:lnTo>
                <a:lnTo>
                  <a:pt x="3016742" y="295905"/>
                </a:lnTo>
                <a:lnTo>
                  <a:pt x="3017325" y="287239"/>
                </a:lnTo>
                <a:lnTo>
                  <a:pt x="3015672" y="283052"/>
                </a:lnTo>
                <a:lnTo>
                  <a:pt x="3012559" y="278574"/>
                </a:lnTo>
                <a:lnTo>
                  <a:pt x="3011197" y="274192"/>
                </a:lnTo>
                <a:lnTo>
                  <a:pt x="3012559" y="269421"/>
                </a:lnTo>
                <a:lnTo>
                  <a:pt x="3019757" y="275555"/>
                </a:lnTo>
                <a:lnTo>
                  <a:pt x="3023940" y="285195"/>
                </a:lnTo>
                <a:lnTo>
                  <a:pt x="3029582" y="294347"/>
                </a:lnTo>
                <a:lnTo>
                  <a:pt x="3030944" y="298339"/>
                </a:lnTo>
                <a:close/>
              </a:path>
              <a:path w="4572000" h="1752647">
                <a:moveTo>
                  <a:pt x="3537172" y="1442915"/>
                </a:moveTo>
                <a:lnTo>
                  <a:pt x="3528709" y="1445934"/>
                </a:lnTo>
                <a:lnTo>
                  <a:pt x="3534351" y="1438242"/>
                </a:lnTo>
                <a:lnTo>
                  <a:pt x="3552541" y="1420715"/>
                </a:lnTo>
                <a:lnTo>
                  <a:pt x="3559059" y="1424026"/>
                </a:lnTo>
                <a:lnTo>
                  <a:pt x="3567716" y="1424610"/>
                </a:lnTo>
                <a:lnTo>
                  <a:pt x="3554876" y="1432497"/>
                </a:lnTo>
                <a:lnTo>
                  <a:pt x="3541646" y="1435807"/>
                </a:lnTo>
                <a:lnTo>
                  <a:pt x="3537172" y="1442915"/>
                </a:lnTo>
                <a:close/>
              </a:path>
              <a:path w="4572000" h="1752647">
                <a:moveTo>
                  <a:pt x="3437658" y="1407473"/>
                </a:moveTo>
                <a:lnTo>
                  <a:pt x="3431918" y="1416334"/>
                </a:lnTo>
                <a:lnTo>
                  <a:pt x="3425401" y="1415847"/>
                </a:lnTo>
                <a:lnTo>
                  <a:pt x="3413630" y="1403773"/>
                </a:lnTo>
                <a:lnTo>
                  <a:pt x="3414311" y="1395399"/>
                </a:lnTo>
                <a:lnTo>
                  <a:pt x="3415284" y="1392673"/>
                </a:lnTo>
                <a:lnTo>
                  <a:pt x="3419759" y="1391894"/>
                </a:lnTo>
                <a:lnTo>
                  <a:pt x="3435128" y="1394328"/>
                </a:lnTo>
                <a:lnTo>
                  <a:pt x="3438144" y="1401047"/>
                </a:lnTo>
                <a:lnTo>
                  <a:pt x="3437658" y="1407473"/>
                </a:lnTo>
                <a:close/>
              </a:path>
              <a:path w="4572000" h="1752647">
                <a:moveTo>
                  <a:pt x="3241548" y="1421494"/>
                </a:moveTo>
                <a:lnTo>
                  <a:pt x="3258571" y="1425389"/>
                </a:lnTo>
                <a:lnTo>
                  <a:pt x="3268396" y="1424999"/>
                </a:lnTo>
                <a:lnTo>
                  <a:pt x="3270342" y="1428505"/>
                </a:lnTo>
                <a:lnTo>
                  <a:pt x="3261101" y="1436684"/>
                </a:lnTo>
                <a:lnTo>
                  <a:pt x="3241353" y="1430355"/>
                </a:lnTo>
                <a:lnTo>
                  <a:pt x="3237949" y="1423539"/>
                </a:lnTo>
                <a:lnTo>
                  <a:pt x="3241548" y="1421494"/>
                </a:lnTo>
                <a:close/>
              </a:path>
              <a:path w="4572000" h="1752647">
                <a:moveTo>
                  <a:pt x="3487658" y="797552"/>
                </a:moveTo>
                <a:lnTo>
                  <a:pt x="3488825" y="803297"/>
                </a:lnTo>
                <a:lnTo>
                  <a:pt x="3494662" y="808652"/>
                </a:lnTo>
                <a:lnTo>
                  <a:pt x="3492619" y="816928"/>
                </a:lnTo>
                <a:lnTo>
                  <a:pt x="3490382" y="818194"/>
                </a:lnTo>
                <a:lnTo>
                  <a:pt x="3491549" y="821991"/>
                </a:lnTo>
                <a:lnTo>
                  <a:pt x="3494078" y="824815"/>
                </a:lnTo>
                <a:lnTo>
                  <a:pt x="3489603" y="826860"/>
                </a:lnTo>
                <a:lnTo>
                  <a:pt x="3486296" y="825886"/>
                </a:lnTo>
                <a:lnTo>
                  <a:pt x="3480946" y="828515"/>
                </a:lnTo>
                <a:lnTo>
                  <a:pt x="3477444" y="832313"/>
                </a:lnTo>
                <a:lnTo>
                  <a:pt x="3466257" y="833870"/>
                </a:lnTo>
                <a:lnTo>
                  <a:pt x="3462366" y="830365"/>
                </a:lnTo>
                <a:lnTo>
                  <a:pt x="3442327" y="826276"/>
                </a:lnTo>
                <a:lnTo>
                  <a:pt x="3429389" y="817318"/>
                </a:lnTo>
                <a:lnTo>
                  <a:pt x="3427833" y="814689"/>
                </a:lnTo>
                <a:lnTo>
                  <a:pt x="3452735" y="804173"/>
                </a:lnTo>
                <a:lnTo>
                  <a:pt x="3463630" y="801349"/>
                </a:lnTo>
                <a:lnTo>
                  <a:pt x="3472774" y="801544"/>
                </a:lnTo>
                <a:lnTo>
                  <a:pt x="3484253" y="797649"/>
                </a:lnTo>
                <a:lnTo>
                  <a:pt x="3487658" y="797552"/>
                </a:lnTo>
                <a:close/>
              </a:path>
              <a:path w="4572000" h="1752647">
                <a:moveTo>
                  <a:pt x="765275" y="1166387"/>
                </a:moveTo>
                <a:lnTo>
                  <a:pt x="757396" y="1166776"/>
                </a:lnTo>
                <a:lnTo>
                  <a:pt x="742804" y="1154897"/>
                </a:lnTo>
                <a:lnTo>
                  <a:pt x="740372" y="1151197"/>
                </a:lnTo>
                <a:lnTo>
                  <a:pt x="744555" y="1147594"/>
                </a:lnTo>
                <a:lnTo>
                  <a:pt x="748835" y="1147886"/>
                </a:lnTo>
                <a:lnTo>
                  <a:pt x="765761" y="1155384"/>
                </a:lnTo>
                <a:lnTo>
                  <a:pt x="768971" y="1159181"/>
                </a:lnTo>
                <a:lnTo>
                  <a:pt x="765275" y="1166387"/>
                </a:lnTo>
                <a:close/>
              </a:path>
              <a:path w="4572000" h="1752647">
                <a:moveTo>
                  <a:pt x="576364" y="942827"/>
                </a:moveTo>
                <a:lnTo>
                  <a:pt x="580255" y="957043"/>
                </a:lnTo>
                <a:lnTo>
                  <a:pt x="568679" y="947306"/>
                </a:lnTo>
                <a:lnTo>
                  <a:pt x="568874" y="940490"/>
                </a:lnTo>
                <a:lnTo>
                  <a:pt x="567317" y="936011"/>
                </a:lnTo>
                <a:lnTo>
                  <a:pt x="560313" y="930558"/>
                </a:lnTo>
                <a:lnTo>
                  <a:pt x="554866" y="923742"/>
                </a:lnTo>
                <a:lnTo>
                  <a:pt x="552434" y="907482"/>
                </a:lnTo>
                <a:lnTo>
                  <a:pt x="554379" y="904171"/>
                </a:lnTo>
                <a:lnTo>
                  <a:pt x="558951" y="903879"/>
                </a:lnTo>
                <a:lnTo>
                  <a:pt x="579282" y="925203"/>
                </a:lnTo>
                <a:lnTo>
                  <a:pt x="580644" y="928806"/>
                </a:lnTo>
                <a:lnTo>
                  <a:pt x="580158" y="936400"/>
                </a:lnTo>
                <a:lnTo>
                  <a:pt x="577239" y="938737"/>
                </a:lnTo>
                <a:lnTo>
                  <a:pt x="576364" y="942827"/>
                </a:lnTo>
                <a:close/>
              </a:path>
              <a:path w="4572000" h="1752647">
                <a:moveTo>
                  <a:pt x="554866" y="899789"/>
                </a:moveTo>
                <a:lnTo>
                  <a:pt x="547959" y="907579"/>
                </a:lnTo>
                <a:lnTo>
                  <a:pt x="536480" y="907482"/>
                </a:lnTo>
                <a:lnTo>
                  <a:pt x="534243" y="902613"/>
                </a:lnTo>
                <a:lnTo>
                  <a:pt x="534729" y="890832"/>
                </a:lnTo>
                <a:lnTo>
                  <a:pt x="531908" y="887034"/>
                </a:lnTo>
                <a:lnTo>
                  <a:pt x="532006" y="885476"/>
                </a:lnTo>
                <a:lnTo>
                  <a:pt x="533854" y="878758"/>
                </a:lnTo>
                <a:lnTo>
                  <a:pt x="536189" y="877297"/>
                </a:lnTo>
                <a:lnTo>
                  <a:pt x="554671" y="893850"/>
                </a:lnTo>
                <a:lnTo>
                  <a:pt x="554866" y="899789"/>
                </a:lnTo>
                <a:close/>
              </a:path>
              <a:path w="4572000" h="1752647">
                <a:moveTo>
                  <a:pt x="519749" y="861037"/>
                </a:moveTo>
                <a:lnTo>
                  <a:pt x="520235" y="863665"/>
                </a:lnTo>
                <a:lnTo>
                  <a:pt x="504379" y="855097"/>
                </a:lnTo>
                <a:lnTo>
                  <a:pt x="496792" y="852760"/>
                </a:lnTo>
                <a:lnTo>
                  <a:pt x="489982" y="843413"/>
                </a:lnTo>
                <a:lnTo>
                  <a:pt x="492122" y="838836"/>
                </a:lnTo>
                <a:lnTo>
                  <a:pt x="492414" y="832605"/>
                </a:lnTo>
                <a:lnTo>
                  <a:pt x="493387" y="830170"/>
                </a:lnTo>
                <a:lnTo>
                  <a:pt x="498251" y="829294"/>
                </a:lnTo>
                <a:lnTo>
                  <a:pt x="504476" y="833773"/>
                </a:lnTo>
                <a:lnTo>
                  <a:pt x="509243" y="844971"/>
                </a:lnTo>
                <a:lnTo>
                  <a:pt x="517122" y="855292"/>
                </a:lnTo>
                <a:lnTo>
                  <a:pt x="519749" y="861037"/>
                </a:lnTo>
                <a:close/>
              </a:path>
              <a:path w="4572000" h="1752647">
                <a:moveTo>
                  <a:pt x="385118" y="684506"/>
                </a:moveTo>
                <a:lnTo>
                  <a:pt x="379379" y="689082"/>
                </a:lnTo>
                <a:lnTo>
                  <a:pt x="370624" y="684701"/>
                </a:lnTo>
                <a:lnTo>
                  <a:pt x="373542" y="678469"/>
                </a:lnTo>
                <a:lnTo>
                  <a:pt x="375001" y="669803"/>
                </a:lnTo>
                <a:lnTo>
                  <a:pt x="380254" y="662987"/>
                </a:lnTo>
                <a:lnTo>
                  <a:pt x="382005" y="654906"/>
                </a:lnTo>
                <a:lnTo>
                  <a:pt x="371888" y="632998"/>
                </a:lnTo>
                <a:lnTo>
                  <a:pt x="376947" y="632219"/>
                </a:lnTo>
                <a:lnTo>
                  <a:pt x="380838" y="634653"/>
                </a:lnTo>
                <a:lnTo>
                  <a:pt x="387550" y="649258"/>
                </a:lnTo>
                <a:lnTo>
                  <a:pt x="393387" y="658022"/>
                </a:lnTo>
                <a:lnTo>
                  <a:pt x="391052" y="669901"/>
                </a:lnTo>
                <a:lnTo>
                  <a:pt x="385118" y="684506"/>
                </a:lnTo>
                <a:close/>
              </a:path>
              <a:path w="4572000" h="1752647">
                <a:moveTo>
                  <a:pt x="191051" y="403109"/>
                </a:moveTo>
                <a:lnTo>
                  <a:pt x="184923" y="403985"/>
                </a:lnTo>
                <a:lnTo>
                  <a:pt x="179086" y="401940"/>
                </a:lnTo>
                <a:lnTo>
                  <a:pt x="174125" y="396293"/>
                </a:lnTo>
                <a:lnTo>
                  <a:pt x="148055" y="380130"/>
                </a:lnTo>
                <a:lnTo>
                  <a:pt x="139884" y="379935"/>
                </a:lnTo>
                <a:lnTo>
                  <a:pt x="134242" y="375748"/>
                </a:lnTo>
                <a:lnTo>
                  <a:pt x="127335" y="374288"/>
                </a:lnTo>
                <a:lnTo>
                  <a:pt x="119942" y="363480"/>
                </a:lnTo>
                <a:lnTo>
                  <a:pt x="118386" y="357735"/>
                </a:lnTo>
                <a:lnTo>
                  <a:pt x="123736" y="354911"/>
                </a:lnTo>
                <a:lnTo>
                  <a:pt x="127043" y="348971"/>
                </a:lnTo>
                <a:lnTo>
                  <a:pt x="135798" y="351600"/>
                </a:lnTo>
                <a:lnTo>
                  <a:pt x="145720" y="362116"/>
                </a:lnTo>
                <a:lnTo>
                  <a:pt x="155837" y="366011"/>
                </a:lnTo>
                <a:lnTo>
                  <a:pt x="158561" y="367959"/>
                </a:lnTo>
                <a:lnTo>
                  <a:pt x="163425" y="373801"/>
                </a:lnTo>
                <a:lnTo>
                  <a:pt x="186479" y="388017"/>
                </a:lnTo>
                <a:lnTo>
                  <a:pt x="189008" y="392788"/>
                </a:lnTo>
                <a:lnTo>
                  <a:pt x="190565" y="397656"/>
                </a:lnTo>
                <a:lnTo>
                  <a:pt x="191051" y="403109"/>
                </a:lnTo>
                <a:close/>
              </a:path>
              <a:path w="4572000" h="1752647">
                <a:moveTo>
                  <a:pt x="2679289" y="1162394"/>
                </a:moveTo>
                <a:lnTo>
                  <a:pt x="2673161" y="1165023"/>
                </a:lnTo>
                <a:lnTo>
                  <a:pt x="2661390" y="1153826"/>
                </a:lnTo>
                <a:lnTo>
                  <a:pt x="2656429" y="1144673"/>
                </a:lnTo>
                <a:lnTo>
                  <a:pt x="2657694" y="1139513"/>
                </a:lnTo>
                <a:lnTo>
                  <a:pt x="2661196" y="1134936"/>
                </a:lnTo>
                <a:lnTo>
                  <a:pt x="2662850" y="1133865"/>
                </a:lnTo>
                <a:lnTo>
                  <a:pt x="2662071" y="1129094"/>
                </a:lnTo>
                <a:lnTo>
                  <a:pt x="2666741" y="1126757"/>
                </a:lnTo>
                <a:lnTo>
                  <a:pt x="2671799" y="1127147"/>
                </a:lnTo>
                <a:lnTo>
                  <a:pt x="2675106" y="1133476"/>
                </a:lnTo>
                <a:lnTo>
                  <a:pt x="2679095" y="1135228"/>
                </a:lnTo>
                <a:lnTo>
                  <a:pt x="2681138" y="1141265"/>
                </a:lnTo>
                <a:lnTo>
                  <a:pt x="2679289" y="1162394"/>
                </a:lnTo>
                <a:close/>
              </a:path>
              <a:path w="4572000" h="1752647">
                <a:moveTo>
                  <a:pt x="2793006" y="746920"/>
                </a:moveTo>
                <a:lnTo>
                  <a:pt x="2795146" y="753054"/>
                </a:lnTo>
                <a:lnTo>
                  <a:pt x="2791644" y="758312"/>
                </a:lnTo>
                <a:lnTo>
                  <a:pt x="2795535" y="768146"/>
                </a:lnTo>
                <a:lnTo>
                  <a:pt x="2805360" y="755001"/>
                </a:lnTo>
                <a:lnTo>
                  <a:pt x="2814698" y="753346"/>
                </a:lnTo>
                <a:lnTo>
                  <a:pt x="2819951" y="755488"/>
                </a:lnTo>
                <a:lnTo>
                  <a:pt x="2823648" y="758117"/>
                </a:lnTo>
                <a:lnTo>
                  <a:pt x="2825593" y="763083"/>
                </a:lnTo>
                <a:lnTo>
                  <a:pt x="2822189" y="773794"/>
                </a:lnTo>
                <a:lnTo>
                  <a:pt x="2816060" y="778857"/>
                </a:lnTo>
                <a:lnTo>
                  <a:pt x="2808083" y="779636"/>
                </a:lnTo>
                <a:lnTo>
                  <a:pt x="2804387" y="773404"/>
                </a:lnTo>
                <a:lnTo>
                  <a:pt x="2799134" y="772820"/>
                </a:lnTo>
                <a:lnTo>
                  <a:pt x="2795438" y="786452"/>
                </a:lnTo>
                <a:lnTo>
                  <a:pt x="2793881" y="788496"/>
                </a:lnTo>
                <a:lnTo>
                  <a:pt x="2789212" y="790249"/>
                </a:lnTo>
                <a:lnTo>
                  <a:pt x="2785029" y="786452"/>
                </a:lnTo>
                <a:lnTo>
                  <a:pt x="2784348" y="784407"/>
                </a:lnTo>
                <a:lnTo>
                  <a:pt x="2790185" y="778273"/>
                </a:lnTo>
                <a:lnTo>
                  <a:pt x="2786974" y="759870"/>
                </a:lnTo>
                <a:lnTo>
                  <a:pt x="2782597" y="763375"/>
                </a:lnTo>
                <a:lnTo>
                  <a:pt x="2770827" y="780025"/>
                </a:lnTo>
                <a:lnTo>
                  <a:pt x="2761683" y="787425"/>
                </a:lnTo>
                <a:lnTo>
                  <a:pt x="2758570" y="783628"/>
                </a:lnTo>
                <a:lnTo>
                  <a:pt x="2753998" y="772333"/>
                </a:lnTo>
                <a:lnTo>
                  <a:pt x="2756041" y="757825"/>
                </a:lnTo>
                <a:lnTo>
                  <a:pt x="2763434" y="747991"/>
                </a:lnTo>
                <a:lnTo>
                  <a:pt x="2769659" y="748672"/>
                </a:lnTo>
                <a:lnTo>
                  <a:pt x="2787753" y="745654"/>
                </a:lnTo>
                <a:lnTo>
                  <a:pt x="2793006" y="746920"/>
                </a:lnTo>
                <a:close/>
              </a:path>
              <a:path w="4572000" h="1752647">
                <a:moveTo>
                  <a:pt x="2661877" y="672530"/>
                </a:moveTo>
                <a:lnTo>
                  <a:pt x="2666060" y="676814"/>
                </a:lnTo>
                <a:lnTo>
                  <a:pt x="2663530" y="681877"/>
                </a:lnTo>
                <a:lnTo>
                  <a:pt x="2660223" y="680611"/>
                </a:lnTo>
                <a:lnTo>
                  <a:pt x="2651371" y="680709"/>
                </a:lnTo>
                <a:lnTo>
                  <a:pt x="2648063" y="681098"/>
                </a:lnTo>
                <a:lnTo>
                  <a:pt x="2644075" y="684019"/>
                </a:lnTo>
                <a:lnTo>
                  <a:pt x="2641546" y="684117"/>
                </a:lnTo>
                <a:lnTo>
                  <a:pt x="2643200" y="679540"/>
                </a:lnTo>
                <a:lnTo>
                  <a:pt x="2650690" y="672530"/>
                </a:lnTo>
                <a:lnTo>
                  <a:pt x="2655359" y="673601"/>
                </a:lnTo>
                <a:lnTo>
                  <a:pt x="2661877" y="672530"/>
                </a:lnTo>
                <a:close/>
              </a:path>
              <a:path w="4572000" h="1752647">
                <a:moveTo>
                  <a:pt x="2531915" y="1246132"/>
                </a:moveTo>
                <a:lnTo>
                  <a:pt x="2527927" y="1262393"/>
                </a:lnTo>
                <a:lnTo>
                  <a:pt x="2526079" y="1256648"/>
                </a:lnTo>
                <a:lnTo>
                  <a:pt x="2525398" y="1241848"/>
                </a:lnTo>
                <a:lnTo>
                  <a:pt x="2522966" y="1234642"/>
                </a:lnTo>
                <a:lnTo>
                  <a:pt x="2524522" y="1226366"/>
                </a:lnTo>
                <a:lnTo>
                  <a:pt x="2523939" y="1205042"/>
                </a:lnTo>
                <a:lnTo>
                  <a:pt x="2526954" y="1195208"/>
                </a:lnTo>
                <a:lnTo>
                  <a:pt x="2532499" y="1207769"/>
                </a:lnTo>
                <a:lnTo>
                  <a:pt x="2533958" y="1214098"/>
                </a:lnTo>
                <a:lnTo>
                  <a:pt x="2531915" y="1246132"/>
                </a:lnTo>
                <a:close/>
              </a:path>
              <a:path w="4572000" h="1752647">
                <a:moveTo>
                  <a:pt x="2030843" y="1311662"/>
                </a:moveTo>
                <a:lnTo>
                  <a:pt x="2022964" y="1313317"/>
                </a:lnTo>
                <a:lnTo>
                  <a:pt x="2015571" y="1309909"/>
                </a:lnTo>
                <a:lnTo>
                  <a:pt x="2015766" y="1305235"/>
                </a:lnTo>
                <a:lnTo>
                  <a:pt x="2017614" y="1300951"/>
                </a:lnTo>
                <a:lnTo>
                  <a:pt x="2028606" y="1298711"/>
                </a:lnTo>
                <a:lnTo>
                  <a:pt x="2034443" y="1298906"/>
                </a:lnTo>
                <a:lnTo>
                  <a:pt x="2040766" y="1301827"/>
                </a:lnTo>
                <a:lnTo>
                  <a:pt x="2045143" y="1304943"/>
                </a:lnTo>
                <a:lnTo>
                  <a:pt x="2047283" y="1308546"/>
                </a:lnTo>
                <a:lnTo>
                  <a:pt x="2035415" y="1308740"/>
                </a:lnTo>
                <a:lnTo>
                  <a:pt x="2030843" y="1311662"/>
                </a:lnTo>
                <a:close/>
              </a:path>
              <a:path w="4572000" h="1752647">
                <a:moveTo>
                  <a:pt x="2120922" y="1009525"/>
                </a:moveTo>
                <a:lnTo>
                  <a:pt x="2100494" y="1027635"/>
                </a:lnTo>
                <a:lnTo>
                  <a:pt x="2097186" y="1023059"/>
                </a:lnTo>
                <a:lnTo>
                  <a:pt x="2098937" y="1004559"/>
                </a:lnTo>
                <a:lnTo>
                  <a:pt x="2093198" y="993167"/>
                </a:lnTo>
                <a:lnTo>
                  <a:pt x="2093587" y="984598"/>
                </a:lnTo>
                <a:lnTo>
                  <a:pt x="2097673" y="969603"/>
                </a:lnTo>
                <a:lnTo>
                  <a:pt x="2102828" y="958114"/>
                </a:lnTo>
                <a:lnTo>
                  <a:pt x="2114696" y="950324"/>
                </a:lnTo>
                <a:lnTo>
                  <a:pt x="2117711" y="949448"/>
                </a:lnTo>
                <a:lnTo>
                  <a:pt x="2116933" y="963469"/>
                </a:lnTo>
                <a:lnTo>
                  <a:pt x="2119365" y="968727"/>
                </a:lnTo>
                <a:lnTo>
                  <a:pt x="2120143" y="973206"/>
                </a:lnTo>
                <a:lnTo>
                  <a:pt x="2118879" y="977101"/>
                </a:lnTo>
                <a:lnTo>
                  <a:pt x="2121116" y="995017"/>
                </a:lnTo>
                <a:lnTo>
                  <a:pt x="2122478" y="999301"/>
                </a:lnTo>
                <a:lnTo>
                  <a:pt x="2119560" y="1004948"/>
                </a:lnTo>
                <a:lnTo>
                  <a:pt x="2120922" y="1009525"/>
                </a:lnTo>
                <a:close/>
              </a:path>
              <a:path w="4572000" h="1752647">
                <a:moveTo>
                  <a:pt x="2767422" y="1695102"/>
                </a:moveTo>
                <a:lnTo>
                  <a:pt x="2758375" y="1695199"/>
                </a:lnTo>
                <a:lnTo>
                  <a:pt x="2755457" y="1694128"/>
                </a:lnTo>
                <a:lnTo>
                  <a:pt x="2754679" y="1685560"/>
                </a:lnTo>
                <a:lnTo>
                  <a:pt x="2757402" y="1680788"/>
                </a:lnTo>
                <a:lnTo>
                  <a:pt x="2778317" y="1674557"/>
                </a:lnTo>
                <a:lnTo>
                  <a:pt x="2786585" y="1668909"/>
                </a:lnTo>
                <a:lnTo>
                  <a:pt x="2798161" y="1657030"/>
                </a:lnTo>
                <a:lnTo>
                  <a:pt x="2805457" y="1653915"/>
                </a:lnTo>
                <a:lnTo>
                  <a:pt x="2807208" y="1652551"/>
                </a:lnTo>
                <a:lnTo>
                  <a:pt x="2808473" y="1652843"/>
                </a:lnTo>
                <a:lnTo>
                  <a:pt x="2809640" y="1661899"/>
                </a:lnTo>
                <a:lnTo>
                  <a:pt x="2812558" y="1667254"/>
                </a:lnTo>
                <a:lnTo>
                  <a:pt x="2813045" y="1669980"/>
                </a:lnTo>
                <a:lnTo>
                  <a:pt x="2802636" y="1674557"/>
                </a:lnTo>
                <a:lnTo>
                  <a:pt x="2793297" y="1685073"/>
                </a:lnTo>
                <a:lnTo>
                  <a:pt x="2772869" y="1691889"/>
                </a:lnTo>
                <a:lnTo>
                  <a:pt x="2767422" y="1695102"/>
                </a:lnTo>
                <a:close/>
              </a:path>
              <a:path w="4572000" h="1752647">
                <a:moveTo>
                  <a:pt x="2897578" y="1443889"/>
                </a:moveTo>
                <a:lnTo>
                  <a:pt x="2891644" y="1449926"/>
                </a:lnTo>
                <a:lnTo>
                  <a:pt x="2887558" y="1460442"/>
                </a:lnTo>
                <a:lnTo>
                  <a:pt x="2883959" y="1463558"/>
                </a:lnTo>
                <a:lnTo>
                  <a:pt x="2876080" y="1465602"/>
                </a:lnTo>
                <a:lnTo>
                  <a:pt x="2871313" y="1455086"/>
                </a:lnTo>
                <a:lnTo>
                  <a:pt x="2862656" y="1455573"/>
                </a:lnTo>
                <a:lnTo>
                  <a:pt x="2866839" y="1446323"/>
                </a:lnTo>
                <a:lnTo>
                  <a:pt x="2871021" y="1442915"/>
                </a:lnTo>
                <a:lnTo>
                  <a:pt x="2876372" y="1442818"/>
                </a:lnTo>
                <a:lnTo>
                  <a:pt x="2878998" y="1446518"/>
                </a:lnTo>
                <a:lnTo>
                  <a:pt x="2880457" y="1447297"/>
                </a:lnTo>
                <a:lnTo>
                  <a:pt x="2893006" y="1431620"/>
                </a:lnTo>
                <a:lnTo>
                  <a:pt x="2895535" y="1431523"/>
                </a:lnTo>
                <a:lnTo>
                  <a:pt x="2897578" y="1432205"/>
                </a:lnTo>
                <a:lnTo>
                  <a:pt x="2899232" y="1434152"/>
                </a:lnTo>
                <a:lnTo>
                  <a:pt x="2897578" y="1443889"/>
                </a:lnTo>
                <a:close/>
              </a:path>
              <a:path w="4572000" h="1752647">
                <a:moveTo>
                  <a:pt x="2862364" y="1438339"/>
                </a:moveTo>
                <a:lnTo>
                  <a:pt x="2848648" y="1441065"/>
                </a:lnTo>
                <a:lnTo>
                  <a:pt x="2840282" y="1453139"/>
                </a:lnTo>
                <a:lnTo>
                  <a:pt x="2833570" y="1452944"/>
                </a:lnTo>
                <a:lnTo>
                  <a:pt x="2829971" y="1458397"/>
                </a:lnTo>
                <a:lnTo>
                  <a:pt x="2829095" y="1460734"/>
                </a:lnTo>
                <a:lnTo>
                  <a:pt x="2829582" y="1462876"/>
                </a:lnTo>
                <a:lnTo>
                  <a:pt x="2828803" y="1464921"/>
                </a:lnTo>
                <a:lnTo>
                  <a:pt x="2826177" y="1467063"/>
                </a:lnTo>
                <a:lnTo>
                  <a:pt x="2819951" y="1463655"/>
                </a:lnTo>
                <a:lnTo>
                  <a:pt x="2814601" y="1467939"/>
                </a:lnTo>
                <a:lnTo>
                  <a:pt x="2812364" y="1469010"/>
                </a:lnTo>
                <a:lnTo>
                  <a:pt x="2804484" y="1464044"/>
                </a:lnTo>
                <a:lnTo>
                  <a:pt x="2796994" y="1464337"/>
                </a:lnTo>
                <a:lnTo>
                  <a:pt x="2794757" y="1463558"/>
                </a:lnTo>
                <a:lnTo>
                  <a:pt x="2803998" y="1454600"/>
                </a:lnTo>
                <a:lnTo>
                  <a:pt x="2816644" y="1446323"/>
                </a:lnTo>
                <a:lnTo>
                  <a:pt x="2818687" y="1443207"/>
                </a:lnTo>
                <a:lnTo>
                  <a:pt x="2813726" y="1442331"/>
                </a:lnTo>
                <a:lnTo>
                  <a:pt x="2810807" y="1441163"/>
                </a:lnTo>
                <a:lnTo>
                  <a:pt x="2810418" y="1439118"/>
                </a:lnTo>
                <a:lnTo>
                  <a:pt x="2818395" y="1437852"/>
                </a:lnTo>
                <a:lnTo>
                  <a:pt x="2823940" y="1437657"/>
                </a:lnTo>
                <a:lnTo>
                  <a:pt x="2828122" y="1440286"/>
                </a:lnTo>
                <a:lnTo>
                  <a:pt x="2830846" y="1440189"/>
                </a:lnTo>
                <a:lnTo>
                  <a:pt x="2847870" y="1430355"/>
                </a:lnTo>
                <a:lnTo>
                  <a:pt x="2854679" y="1432594"/>
                </a:lnTo>
                <a:lnTo>
                  <a:pt x="2859543" y="1435126"/>
                </a:lnTo>
                <a:lnTo>
                  <a:pt x="2862364" y="1438339"/>
                </a:lnTo>
                <a:close/>
              </a:path>
              <a:path w="4572000" h="1752647">
                <a:moveTo>
                  <a:pt x="2803220" y="1446421"/>
                </a:moveTo>
                <a:lnTo>
                  <a:pt x="2801274" y="1450705"/>
                </a:lnTo>
                <a:lnTo>
                  <a:pt x="2774815" y="1450413"/>
                </a:lnTo>
                <a:lnTo>
                  <a:pt x="2775593" y="1444765"/>
                </a:lnTo>
                <a:lnTo>
                  <a:pt x="2782889" y="1438631"/>
                </a:lnTo>
                <a:lnTo>
                  <a:pt x="2785321" y="1436586"/>
                </a:lnTo>
                <a:lnTo>
                  <a:pt x="2793492" y="1434736"/>
                </a:lnTo>
                <a:lnTo>
                  <a:pt x="2805068" y="1438047"/>
                </a:lnTo>
                <a:lnTo>
                  <a:pt x="2803220" y="1446421"/>
                </a:lnTo>
                <a:close/>
              </a:path>
              <a:path w="4572000" h="1752647">
                <a:moveTo>
                  <a:pt x="1095334" y="354132"/>
                </a:moveTo>
                <a:lnTo>
                  <a:pt x="1091346" y="354522"/>
                </a:lnTo>
                <a:lnTo>
                  <a:pt x="1090082" y="351600"/>
                </a:lnTo>
                <a:lnTo>
                  <a:pt x="1090276" y="346635"/>
                </a:lnTo>
                <a:lnTo>
                  <a:pt x="1089887" y="342642"/>
                </a:lnTo>
                <a:lnTo>
                  <a:pt x="1088720" y="339721"/>
                </a:lnTo>
                <a:lnTo>
                  <a:pt x="1088720" y="334756"/>
                </a:lnTo>
                <a:lnTo>
                  <a:pt x="1092513" y="337190"/>
                </a:lnTo>
                <a:lnTo>
                  <a:pt x="1095334" y="339527"/>
                </a:lnTo>
                <a:lnTo>
                  <a:pt x="1098739" y="341182"/>
                </a:lnTo>
                <a:lnTo>
                  <a:pt x="1101366" y="342350"/>
                </a:lnTo>
                <a:lnTo>
                  <a:pt x="1102825" y="343032"/>
                </a:lnTo>
                <a:lnTo>
                  <a:pt x="1100101" y="350140"/>
                </a:lnTo>
                <a:lnTo>
                  <a:pt x="1095334" y="354132"/>
                </a:lnTo>
                <a:close/>
              </a:path>
              <a:path w="4572000" h="1752647">
                <a:moveTo>
                  <a:pt x="2830554" y="798818"/>
                </a:moveTo>
                <a:lnTo>
                  <a:pt x="2823842" y="799499"/>
                </a:lnTo>
                <a:lnTo>
                  <a:pt x="2819368" y="796578"/>
                </a:lnTo>
                <a:lnTo>
                  <a:pt x="2819757" y="782362"/>
                </a:lnTo>
                <a:lnTo>
                  <a:pt x="2823842" y="779246"/>
                </a:lnTo>
                <a:lnTo>
                  <a:pt x="2825788" y="779733"/>
                </a:lnTo>
                <a:lnTo>
                  <a:pt x="2826955" y="784017"/>
                </a:lnTo>
                <a:lnTo>
                  <a:pt x="2828998" y="787815"/>
                </a:lnTo>
                <a:lnTo>
                  <a:pt x="2832305" y="791320"/>
                </a:lnTo>
                <a:lnTo>
                  <a:pt x="2830554" y="798818"/>
                </a:lnTo>
                <a:close/>
              </a:path>
              <a:path w="4572000" h="1752647">
                <a:moveTo>
                  <a:pt x="2795924" y="1033380"/>
                </a:moveTo>
                <a:lnTo>
                  <a:pt x="2786488" y="1045064"/>
                </a:lnTo>
                <a:lnTo>
                  <a:pt x="2779776" y="1044480"/>
                </a:lnTo>
                <a:lnTo>
                  <a:pt x="2771897" y="1036788"/>
                </a:lnTo>
                <a:lnTo>
                  <a:pt x="2769562" y="1028317"/>
                </a:lnTo>
                <a:lnTo>
                  <a:pt x="2769367" y="1025298"/>
                </a:lnTo>
                <a:lnTo>
                  <a:pt x="2774815" y="1020527"/>
                </a:lnTo>
                <a:lnTo>
                  <a:pt x="2793006" y="1022183"/>
                </a:lnTo>
                <a:lnTo>
                  <a:pt x="2796410" y="1026370"/>
                </a:lnTo>
                <a:lnTo>
                  <a:pt x="2795924" y="1033380"/>
                </a:lnTo>
                <a:close/>
              </a:path>
              <a:path w="4572000" h="1752647">
                <a:moveTo>
                  <a:pt x="2428413" y="1484005"/>
                </a:moveTo>
                <a:lnTo>
                  <a:pt x="2424619" y="1484881"/>
                </a:lnTo>
                <a:lnTo>
                  <a:pt x="2420825" y="1483518"/>
                </a:lnTo>
                <a:lnTo>
                  <a:pt x="2422382" y="1474852"/>
                </a:lnTo>
                <a:lnTo>
                  <a:pt x="2420144" y="1469010"/>
                </a:lnTo>
                <a:lnTo>
                  <a:pt x="2424133" y="1464337"/>
                </a:lnTo>
                <a:lnTo>
                  <a:pt x="2425106" y="1456158"/>
                </a:lnTo>
                <a:lnTo>
                  <a:pt x="2426662" y="1453626"/>
                </a:lnTo>
                <a:lnTo>
                  <a:pt x="2429094" y="1456255"/>
                </a:lnTo>
                <a:lnTo>
                  <a:pt x="2430164" y="1457910"/>
                </a:lnTo>
                <a:lnTo>
                  <a:pt x="2432109" y="1458689"/>
                </a:lnTo>
                <a:lnTo>
                  <a:pt x="2436487" y="1458884"/>
                </a:lnTo>
                <a:lnTo>
                  <a:pt x="2437460" y="1462389"/>
                </a:lnTo>
                <a:lnTo>
                  <a:pt x="2437265" y="1465700"/>
                </a:lnTo>
                <a:lnTo>
                  <a:pt x="2435417" y="1469205"/>
                </a:lnTo>
                <a:lnTo>
                  <a:pt x="2430261" y="1473002"/>
                </a:lnTo>
                <a:lnTo>
                  <a:pt x="2426467" y="1477287"/>
                </a:lnTo>
                <a:lnTo>
                  <a:pt x="2428413" y="1484005"/>
                </a:lnTo>
                <a:close/>
              </a:path>
              <a:path w="4572000" h="1752647">
                <a:moveTo>
                  <a:pt x="2251856" y="226968"/>
                </a:moveTo>
                <a:lnTo>
                  <a:pt x="2261194" y="227163"/>
                </a:lnTo>
                <a:lnTo>
                  <a:pt x="2274813" y="225313"/>
                </a:lnTo>
                <a:lnTo>
                  <a:pt x="2278023" y="234563"/>
                </a:lnTo>
                <a:lnTo>
                  <a:pt x="2278510" y="238165"/>
                </a:lnTo>
                <a:lnTo>
                  <a:pt x="2260416" y="243034"/>
                </a:lnTo>
                <a:lnTo>
                  <a:pt x="2249521" y="231642"/>
                </a:lnTo>
                <a:lnTo>
                  <a:pt x="2251856" y="226968"/>
                </a:lnTo>
                <a:close/>
              </a:path>
              <a:path w="4572000" h="1752647">
                <a:moveTo>
                  <a:pt x="2252731" y="313432"/>
                </a:moveTo>
                <a:lnTo>
                  <a:pt x="2251564" y="316645"/>
                </a:lnTo>
                <a:lnTo>
                  <a:pt x="2243198" y="308855"/>
                </a:lnTo>
                <a:lnTo>
                  <a:pt x="2240961" y="303208"/>
                </a:lnTo>
                <a:lnTo>
                  <a:pt x="2242031" y="298729"/>
                </a:lnTo>
                <a:lnTo>
                  <a:pt x="2250689" y="298339"/>
                </a:lnTo>
                <a:lnTo>
                  <a:pt x="2254969" y="301066"/>
                </a:lnTo>
                <a:lnTo>
                  <a:pt x="2252731" y="313432"/>
                </a:lnTo>
                <a:close/>
              </a:path>
              <a:path w="4572000" h="1752647">
                <a:moveTo>
                  <a:pt x="2242809" y="1447589"/>
                </a:moveTo>
                <a:lnTo>
                  <a:pt x="2240669" y="1447686"/>
                </a:lnTo>
                <a:lnTo>
                  <a:pt x="2236389" y="1445836"/>
                </a:lnTo>
                <a:lnTo>
                  <a:pt x="2237945" y="1441747"/>
                </a:lnTo>
                <a:lnTo>
                  <a:pt x="2235611" y="1435126"/>
                </a:lnTo>
                <a:lnTo>
                  <a:pt x="2236486" y="1429673"/>
                </a:lnTo>
                <a:lnTo>
                  <a:pt x="2241836" y="1426655"/>
                </a:lnTo>
                <a:lnTo>
                  <a:pt x="2253412" y="1426265"/>
                </a:lnTo>
                <a:lnTo>
                  <a:pt x="2253801" y="1430257"/>
                </a:lnTo>
                <a:lnTo>
                  <a:pt x="2242809" y="1447589"/>
                </a:lnTo>
                <a:close/>
              </a:path>
              <a:path w="4572000" h="1752647">
                <a:moveTo>
                  <a:pt x="3541354" y="708556"/>
                </a:moveTo>
                <a:lnTo>
                  <a:pt x="3538923" y="713522"/>
                </a:lnTo>
                <a:lnTo>
                  <a:pt x="3534253" y="716930"/>
                </a:lnTo>
                <a:lnTo>
                  <a:pt x="3492424" y="722870"/>
                </a:lnTo>
                <a:lnTo>
                  <a:pt x="3496024" y="719267"/>
                </a:lnTo>
                <a:lnTo>
                  <a:pt x="3497775" y="715762"/>
                </a:lnTo>
                <a:lnTo>
                  <a:pt x="3500401" y="714009"/>
                </a:lnTo>
                <a:lnTo>
                  <a:pt x="3504584" y="714398"/>
                </a:lnTo>
                <a:lnTo>
                  <a:pt x="3506627" y="713327"/>
                </a:lnTo>
                <a:lnTo>
                  <a:pt x="3508767" y="712938"/>
                </a:lnTo>
                <a:lnTo>
                  <a:pt x="3511101" y="713425"/>
                </a:lnTo>
                <a:lnTo>
                  <a:pt x="3515090" y="711964"/>
                </a:lnTo>
                <a:lnTo>
                  <a:pt x="3523650" y="712938"/>
                </a:lnTo>
                <a:lnTo>
                  <a:pt x="3532405" y="712159"/>
                </a:lnTo>
                <a:lnTo>
                  <a:pt x="3531821" y="707388"/>
                </a:lnTo>
                <a:lnTo>
                  <a:pt x="3541354" y="708556"/>
                </a:lnTo>
                <a:close/>
              </a:path>
              <a:path w="4572000" h="1752647">
                <a:moveTo>
                  <a:pt x="3190672" y="708946"/>
                </a:moveTo>
                <a:lnTo>
                  <a:pt x="3189602" y="710990"/>
                </a:lnTo>
                <a:lnTo>
                  <a:pt x="3179486" y="708361"/>
                </a:lnTo>
                <a:lnTo>
                  <a:pt x="3176665" y="706998"/>
                </a:lnTo>
                <a:lnTo>
                  <a:pt x="3181820" y="693172"/>
                </a:lnTo>
                <a:lnTo>
                  <a:pt x="3186587" y="693561"/>
                </a:lnTo>
                <a:lnTo>
                  <a:pt x="3190770" y="706706"/>
                </a:lnTo>
                <a:lnTo>
                  <a:pt x="3190672" y="708946"/>
                </a:lnTo>
                <a:close/>
              </a:path>
              <a:path w="4572000" h="1752647">
                <a:moveTo>
                  <a:pt x="2663725" y="1664041"/>
                </a:moveTo>
                <a:lnTo>
                  <a:pt x="2658861" y="1665209"/>
                </a:lnTo>
                <a:lnTo>
                  <a:pt x="2648453" y="1662386"/>
                </a:lnTo>
                <a:lnTo>
                  <a:pt x="2646410" y="1660730"/>
                </a:lnTo>
                <a:lnTo>
                  <a:pt x="2655262" y="1655959"/>
                </a:lnTo>
                <a:lnTo>
                  <a:pt x="2662169" y="1649338"/>
                </a:lnTo>
                <a:lnTo>
                  <a:pt x="2670243" y="1648754"/>
                </a:lnTo>
                <a:lnTo>
                  <a:pt x="2674912" y="1650117"/>
                </a:lnTo>
                <a:lnTo>
                  <a:pt x="2673258" y="1658004"/>
                </a:lnTo>
                <a:lnTo>
                  <a:pt x="2663725" y="1664041"/>
                </a:lnTo>
                <a:close/>
              </a:path>
              <a:path w="4572000" h="1752647">
                <a:moveTo>
                  <a:pt x="2770146" y="1464921"/>
                </a:moveTo>
                <a:lnTo>
                  <a:pt x="2767130" y="1470666"/>
                </a:lnTo>
                <a:lnTo>
                  <a:pt x="2761488" y="1469010"/>
                </a:lnTo>
                <a:lnTo>
                  <a:pt x="2763044" y="1463558"/>
                </a:lnTo>
                <a:lnTo>
                  <a:pt x="2765865" y="1460247"/>
                </a:lnTo>
                <a:lnTo>
                  <a:pt x="2773453" y="1455476"/>
                </a:lnTo>
                <a:lnTo>
                  <a:pt x="2781041" y="1454697"/>
                </a:lnTo>
                <a:lnTo>
                  <a:pt x="2785807" y="1456352"/>
                </a:lnTo>
                <a:lnTo>
                  <a:pt x="2787266" y="1458202"/>
                </a:lnTo>
                <a:lnTo>
                  <a:pt x="2775301" y="1460052"/>
                </a:lnTo>
                <a:lnTo>
                  <a:pt x="2770146" y="1464921"/>
                </a:lnTo>
                <a:close/>
              </a:path>
            </a:pathLst>
          </a:custGeom>
          <a:solidFill>
            <a:srgbClr val="2E5185"/>
          </a:solidFill>
          <a:ln w="6350">
            <a:solidFill>
              <a:srgbClr val="0F2340"/>
            </a:solidFill>
            <a:prstDash val="solid"/>
          </a:ln>
        </p:spPr>
      </p:sp>
      <p:sp>
        <p:nvSpPr>
          <p:cNvPr id="11" name="Shape 8"/>
          <p:cNvSpPr/>
          <p:nvPr/>
        </p:nvSpPr>
        <p:spPr>
          <a:xfrm>
            <a:off x="7623577" y="2527984"/>
            <a:ext cx="137160" cy="137160"/>
          </a:xfrm>
          <a:prstGeom prst="ellipse">
            <a:avLst/>
          </a:prstGeom>
          <a:solidFill>
            <a:srgbClr val="C39B2A"/>
          </a:solidFill>
          <a:ln w="12700">
            <a:solidFill>
              <a:srgbClr val="0F2340"/>
            </a:solidFill>
            <a:prstDash val="solid"/>
          </a:ln>
        </p:spPr>
      </p:sp>
      <p:sp>
        <p:nvSpPr>
          <p:cNvPr id="12" name="Shape 9"/>
          <p:cNvSpPr/>
          <p:nvPr/>
        </p:nvSpPr>
        <p:spPr>
          <a:xfrm>
            <a:off x="8330777" y="3473440"/>
            <a:ext cx="137160" cy="137160"/>
          </a:xfrm>
          <a:prstGeom prst="ellipse">
            <a:avLst/>
          </a:prstGeom>
          <a:solidFill>
            <a:srgbClr val="C39B2A"/>
          </a:solidFill>
          <a:ln w="12700">
            <a:solidFill>
              <a:srgbClr val="0F2340"/>
            </a:solidFill>
            <a:prstDash val="solid"/>
          </a:ln>
        </p:spPr>
      </p:sp>
      <p:sp>
        <p:nvSpPr>
          <p:cNvPr id="13" name="Shape 10"/>
          <p:cNvSpPr/>
          <p:nvPr/>
        </p:nvSpPr>
        <p:spPr>
          <a:xfrm>
            <a:off x="8984476" y="3596125"/>
            <a:ext cx="137160" cy="137160"/>
          </a:xfrm>
          <a:prstGeom prst="ellipse">
            <a:avLst/>
          </a:prstGeom>
          <a:solidFill>
            <a:srgbClr val="C39B2A"/>
          </a:solidFill>
          <a:ln w="12700">
            <a:solidFill>
              <a:srgbClr val="0F2340"/>
            </a:solidFill>
            <a:prstDash val="solid"/>
          </a:ln>
        </p:spPr>
      </p:sp>
      <p:sp>
        <p:nvSpPr>
          <p:cNvPr id="14" name="Shape 11"/>
          <p:cNvSpPr/>
          <p:nvPr/>
        </p:nvSpPr>
        <p:spPr>
          <a:xfrm>
            <a:off x="7901204" y="2741604"/>
            <a:ext cx="118872" cy="118872"/>
          </a:xfrm>
          <a:prstGeom prst="ellipse">
            <a:avLst/>
          </a:prstGeom>
          <a:solidFill>
            <a:srgbClr val="0F2340"/>
          </a:solidFill>
          <a:ln w="15875">
            <a:solidFill>
              <a:srgbClr val="C39B2A"/>
            </a:solidFill>
            <a:prstDash val="solid"/>
          </a:ln>
        </p:spPr>
      </p:sp>
      <p:sp>
        <p:nvSpPr>
          <p:cNvPr id="15" name="Shape 12"/>
          <p:cNvSpPr/>
          <p:nvPr/>
        </p:nvSpPr>
        <p:spPr>
          <a:xfrm>
            <a:off x="8345758" y="3490374"/>
            <a:ext cx="118872" cy="118872"/>
          </a:xfrm>
          <a:prstGeom prst="ellipse">
            <a:avLst/>
          </a:prstGeom>
          <a:solidFill>
            <a:srgbClr val="0F2340"/>
          </a:solidFill>
          <a:ln w="15875">
            <a:solidFill>
              <a:srgbClr val="C39B2A"/>
            </a:solidFill>
            <a:prstDash val="solid"/>
          </a:ln>
        </p:spPr>
      </p:sp>
      <p:sp>
        <p:nvSpPr>
          <p:cNvPr id="16" name="Shape 13"/>
          <p:cNvSpPr/>
          <p:nvPr/>
        </p:nvSpPr>
        <p:spPr>
          <a:xfrm>
            <a:off x="7284568" y="4431839"/>
            <a:ext cx="118872" cy="118872"/>
          </a:xfrm>
          <a:prstGeom prst="ellipse">
            <a:avLst/>
          </a:prstGeom>
          <a:solidFill>
            <a:srgbClr val="C39B2A"/>
          </a:solidFill>
          <a:ln w="12700">
            <a:solidFill>
              <a:srgbClr val="0F2340"/>
            </a:solidFill>
            <a:prstDash val="solid"/>
          </a:ln>
        </p:spPr>
      </p:sp>
      <p:sp>
        <p:nvSpPr>
          <p:cNvPr id="17" name="Text 14"/>
          <p:cNvSpPr txBox="1"/>
          <p:nvPr/>
        </p:nvSpPr>
        <p:spPr>
          <a:xfrm>
            <a:off x="7485736" y="4404407"/>
            <a:ext cx="4389120" cy="201168"/>
          </a:xfrm>
          <a:prstGeom prst="rect">
            <a:avLst/>
          </a:prstGeom>
          <a:noFill/>
          <a:ln/>
        </p:spPr>
        <p:txBody>
          <a:bodyPr wrap="square" lIns="0" tIns="0" rIns="0" bIns="0" rtlCol="0" anchor="t"/>
          <a:lstStyle/>
          <a:p>
            <a:pPr algn="l" indent="0" marL="0">
              <a:buNone/>
            </a:pPr>
            <a:r>
              <a:rPr lang="en-US" sz="950" dirty="0">
                <a:solidFill>
                  <a:srgbClr val="FFFFFF"/>
                </a:solidFill>
                <a:latin typeface="Calibri" pitchFamily="34" charset="0"/>
                <a:ea typeface="Calibri" pitchFamily="34" charset="-122"/>
                <a:cs typeface="Calibri" pitchFamily="34" charset="-120"/>
              </a:rPr>
              <a:t>Integrated gateways in operation: Belawan, Cigading, Teluk Lamong</a:t>
            </a:r>
            <a:endParaRPr lang="en-US" sz="950" dirty="0"/>
          </a:p>
        </p:txBody>
      </p:sp>
      <p:sp>
        <p:nvSpPr>
          <p:cNvPr id="18" name="Shape 15"/>
          <p:cNvSpPr/>
          <p:nvPr/>
        </p:nvSpPr>
        <p:spPr>
          <a:xfrm>
            <a:off x="7284568" y="4733591"/>
            <a:ext cx="118872" cy="118872"/>
          </a:xfrm>
          <a:prstGeom prst="ellipse">
            <a:avLst/>
          </a:prstGeom>
          <a:solidFill>
            <a:srgbClr val="0F2340"/>
          </a:solidFill>
          <a:ln w="15875">
            <a:solidFill>
              <a:srgbClr val="C39B2A"/>
            </a:solidFill>
            <a:prstDash val="solid"/>
          </a:ln>
        </p:spPr>
      </p:sp>
      <p:sp>
        <p:nvSpPr>
          <p:cNvPr id="19" name="Text 16"/>
          <p:cNvSpPr txBox="1"/>
          <p:nvPr/>
        </p:nvSpPr>
        <p:spPr>
          <a:xfrm>
            <a:off x="7485736" y="4706159"/>
            <a:ext cx="4389120" cy="201168"/>
          </a:xfrm>
          <a:prstGeom prst="rect">
            <a:avLst/>
          </a:prstGeom>
          <a:noFill/>
          <a:ln/>
        </p:spPr>
        <p:txBody>
          <a:bodyPr wrap="square" lIns="0" tIns="0" rIns="0" bIns="0" rtlCol="0" anchor="t"/>
          <a:lstStyle/>
          <a:p>
            <a:pPr algn="l" indent="0" marL="0">
              <a:buNone/>
            </a:pPr>
            <a:r>
              <a:rPr lang="en-US" sz="950" dirty="0">
                <a:solidFill>
                  <a:srgbClr val="FFFFFF"/>
                </a:solidFill>
                <a:latin typeface="Calibri" pitchFamily="34" charset="0"/>
                <a:ea typeface="Calibri" pitchFamily="34" charset="-122"/>
                <a:cs typeface="Calibri" pitchFamily="34" charset="-120"/>
              </a:rPr>
              <a:t>Identified next projects: Dumai, Ciwandan</a:t>
            </a:r>
            <a:endParaRPr lang="en-US" sz="950" dirty="0"/>
          </a:p>
        </p:txBody>
      </p:sp>
      <p:sp>
        <p:nvSpPr>
          <p:cNvPr id="20" name="Text 17"/>
          <p:cNvSpPr txBox="1"/>
          <p:nvPr/>
        </p:nvSpPr>
        <p:spPr>
          <a:xfrm>
            <a:off x="7284568" y="1234440"/>
            <a:ext cx="4572000" cy="82296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Three integrated gateways operating on Java and Sumatra since 2017</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MARKET</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Indonesia imports ~22 Mt of food &amp; feed raw materials a year, and most of it is processed in a handful of coastal clusters on Java</a:t>
            </a:r>
            <a:endParaRPr lang="en-US" sz="2200" dirty="0"/>
          </a:p>
        </p:txBody>
      </p:sp>
      <p:pic>
        <p:nvPicPr>
          <p:cNvPr id="4" name="Image 0" descr="/home/user/fks-danantara-deck./build/assets/logo_lockup_raw.png">    </p:cNvPr>
          <p:cNvPicPr>
            <a:picLocks noChangeAspect="1"/>
          </p:cNvPicPr>
          <p:nvPr/>
        </p:nvPicPr>
        <p:blipFill>
          <a:blip r:embed="rId1"/>
          <a:stretch>
            <a:fillRect/>
          </a:stretch>
        </p:blipFill>
        <p:spPr>
          <a:xfrm>
            <a:off x="10344607" y="347472"/>
            <a:ext cx="1298448" cy="436169"/>
          </a:xfrm>
          <a:prstGeom prst="rect">
            <a:avLst/>
          </a:prstGeom>
        </p:spPr>
      </p:pic>
      <p:sp>
        <p:nvSpPr>
          <p:cNvPr id="5" name="Text 2"/>
          <p:cNvSpPr txBox="1"/>
          <p:nvPr/>
        </p:nvSpPr>
        <p:spPr>
          <a:xfrm>
            <a:off x="548640" y="1572768"/>
            <a:ext cx="3291840" cy="219456"/>
          </a:xfrm>
          <a:prstGeom prst="rect">
            <a:avLst/>
          </a:prstGeom>
          <a:noFill/>
          <a:ln/>
        </p:spPr>
        <p:txBody>
          <a:bodyPr wrap="square" lIns="0" tIns="0" rIns="0" bIns="0" rtlCol="0" anchor="t"/>
          <a:lstStyle/>
          <a:p>
            <a:pPr algn="l" indent="0" marL="0">
              <a:buNone/>
            </a:pPr>
            <a:r>
              <a:rPr lang="en-US" sz="900" b="1" spc="100" kern="0" dirty="0">
                <a:solidFill>
                  <a:srgbClr val="6B7280"/>
                </a:solidFill>
                <a:latin typeface="Calibri" pitchFamily="34" charset="0"/>
                <a:ea typeface="Calibri" pitchFamily="34" charset="-122"/>
                <a:cs typeface="Calibri" pitchFamily="34" charset="-120"/>
              </a:rPr>
              <a:t>ANNUAL IMPORTS OF CORE FOOD &amp; FEED RAW MATERIALS</a:t>
            </a:r>
            <a:endParaRPr lang="en-US" sz="900" dirty="0"/>
          </a:p>
        </p:txBody>
      </p:sp>
      <p:sp>
        <p:nvSpPr>
          <p:cNvPr id="6" name="Text 3"/>
          <p:cNvSpPr txBox="1"/>
          <p:nvPr/>
        </p:nvSpPr>
        <p:spPr>
          <a:xfrm>
            <a:off x="548640" y="1810512"/>
            <a:ext cx="3291840" cy="868680"/>
          </a:xfrm>
          <a:prstGeom prst="rect">
            <a:avLst/>
          </a:prstGeom>
          <a:noFill/>
          <a:ln/>
        </p:spPr>
        <p:txBody>
          <a:bodyPr wrap="square" lIns="0" tIns="0" rIns="0" bIns="0" rtlCol="0" anchor="b"/>
          <a:lstStyle/>
          <a:p>
            <a:pPr algn="l" indent="0" marL="0">
              <a:buNone/>
            </a:pPr>
            <a:r>
              <a:rPr lang="en-US" sz="5600" b="1" dirty="0">
                <a:solidFill>
                  <a:srgbClr val="0F2340"/>
                </a:solidFill>
                <a:latin typeface="Calibri" pitchFamily="34" charset="0"/>
                <a:ea typeface="Calibri" pitchFamily="34" charset="-122"/>
                <a:cs typeface="Calibri" pitchFamily="34" charset="-120"/>
              </a:rPr>
              <a:t>~22 Mt</a:t>
            </a:r>
            <a:endParaRPr lang="en-US" sz="5600" dirty="0"/>
          </a:p>
        </p:txBody>
      </p:sp>
      <p:sp>
        <p:nvSpPr>
          <p:cNvPr id="7" name="Text 4"/>
          <p:cNvSpPr txBox="1"/>
          <p:nvPr/>
        </p:nvSpPr>
        <p:spPr>
          <a:xfrm>
            <a:off x="548640" y="2697480"/>
            <a:ext cx="3291840" cy="2743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per year, all of it seaborne and all of it recurring</a:t>
            </a:r>
            <a:endParaRPr lang="en-US" sz="1100" dirty="0"/>
          </a:p>
        </p:txBody>
      </p:sp>
      <p:graphicFrame>
        <p:nvGraphicFramePr>
          <p:cNvPr id="8" name="Chart 0" descr=""/>
          <p:cNvGraphicFramePr/>
          <p:nvPr/>
        </p:nvGraphicFramePr>
        <p:xfrm>
          <a:off x="502920" y="3017520"/>
          <a:ext cx="3429000" cy="187452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548640" y="4873752"/>
            <a:ext cx="3383280" cy="329184"/>
          </a:xfrm>
          <a:prstGeom prst="rect">
            <a:avLst/>
          </a:prstGeom>
          <a:noFill/>
          <a:ln/>
        </p:spPr>
        <p:txBody>
          <a:bodyPr wrap="square" lIns="0" tIns="0" rIns="0" bIns="0" rtlCol="0" anchor="t"/>
          <a:lstStyle/>
          <a:p>
            <a:pPr algn="l" indent="0" marL="0">
              <a:buNone/>
            </a:pPr>
            <a:r>
              <a:rPr lang="en-US" sz="750" dirty="0">
                <a:solidFill>
                  <a:srgbClr val="9CA3AF"/>
                </a:solidFill>
                <a:latin typeface="Calibri" pitchFamily="34" charset="0"/>
                <a:ea typeface="Calibri" pitchFamily="34" charset="-122"/>
                <a:cs typeface="Calibri" pitchFamily="34" charset="-120"/>
              </a:rPr>
              <a:t>Mt per year, typical 2024-25 volumes (BPS, USDA FAS). Excludes ~4-5 Mt of raw sugar and rice.</a:t>
            </a:r>
            <a:endParaRPr lang="en-US" sz="750" dirty="0"/>
          </a:p>
        </p:txBody>
      </p:sp>
      <p:sp>
        <p:nvSpPr>
          <p:cNvPr id="10" name="Shape 6"/>
          <p:cNvSpPr/>
          <p:nvPr/>
        </p:nvSpPr>
        <p:spPr>
          <a:xfrm>
            <a:off x="4160520" y="1572768"/>
            <a:ext cx="2331720" cy="3246120"/>
          </a:xfrm>
          <a:prstGeom prst="rect">
            <a:avLst/>
          </a:prstGeom>
          <a:solidFill>
            <a:srgbClr val="F2F4F7"/>
          </a:solidFill>
          <a:ln w="12700">
            <a:solidFill>
              <a:srgbClr val="F2F4F7"/>
            </a:solidFill>
            <a:prstDash val="solid"/>
          </a:ln>
        </p:spPr>
      </p:sp>
      <p:sp>
        <p:nvSpPr>
          <p:cNvPr id="11" name="Text 7"/>
          <p:cNvSpPr txBox="1"/>
          <p:nvPr/>
        </p:nvSpPr>
        <p:spPr>
          <a:xfrm>
            <a:off x="4361688" y="1737360"/>
            <a:ext cx="1965960" cy="219456"/>
          </a:xfrm>
          <a:prstGeom prst="rect">
            <a:avLst/>
          </a:prstGeom>
          <a:noFill/>
          <a:ln/>
        </p:spPr>
        <p:txBody>
          <a:bodyPr wrap="square" lIns="0" tIns="0" rIns="0" bIns="0" rtlCol="0" anchor="t"/>
          <a:lstStyle/>
          <a:p>
            <a:pPr algn="l" indent="0" marL="0">
              <a:buNone/>
            </a:pPr>
            <a:r>
              <a:rPr lang="en-US" sz="900" b="1" spc="100" kern="0" dirty="0">
                <a:solidFill>
                  <a:srgbClr val="6B7280"/>
                </a:solidFill>
                <a:latin typeface="Calibri" pitchFamily="34" charset="0"/>
                <a:ea typeface="Calibri" pitchFamily="34" charset="-122"/>
                <a:cs typeface="Calibri" pitchFamily="34" charset="-120"/>
              </a:rPr>
              <a:t>PROCESSED BY</a:t>
            </a:r>
            <a:endParaRPr lang="en-US" sz="900" dirty="0"/>
          </a:p>
        </p:txBody>
      </p:sp>
      <p:sp>
        <p:nvSpPr>
          <p:cNvPr id="12" name="Text 8"/>
          <p:cNvSpPr txBox="1"/>
          <p:nvPr/>
        </p:nvSpPr>
        <p:spPr>
          <a:xfrm>
            <a:off x="4361688" y="1938528"/>
            <a:ext cx="1965960" cy="445770"/>
          </a:xfrm>
          <a:prstGeom prst="rect">
            <a:avLst/>
          </a:prstGeom>
          <a:noFill/>
          <a:ln/>
        </p:spPr>
        <p:txBody>
          <a:bodyPr wrap="square" lIns="0" tIns="0" rIns="0" bIns="0" rtlCol="0" anchor="b"/>
          <a:lstStyle/>
          <a:p>
            <a:pPr algn="l" indent="0" marL="0">
              <a:buNone/>
            </a:pPr>
            <a:r>
              <a:rPr lang="en-US" sz="2600" b="1" dirty="0">
                <a:solidFill>
                  <a:srgbClr val="0F2340"/>
                </a:solidFill>
                <a:latin typeface="Calibri" pitchFamily="34" charset="0"/>
                <a:ea typeface="Calibri" pitchFamily="34" charset="-122"/>
                <a:cs typeface="Calibri" pitchFamily="34" charset="-120"/>
              </a:rPr>
              <a:t>31</a:t>
            </a:r>
            <a:endParaRPr lang="en-US" sz="2600" dirty="0"/>
          </a:p>
        </p:txBody>
      </p:sp>
      <p:sp>
        <p:nvSpPr>
          <p:cNvPr id="13" name="Text 9"/>
          <p:cNvSpPr txBox="1"/>
          <p:nvPr/>
        </p:nvSpPr>
        <p:spPr>
          <a:xfrm>
            <a:off x="4361688" y="2420874"/>
            <a:ext cx="1965960" cy="256032"/>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flour mills, 24 of them on Java</a:t>
            </a:r>
            <a:endParaRPr lang="en-US" sz="1000" dirty="0"/>
          </a:p>
        </p:txBody>
      </p:sp>
      <p:sp>
        <p:nvSpPr>
          <p:cNvPr id="14" name="Text 10"/>
          <p:cNvSpPr txBox="1"/>
          <p:nvPr/>
        </p:nvSpPr>
        <p:spPr>
          <a:xfrm>
            <a:off x="4361688" y="2651760"/>
            <a:ext cx="1965960" cy="445770"/>
          </a:xfrm>
          <a:prstGeom prst="rect">
            <a:avLst/>
          </a:prstGeom>
          <a:noFill/>
          <a:ln/>
        </p:spPr>
        <p:txBody>
          <a:bodyPr wrap="square" lIns="0" tIns="0" rIns="0" bIns="0" rtlCol="0" anchor="b"/>
          <a:lstStyle/>
          <a:p>
            <a:pPr algn="l" indent="0" marL="0">
              <a:buNone/>
            </a:pPr>
            <a:r>
              <a:rPr lang="en-US" sz="2600" b="1" dirty="0">
                <a:solidFill>
                  <a:srgbClr val="0F2340"/>
                </a:solidFill>
                <a:latin typeface="Calibri" pitchFamily="34" charset="0"/>
                <a:ea typeface="Calibri" pitchFamily="34" charset="-122"/>
                <a:cs typeface="Calibri" pitchFamily="34" charset="-120"/>
              </a:rPr>
              <a:t>110</a:t>
            </a:r>
            <a:endParaRPr lang="en-US" sz="2600" dirty="0"/>
          </a:p>
        </p:txBody>
      </p:sp>
      <p:sp>
        <p:nvSpPr>
          <p:cNvPr id="15" name="Text 11"/>
          <p:cNvSpPr txBox="1"/>
          <p:nvPr/>
        </p:nvSpPr>
        <p:spPr>
          <a:xfrm>
            <a:off x="4361688" y="3134106"/>
            <a:ext cx="1965960" cy="256032"/>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feed mills, 81 of them on Java</a:t>
            </a:r>
            <a:endParaRPr lang="en-US" sz="1000" dirty="0"/>
          </a:p>
        </p:txBody>
      </p:sp>
      <p:sp>
        <p:nvSpPr>
          <p:cNvPr id="16" name="Shape 12"/>
          <p:cNvSpPr/>
          <p:nvPr/>
        </p:nvSpPr>
        <p:spPr>
          <a:xfrm>
            <a:off x="4361688" y="3438144"/>
            <a:ext cx="1929384" cy="0"/>
          </a:xfrm>
          <a:prstGeom prst="line">
            <a:avLst/>
          </a:prstGeom>
          <a:noFill/>
          <a:ln w="9525">
            <a:solidFill>
              <a:srgbClr val="D5DBE3"/>
            </a:solidFill>
            <a:prstDash val="solid"/>
          </a:ln>
        </p:spPr>
      </p:sp>
      <p:sp>
        <p:nvSpPr>
          <p:cNvPr id="17" name="Text 13"/>
          <p:cNvSpPr txBox="1"/>
          <p:nvPr/>
        </p:nvSpPr>
        <p:spPr>
          <a:xfrm>
            <a:off x="4361688" y="3547872"/>
            <a:ext cx="1965960" cy="219456"/>
          </a:xfrm>
          <a:prstGeom prst="rect">
            <a:avLst/>
          </a:prstGeom>
          <a:noFill/>
          <a:ln/>
        </p:spPr>
        <p:txBody>
          <a:bodyPr wrap="square" lIns="0" tIns="0" rIns="0" bIns="0" rtlCol="0" anchor="t"/>
          <a:lstStyle/>
          <a:p>
            <a:pPr algn="l" indent="0" marL="0">
              <a:buNone/>
            </a:pPr>
            <a:r>
              <a:rPr lang="en-US" sz="900" b="1" spc="100" kern="0" dirty="0">
                <a:solidFill>
                  <a:srgbClr val="6B7280"/>
                </a:solidFill>
                <a:latin typeface="Calibri" pitchFamily="34" charset="0"/>
                <a:ea typeface="Calibri" pitchFamily="34" charset="-122"/>
                <a:cs typeface="Calibri" pitchFamily="34" charset="-120"/>
              </a:rPr>
              <a:t>CONCENTRATED ON JAVA</a:t>
            </a:r>
            <a:endParaRPr lang="en-US" sz="900" dirty="0"/>
          </a:p>
        </p:txBody>
      </p:sp>
      <p:sp>
        <p:nvSpPr>
          <p:cNvPr id="18" name="Text 14"/>
          <p:cNvSpPr txBox="1"/>
          <p:nvPr/>
        </p:nvSpPr>
        <p:spPr>
          <a:xfrm>
            <a:off x="4361688" y="3712464"/>
            <a:ext cx="982980" cy="342900"/>
          </a:xfrm>
          <a:prstGeom prst="rect">
            <a:avLst/>
          </a:prstGeom>
          <a:noFill/>
          <a:ln/>
        </p:spPr>
        <p:txBody>
          <a:bodyPr wrap="square" lIns="0" tIns="0" rIns="0" bIns="0" rtlCol="0" anchor="b"/>
          <a:lstStyle/>
          <a:p>
            <a:pPr algn="l" indent="0" marL="0">
              <a:buNone/>
            </a:pPr>
            <a:r>
              <a:rPr lang="en-US" sz="2000" b="1" dirty="0">
                <a:solidFill>
                  <a:srgbClr val="0F2340"/>
                </a:solidFill>
                <a:latin typeface="Calibri" pitchFamily="34" charset="0"/>
                <a:ea typeface="Calibri" pitchFamily="34" charset="-122"/>
                <a:cs typeface="Calibri" pitchFamily="34" charset="-120"/>
              </a:rPr>
              <a:t>~80%</a:t>
            </a:r>
            <a:endParaRPr lang="en-US" sz="2000" dirty="0"/>
          </a:p>
        </p:txBody>
      </p:sp>
      <p:sp>
        <p:nvSpPr>
          <p:cNvPr id="19" name="Text 15"/>
          <p:cNvSpPr txBox="1"/>
          <p:nvPr/>
        </p:nvSpPr>
        <p:spPr>
          <a:xfrm>
            <a:off x="4361688" y="4091940"/>
            <a:ext cx="982980" cy="365760"/>
          </a:xfrm>
          <a:prstGeom prst="rect">
            <a:avLst/>
          </a:prstGeom>
          <a:noFill/>
          <a:ln/>
        </p:spPr>
        <p:txBody>
          <a:bodyPr wrap="square" lIns="0" tIns="0" rIns="0" bIns="0" rtlCol="0" anchor="t"/>
          <a:lstStyle/>
          <a:p>
            <a:pPr algn="l" indent="0" marL="0">
              <a:lnSpc>
                <a:spcPct val="105000"/>
              </a:lnSpc>
              <a:buNone/>
            </a:pPr>
            <a:r>
              <a:rPr lang="en-US" sz="850" dirty="0">
                <a:solidFill>
                  <a:srgbClr val="1F2937"/>
                </a:solidFill>
                <a:latin typeface="Calibri" pitchFamily="34" charset="0"/>
                <a:ea typeface="Calibri" pitchFamily="34" charset="-122"/>
                <a:cs typeface="Calibri" pitchFamily="34" charset="-120"/>
              </a:rPr>
              <a:t>of wheat milling capacity on Java</a:t>
            </a:r>
            <a:endParaRPr lang="en-US" sz="850" dirty="0"/>
          </a:p>
        </p:txBody>
      </p:sp>
      <p:sp>
        <p:nvSpPr>
          <p:cNvPr id="20" name="Text 16"/>
          <p:cNvSpPr txBox="1"/>
          <p:nvPr/>
        </p:nvSpPr>
        <p:spPr>
          <a:xfrm>
            <a:off x="5344668" y="3712464"/>
            <a:ext cx="982980" cy="342900"/>
          </a:xfrm>
          <a:prstGeom prst="rect">
            <a:avLst/>
          </a:prstGeom>
          <a:noFill/>
          <a:ln/>
        </p:spPr>
        <p:txBody>
          <a:bodyPr wrap="square" lIns="0" tIns="0" rIns="0" bIns="0" rtlCol="0" anchor="b"/>
          <a:lstStyle/>
          <a:p>
            <a:pPr algn="l" indent="0" marL="0">
              <a:buNone/>
            </a:pPr>
            <a:r>
              <a:rPr lang="en-US" sz="2000" b="1" dirty="0">
                <a:solidFill>
                  <a:srgbClr val="0F2340"/>
                </a:solidFill>
                <a:latin typeface="Calibri" pitchFamily="34" charset="0"/>
                <a:ea typeface="Calibri" pitchFamily="34" charset="-122"/>
                <a:cs typeface="Calibri" pitchFamily="34" charset="-120"/>
              </a:rPr>
              <a:t>~70%</a:t>
            </a:r>
            <a:endParaRPr lang="en-US" sz="2000" dirty="0"/>
          </a:p>
        </p:txBody>
      </p:sp>
      <p:sp>
        <p:nvSpPr>
          <p:cNvPr id="21" name="Text 17"/>
          <p:cNvSpPr txBox="1"/>
          <p:nvPr/>
        </p:nvSpPr>
        <p:spPr>
          <a:xfrm>
            <a:off x="5344668" y="4091940"/>
            <a:ext cx="982980" cy="365760"/>
          </a:xfrm>
          <a:prstGeom prst="rect">
            <a:avLst/>
          </a:prstGeom>
          <a:noFill/>
          <a:ln/>
        </p:spPr>
        <p:txBody>
          <a:bodyPr wrap="square" lIns="0" tIns="0" rIns="0" bIns="0" rtlCol="0" anchor="t"/>
          <a:lstStyle/>
          <a:p>
            <a:pPr algn="l" indent="0" marL="0">
              <a:lnSpc>
                <a:spcPct val="105000"/>
              </a:lnSpc>
              <a:buNone/>
            </a:pPr>
            <a:r>
              <a:rPr lang="en-US" sz="850" dirty="0">
                <a:solidFill>
                  <a:srgbClr val="1F2937"/>
                </a:solidFill>
                <a:latin typeface="Calibri" pitchFamily="34" charset="0"/>
                <a:ea typeface="Calibri" pitchFamily="34" charset="-122"/>
                <a:cs typeface="Calibri" pitchFamily="34" charset="-120"/>
              </a:rPr>
              <a:t>of feed output on Java</a:t>
            </a:r>
            <a:endParaRPr lang="en-US" sz="850" dirty="0"/>
          </a:p>
        </p:txBody>
      </p:sp>
      <p:sp>
        <p:nvSpPr>
          <p:cNvPr id="22" name="Text 18"/>
          <p:cNvSpPr txBox="1"/>
          <p:nvPr/>
        </p:nvSpPr>
        <p:spPr>
          <a:xfrm>
            <a:off x="4361688" y="4462272"/>
            <a:ext cx="1965960" cy="329184"/>
          </a:xfrm>
          <a:prstGeom prst="rect">
            <a:avLst/>
          </a:prstGeom>
          <a:noFill/>
          <a:ln/>
        </p:spPr>
        <p:txBody>
          <a:bodyPr wrap="square" lIns="0" tIns="0" rIns="0" bIns="0" rtlCol="0" anchor="t"/>
          <a:lstStyle/>
          <a:p>
            <a:pPr algn="l" indent="0" marL="0">
              <a:buNone/>
            </a:pPr>
            <a:r>
              <a:rPr lang="en-US" sz="750" dirty="0">
                <a:solidFill>
                  <a:srgbClr val="9CA3AF"/>
                </a:solidFill>
                <a:latin typeface="Calibri" pitchFamily="34" charset="0"/>
                <a:ea typeface="Calibri" pitchFamily="34" charset="-122"/>
                <a:cs typeface="Calibri" pitchFamily="34" charset="-120"/>
              </a:rPr>
              <a:t>Derived from mill-level capacities and USDA, GPMT and BPS data; Sumatra holds roughly 10-15%. Basis in notes.</a:t>
            </a:r>
            <a:endParaRPr lang="en-US" sz="750" dirty="0"/>
          </a:p>
        </p:txBody>
      </p:sp>
      <p:sp>
        <p:nvSpPr>
          <p:cNvPr id="23" name="Shape 19"/>
          <p:cNvSpPr/>
          <p:nvPr/>
        </p:nvSpPr>
        <p:spPr>
          <a:xfrm>
            <a:off x="6812280" y="1572768"/>
            <a:ext cx="4830775" cy="1851847"/>
          </a:xfrm>
          <a:prstGeom prst="rect">
            <a:avLst/>
          </a:prstGeom>
          <a:solidFill>
            <a:srgbClr val="E4EBF3"/>
          </a:solidFill>
          <a:ln w="12700">
            <a:solidFill>
              <a:srgbClr val="E4EBF3"/>
            </a:solidFill>
            <a:prstDash val="solid"/>
          </a:ln>
        </p:spPr>
      </p:sp>
      <p:sp>
        <p:nvSpPr>
          <p:cNvPr id="24" name="Map - Neighbouring countries"/>
          <p:cNvSpPr/>
          <p:nvPr/>
        </p:nvSpPr>
        <p:spPr>
          <a:xfrm>
            <a:off x="6812280" y="1572768"/>
            <a:ext cx="4830775" cy="1851847"/>
          </a:xfrm>
          <a:custGeom>
            <a:avLst/>
            <a:gdLst/>
            <a:ahLst/>
            <a:cxnLst/>
            <a:rect l="0" t="0" r="r" b="b"/>
            <a:pathLst>
              <a:path w="4830775" h="1851847">
                <a:moveTo>
                  <a:pt x="577535" y="5967"/>
                </a:moveTo>
                <a:lnTo>
                  <a:pt x="579487" y="1132"/>
                </a:lnTo>
                <a:lnTo>
                  <a:pt x="581851" y="0"/>
                </a:lnTo>
                <a:lnTo>
                  <a:pt x="583496" y="0"/>
                </a:lnTo>
                <a:lnTo>
                  <a:pt x="587607" y="0"/>
                </a:lnTo>
                <a:lnTo>
                  <a:pt x="592130" y="0"/>
                </a:lnTo>
                <a:lnTo>
                  <a:pt x="600763" y="0"/>
                </a:lnTo>
                <a:lnTo>
                  <a:pt x="623273" y="3292"/>
                </a:lnTo>
                <a:lnTo>
                  <a:pt x="629954" y="5350"/>
                </a:lnTo>
                <a:lnTo>
                  <a:pt x="638896" y="1955"/>
                </a:lnTo>
                <a:lnTo>
                  <a:pt x="642801" y="4115"/>
                </a:lnTo>
                <a:lnTo>
                  <a:pt x="646913" y="7613"/>
                </a:lnTo>
                <a:lnTo>
                  <a:pt x="649277" y="17284"/>
                </a:lnTo>
                <a:lnTo>
                  <a:pt x="655135" y="26234"/>
                </a:lnTo>
                <a:lnTo>
                  <a:pt x="666955" y="24897"/>
                </a:lnTo>
                <a:lnTo>
                  <a:pt x="671067" y="26234"/>
                </a:lnTo>
                <a:lnTo>
                  <a:pt x="673636" y="26440"/>
                </a:lnTo>
                <a:lnTo>
                  <a:pt x="675897" y="34362"/>
                </a:lnTo>
                <a:lnTo>
                  <a:pt x="677028" y="47942"/>
                </a:lnTo>
                <a:lnTo>
                  <a:pt x="675897" y="55967"/>
                </a:lnTo>
                <a:lnTo>
                  <a:pt x="667366" y="67284"/>
                </a:lnTo>
                <a:lnTo>
                  <a:pt x="666236" y="75000"/>
                </a:lnTo>
                <a:lnTo>
                  <a:pt x="670655" y="79732"/>
                </a:lnTo>
                <a:lnTo>
                  <a:pt x="676514" y="84876"/>
                </a:lnTo>
                <a:lnTo>
                  <a:pt x="679803" y="88786"/>
                </a:lnTo>
                <a:lnTo>
                  <a:pt x="683298" y="88168"/>
                </a:lnTo>
                <a:lnTo>
                  <a:pt x="687717" y="85494"/>
                </a:lnTo>
                <a:lnTo>
                  <a:pt x="691726" y="78806"/>
                </a:lnTo>
                <a:lnTo>
                  <a:pt x="694501" y="73148"/>
                </a:lnTo>
                <a:lnTo>
                  <a:pt x="709610" y="66666"/>
                </a:lnTo>
                <a:lnTo>
                  <a:pt x="725233" y="60905"/>
                </a:lnTo>
                <a:lnTo>
                  <a:pt x="727391" y="61522"/>
                </a:lnTo>
                <a:lnTo>
                  <a:pt x="729858" y="64094"/>
                </a:lnTo>
                <a:lnTo>
                  <a:pt x="734894" y="72428"/>
                </a:lnTo>
                <a:lnTo>
                  <a:pt x="737772" y="74177"/>
                </a:lnTo>
                <a:lnTo>
                  <a:pt x="742089" y="75000"/>
                </a:lnTo>
                <a:lnTo>
                  <a:pt x="749387" y="74177"/>
                </a:lnTo>
                <a:lnTo>
                  <a:pt x="757918" y="69444"/>
                </a:lnTo>
                <a:lnTo>
                  <a:pt x="762337" y="60597"/>
                </a:lnTo>
                <a:lnTo>
                  <a:pt x="764290" y="53601"/>
                </a:lnTo>
                <a:lnTo>
                  <a:pt x="776521" y="41461"/>
                </a:lnTo>
                <a:lnTo>
                  <a:pt x="777858" y="32407"/>
                </a:lnTo>
                <a:lnTo>
                  <a:pt x="781249" y="26543"/>
                </a:lnTo>
                <a:lnTo>
                  <a:pt x="799031" y="30555"/>
                </a:lnTo>
                <a:lnTo>
                  <a:pt x="805814" y="33745"/>
                </a:lnTo>
                <a:lnTo>
                  <a:pt x="825754" y="65535"/>
                </a:lnTo>
                <a:lnTo>
                  <a:pt x="852066" y="87963"/>
                </a:lnTo>
                <a:lnTo>
                  <a:pt x="863270" y="96296"/>
                </a:lnTo>
                <a:lnTo>
                  <a:pt x="871801" y="100308"/>
                </a:lnTo>
                <a:lnTo>
                  <a:pt x="883621" y="112345"/>
                </a:lnTo>
                <a:lnTo>
                  <a:pt x="893899" y="127366"/>
                </a:lnTo>
                <a:lnTo>
                  <a:pt x="916408" y="169753"/>
                </a:lnTo>
                <a:lnTo>
                  <a:pt x="920314" y="188374"/>
                </a:lnTo>
                <a:lnTo>
                  <a:pt x="921856" y="216769"/>
                </a:lnTo>
                <a:lnTo>
                  <a:pt x="916922" y="259567"/>
                </a:lnTo>
                <a:lnTo>
                  <a:pt x="910858" y="280966"/>
                </a:lnTo>
                <a:lnTo>
                  <a:pt x="911989" y="291049"/>
                </a:lnTo>
                <a:lnTo>
                  <a:pt x="920314" y="306481"/>
                </a:lnTo>
                <a:lnTo>
                  <a:pt x="917744" y="321090"/>
                </a:lnTo>
                <a:lnTo>
                  <a:pt x="919389" y="333230"/>
                </a:lnTo>
                <a:lnTo>
                  <a:pt x="918772" y="366974"/>
                </a:lnTo>
                <a:lnTo>
                  <a:pt x="923500" y="376851"/>
                </a:lnTo>
                <a:lnTo>
                  <a:pt x="928845" y="383229"/>
                </a:lnTo>
                <a:lnTo>
                  <a:pt x="957110" y="403291"/>
                </a:lnTo>
                <a:lnTo>
                  <a:pt x="959166" y="410699"/>
                </a:lnTo>
                <a:lnTo>
                  <a:pt x="973144" y="436110"/>
                </a:lnTo>
                <a:lnTo>
                  <a:pt x="998943" y="491460"/>
                </a:lnTo>
                <a:lnTo>
                  <a:pt x="1006035" y="516357"/>
                </a:lnTo>
                <a:lnTo>
                  <a:pt x="1005212" y="523044"/>
                </a:lnTo>
                <a:lnTo>
                  <a:pt x="1002129" y="525822"/>
                </a:lnTo>
                <a:lnTo>
                  <a:pt x="994523" y="528291"/>
                </a:lnTo>
                <a:lnTo>
                  <a:pt x="988253" y="523455"/>
                </a:lnTo>
                <a:lnTo>
                  <a:pt x="986095" y="519957"/>
                </a:lnTo>
                <a:lnTo>
                  <a:pt x="986814" y="515637"/>
                </a:lnTo>
                <a:lnTo>
                  <a:pt x="984245" y="511316"/>
                </a:lnTo>
                <a:lnTo>
                  <a:pt x="978078" y="506274"/>
                </a:lnTo>
                <a:lnTo>
                  <a:pt x="974480" y="501645"/>
                </a:lnTo>
                <a:lnTo>
                  <a:pt x="975508" y="509258"/>
                </a:lnTo>
                <a:lnTo>
                  <a:pt x="975611" y="519032"/>
                </a:lnTo>
                <a:lnTo>
                  <a:pt x="967697" y="519855"/>
                </a:lnTo>
                <a:lnTo>
                  <a:pt x="957624" y="516768"/>
                </a:lnTo>
                <a:lnTo>
                  <a:pt x="945085" y="519546"/>
                </a:lnTo>
                <a:lnTo>
                  <a:pt x="930181" y="531583"/>
                </a:lnTo>
                <a:lnTo>
                  <a:pt x="922986" y="531994"/>
                </a:lnTo>
                <a:lnTo>
                  <a:pt x="917539" y="521604"/>
                </a:lnTo>
                <a:lnTo>
                  <a:pt x="914764" y="514608"/>
                </a:lnTo>
                <a:lnTo>
                  <a:pt x="910344" y="509669"/>
                </a:lnTo>
                <a:lnTo>
                  <a:pt x="863064" y="484361"/>
                </a:lnTo>
                <a:lnTo>
                  <a:pt x="845591" y="477777"/>
                </a:lnTo>
                <a:lnTo>
                  <a:pt x="827193" y="458641"/>
                </a:lnTo>
                <a:lnTo>
                  <a:pt x="785875" y="437447"/>
                </a:lnTo>
                <a:lnTo>
                  <a:pt x="759562" y="416768"/>
                </a:lnTo>
                <a:lnTo>
                  <a:pt x="748359" y="403908"/>
                </a:lnTo>
                <a:lnTo>
                  <a:pt x="721533" y="392592"/>
                </a:lnTo>
                <a:lnTo>
                  <a:pt x="709918" y="379320"/>
                </a:lnTo>
                <a:lnTo>
                  <a:pt x="704163" y="376645"/>
                </a:lnTo>
                <a:lnTo>
                  <a:pt x="698510" y="371913"/>
                </a:lnTo>
                <a:lnTo>
                  <a:pt x="704471" y="358950"/>
                </a:lnTo>
                <a:lnTo>
                  <a:pt x="702004" y="345472"/>
                </a:lnTo>
                <a:lnTo>
                  <a:pt x="698921" y="334053"/>
                </a:lnTo>
                <a:lnTo>
                  <a:pt x="679906" y="311522"/>
                </a:lnTo>
                <a:lnTo>
                  <a:pt x="670655" y="295781"/>
                </a:lnTo>
                <a:lnTo>
                  <a:pt x="652771" y="280143"/>
                </a:lnTo>
                <a:lnTo>
                  <a:pt x="645679" y="271193"/>
                </a:lnTo>
                <a:lnTo>
                  <a:pt x="638793" y="260699"/>
                </a:lnTo>
                <a:lnTo>
                  <a:pt x="643110" y="256995"/>
                </a:lnTo>
                <a:lnTo>
                  <a:pt x="647118" y="254835"/>
                </a:lnTo>
                <a:lnTo>
                  <a:pt x="643418" y="247222"/>
                </a:lnTo>
                <a:lnTo>
                  <a:pt x="633243" y="233950"/>
                </a:lnTo>
                <a:lnTo>
                  <a:pt x="628515" y="218827"/>
                </a:lnTo>
                <a:lnTo>
                  <a:pt x="628515" y="190123"/>
                </a:lnTo>
                <a:lnTo>
                  <a:pt x="613920" y="149794"/>
                </a:lnTo>
                <a:lnTo>
                  <a:pt x="601586" y="93827"/>
                </a:lnTo>
                <a:lnTo>
                  <a:pt x="603744" y="74280"/>
                </a:lnTo>
                <a:lnTo>
                  <a:pt x="600558" y="53086"/>
                </a:lnTo>
                <a:lnTo>
                  <a:pt x="592335" y="32613"/>
                </a:lnTo>
                <a:lnTo>
                  <a:pt x="581543" y="18107"/>
                </a:lnTo>
                <a:lnTo>
                  <a:pt x="577535" y="5967"/>
                </a:lnTo>
                <a:close/>
              </a:path>
              <a:path w="4830775" h="1851847">
                <a:moveTo>
                  <a:pt x="2371602" y="239608"/>
                </a:moveTo>
                <a:lnTo>
                  <a:pt x="2367799" y="239608"/>
                </a:lnTo>
                <a:lnTo>
                  <a:pt x="2358960" y="237345"/>
                </a:lnTo>
                <a:lnTo>
                  <a:pt x="2341179" y="226440"/>
                </a:lnTo>
                <a:lnTo>
                  <a:pt x="2322986" y="222530"/>
                </a:lnTo>
                <a:lnTo>
                  <a:pt x="2296571" y="222222"/>
                </a:lnTo>
                <a:lnTo>
                  <a:pt x="2281565" y="220678"/>
                </a:lnTo>
                <a:lnTo>
                  <a:pt x="2275501" y="222325"/>
                </a:lnTo>
                <a:lnTo>
                  <a:pt x="2270361" y="222427"/>
                </a:lnTo>
                <a:lnTo>
                  <a:pt x="2266661" y="220164"/>
                </a:lnTo>
                <a:lnTo>
                  <a:pt x="2262756" y="219032"/>
                </a:lnTo>
                <a:lnTo>
                  <a:pt x="2252477" y="225514"/>
                </a:lnTo>
                <a:lnTo>
                  <a:pt x="2247647" y="223559"/>
                </a:lnTo>
                <a:lnTo>
                  <a:pt x="2242713" y="220781"/>
                </a:lnTo>
                <a:lnTo>
                  <a:pt x="2234079" y="219855"/>
                </a:lnTo>
                <a:lnTo>
                  <a:pt x="2223595" y="220678"/>
                </a:lnTo>
                <a:lnTo>
                  <a:pt x="2212084" y="227263"/>
                </a:lnTo>
                <a:lnTo>
                  <a:pt x="2199133" y="221296"/>
                </a:lnTo>
                <a:lnTo>
                  <a:pt x="2195536" y="221399"/>
                </a:lnTo>
                <a:lnTo>
                  <a:pt x="2193069" y="222942"/>
                </a:lnTo>
                <a:lnTo>
                  <a:pt x="2187416" y="231069"/>
                </a:lnTo>
                <a:lnTo>
                  <a:pt x="2176829" y="237345"/>
                </a:lnTo>
                <a:lnTo>
                  <a:pt x="2171588" y="248765"/>
                </a:lnTo>
                <a:lnTo>
                  <a:pt x="2168298" y="259670"/>
                </a:lnTo>
                <a:lnTo>
                  <a:pt x="2165421" y="263477"/>
                </a:lnTo>
                <a:lnTo>
                  <a:pt x="2164701" y="284670"/>
                </a:lnTo>
                <a:lnTo>
                  <a:pt x="2163057" y="294855"/>
                </a:lnTo>
                <a:lnTo>
                  <a:pt x="2165729" y="308435"/>
                </a:lnTo>
                <a:lnTo>
                  <a:pt x="2165215" y="314197"/>
                </a:lnTo>
                <a:lnTo>
                  <a:pt x="2160487" y="322839"/>
                </a:lnTo>
                <a:lnTo>
                  <a:pt x="2159870" y="324896"/>
                </a:lnTo>
                <a:lnTo>
                  <a:pt x="2157404" y="338579"/>
                </a:lnTo>
                <a:lnTo>
                  <a:pt x="2158329" y="342283"/>
                </a:lnTo>
                <a:lnTo>
                  <a:pt x="2157712" y="346913"/>
                </a:lnTo>
                <a:lnTo>
                  <a:pt x="2153703" y="356583"/>
                </a:lnTo>
                <a:lnTo>
                  <a:pt x="2146509" y="359155"/>
                </a:lnTo>
                <a:lnTo>
                  <a:pt x="2138903" y="360699"/>
                </a:lnTo>
                <a:lnTo>
                  <a:pt x="2132427" y="357406"/>
                </a:lnTo>
                <a:lnTo>
                  <a:pt x="2126569" y="362756"/>
                </a:lnTo>
                <a:lnTo>
                  <a:pt x="2119168" y="370884"/>
                </a:lnTo>
                <a:lnTo>
                  <a:pt x="2115879" y="376439"/>
                </a:lnTo>
                <a:lnTo>
                  <a:pt x="2115982" y="381583"/>
                </a:lnTo>
                <a:lnTo>
                  <a:pt x="2116702" y="384978"/>
                </a:lnTo>
                <a:lnTo>
                  <a:pt x="2115160" y="388579"/>
                </a:lnTo>
                <a:lnTo>
                  <a:pt x="2114954" y="392283"/>
                </a:lnTo>
                <a:lnTo>
                  <a:pt x="2115366" y="397736"/>
                </a:lnTo>
                <a:lnTo>
                  <a:pt x="2120402" y="399999"/>
                </a:lnTo>
                <a:lnTo>
                  <a:pt x="2125644" y="404629"/>
                </a:lnTo>
                <a:lnTo>
                  <a:pt x="2125438" y="409155"/>
                </a:lnTo>
                <a:lnTo>
                  <a:pt x="2122560" y="412242"/>
                </a:lnTo>
                <a:lnTo>
                  <a:pt x="2115982" y="417077"/>
                </a:lnTo>
                <a:lnTo>
                  <a:pt x="2103854" y="426851"/>
                </a:lnTo>
                <a:lnTo>
                  <a:pt x="2090184" y="435287"/>
                </a:lnTo>
                <a:lnTo>
                  <a:pt x="2085045" y="437242"/>
                </a:lnTo>
                <a:lnTo>
                  <a:pt x="2083195" y="441048"/>
                </a:lnTo>
                <a:lnTo>
                  <a:pt x="2082270" y="446295"/>
                </a:lnTo>
                <a:lnTo>
                  <a:pt x="2085250" y="457612"/>
                </a:lnTo>
                <a:lnTo>
                  <a:pt x="2088128" y="461007"/>
                </a:lnTo>
                <a:lnTo>
                  <a:pt x="2089670" y="465019"/>
                </a:lnTo>
                <a:lnTo>
                  <a:pt x="2087820" y="469752"/>
                </a:lnTo>
                <a:lnTo>
                  <a:pt x="2086484" y="473867"/>
                </a:lnTo>
                <a:lnTo>
                  <a:pt x="2081447" y="476439"/>
                </a:lnTo>
                <a:lnTo>
                  <a:pt x="2076617" y="478291"/>
                </a:lnTo>
                <a:lnTo>
                  <a:pt x="2074766" y="481583"/>
                </a:lnTo>
                <a:lnTo>
                  <a:pt x="2072197" y="495266"/>
                </a:lnTo>
                <a:lnTo>
                  <a:pt x="2069216" y="502365"/>
                </a:lnTo>
                <a:lnTo>
                  <a:pt x="2062535" y="512962"/>
                </a:lnTo>
                <a:lnTo>
                  <a:pt x="2060377" y="517797"/>
                </a:lnTo>
                <a:lnTo>
                  <a:pt x="2056985" y="519340"/>
                </a:lnTo>
                <a:lnTo>
                  <a:pt x="2044035" y="514402"/>
                </a:lnTo>
                <a:lnTo>
                  <a:pt x="2032523" y="517385"/>
                </a:lnTo>
                <a:lnTo>
                  <a:pt x="2017208" y="519340"/>
                </a:lnTo>
                <a:lnTo>
                  <a:pt x="2004258" y="519032"/>
                </a:lnTo>
                <a:lnTo>
                  <a:pt x="1994185" y="521192"/>
                </a:lnTo>
                <a:lnTo>
                  <a:pt x="1987299" y="526748"/>
                </a:lnTo>
                <a:lnTo>
                  <a:pt x="1979590" y="533846"/>
                </a:lnTo>
                <a:lnTo>
                  <a:pt x="1971573" y="538990"/>
                </a:lnTo>
                <a:lnTo>
                  <a:pt x="1965406" y="541562"/>
                </a:lnTo>
                <a:lnTo>
                  <a:pt x="1954203" y="534155"/>
                </a:lnTo>
                <a:lnTo>
                  <a:pt x="1948550" y="534772"/>
                </a:lnTo>
                <a:lnTo>
                  <a:pt x="1938374" y="532200"/>
                </a:lnTo>
                <a:lnTo>
                  <a:pt x="1914426" y="523867"/>
                </a:lnTo>
                <a:lnTo>
                  <a:pt x="1908567" y="521398"/>
                </a:lnTo>
                <a:lnTo>
                  <a:pt x="1902195" y="521192"/>
                </a:lnTo>
                <a:lnTo>
                  <a:pt x="1900242" y="518826"/>
                </a:lnTo>
                <a:lnTo>
                  <a:pt x="1901270" y="514813"/>
                </a:lnTo>
                <a:lnTo>
                  <a:pt x="1900242" y="509464"/>
                </a:lnTo>
                <a:lnTo>
                  <a:pt x="1895617" y="507509"/>
                </a:lnTo>
                <a:lnTo>
                  <a:pt x="1847617" y="508332"/>
                </a:lnTo>
                <a:lnTo>
                  <a:pt x="1833844" y="512859"/>
                </a:lnTo>
                <a:lnTo>
                  <a:pt x="1824491" y="516460"/>
                </a:lnTo>
                <a:lnTo>
                  <a:pt x="1817810" y="520678"/>
                </a:lnTo>
                <a:lnTo>
                  <a:pt x="1815857" y="531069"/>
                </a:lnTo>
                <a:lnTo>
                  <a:pt x="1811952" y="540739"/>
                </a:lnTo>
                <a:lnTo>
                  <a:pt x="1806813" y="551130"/>
                </a:lnTo>
                <a:lnTo>
                  <a:pt x="1790779" y="554217"/>
                </a:lnTo>
                <a:lnTo>
                  <a:pt x="1779061" y="564608"/>
                </a:lnTo>
                <a:lnTo>
                  <a:pt x="1775053" y="565945"/>
                </a:lnTo>
                <a:lnTo>
                  <a:pt x="1766933" y="564402"/>
                </a:lnTo>
                <a:lnTo>
                  <a:pt x="1758299" y="563476"/>
                </a:lnTo>
                <a:lnTo>
                  <a:pt x="1752132" y="566459"/>
                </a:lnTo>
                <a:lnTo>
                  <a:pt x="1745554" y="566254"/>
                </a:lnTo>
                <a:lnTo>
                  <a:pt x="1725409" y="561418"/>
                </a:lnTo>
                <a:lnTo>
                  <a:pt x="1706291" y="560595"/>
                </a:lnTo>
                <a:lnTo>
                  <a:pt x="1695499" y="563167"/>
                </a:lnTo>
                <a:lnTo>
                  <a:pt x="1689538" y="564093"/>
                </a:lnTo>
                <a:lnTo>
                  <a:pt x="1656339" y="578394"/>
                </a:lnTo>
                <a:lnTo>
                  <a:pt x="1645136" y="580040"/>
                </a:lnTo>
                <a:lnTo>
                  <a:pt x="1640511" y="577982"/>
                </a:lnTo>
                <a:lnTo>
                  <a:pt x="1634138" y="572118"/>
                </a:lnTo>
                <a:lnTo>
                  <a:pt x="1625504" y="566254"/>
                </a:lnTo>
                <a:lnTo>
                  <a:pt x="1604948" y="546295"/>
                </a:lnTo>
                <a:lnTo>
                  <a:pt x="1597342" y="541562"/>
                </a:lnTo>
                <a:lnTo>
                  <a:pt x="1592306" y="536727"/>
                </a:lnTo>
                <a:lnTo>
                  <a:pt x="1587475" y="531069"/>
                </a:lnTo>
                <a:lnTo>
                  <a:pt x="1580691" y="524896"/>
                </a:lnTo>
                <a:lnTo>
                  <a:pt x="1574422" y="520678"/>
                </a:lnTo>
                <a:lnTo>
                  <a:pt x="1565993" y="512036"/>
                </a:lnTo>
                <a:lnTo>
                  <a:pt x="1557565" y="502571"/>
                </a:lnTo>
                <a:lnTo>
                  <a:pt x="1555715" y="485904"/>
                </a:lnTo>
                <a:lnTo>
                  <a:pt x="1549034" y="482921"/>
                </a:lnTo>
                <a:lnTo>
                  <a:pt x="1546773" y="478600"/>
                </a:lnTo>
                <a:lnTo>
                  <a:pt x="1545745" y="473661"/>
                </a:lnTo>
                <a:lnTo>
                  <a:pt x="1554996" y="460081"/>
                </a:lnTo>
                <a:lnTo>
                  <a:pt x="1561676" y="474381"/>
                </a:lnTo>
                <a:lnTo>
                  <a:pt x="1564349" y="477571"/>
                </a:lnTo>
                <a:lnTo>
                  <a:pt x="1579252" y="487242"/>
                </a:lnTo>
                <a:lnTo>
                  <a:pt x="1591586" y="491974"/>
                </a:lnTo>
                <a:lnTo>
                  <a:pt x="1604845" y="493929"/>
                </a:lnTo>
                <a:lnTo>
                  <a:pt x="1618412" y="494340"/>
                </a:lnTo>
                <a:lnTo>
                  <a:pt x="1623757" y="493723"/>
                </a:lnTo>
                <a:lnTo>
                  <a:pt x="1628999" y="491768"/>
                </a:lnTo>
                <a:lnTo>
                  <a:pt x="1634241" y="493826"/>
                </a:lnTo>
                <a:lnTo>
                  <a:pt x="1662506" y="509464"/>
                </a:lnTo>
                <a:lnTo>
                  <a:pt x="1673504" y="512241"/>
                </a:lnTo>
                <a:lnTo>
                  <a:pt x="1685118" y="511110"/>
                </a:lnTo>
                <a:lnTo>
                  <a:pt x="1689743" y="512653"/>
                </a:lnTo>
                <a:lnTo>
                  <a:pt x="1705983" y="524587"/>
                </a:lnTo>
                <a:lnTo>
                  <a:pt x="1710814" y="526027"/>
                </a:lnTo>
                <a:lnTo>
                  <a:pt x="1718831" y="525102"/>
                </a:lnTo>
                <a:lnTo>
                  <a:pt x="1708553" y="519649"/>
                </a:lnTo>
                <a:lnTo>
                  <a:pt x="1701872" y="515739"/>
                </a:lnTo>
                <a:lnTo>
                  <a:pt x="1698891" y="508435"/>
                </a:lnTo>
                <a:lnTo>
                  <a:pt x="1700741" y="500616"/>
                </a:lnTo>
                <a:lnTo>
                  <a:pt x="1707216" y="495472"/>
                </a:lnTo>
                <a:lnTo>
                  <a:pt x="1711739" y="489814"/>
                </a:lnTo>
                <a:lnTo>
                  <a:pt x="1713383" y="473044"/>
                </a:lnTo>
                <a:lnTo>
                  <a:pt x="1716261" y="464505"/>
                </a:lnTo>
                <a:lnTo>
                  <a:pt x="1721709" y="456377"/>
                </a:lnTo>
                <a:lnTo>
                  <a:pt x="1723456" y="448558"/>
                </a:lnTo>
                <a:lnTo>
                  <a:pt x="1717392" y="442591"/>
                </a:lnTo>
                <a:lnTo>
                  <a:pt x="1716056" y="432406"/>
                </a:lnTo>
                <a:lnTo>
                  <a:pt x="1717392" y="423867"/>
                </a:lnTo>
                <a:lnTo>
                  <a:pt x="1720784" y="418106"/>
                </a:lnTo>
                <a:lnTo>
                  <a:pt x="1726334" y="421912"/>
                </a:lnTo>
                <a:lnTo>
                  <a:pt x="1731987" y="425513"/>
                </a:lnTo>
                <a:lnTo>
                  <a:pt x="1737640" y="425102"/>
                </a:lnTo>
                <a:lnTo>
                  <a:pt x="1741546" y="423661"/>
                </a:lnTo>
                <a:lnTo>
                  <a:pt x="1742265" y="419340"/>
                </a:lnTo>
                <a:lnTo>
                  <a:pt x="1741135" y="411727"/>
                </a:lnTo>
                <a:lnTo>
                  <a:pt x="1741443" y="397736"/>
                </a:lnTo>
                <a:lnTo>
                  <a:pt x="1748638" y="386522"/>
                </a:lnTo>
                <a:lnTo>
                  <a:pt x="1759944" y="378806"/>
                </a:lnTo>
                <a:lnTo>
                  <a:pt x="1770736" y="375102"/>
                </a:lnTo>
                <a:lnTo>
                  <a:pt x="1810924" y="368826"/>
                </a:lnTo>
                <a:lnTo>
                  <a:pt x="1874443" y="352880"/>
                </a:lnTo>
                <a:lnTo>
                  <a:pt x="1893355" y="346604"/>
                </a:lnTo>
                <a:lnTo>
                  <a:pt x="1900242" y="343415"/>
                </a:lnTo>
                <a:lnTo>
                  <a:pt x="1906100" y="338991"/>
                </a:lnTo>
                <a:lnTo>
                  <a:pt x="1915865" y="324691"/>
                </a:lnTo>
                <a:lnTo>
                  <a:pt x="1934366" y="302365"/>
                </a:lnTo>
                <a:lnTo>
                  <a:pt x="1947316" y="283847"/>
                </a:lnTo>
                <a:lnTo>
                  <a:pt x="1974656" y="257098"/>
                </a:lnTo>
                <a:lnTo>
                  <a:pt x="1996446" y="232201"/>
                </a:lnTo>
                <a:lnTo>
                  <a:pt x="1999427" y="227469"/>
                </a:lnTo>
                <a:lnTo>
                  <a:pt x="2003024" y="213888"/>
                </a:lnTo>
                <a:lnTo>
                  <a:pt x="2003230" y="207510"/>
                </a:lnTo>
                <a:lnTo>
                  <a:pt x="2002613" y="201028"/>
                </a:lnTo>
                <a:lnTo>
                  <a:pt x="2005594" y="198045"/>
                </a:lnTo>
                <a:lnTo>
                  <a:pt x="2009808" y="196193"/>
                </a:lnTo>
                <a:lnTo>
                  <a:pt x="2010836" y="196193"/>
                </a:lnTo>
                <a:lnTo>
                  <a:pt x="2014022" y="199074"/>
                </a:lnTo>
                <a:lnTo>
                  <a:pt x="2021628" y="202983"/>
                </a:lnTo>
                <a:lnTo>
                  <a:pt x="2027281" y="208024"/>
                </a:lnTo>
                <a:lnTo>
                  <a:pt x="2031084" y="214608"/>
                </a:lnTo>
                <a:lnTo>
                  <a:pt x="2033859" y="220678"/>
                </a:lnTo>
                <a:lnTo>
                  <a:pt x="2034065" y="225925"/>
                </a:lnTo>
                <a:lnTo>
                  <a:pt x="2037456" y="230143"/>
                </a:lnTo>
                <a:lnTo>
                  <a:pt x="2047118" y="230864"/>
                </a:lnTo>
                <a:lnTo>
                  <a:pt x="2050201" y="236213"/>
                </a:lnTo>
                <a:lnTo>
                  <a:pt x="2056882" y="245473"/>
                </a:lnTo>
                <a:lnTo>
                  <a:pt x="2063049" y="252160"/>
                </a:lnTo>
                <a:lnTo>
                  <a:pt x="2066749" y="254732"/>
                </a:lnTo>
                <a:lnTo>
                  <a:pt x="2071477" y="253292"/>
                </a:lnTo>
                <a:lnTo>
                  <a:pt x="2078775" y="247222"/>
                </a:lnTo>
                <a:lnTo>
                  <a:pt x="2084017" y="239814"/>
                </a:lnTo>
                <a:lnTo>
                  <a:pt x="2087511" y="229732"/>
                </a:lnTo>
                <a:lnTo>
                  <a:pt x="2084736" y="228292"/>
                </a:lnTo>
                <a:lnTo>
                  <a:pt x="2089670" y="220781"/>
                </a:lnTo>
                <a:lnTo>
                  <a:pt x="2090595" y="216769"/>
                </a:lnTo>
                <a:lnTo>
                  <a:pt x="2088334" y="213065"/>
                </a:lnTo>
                <a:lnTo>
                  <a:pt x="2085456" y="209464"/>
                </a:lnTo>
                <a:lnTo>
                  <a:pt x="2084325" y="200308"/>
                </a:lnTo>
                <a:lnTo>
                  <a:pt x="2082372" y="188580"/>
                </a:lnTo>
                <a:lnTo>
                  <a:pt x="2081036" y="183333"/>
                </a:lnTo>
                <a:lnTo>
                  <a:pt x="2084839" y="179526"/>
                </a:lnTo>
                <a:lnTo>
                  <a:pt x="2093165" y="174691"/>
                </a:lnTo>
                <a:lnTo>
                  <a:pt x="2101387" y="169135"/>
                </a:lnTo>
                <a:lnTo>
                  <a:pt x="2109815" y="164609"/>
                </a:lnTo>
                <a:lnTo>
                  <a:pt x="2110021" y="172736"/>
                </a:lnTo>
                <a:lnTo>
                  <a:pt x="2109815" y="186111"/>
                </a:lnTo>
                <a:lnTo>
                  <a:pt x="2112385" y="197222"/>
                </a:lnTo>
                <a:lnTo>
                  <a:pt x="2118038" y="217078"/>
                </a:lnTo>
                <a:lnTo>
                  <a:pt x="2124616" y="219753"/>
                </a:lnTo>
                <a:lnTo>
                  <a:pt x="2132427" y="221501"/>
                </a:lnTo>
                <a:lnTo>
                  <a:pt x="2136950" y="220884"/>
                </a:lnTo>
                <a:lnTo>
                  <a:pt x="2139828" y="219650"/>
                </a:lnTo>
                <a:lnTo>
                  <a:pt x="2140650" y="218004"/>
                </a:lnTo>
                <a:lnTo>
                  <a:pt x="2135716" y="210288"/>
                </a:lnTo>
                <a:lnTo>
                  <a:pt x="2134483" y="191975"/>
                </a:lnTo>
                <a:lnTo>
                  <a:pt x="2130475" y="179938"/>
                </a:lnTo>
                <a:lnTo>
                  <a:pt x="2124308" y="168004"/>
                </a:lnTo>
                <a:lnTo>
                  <a:pt x="2121430" y="164609"/>
                </a:lnTo>
                <a:lnTo>
                  <a:pt x="2145584" y="161214"/>
                </a:lnTo>
                <a:lnTo>
                  <a:pt x="2151031" y="157510"/>
                </a:lnTo>
                <a:lnTo>
                  <a:pt x="2160487" y="149279"/>
                </a:lnTo>
                <a:lnTo>
                  <a:pt x="2163982" y="144650"/>
                </a:lnTo>
                <a:lnTo>
                  <a:pt x="2166860" y="134362"/>
                </a:lnTo>
                <a:lnTo>
                  <a:pt x="2155040" y="128189"/>
                </a:lnTo>
                <a:lnTo>
                  <a:pt x="2150414" y="120267"/>
                </a:lnTo>
                <a:lnTo>
                  <a:pt x="2150106" y="111831"/>
                </a:lnTo>
                <a:lnTo>
                  <a:pt x="2164187" y="95987"/>
                </a:lnTo>
                <a:lnTo>
                  <a:pt x="2169121" y="92284"/>
                </a:lnTo>
                <a:lnTo>
                  <a:pt x="2171279" y="97839"/>
                </a:lnTo>
                <a:lnTo>
                  <a:pt x="2177446" y="99280"/>
                </a:lnTo>
                <a:lnTo>
                  <a:pt x="2183202" y="99485"/>
                </a:lnTo>
                <a:lnTo>
                  <a:pt x="2188958" y="99177"/>
                </a:lnTo>
                <a:lnTo>
                  <a:pt x="2197180" y="91152"/>
                </a:lnTo>
                <a:lnTo>
                  <a:pt x="2201394" y="79732"/>
                </a:lnTo>
                <a:lnTo>
                  <a:pt x="2215990" y="63580"/>
                </a:lnTo>
                <a:lnTo>
                  <a:pt x="2221129" y="51132"/>
                </a:lnTo>
                <a:lnTo>
                  <a:pt x="2224007" y="38066"/>
                </a:lnTo>
                <a:lnTo>
                  <a:pt x="2260700" y="0"/>
                </a:lnTo>
                <a:lnTo>
                  <a:pt x="2265120" y="0"/>
                </a:lnTo>
                <a:lnTo>
                  <a:pt x="2286909" y="0"/>
                </a:lnTo>
                <a:lnTo>
                  <a:pt x="2289582" y="0"/>
                </a:lnTo>
                <a:lnTo>
                  <a:pt x="2295440" y="0"/>
                </a:lnTo>
                <a:lnTo>
                  <a:pt x="2297188" y="0"/>
                </a:lnTo>
                <a:lnTo>
                  <a:pt x="2296365" y="0"/>
                </a:lnTo>
                <a:lnTo>
                  <a:pt x="2292871" y="0"/>
                </a:lnTo>
                <a:lnTo>
                  <a:pt x="2290815" y="0"/>
                </a:lnTo>
                <a:lnTo>
                  <a:pt x="2293282" y="0"/>
                </a:lnTo>
                <a:lnTo>
                  <a:pt x="2303663" y="0"/>
                </a:lnTo>
                <a:lnTo>
                  <a:pt x="2314558" y="0"/>
                </a:lnTo>
                <a:lnTo>
                  <a:pt x="2320622" y="0"/>
                </a:lnTo>
                <a:lnTo>
                  <a:pt x="2325864" y="0"/>
                </a:lnTo>
                <a:lnTo>
                  <a:pt x="2336245" y="0"/>
                </a:lnTo>
                <a:lnTo>
                  <a:pt x="2338506" y="0"/>
                </a:lnTo>
                <a:lnTo>
                  <a:pt x="2337787" y="0"/>
                </a:lnTo>
                <a:lnTo>
                  <a:pt x="2338815" y="0"/>
                </a:lnTo>
                <a:lnTo>
                  <a:pt x="2342823" y="0"/>
                </a:lnTo>
                <a:lnTo>
                  <a:pt x="2351662" y="0"/>
                </a:lnTo>
                <a:lnTo>
                  <a:pt x="2363893" y="0"/>
                </a:lnTo>
                <a:lnTo>
                  <a:pt x="2375302" y="0"/>
                </a:lnTo>
                <a:lnTo>
                  <a:pt x="2379003" y="2675"/>
                </a:lnTo>
                <a:lnTo>
                  <a:pt x="2381469" y="7510"/>
                </a:lnTo>
                <a:lnTo>
                  <a:pt x="2383936" y="15432"/>
                </a:lnTo>
                <a:lnTo>
                  <a:pt x="2384142" y="23457"/>
                </a:lnTo>
                <a:lnTo>
                  <a:pt x="2375919" y="31173"/>
                </a:lnTo>
                <a:lnTo>
                  <a:pt x="2379414" y="43827"/>
                </a:lnTo>
                <a:lnTo>
                  <a:pt x="2378900" y="51234"/>
                </a:lnTo>
                <a:lnTo>
                  <a:pt x="2376022" y="57510"/>
                </a:lnTo>
                <a:lnTo>
                  <a:pt x="2364099" y="63271"/>
                </a:lnTo>
                <a:lnTo>
                  <a:pt x="2396681" y="57613"/>
                </a:lnTo>
                <a:lnTo>
                  <a:pt x="2404698" y="54321"/>
                </a:lnTo>
                <a:lnTo>
                  <a:pt x="2415799" y="45988"/>
                </a:lnTo>
                <a:lnTo>
                  <a:pt x="2421760" y="53189"/>
                </a:lnTo>
                <a:lnTo>
                  <a:pt x="2427310" y="65638"/>
                </a:lnTo>
                <a:lnTo>
                  <a:pt x="2422788" y="68724"/>
                </a:lnTo>
                <a:lnTo>
                  <a:pt x="2408707" y="73354"/>
                </a:lnTo>
                <a:lnTo>
                  <a:pt x="2407987" y="75206"/>
                </a:lnTo>
                <a:lnTo>
                  <a:pt x="2412715" y="81687"/>
                </a:lnTo>
                <a:lnTo>
                  <a:pt x="2418574" y="81070"/>
                </a:lnTo>
                <a:lnTo>
                  <a:pt x="2430291" y="76749"/>
                </a:lnTo>
                <a:lnTo>
                  <a:pt x="2440980" y="69856"/>
                </a:lnTo>
                <a:lnTo>
                  <a:pt x="2446222" y="69959"/>
                </a:lnTo>
                <a:lnTo>
                  <a:pt x="2451670" y="71399"/>
                </a:lnTo>
                <a:lnTo>
                  <a:pt x="2462256" y="75823"/>
                </a:lnTo>
                <a:lnTo>
                  <a:pt x="2468218" y="79321"/>
                </a:lnTo>
                <a:lnTo>
                  <a:pt x="2473254" y="83848"/>
                </a:lnTo>
                <a:lnTo>
                  <a:pt x="2476543" y="93415"/>
                </a:lnTo>
                <a:lnTo>
                  <a:pt x="2488774" y="96810"/>
                </a:lnTo>
                <a:lnTo>
                  <a:pt x="2513750" y="110185"/>
                </a:lnTo>
                <a:lnTo>
                  <a:pt x="2518478" y="111317"/>
                </a:lnTo>
                <a:lnTo>
                  <a:pt x="2523309" y="111625"/>
                </a:lnTo>
                <a:lnTo>
                  <a:pt x="2536465" y="109979"/>
                </a:lnTo>
                <a:lnTo>
                  <a:pt x="2541090" y="111831"/>
                </a:lnTo>
                <a:lnTo>
                  <a:pt x="2544482" y="116666"/>
                </a:lnTo>
                <a:lnTo>
                  <a:pt x="2545510" y="122633"/>
                </a:lnTo>
                <a:lnTo>
                  <a:pt x="2545202" y="129012"/>
                </a:lnTo>
                <a:lnTo>
                  <a:pt x="2543866" y="133847"/>
                </a:lnTo>
                <a:lnTo>
                  <a:pt x="2540782" y="137860"/>
                </a:lnTo>
                <a:lnTo>
                  <a:pt x="2531737" y="144033"/>
                </a:lnTo>
                <a:lnTo>
                  <a:pt x="2509125" y="151954"/>
                </a:lnTo>
                <a:lnTo>
                  <a:pt x="2484457" y="158024"/>
                </a:lnTo>
                <a:lnTo>
                  <a:pt x="2472021" y="157613"/>
                </a:lnTo>
                <a:lnTo>
                  <a:pt x="2454650" y="152366"/>
                </a:lnTo>
                <a:lnTo>
                  <a:pt x="2448278" y="153086"/>
                </a:lnTo>
                <a:lnTo>
                  <a:pt x="2442214" y="155452"/>
                </a:lnTo>
                <a:lnTo>
                  <a:pt x="2434402" y="171913"/>
                </a:lnTo>
                <a:lnTo>
                  <a:pt x="2448689" y="188374"/>
                </a:lnTo>
                <a:lnTo>
                  <a:pt x="2473151" y="205555"/>
                </a:lnTo>
                <a:lnTo>
                  <a:pt x="2476543" y="209773"/>
                </a:lnTo>
                <a:lnTo>
                  <a:pt x="2475618" y="215020"/>
                </a:lnTo>
                <a:lnTo>
                  <a:pt x="2471712" y="218209"/>
                </a:lnTo>
                <a:lnTo>
                  <a:pt x="2466573" y="219958"/>
                </a:lnTo>
                <a:lnTo>
                  <a:pt x="2452800" y="222633"/>
                </a:lnTo>
                <a:lnTo>
                  <a:pt x="2438925" y="224691"/>
                </a:lnTo>
                <a:lnTo>
                  <a:pt x="2427413" y="227571"/>
                </a:lnTo>
                <a:lnTo>
                  <a:pt x="2416210" y="231481"/>
                </a:lnTo>
                <a:lnTo>
                  <a:pt x="2404698" y="230143"/>
                </a:lnTo>
                <a:lnTo>
                  <a:pt x="2388767" y="222427"/>
                </a:lnTo>
                <a:lnTo>
                  <a:pt x="2384142" y="221913"/>
                </a:lnTo>
                <a:lnTo>
                  <a:pt x="2379414" y="225925"/>
                </a:lnTo>
                <a:lnTo>
                  <a:pt x="2374686" y="236625"/>
                </a:lnTo>
                <a:lnTo>
                  <a:pt x="2371602" y="239608"/>
                </a:lnTo>
                <a:close/>
              </a:path>
              <a:path w="4830775" h="1851847">
                <a:moveTo>
                  <a:pt x="595008" y="123971"/>
                </a:moveTo>
                <a:lnTo>
                  <a:pt x="592438" y="126852"/>
                </a:lnTo>
                <a:lnTo>
                  <a:pt x="584935" y="125205"/>
                </a:lnTo>
                <a:lnTo>
                  <a:pt x="586271" y="108333"/>
                </a:lnTo>
                <a:lnTo>
                  <a:pt x="590588" y="106173"/>
                </a:lnTo>
                <a:lnTo>
                  <a:pt x="597166" y="109259"/>
                </a:lnTo>
                <a:lnTo>
                  <a:pt x="600147" y="112140"/>
                </a:lnTo>
                <a:lnTo>
                  <a:pt x="595008" y="123971"/>
                </a:lnTo>
                <a:close/>
              </a:path>
              <a:path w="4830775" h="1851847">
                <a:moveTo>
                  <a:pt x="549681" y="3498"/>
                </a:moveTo>
                <a:lnTo>
                  <a:pt x="556978" y="14506"/>
                </a:lnTo>
                <a:lnTo>
                  <a:pt x="553278" y="19444"/>
                </a:lnTo>
                <a:lnTo>
                  <a:pt x="551531" y="20885"/>
                </a:lnTo>
                <a:lnTo>
                  <a:pt x="547111" y="19239"/>
                </a:lnTo>
                <a:lnTo>
                  <a:pt x="543000" y="23457"/>
                </a:lnTo>
                <a:lnTo>
                  <a:pt x="538991" y="24383"/>
                </a:lnTo>
                <a:lnTo>
                  <a:pt x="534983" y="16667"/>
                </a:lnTo>
                <a:lnTo>
                  <a:pt x="530049" y="13683"/>
                </a:lnTo>
                <a:lnTo>
                  <a:pt x="528918" y="8436"/>
                </a:lnTo>
                <a:lnTo>
                  <a:pt x="535599" y="7510"/>
                </a:lnTo>
                <a:lnTo>
                  <a:pt x="539505" y="9259"/>
                </a:lnTo>
                <a:lnTo>
                  <a:pt x="547008" y="5658"/>
                </a:lnTo>
                <a:lnTo>
                  <a:pt x="549681" y="3498"/>
                </a:lnTo>
                <a:close/>
              </a:path>
              <a:path w="4830775" h="1851847">
                <a:moveTo>
                  <a:pt x="1735893" y="420266"/>
                </a:moveTo>
                <a:lnTo>
                  <a:pt x="1732809" y="421604"/>
                </a:lnTo>
                <a:lnTo>
                  <a:pt x="1727978" y="417900"/>
                </a:lnTo>
                <a:lnTo>
                  <a:pt x="1726745" y="386727"/>
                </a:lnTo>
                <a:lnTo>
                  <a:pt x="1730137" y="383950"/>
                </a:lnTo>
                <a:lnTo>
                  <a:pt x="1732398" y="384361"/>
                </a:lnTo>
                <a:lnTo>
                  <a:pt x="1734762" y="390020"/>
                </a:lnTo>
                <a:lnTo>
                  <a:pt x="1734557" y="403703"/>
                </a:lnTo>
                <a:lnTo>
                  <a:pt x="1734968" y="415740"/>
                </a:lnTo>
                <a:lnTo>
                  <a:pt x="1735893" y="420266"/>
                </a:lnTo>
                <a:close/>
              </a:path>
              <a:path w="4830775" h="1851847">
                <a:moveTo>
                  <a:pt x="973350" y="531789"/>
                </a:moveTo>
                <a:lnTo>
                  <a:pt x="957932" y="538579"/>
                </a:lnTo>
                <a:lnTo>
                  <a:pt x="940459" y="532303"/>
                </a:lnTo>
                <a:lnTo>
                  <a:pt x="946112" y="522324"/>
                </a:lnTo>
                <a:lnTo>
                  <a:pt x="957727" y="519855"/>
                </a:lnTo>
                <a:lnTo>
                  <a:pt x="967080" y="523044"/>
                </a:lnTo>
                <a:lnTo>
                  <a:pt x="972425" y="525513"/>
                </a:lnTo>
                <a:lnTo>
                  <a:pt x="976022" y="528291"/>
                </a:lnTo>
                <a:lnTo>
                  <a:pt x="973350" y="531789"/>
                </a:lnTo>
                <a:close/>
              </a:path>
              <a:path w="4830775" h="1851847">
                <a:moveTo>
                  <a:pt x="2121430" y="164609"/>
                </a:moveTo>
                <a:lnTo>
                  <a:pt x="2124308" y="168004"/>
                </a:lnTo>
                <a:lnTo>
                  <a:pt x="2130475" y="179938"/>
                </a:lnTo>
                <a:lnTo>
                  <a:pt x="2134483" y="191975"/>
                </a:lnTo>
                <a:lnTo>
                  <a:pt x="2135716" y="210288"/>
                </a:lnTo>
                <a:lnTo>
                  <a:pt x="2140650" y="218004"/>
                </a:lnTo>
                <a:lnTo>
                  <a:pt x="2139828" y="219650"/>
                </a:lnTo>
                <a:lnTo>
                  <a:pt x="2136950" y="220884"/>
                </a:lnTo>
                <a:lnTo>
                  <a:pt x="2132427" y="221501"/>
                </a:lnTo>
                <a:lnTo>
                  <a:pt x="2124616" y="219753"/>
                </a:lnTo>
                <a:lnTo>
                  <a:pt x="2118038" y="217078"/>
                </a:lnTo>
                <a:lnTo>
                  <a:pt x="2112385" y="197222"/>
                </a:lnTo>
                <a:lnTo>
                  <a:pt x="2109815" y="186111"/>
                </a:lnTo>
                <a:lnTo>
                  <a:pt x="2110021" y="172736"/>
                </a:lnTo>
                <a:lnTo>
                  <a:pt x="2109815" y="164609"/>
                </a:lnTo>
                <a:lnTo>
                  <a:pt x="2121430" y="164609"/>
                </a:lnTo>
                <a:close/>
              </a:path>
              <a:path w="4830775" h="1851847">
                <a:moveTo>
                  <a:pt x="2109815" y="164609"/>
                </a:moveTo>
                <a:lnTo>
                  <a:pt x="2101387" y="169135"/>
                </a:lnTo>
                <a:lnTo>
                  <a:pt x="2093165" y="174691"/>
                </a:lnTo>
                <a:lnTo>
                  <a:pt x="2084839" y="179526"/>
                </a:lnTo>
                <a:lnTo>
                  <a:pt x="2081036" y="183333"/>
                </a:lnTo>
                <a:lnTo>
                  <a:pt x="2082372" y="188580"/>
                </a:lnTo>
                <a:lnTo>
                  <a:pt x="2084325" y="200308"/>
                </a:lnTo>
                <a:lnTo>
                  <a:pt x="2085456" y="209464"/>
                </a:lnTo>
                <a:lnTo>
                  <a:pt x="2088334" y="213065"/>
                </a:lnTo>
                <a:lnTo>
                  <a:pt x="2090595" y="216769"/>
                </a:lnTo>
                <a:lnTo>
                  <a:pt x="2089670" y="220781"/>
                </a:lnTo>
                <a:lnTo>
                  <a:pt x="2084736" y="228292"/>
                </a:lnTo>
                <a:lnTo>
                  <a:pt x="2087511" y="229732"/>
                </a:lnTo>
                <a:lnTo>
                  <a:pt x="2084017" y="239814"/>
                </a:lnTo>
                <a:lnTo>
                  <a:pt x="2078775" y="247222"/>
                </a:lnTo>
                <a:lnTo>
                  <a:pt x="2071477" y="253292"/>
                </a:lnTo>
                <a:lnTo>
                  <a:pt x="2066749" y="254732"/>
                </a:lnTo>
                <a:lnTo>
                  <a:pt x="2063049" y="252160"/>
                </a:lnTo>
                <a:lnTo>
                  <a:pt x="2056882" y="245473"/>
                </a:lnTo>
                <a:lnTo>
                  <a:pt x="2050201" y="236213"/>
                </a:lnTo>
                <a:lnTo>
                  <a:pt x="2047118" y="230864"/>
                </a:lnTo>
                <a:lnTo>
                  <a:pt x="2037456" y="230143"/>
                </a:lnTo>
                <a:lnTo>
                  <a:pt x="2034065" y="225925"/>
                </a:lnTo>
                <a:lnTo>
                  <a:pt x="2033859" y="220678"/>
                </a:lnTo>
                <a:lnTo>
                  <a:pt x="2031084" y="214608"/>
                </a:lnTo>
                <a:lnTo>
                  <a:pt x="2027281" y="208024"/>
                </a:lnTo>
                <a:lnTo>
                  <a:pt x="2021628" y="202983"/>
                </a:lnTo>
                <a:lnTo>
                  <a:pt x="2014022" y="199074"/>
                </a:lnTo>
                <a:lnTo>
                  <a:pt x="2010836" y="196193"/>
                </a:lnTo>
                <a:lnTo>
                  <a:pt x="2022553" y="196399"/>
                </a:lnTo>
                <a:lnTo>
                  <a:pt x="2034990" y="194753"/>
                </a:lnTo>
                <a:lnTo>
                  <a:pt x="2047837" y="189300"/>
                </a:lnTo>
                <a:lnTo>
                  <a:pt x="2060274" y="182613"/>
                </a:lnTo>
                <a:lnTo>
                  <a:pt x="2070655" y="175102"/>
                </a:lnTo>
                <a:lnTo>
                  <a:pt x="2080420" y="166563"/>
                </a:lnTo>
                <a:lnTo>
                  <a:pt x="2090698" y="159876"/>
                </a:lnTo>
                <a:lnTo>
                  <a:pt x="2106526" y="152057"/>
                </a:lnTo>
                <a:lnTo>
                  <a:pt x="2111974" y="152674"/>
                </a:lnTo>
                <a:lnTo>
                  <a:pt x="2111871" y="158230"/>
                </a:lnTo>
                <a:lnTo>
                  <a:pt x="2109815" y="164609"/>
                </a:lnTo>
                <a:close/>
              </a:path>
              <a:path w="4830775" h="1851847">
                <a:moveTo>
                  <a:pt x="3141854" y="1647321"/>
                </a:moveTo>
                <a:lnTo>
                  <a:pt x="3138359" y="1633946"/>
                </a:lnTo>
                <a:lnTo>
                  <a:pt x="3134556" y="1628185"/>
                </a:lnTo>
                <a:lnTo>
                  <a:pt x="3131576" y="1624893"/>
                </a:lnTo>
                <a:lnTo>
                  <a:pt x="3130651" y="1620881"/>
                </a:lnTo>
                <a:lnTo>
                  <a:pt x="3130753" y="1616662"/>
                </a:lnTo>
                <a:lnTo>
                  <a:pt x="3132603" y="1614708"/>
                </a:lnTo>
                <a:lnTo>
                  <a:pt x="3145143" y="1614193"/>
                </a:lnTo>
                <a:lnTo>
                  <a:pt x="3150179" y="1607300"/>
                </a:lnTo>
                <a:lnTo>
                  <a:pt x="3150179" y="1599070"/>
                </a:lnTo>
                <a:lnTo>
                  <a:pt x="3147610" y="1596189"/>
                </a:lnTo>
                <a:lnTo>
                  <a:pt x="3145143" y="1595058"/>
                </a:lnTo>
                <a:lnTo>
                  <a:pt x="3132090" y="1601230"/>
                </a:lnTo>
                <a:lnTo>
                  <a:pt x="3128389" y="1600099"/>
                </a:lnTo>
                <a:lnTo>
                  <a:pt x="3126128" y="1597938"/>
                </a:lnTo>
                <a:lnTo>
                  <a:pt x="3126848" y="1588679"/>
                </a:lnTo>
                <a:lnTo>
                  <a:pt x="3137640" y="1580140"/>
                </a:lnTo>
                <a:lnTo>
                  <a:pt x="3146787" y="1564605"/>
                </a:lnTo>
                <a:lnTo>
                  <a:pt x="3153160" y="1558432"/>
                </a:lnTo>
                <a:lnTo>
                  <a:pt x="3168063" y="1552568"/>
                </a:lnTo>
                <a:lnTo>
                  <a:pt x="3174128" y="1550922"/>
                </a:lnTo>
                <a:lnTo>
                  <a:pt x="3217502" y="1542383"/>
                </a:lnTo>
                <a:lnTo>
                  <a:pt x="3227883" y="1541868"/>
                </a:lnTo>
                <a:lnTo>
                  <a:pt x="3255428" y="1542074"/>
                </a:lnTo>
                <a:lnTo>
                  <a:pt x="3292225" y="1540222"/>
                </a:lnTo>
                <a:lnTo>
                  <a:pt x="3301372" y="1538988"/>
                </a:lnTo>
                <a:lnTo>
                  <a:pt x="3313192" y="1535284"/>
                </a:lnTo>
                <a:lnTo>
                  <a:pt x="3324601" y="1530552"/>
                </a:lnTo>
                <a:lnTo>
                  <a:pt x="3330665" y="1526951"/>
                </a:lnTo>
                <a:lnTo>
                  <a:pt x="3336935" y="1524276"/>
                </a:lnTo>
                <a:lnTo>
                  <a:pt x="3346391" y="1527568"/>
                </a:lnTo>
                <a:lnTo>
                  <a:pt x="3362528" y="1530140"/>
                </a:lnTo>
                <a:lnTo>
                  <a:pt x="3366845" y="1532403"/>
                </a:lnTo>
                <a:lnTo>
                  <a:pt x="3370853" y="1535490"/>
                </a:lnTo>
                <a:lnTo>
                  <a:pt x="3352250" y="1551848"/>
                </a:lnTo>
                <a:lnTo>
                  <a:pt x="3331693" y="1565325"/>
                </a:lnTo>
                <a:lnTo>
                  <a:pt x="3319051" y="1569440"/>
                </a:lnTo>
                <a:lnTo>
                  <a:pt x="3305997" y="1572218"/>
                </a:lnTo>
                <a:lnTo>
                  <a:pt x="3296130" y="1577465"/>
                </a:lnTo>
                <a:lnTo>
                  <a:pt x="3287702" y="1585695"/>
                </a:lnTo>
                <a:lnTo>
                  <a:pt x="3277013" y="1590325"/>
                </a:lnTo>
                <a:lnTo>
                  <a:pt x="3264884" y="1591868"/>
                </a:lnTo>
                <a:lnTo>
                  <a:pt x="3254503" y="1594337"/>
                </a:lnTo>
                <a:lnTo>
                  <a:pt x="3245150" y="1599173"/>
                </a:lnTo>
                <a:lnTo>
                  <a:pt x="3232097" y="1607403"/>
                </a:lnTo>
                <a:lnTo>
                  <a:pt x="3226855" y="1608226"/>
                </a:lnTo>
                <a:lnTo>
                  <a:pt x="3221202" y="1608020"/>
                </a:lnTo>
                <a:lnTo>
                  <a:pt x="3210410" y="1611210"/>
                </a:lnTo>
                <a:lnTo>
                  <a:pt x="3176800" y="1623041"/>
                </a:lnTo>
                <a:lnTo>
                  <a:pt x="3156449" y="1636210"/>
                </a:lnTo>
                <a:lnTo>
                  <a:pt x="3141854" y="1647321"/>
                </a:lnTo>
                <a:close/>
              </a:path>
              <a:path w="4830775" h="1851847">
                <a:moveTo>
                  <a:pt x="3035782" y="1629831"/>
                </a:moveTo>
                <a:lnTo>
                  <a:pt x="3052433" y="1620983"/>
                </a:lnTo>
                <a:lnTo>
                  <a:pt x="3077718" y="1614193"/>
                </a:lnTo>
                <a:lnTo>
                  <a:pt x="3077101" y="1619234"/>
                </a:lnTo>
                <a:lnTo>
                  <a:pt x="3074531" y="1626950"/>
                </a:lnTo>
                <a:lnTo>
                  <a:pt x="3070728" y="1630654"/>
                </a:lnTo>
                <a:lnTo>
                  <a:pt x="3064870" y="1637239"/>
                </a:lnTo>
                <a:lnTo>
                  <a:pt x="3061067" y="1638679"/>
                </a:lnTo>
                <a:lnTo>
                  <a:pt x="3045958" y="1637239"/>
                </a:lnTo>
                <a:lnTo>
                  <a:pt x="3044005" y="1638164"/>
                </a:lnTo>
                <a:lnTo>
                  <a:pt x="3041333" y="1637444"/>
                </a:lnTo>
                <a:lnTo>
                  <a:pt x="3037427" y="1633226"/>
                </a:lnTo>
                <a:lnTo>
                  <a:pt x="3035782" y="1629831"/>
                </a:lnTo>
                <a:close/>
              </a:path>
              <a:path w="4830775" h="1851847">
                <a:moveTo>
                  <a:pt x="4776917" y="1606889"/>
                </a:moveTo>
                <a:lnTo>
                  <a:pt x="4776917" y="1605551"/>
                </a:lnTo>
                <a:lnTo>
                  <a:pt x="4776917" y="1584564"/>
                </a:lnTo>
                <a:lnTo>
                  <a:pt x="4776917" y="1563679"/>
                </a:lnTo>
                <a:lnTo>
                  <a:pt x="4776917" y="1542794"/>
                </a:lnTo>
                <a:lnTo>
                  <a:pt x="4776917" y="1521807"/>
                </a:lnTo>
                <a:lnTo>
                  <a:pt x="4776917" y="1500922"/>
                </a:lnTo>
                <a:lnTo>
                  <a:pt x="4776917" y="1480037"/>
                </a:lnTo>
                <a:lnTo>
                  <a:pt x="4776814" y="1459153"/>
                </a:lnTo>
                <a:lnTo>
                  <a:pt x="4776814" y="1438165"/>
                </a:lnTo>
                <a:lnTo>
                  <a:pt x="4776814" y="1417280"/>
                </a:lnTo>
                <a:lnTo>
                  <a:pt x="4776814" y="1396396"/>
                </a:lnTo>
                <a:lnTo>
                  <a:pt x="4776814" y="1379112"/>
                </a:lnTo>
                <a:lnTo>
                  <a:pt x="4771161" y="1372424"/>
                </a:lnTo>
                <a:lnTo>
                  <a:pt x="4765200" y="1362136"/>
                </a:lnTo>
                <a:lnTo>
                  <a:pt x="4766536" y="1348968"/>
                </a:lnTo>
                <a:lnTo>
                  <a:pt x="4773628" y="1332507"/>
                </a:lnTo>
                <a:lnTo>
                  <a:pt x="4776814" y="1321601"/>
                </a:lnTo>
                <a:lnTo>
                  <a:pt x="4776814" y="1312651"/>
                </a:lnTo>
                <a:lnTo>
                  <a:pt x="4776814" y="1291766"/>
                </a:lnTo>
                <a:lnTo>
                  <a:pt x="4776814" y="1270881"/>
                </a:lnTo>
                <a:lnTo>
                  <a:pt x="4776814" y="1249997"/>
                </a:lnTo>
                <a:lnTo>
                  <a:pt x="4776814" y="1229009"/>
                </a:lnTo>
                <a:lnTo>
                  <a:pt x="4776814" y="1208124"/>
                </a:lnTo>
                <a:lnTo>
                  <a:pt x="4776814" y="1187240"/>
                </a:lnTo>
                <a:lnTo>
                  <a:pt x="4776711" y="1166252"/>
                </a:lnTo>
                <a:lnTo>
                  <a:pt x="4776711" y="1145367"/>
                </a:lnTo>
                <a:lnTo>
                  <a:pt x="4776711" y="1124483"/>
                </a:lnTo>
                <a:lnTo>
                  <a:pt x="4776711" y="1103495"/>
                </a:lnTo>
                <a:lnTo>
                  <a:pt x="4776711" y="1082610"/>
                </a:lnTo>
                <a:lnTo>
                  <a:pt x="4776711" y="1061726"/>
                </a:lnTo>
                <a:lnTo>
                  <a:pt x="4776711" y="1040841"/>
                </a:lnTo>
                <a:lnTo>
                  <a:pt x="4776711" y="1019853"/>
                </a:lnTo>
                <a:lnTo>
                  <a:pt x="4776711" y="998969"/>
                </a:lnTo>
                <a:lnTo>
                  <a:pt x="4776711" y="978084"/>
                </a:lnTo>
                <a:lnTo>
                  <a:pt x="4776711" y="957096"/>
                </a:lnTo>
                <a:lnTo>
                  <a:pt x="4776609" y="944545"/>
                </a:lnTo>
                <a:lnTo>
                  <a:pt x="4776609" y="937652"/>
                </a:lnTo>
                <a:lnTo>
                  <a:pt x="4776609" y="937240"/>
                </a:lnTo>
                <a:lnTo>
                  <a:pt x="4779692" y="937240"/>
                </a:lnTo>
                <a:lnTo>
                  <a:pt x="4790176" y="937343"/>
                </a:lnTo>
                <a:lnTo>
                  <a:pt x="4798501" y="939092"/>
                </a:lnTo>
                <a:lnTo>
                  <a:pt x="4830775" y="961417"/>
                </a:lnTo>
                <a:lnTo>
                  <a:pt x="4830775" y="970368"/>
                </a:lnTo>
                <a:lnTo>
                  <a:pt x="4830775" y="972528"/>
                </a:lnTo>
                <a:lnTo>
                  <a:pt x="4830775" y="973660"/>
                </a:lnTo>
                <a:lnTo>
                  <a:pt x="4830775" y="985903"/>
                </a:lnTo>
                <a:lnTo>
                  <a:pt x="4830775" y="998454"/>
                </a:lnTo>
                <a:lnTo>
                  <a:pt x="4830775" y="1010388"/>
                </a:lnTo>
                <a:lnTo>
                  <a:pt x="4830775" y="1012857"/>
                </a:lnTo>
                <a:lnTo>
                  <a:pt x="4830775" y="1013886"/>
                </a:lnTo>
                <a:lnTo>
                  <a:pt x="4830775" y="1018001"/>
                </a:lnTo>
                <a:lnTo>
                  <a:pt x="4830775" y="1021705"/>
                </a:lnTo>
                <a:lnTo>
                  <a:pt x="4830775" y="1036314"/>
                </a:lnTo>
                <a:lnTo>
                  <a:pt x="4830775" y="1040841"/>
                </a:lnTo>
                <a:lnTo>
                  <a:pt x="4830775" y="1049071"/>
                </a:lnTo>
                <a:lnTo>
                  <a:pt x="4830775" y="1058022"/>
                </a:lnTo>
                <a:lnTo>
                  <a:pt x="4830775" y="1060182"/>
                </a:lnTo>
                <a:lnTo>
                  <a:pt x="4830775" y="1061211"/>
                </a:lnTo>
                <a:lnTo>
                  <a:pt x="4830775" y="1061520"/>
                </a:lnTo>
                <a:lnTo>
                  <a:pt x="4830775" y="1059977"/>
                </a:lnTo>
                <a:lnTo>
                  <a:pt x="4830775" y="1060697"/>
                </a:lnTo>
                <a:lnTo>
                  <a:pt x="4830775" y="1062240"/>
                </a:lnTo>
                <a:lnTo>
                  <a:pt x="4830775" y="1065326"/>
                </a:lnTo>
                <a:lnTo>
                  <a:pt x="4830775" y="1071293"/>
                </a:lnTo>
                <a:lnTo>
                  <a:pt x="4830775" y="1079524"/>
                </a:lnTo>
                <a:lnTo>
                  <a:pt x="4830775" y="1083228"/>
                </a:lnTo>
                <a:lnTo>
                  <a:pt x="4830775" y="1090635"/>
                </a:lnTo>
                <a:lnTo>
                  <a:pt x="4830775" y="1099586"/>
                </a:lnTo>
                <a:lnTo>
                  <a:pt x="4830775" y="1108536"/>
                </a:lnTo>
                <a:lnTo>
                  <a:pt x="4830775" y="1116149"/>
                </a:lnTo>
                <a:lnTo>
                  <a:pt x="4830775" y="1119339"/>
                </a:lnTo>
                <a:lnTo>
                  <a:pt x="4830775" y="1119853"/>
                </a:lnTo>
                <a:lnTo>
                  <a:pt x="4830775" y="1164915"/>
                </a:lnTo>
                <a:lnTo>
                  <a:pt x="4830775" y="1171911"/>
                </a:lnTo>
                <a:lnTo>
                  <a:pt x="4830775" y="1201437"/>
                </a:lnTo>
                <a:lnTo>
                  <a:pt x="4830775" y="1224482"/>
                </a:lnTo>
                <a:lnTo>
                  <a:pt x="4830775" y="1231581"/>
                </a:lnTo>
                <a:lnTo>
                  <a:pt x="4830775" y="1234256"/>
                </a:lnTo>
                <a:lnTo>
                  <a:pt x="4830775" y="1239194"/>
                </a:lnTo>
                <a:lnTo>
                  <a:pt x="4830775" y="1246602"/>
                </a:lnTo>
                <a:lnTo>
                  <a:pt x="4830775" y="1277672"/>
                </a:lnTo>
                <a:lnTo>
                  <a:pt x="4830775" y="1280346"/>
                </a:lnTo>
                <a:lnTo>
                  <a:pt x="4830775" y="1281375"/>
                </a:lnTo>
                <a:lnTo>
                  <a:pt x="4830775" y="1280964"/>
                </a:lnTo>
                <a:lnTo>
                  <a:pt x="4830775" y="1282507"/>
                </a:lnTo>
                <a:lnTo>
                  <a:pt x="4830775" y="1288165"/>
                </a:lnTo>
                <a:lnTo>
                  <a:pt x="4830775" y="1291869"/>
                </a:lnTo>
                <a:lnTo>
                  <a:pt x="4830775" y="1301951"/>
                </a:lnTo>
                <a:lnTo>
                  <a:pt x="4830775" y="1312857"/>
                </a:lnTo>
                <a:lnTo>
                  <a:pt x="4830775" y="1316046"/>
                </a:lnTo>
                <a:lnTo>
                  <a:pt x="4830775" y="1318412"/>
                </a:lnTo>
                <a:lnTo>
                  <a:pt x="4830775" y="1324379"/>
                </a:lnTo>
                <a:lnTo>
                  <a:pt x="4830775" y="1342692"/>
                </a:lnTo>
                <a:lnTo>
                  <a:pt x="4830775" y="1354112"/>
                </a:lnTo>
                <a:lnTo>
                  <a:pt x="4830775" y="1358433"/>
                </a:lnTo>
                <a:lnTo>
                  <a:pt x="4830775" y="1360490"/>
                </a:lnTo>
                <a:lnTo>
                  <a:pt x="4830775" y="1362342"/>
                </a:lnTo>
                <a:lnTo>
                  <a:pt x="4830775" y="1360285"/>
                </a:lnTo>
                <a:lnTo>
                  <a:pt x="4830775" y="1371807"/>
                </a:lnTo>
                <a:lnTo>
                  <a:pt x="4830775" y="1376848"/>
                </a:lnTo>
                <a:lnTo>
                  <a:pt x="4830775" y="1381581"/>
                </a:lnTo>
                <a:lnTo>
                  <a:pt x="4830775" y="1406066"/>
                </a:lnTo>
                <a:lnTo>
                  <a:pt x="4830775" y="1427774"/>
                </a:lnTo>
                <a:lnTo>
                  <a:pt x="4830775" y="1436622"/>
                </a:lnTo>
                <a:lnTo>
                  <a:pt x="4830775" y="1443823"/>
                </a:lnTo>
                <a:lnTo>
                  <a:pt x="4830775" y="1452260"/>
                </a:lnTo>
                <a:lnTo>
                  <a:pt x="4830775" y="1462033"/>
                </a:lnTo>
                <a:lnTo>
                  <a:pt x="4830775" y="1479008"/>
                </a:lnTo>
                <a:lnTo>
                  <a:pt x="4830775" y="1485387"/>
                </a:lnTo>
                <a:lnTo>
                  <a:pt x="4830775" y="1489194"/>
                </a:lnTo>
                <a:lnTo>
                  <a:pt x="4830775" y="1502465"/>
                </a:lnTo>
                <a:lnTo>
                  <a:pt x="4830775" y="1508227"/>
                </a:lnTo>
                <a:lnTo>
                  <a:pt x="4830775" y="1526642"/>
                </a:lnTo>
                <a:lnTo>
                  <a:pt x="4830775" y="1539091"/>
                </a:lnTo>
                <a:lnTo>
                  <a:pt x="4830775" y="1544235"/>
                </a:lnTo>
                <a:lnTo>
                  <a:pt x="4830775" y="1548761"/>
                </a:lnTo>
                <a:lnTo>
                  <a:pt x="4830775" y="1560078"/>
                </a:lnTo>
                <a:lnTo>
                  <a:pt x="4830775" y="1563268"/>
                </a:lnTo>
                <a:lnTo>
                  <a:pt x="4830775" y="1588370"/>
                </a:lnTo>
                <a:lnTo>
                  <a:pt x="4830775" y="1599996"/>
                </a:lnTo>
                <a:lnTo>
                  <a:pt x="4830775" y="1604111"/>
                </a:lnTo>
                <a:lnTo>
                  <a:pt x="4830775" y="1603802"/>
                </a:lnTo>
                <a:lnTo>
                  <a:pt x="4830775" y="1596395"/>
                </a:lnTo>
                <a:lnTo>
                  <a:pt x="4830775" y="1596189"/>
                </a:lnTo>
                <a:lnTo>
                  <a:pt x="4830775" y="1597835"/>
                </a:lnTo>
                <a:lnTo>
                  <a:pt x="4830775" y="1601951"/>
                </a:lnTo>
                <a:lnTo>
                  <a:pt x="4830775" y="1613267"/>
                </a:lnTo>
                <a:lnTo>
                  <a:pt x="4830775" y="1625099"/>
                </a:lnTo>
                <a:lnTo>
                  <a:pt x="4830775" y="1636518"/>
                </a:lnTo>
                <a:lnTo>
                  <a:pt x="4830775" y="1645880"/>
                </a:lnTo>
                <a:lnTo>
                  <a:pt x="4830775" y="1653185"/>
                </a:lnTo>
                <a:lnTo>
                  <a:pt x="4830775" y="1655140"/>
                </a:lnTo>
                <a:lnTo>
                  <a:pt x="4830775" y="1657506"/>
                </a:lnTo>
                <a:lnTo>
                  <a:pt x="4830775" y="1659461"/>
                </a:lnTo>
                <a:lnTo>
                  <a:pt x="4830775" y="1662650"/>
                </a:lnTo>
                <a:lnTo>
                  <a:pt x="4830775" y="1665428"/>
                </a:lnTo>
                <a:lnTo>
                  <a:pt x="4830775" y="1670469"/>
                </a:lnTo>
                <a:lnTo>
                  <a:pt x="4830775" y="1672938"/>
                </a:lnTo>
                <a:lnTo>
                  <a:pt x="4830775" y="1673967"/>
                </a:lnTo>
                <a:lnTo>
                  <a:pt x="4830775" y="1677568"/>
                </a:lnTo>
                <a:lnTo>
                  <a:pt x="4830775" y="1684049"/>
                </a:lnTo>
                <a:lnTo>
                  <a:pt x="4830775" y="1690736"/>
                </a:lnTo>
                <a:lnTo>
                  <a:pt x="4830775" y="1698864"/>
                </a:lnTo>
                <a:lnTo>
                  <a:pt x="4830775" y="1701847"/>
                </a:lnTo>
                <a:lnTo>
                  <a:pt x="4830775" y="1703802"/>
                </a:lnTo>
                <a:lnTo>
                  <a:pt x="4830775" y="1706580"/>
                </a:lnTo>
                <a:lnTo>
                  <a:pt x="4830775" y="1710489"/>
                </a:lnTo>
                <a:lnTo>
                  <a:pt x="4830775" y="1714296"/>
                </a:lnTo>
                <a:lnTo>
                  <a:pt x="4830775" y="1717074"/>
                </a:lnTo>
                <a:lnTo>
                  <a:pt x="4830775" y="1718823"/>
                </a:lnTo>
                <a:lnTo>
                  <a:pt x="4830775" y="1723967"/>
                </a:lnTo>
                <a:lnTo>
                  <a:pt x="4830775" y="1721806"/>
                </a:lnTo>
                <a:lnTo>
                  <a:pt x="4830775" y="1730242"/>
                </a:lnTo>
                <a:lnTo>
                  <a:pt x="4830775" y="1732300"/>
                </a:lnTo>
                <a:lnTo>
                  <a:pt x="4830775" y="1729111"/>
                </a:lnTo>
                <a:lnTo>
                  <a:pt x="4830775" y="1732403"/>
                </a:lnTo>
                <a:lnTo>
                  <a:pt x="4830775" y="1741353"/>
                </a:lnTo>
                <a:lnTo>
                  <a:pt x="4830775" y="1747321"/>
                </a:lnTo>
                <a:lnTo>
                  <a:pt x="4830775" y="1750818"/>
                </a:lnTo>
                <a:lnTo>
                  <a:pt x="4830775" y="1754934"/>
                </a:lnTo>
                <a:lnTo>
                  <a:pt x="4830775" y="1763061"/>
                </a:lnTo>
                <a:lnTo>
                  <a:pt x="4830775" y="1764296"/>
                </a:lnTo>
                <a:lnTo>
                  <a:pt x="4830775" y="1764913"/>
                </a:lnTo>
                <a:lnTo>
                  <a:pt x="4830775" y="1761415"/>
                </a:lnTo>
                <a:lnTo>
                  <a:pt x="4830775" y="1756888"/>
                </a:lnTo>
                <a:lnTo>
                  <a:pt x="4830775" y="1750818"/>
                </a:lnTo>
                <a:lnTo>
                  <a:pt x="4830775" y="1747218"/>
                </a:lnTo>
                <a:lnTo>
                  <a:pt x="4830775" y="1738576"/>
                </a:lnTo>
                <a:lnTo>
                  <a:pt x="4830775" y="1733843"/>
                </a:lnTo>
                <a:lnTo>
                  <a:pt x="4830775" y="1732300"/>
                </a:lnTo>
                <a:lnTo>
                  <a:pt x="4830775" y="1727362"/>
                </a:lnTo>
                <a:lnTo>
                  <a:pt x="4830775" y="1723761"/>
                </a:lnTo>
                <a:lnTo>
                  <a:pt x="4830775" y="1721600"/>
                </a:lnTo>
                <a:lnTo>
                  <a:pt x="4830775" y="1714707"/>
                </a:lnTo>
                <a:lnTo>
                  <a:pt x="4830775" y="1713679"/>
                </a:lnTo>
                <a:lnTo>
                  <a:pt x="4830775" y="1715839"/>
                </a:lnTo>
                <a:lnTo>
                  <a:pt x="4830775" y="1717177"/>
                </a:lnTo>
                <a:lnTo>
                  <a:pt x="4830775" y="1716559"/>
                </a:lnTo>
                <a:lnTo>
                  <a:pt x="4830775" y="1710695"/>
                </a:lnTo>
                <a:lnTo>
                  <a:pt x="4830775" y="1708535"/>
                </a:lnTo>
                <a:lnTo>
                  <a:pt x="4830775" y="1710386"/>
                </a:lnTo>
                <a:lnTo>
                  <a:pt x="4830775" y="1710695"/>
                </a:lnTo>
                <a:lnTo>
                  <a:pt x="4830775" y="1706477"/>
                </a:lnTo>
                <a:lnTo>
                  <a:pt x="4830775" y="1704728"/>
                </a:lnTo>
                <a:lnTo>
                  <a:pt x="4830775" y="1698864"/>
                </a:lnTo>
                <a:lnTo>
                  <a:pt x="4830775" y="1693411"/>
                </a:lnTo>
                <a:lnTo>
                  <a:pt x="4830775" y="1688473"/>
                </a:lnTo>
                <a:lnTo>
                  <a:pt x="4830775" y="1675922"/>
                </a:lnTo>
                <a:lnTo>
                  <a:pt x="4830775" y="1664090"/>
                </a:lnTo>
                <a:lnTo>
                  <a:pt x="4830775" y="1654317"/>
                </a:lnTo>
                <a:lnTo>
                  <a:pt x="4830775" y="1638473"/>
                </a:lnTo>
                <a:lnTo>
                  <a:pt x="4830775" y="1634564"/>
                </a:lnTo>
                <a:lnTo>
                  <a:pt x="4830775" y="1620057"/>
                </a:lnTo>
                <a:lnTo>
                  <a:pt x="4830775" y="1610490"/>
                </a:lnTo>
                <a:lnTo>
                  <a:pt x="4830775" y="1600819"/>
                </a:lnTo>
                <a:lnTo>
                  <a:pt x="4830775" y="1604111"/>
                </a:lnTo>
                <a:lnTo>
                  <a:pt x="4830775" y="1603700"/>
                </a:lnTo>
                <a:lnTo>
                  <a:pt x="4830775" y="1597218"/>
                </a:lnTo>
                <a:lnTo>
                  <a:pt x="4830775" y="1589605"/>
                </a:lnTo>
                <a:lnTo>
                  <a:pt x="4830775" y="1568926"/>
                </a:lnTo>
                <a:lnTo>
                  <a:pt x="4830775" y="1558021"/>
                </a:lnTo>
                <a:lnTo>
                  <a:pt x="4830775" y="1538679"/>
                </a:lnTo>
                <a:lnTo>
                  <a:pt x="4830775" y="1527156"/>
                </a:lnTo>
                <a:lnTo>
                  <a:pt x="4830775" y="1517074"/>
                </a:lnTo>
                <a:lnTo>
                  <a:pt x="4830775" y="1513371"/>
                </a:lnTo>
                <a:lnTo>
                  <a:pt x="4830775" y="1509050"/>
                </a:lnTo>
                <a:lnTo>
                  <a:pt x="4830775" y="1503494"/>
                </a:lnTo>
                <a:lnTo>
                  <a:pt x="4830775" y="1499585"/>
                </a:lnTo>
                <a:lnTo>
                  <a:pt x="4830775" y="1491045"/>
                </a:lnTo>
                <a:lnTo>
                  <a:pt x="4830775" y="1488268"/>
                </a:lnTo>
                <a:lnTo>
                  <a:pt x="4830775" y="1486827"/>
                </a:lnTo>
                <a:lnTo>
                  <a:pt x="4830775" y="1486004"/>
                </a:lnTo>
                <a:lnTo>
                  <a:pt x="4830775" y="1484564"/>
                </a:lnTo>
                <a:lnTo>
                  <a:pt x="4830775" y="1477568"/>
                </a:lnTo>
                <a:lnTo>
                  <a:pt x="4830775" y="1475408"/>
                </a:lnTo>
                <a:lnTo>
                  <a:pt x="4830775" y="1474070"/>
                </a:lnTo>
                <a:lnTo>
                  <a:pt x="4830775" y="1471395"/>
                </a:lnTo>
                <a:lnTo>
                  <a:pt x="4830775" y="1468823"/>
                </a:lnTo>
                <a:lnTo>
                  <a:pt x="4830775" y="1464399"/>
                </a:lnTo>
                <a:lnTo>
                  <a:pt x="4830775" y="1453906"/>
                </a:lnTo>
                <a:lnTo>
                  <a:pt x="4830775" y="1454934"/>
                </a:lnTo>
                <a:lnTo>
                  <a:pt x="4830775" y="1453185"/>
                </a:lnTo>
                <a:lnTo>
                  <a:pt x="4830775" y="1449482"/>
                </a:lnTo>
                <a:lnTo>
                  <a:pt x="4830775" y="1447218"/>
                </a:lnTo>
                <a:lnTo>
                  <a:pt x="4830775" y="1450408"/>
                </a:lnTo>
                <a:lnTo>
                  <a:pt x="4830775" y="1458741"/>
                </a:lnTo>
                <a:lnTo>
                  <a:pt x="4830775" y="1459255"/>
                </a:lnTo>
                <a:lnTo>
                  <a:pt x="4830775" y="1457506"/>
                </a:lnTo>
                <a:lnTo>
                  <a:pt x="4830775" y="1458535"/>
                </a:lnTo>
                <a:lnTo>
                  <a:pt x="4830775" y="1462342"/>
                </a:lnTo>
                <a:lnTo>
                  <a:pt x="4830775" y="1467589"/>
                </a:lnTo>
                <a:lnTo>
                  <a:pt x="4830775" y="1466766"/>
                </a:lnTo>
                <a:lnTo>
                  <a:pt x="4830775" y="1461519"/>
                </a:lnTo>
                <a:lnTo>
                  <a:pt x="4830775" y="1458227"/>
                </a:lnTo>
                <a:lnTo>
                  <a:pt x="4830775" y="1452260"/>
                </a:lnTo>
                <a:lnTo>
                  <a:pt x="4830775" y="1445469"/>
                </a:lnTo>
                <a:lnTo>
                  <a:pt x="4830775" y="1440120"/>
                </a:lnTo>
                <a:lnTo>
                  <a:pt x="4830775" y="1436210"/>
                </a:lnTo>
                <a:lnTo>
                  <a:pt x="4830775" y="1445469"/>
                </a:lnTo>
                <a:lnTo>
                  <a:pt x="4830775" y="1486004"/>
                </a:lnTo>
                <a:lnTo>
                  <a:pt x="4830775" y="1486827"/>
                </a:lnTo>
                <a:lnTo>
                  <a:pt x="4830775" y="1485799"/>
                </a:lnTo>
                <a:lnTo>
                  <a:pt x="4830775" y="1493617"/>
                </a:lnTo>
                <a:lnTo>
                  <a:pt x="4830775" y="1494749"/>
                </a:lnTo>
                <a:lnTo>
                  <a:pt x="4830775" y="1494646"/>
                </a:lnTo>
                <a:lnTo>
                  <a:pt x="4830775" y="1491354"/>
                </a:lnTo>
                <a:lnTo>
                  <a:pt x="4830775" y="1490222"/>
                </a:lnTo>
                <a:lnTo>
                  <a:pt x="4830775" y="1491869"/>
                </a:lnTo>
                <a:lnTo>
                  <a:pt x="4830775" y="1494749"/>
                </a:lnTo>
                <a:lnTo>
                  <a:pt x="4830775" y="1503391"/>
                </a:lnTo>
                <a:lnTo>
                  <a:pt x="4830775" y="1512342"/>
                </a:lnTo>
                <a:lnTo>
                  <a:pt x="4830775" y="1516457"/>
                </a:lnTo>
                <a:lnTo>
                  <a:pt x="4830775" y="1518926"/>
                </a:lnTo>
                <a:lnTo>
                  <a:pt x="4830775" y="1523761"/>
                </a:lnTo>
                <a:lnTo>
                  <a:pt x="4830775" y="1524070"/>
                </a:lnTo>
                <a:lnTo>
                  <a:pt x="4830775" y="1521292"/>
                </a:lnTo>
                <a:lnTo>
                  <a:pt x="4830775" y="1519749"/>
                </a:lnTo>
                <a:lnTo>
                  <a:pt x="4830775" y="1521292"/>
                </a:lnTo>
                <a:lnTo>
                  <a:pt x="4830775" y="1524893"/>
                </a:lnTo>
                <a:lnTo>
                  <a:pt x="4830775" y="1524276"/>
                </a:lnTo>
                <a:lnTo>
                  <a:pt x="4830775" y="1518000"/>
                </a:lnTo>
                <a:lnTo>
                  <a:pt x="4830775" y="1513165"/>
                </a:lnTo>
                <a:lnTo>
                  <a:pt x="4830775" y="1508947"/>
                </a:lnTo>
                <a:lnTo>
                  <a:pt x="4830775" y="1509667"/>
                </a:lnTo>
                <a:lnTo>
                  <a:pt x="4830775" y="1511930"/>
                </a:lnTo>
                <a:lnTo>
                  <a:pt x="4830775" y="1512136"/>
                </a:lnTo>
                <a:lnTo>
                  <a:pt x="4830775" y="1517486"/>
                </a:lnTo>
                <a:lnTo>
                  <a:pt x="4830775" y="1523967"/>
                </a:lnTo>
                <a:lnTo>
                  <a:pt x="4830775" y="1529729"/>
                </a:lnTo>
                <a:lnTo>
                  <a:pt x="4830775" y="1526333"/>
                </a:lnTo>
                <a:lnTo>
                  <a:pt x="4830775" y="1527259"/>
                </a:lnTo>
                <a:lnTo>
                  <a:pt x="4830775" y="1537445"/>
                </a:lnTo>
                <a:lnTo>
                  <a:pt x="4830775" y="1538576"/>
                </a:lnTo>
                <a:lnTo>
                  <a:pt x="4830775" y="1540634"/>
                </a:lnTo>
                <a:lnTo>
                  <a:pt x="4830775" y="1550613"/>
                </a:lnTo>
                <a:lnTo>
                  <a:pt x="4830775" y="1559770"/>
                </a:lnTo>
                <a:lnTo>
                  <a:pt x="4830775" y="1570160"/>
                </a:lnTo>
                <a:lnTo>
                  <a:pt x="4830775" y="1574276"/>
                </a:lnTo>
                <a:lnTo>
                  <a:pt x="4830775" y="1585181"/>
                </a:lnTo>
                <a:lnTo>
                  <a:pt x="4830775" y="1590634"/>
                </a:lnTo>
                <a:lnTo>
                  <a:pt x="4830775" y="1598350"/>
                </a:lnTo>
                <a:lnTo>
                  <a:pt x="4830775" y="1604111"/>
                </a:lnTo>
                <a:lnTo>
                  <a:pt x="4830775" y="1615531"/>
                </a:lnTo>
                <a:lnTo>
                  <a:pt x="4830775" y="1628391"/>
                </a:lnTo>
                <a:lnTo>
                  <a:pt x="4830775" y="1625819"/>
                </a:lnTo>
                <a:lnTo>
                  <a:pt x="4830775" y="1619029"/>
                </a:lnTo>
                <a:lnTo>
                  <a:pt x="4830775" y="1617177"/>
                </a:lnTo>
                <a:lnTo>
                  <a:pt x="4830775" y="1613473"/>
                </a:lnTo>
                <a:lnTo>
                  <a:pt x="4830775" y="1612136"/>
                </a:lnTo>
                <a:lnTo>
                  <a:pt x="4830775" y="1615016"/>
                </a:lnTo>
                <a:lnTo>
                  <a:pt x="4830775" y="1616560"/>
                </a:lnTo>
                <a:lnTo>
                  <a:pt x="4830775" y="1616354"/>
                </a:lnTo>
                <a:lnTo>
                  <a:pt x="4830775" y="1614193"/>
                </a:lnTo>
                <a:lnTo>
                  <a:pt x="4821113" y="1610181"/>
                </a:lnTo>
                <a:lnTo>
                  <a:pt x="4809602" y="1611930"/>
                </a:lnTo>
                <a:lnTo>
                  <a:pt x="4801688" y="1616662"/>
                </a:lnTo>
                <a:lnTo>
                  <a:pt x="4793054" y="1617383"/>
                </a:lnTo>
                <a:lnTo>
                  <a:pt x="4776917" y="1606889"/>
                </a:lnTo>
                <a:close/>
              </a:path>
              <a:path w="4830775" h="1851847">
                <a:moveTo>
                  <a:pt x="3238264" y="0"/>
                </a:moveTo>
                <a:lnTo>
                  <a:pt x="3246692" y="0"/>
                </a:lnTo>
                <a:lnTo>
                  <a:pt x="3257484" y="0"/>
                </a:lnTo>
                <a:lnTo>
                  <a:pt x="3257381" y="0"/>
                </a:lnTo>
                <a:lnTo>
                  <a:pt x="3259129" y="0"/>
                </a:lnTo>
                <a:lnTo>
                  <a:pt x="3268996" y="0"/>
                </a:lnTo>
                <a:lnTo>
                  <a:pt x="3270537" y="0"/>
                </a:lnTo>
                <a:lnTo>
                  <a:pt x="3264679" y="0"/>
                </a:lnTo>
                <a:lnTo>
                  <a:pt x="3260259" y="0"/>
                </a:lnTo>
                <a:lnTo>
                  <a:pt x="3252242" y="0"/>
                </a:lnTo>
                <a:lnTo>
                  <a:pt x="3252037" y="0"/>
                </a:lnTo>
                <a:lnTo>
                  <a:pt x="3255428" y="0"/>
                </a:lnTo>
                <a:lnTo>
                  <a:pt x="3266632" y="0"/>
                </a:lnTo>
                <a:lnTo>
                  <a:pt x="3275163" y="0"/>
                </a:lnTo>
                <a:lnTo>
                  <a:pt x="3276704" y="0"/>
                </a:lnTo>
                <a:lnTo>
                  <a:pt x="3284824" y="0"/>
                </a:lnTo>
                <a:lnTo>
                  <a:pt x="3284619" y="0"/>
                </a:lnTo>
                <a:lnTo>
                  <a:pt x="3281330" y="0"/>
                </a:lnTo>
                <a:lnTo>
                  <a:pt x="3282357" y="0"/>
                </a:lnTo>
                <a:lnTo>
                  <a:pt x="3288422" y="0"/>
                </a:lnTo>
                <a:lnTo>
                  <a:pt x="3293561" y="0"/>
                </a:lnTo>
                <a:lnTo>
                  <a:pt x="3296233" y="0"/>
                </a:lnTo>
                <a:lnTo>
                  <a:pt x="3298597" y="0"/>
                </a:lnTo>
                <a:lnTo>
                  <a:pt x="3298186" y="0"/>
                </a:lnTo>
                <a:lnTo>
                  <a:pt x="3297466" y="0"/>
                </a:lnTo>
                <a:lnTo>
                  <a:pt x="3293869" y="0"/>
                </a:lnTo>
                <a:lnTo>
                  <a:pt x="3282769" y="0"/>
                </a:lnTo>
                <a:lnTo>
                  <a:pt x="3267865" y="0"/>
                </a:lnTo>
                <a:lnTo>
                  <a:pt x="3259951" y="0"/>
                </a:lnTo>
                <a:lnTo>
                  <a:pt x="3257381" y="0"/>
                </a:lnTo>
                <a:lnTo>
                  <a:pt x="3262315" y="0"/>
                </a:lnTo>
                <a:lnTo>
                  <a:pt x="3260362" y="1749"/>
                </a:lnTo>
                <a:lnTo>
                  <a:pt x="3257073" y="19547"/>
                </a:lnTo>
                <a:lnTo>
                  <a:pt x="3252242" y="10494"/>
                </a:lnTo>
                <a:lnTo>
                  <a:pt x="3248953" y="1029"/>
                </a:lnTo>
                <a:lnTo>
                  <a:pt x="3245870" y="0"/>
                </a:lnTo>
                <a:lnTo>
                  <a:pt x="3242067" y="0"/>
                </a:lnTo>
                <a:lnTo>
                  <a:pt x="3236105" y="0"/>
                </a:lnTo>
                <a:lnTo>
                  <a:pt x="3233741" y="0"/>
                </a:lnTo>
                <a:lnTo>
                  <a:pt x="3227472" y="0"/>
                </a:lnTo>
                <a:lnTo>
                  <a:pt x="3219557" y="0"/>
                </a:lnTo>
                <a:lnTo>
                  <a:pt x="3214418" y="0"/>
                </a:lnTo>
                <a:lnTo>
                  <a:pt x="3205682" y="0"/>
                </a:lnTo>
                <a:lnTo>
                  <a:pt x="3203729" y="0"/>
                </a:lnTo>
                <a:lnTo>
                  <a:pt x="3202701" y="0"/>
                </a:lnTo>
                <a:lnTo>
                  <a:pt x="3200748" y="0"/>
                </a:lnTo>
                <a:lnTo>
                  <a:pt x="3190573" y="0"/>
                </a:lnTo>
                <a:lnTo>
                  <a:pt x="3182658" y="0"/>
                </a:lnTo>
                <a:lnTo>
                  <a:pt x="3176080" y="0"/>
                </a:lnTo>
                <a:lnTo>
                  <a:pt x="3174025" y="0"/>
                </a:lnTo>
                <a:lnTo>
                  <a:pt x="3179369" y="0"/>
                </a:lnTo>
                <a:lnTo>
                  <a:pt x="3184920" y="0"/>
                </a:lnTo>
                <a:lnTo>
                  <a:pt x="3192937" y="0"/>
                </a:lnTo>
                <a:lnTo>
                  <a:pt x="3195301" y="3498"/>
                </a:lnTo>
                <a:lnTo>
                  <a:pt x="3203832" y="28292"/>
                </a:lnTo>
                <a:lnTo>
                  <a:pt x="3203523" y="53601"/>
                </a:lnTo>
                <a:lnTo>
                  <a:pt x="3197356" y="64815"/>
                </a:lnTo>
                <a:lnTo>
                  <a:pt x="3181733" y="86008"/>
                </a:lnTo>
                <a:lnTo>
                  <a:pt x="3170427" y="92695"/>
                </a:lnTo>
                <a:lnTo>
                  <a:pt x="3164466" y="89300"/>
                </a:lnTo>
                <a:lnTo>
                  <a:pt x="3159635" y="76440"/>
                </a:lnTo>
                <a:lnTo>
                  <a:pt x="3158813" y="71193"/>
                </a:lnTo>
                <a:lnTo>
                  <a:pt x="3162102" y="59053"/>
                </a:lnTo>
                <a:lnTo>
                  <a:pt x="3162410" y="48045"/>
                </a:lnTo>
                <a:lnTo>
                  <a:pt x="3158710" y="44239"/>
                </a:lnTo>
                <a:lnTo>
                  <a:pt x="3154496" y="45062"/>
                </a:lnTo>
                <a:lnTo>
                  <a:pt x="3152749" y="46605"/>
                </a:lnTo>
                <a:lnTo>
                  <a:pt x="3142676" y="61111"/>
                </a:lnTo>
                <a:lnTo>
                  <a:pt x="3138462" y="64712"/>
                </a:lnTo>
                <a:lnTo>
                  <a:pt x="3132295" y="65226"/>
                </a:lnTo>
                <a:lnTo>
                  <a:pt x="3127362" y="64300"/>
                </a:lnTo>
                <a:lnTo>
                  <a:pt x="3097452" y="51646"/>
                </a:lnTo>
                <a:lnTo>
                  <a:pt x="3073092" y="39095"/>
                </a:lnTo>
                <a:lnTo>
                  <a:pt x="3053975" y="27469"/>
                </a:lnTo>
                <a:lnTo>
                  <a:pt x="3040099" y="9877"/>
                </a:lnTo>
                <a:lnTo>
                  <a:pt x="3037221" y="0"/>
                </a:lnTo>
                <a:lnTo>
                  <a:pt x="3037016" y="0"/>
                </a:lnTo>
                <a:lnTo>
                  <a:pt x="3030849" y="0"/>
                </a:lnTo>
                <a:lnTo>
                  <a:pt x="3030129" y="0"/>
                </a:lnTo>
                <a:lnTo>
                  <a:pt x="3030540" y="0"/>
                </a:lnTo>
                <a:lnTo>
                  <a:pt x="3036707" y="0"/>
                </a:lnTo>
                <a:lnTo>
                  <a:pt x="3044211" y="0"/>
                </a:lnTo>
                <a:lnTo>
                  <a:pt x="3048322" y="0"/>
                </a:lnTo>
                <a:lnTo>
                  <a:pt x="3051714" y="0"/>
                </a:lnTo>
                <a:lnTo>
                  <a:pt x="3053975" y="0"/>
                </a:lnTo>
                <a:lnTo>
                  <a:pt x="3053358" y="0"/>
                </a:lnTo>
                <a:lnTo>
                  <a:pt x="3050789" y="0"/>
                </a:lnTo>
                <a:lnTo>
                  <a:pt x="3039071" y="0"/>
                </a:lnTo>
                <a:lnTo>
                  <a:pt x="3028793" y="0"/>
                </a:lnTo>
                <a:lnTo>
                  <a:pt x="3007928" y="0"/>
                </a:lnTo>
                <a:lnTo>
                  <a:pt x="3002995" y="0"/>
                </a:lnTo>
                <a:lnTo>
                  <a:pt x="2997753" y="0"/>
                </a:lnTo>
                <a:lnTo>
                  <a:pt x="2991894" y="0"/>
                </a:lnTo>
                <a:lnTo>
                  <a:pt x="2986138" y="0"/>
                </a:lnTo>
                <a:lnTo>
                  <a:pt x="2979971" y="0"/>
                </a:lnTo>
                <a:lnTo>
                  <a:pt x="2978327" y="0"/>
                </a:lnTo>
                <a:lnTo>
                  <a:pt x="2978841" y="0"/>
                </a:lnTo>
                <a:lnTo>
                  <a:pt x="2978224" y="0"/>
                </a:lnTo>
                <a:lnTo>
                  <a:pt x="2969488" y="0"/>
                </a:lnTo>
                <a:lnTo>
                  <a:pt x="2958284" y="0"/>
                </a:lnTo>
                <a:lnTo>
                  <a:pt x="2947595" y="0"/>
                </a:lnTo>
                <a:lnTo>
                  <a:pt x="2944820" y="0"/>
                </a:lnTo>
                <a:lnTo>
                  <a:pt x="2943586" y="0"/>
                </a:lnTo>
                <a:lnTo>
                  <a:pt x="2941736" y="0"/>
                </a:lnTo>
                <a:lnTo>
                  <a:pt x="2939270" y="0"/>
                </a:lnTo>
                <a:lnTo>
                  <a:pt x="2934336" y="0"/>
                </a:lnTo>
                <a:lnTo>
                  <a:pt x="2928272" y="0"/>
                </a:lnTo>
                <a:lnTo>
                  <a:pt x="2920769" y="0"/>
                </a:lnTo>
                <a:lnTo>
                  <a:pt x="2913163" y="0"/>
                </a:lnTo>
                <a:lnTo>
                  <a:pt x="2910696" y="0"/>
                </a:lnTo>
                <a:lnTo>
                  <a:pt x="2907921" y="0"/>
                </a:lnTo>
                <a:lnTo>
                  <a:pt x="2899904" y="0"/>
                </a:lnTo>
                <a:lnTo>
                  <a:pt x="2889831" y="0"/>
                </a:lnTo>
                <a:lnTo>
                  <a:pt x="2877703" y="0"/>
                </a:lnTo>
                <a:lnTo>
                  <a:pt x="2875236" y="0"/>
                </a:lnTo>
                <a:lnTo>
                  <a:pt x="2872667" y="0"/>
                </a:lnTo>
                <a:lnTo>
                  <a:pt x="2859408" y="0"/>
                </a:lnTo>
                <a:lnTo>
                  <a:pt x="2852316" y="0"/>
                </a:lnTo>
                <a:lnTo>
                  <a:pt x="2844607" y="0"/>
                </a:lnTo>
                <a:lnTo>
                  <a:pt x="2841112" y="0"/>
                </a:lnTo>
                <a:lnTo>
                  <a:pt x="2836590" y="0"/>
                </a:lnTo>
                <a:lnTo>
                  <a:pt x="2829395" y="0"/>
                </a:lnTo>
                <a:lnTo>
                  <a:pt x="2822817" y="0"/>
                </a:lnTo>
                <a:lnTo>
                  <a:pt x="2816650" y="0"/>
                </a:lnTo>
                <a:lnTo>
                  <a:pt x="2818809" y="0"/>
                </a:lnTo>
                <a:lnTo>
                  <a:pt x="2825592" y="0"/>
                </a:lnTo>
                <a:lnTo>
                  <a:pt x="2831348" y="0"/>
                </a:lnTo>
                <a:lnTo>
                  <a:pt x="2838337" y="0"/>
                </a:lnTo>
                <a:lnTo>
                  <a:pt x="2838851" y="0"/>
                </a:lnTo>
                <a:lnTo>
                  <a:pt x="2840085" y="0"/>
                </a:lnTo>
                <a:lnTo>
                  <a:pt x="2851493" y="0"/>
                </a:lnTo>
                <a:lnTo>
                  <a:pt x="2861155" y="0"/>
                </a:lnTo>
                <a:lnTo>
                  <a:pt x="2866294" y="0"/>
                </a:lnTo>
                <a:lnTo>
                  <a:pt x="2887056" y="0"/>
                </a:lnTo>
                <a:lnTo>
                  <a:pt x="2895690" y="0"/>
                </a:lnTo>
                <a:lnTo>
                  <a:pt x="2909154" y="0"/>
                </a:lnTo>
                <a:lnTo>
                  <a:pt x="2920152" y="0"/>
                </a:lnTo>
                <a:lnTo>
                  <a:pt x="2928889" y="0"/>
                </a:lnTo>
                <a:lnTo>
                  <a:pt x="2929608" y="0"/>
                </a:lnTo>
                <a:lnTo>
                  <a:pt x="2929197" y="0"/>
                </a:lnTo>
                <a:lnTo>
                  <a:pt x="2931150" y="0"/>
                </a:lnTo>
                <a:lnTo>
                  <a:pt x="2934542" y="0"/>
                </a:lnTo>
                <a:lnTo>
                  <a:pt x="2939167" y="0"/>
                </a:lnTo>
                <a:lnTo>
                  <a:pt x="2944409" y="0"/>
                </a:lnTo>
                <a:lnTo>
                  <a:pt x="2959415" y="0"/>
                </a:lnTo>
                <a:lnTo>
                  <a:pt x="2964349" y="0"/>
                </a:lnTo>
                <a:lnTo>
                  <a:pt x="2968357" y="0"/>
                </a:lnTo>
                <a:lnTo>
                  <a:pt x="2974010" y="0"/>
                </a:lnTo>
                <a:lnTo>
                  <a:pt x="2980588" y="0"/>
                </a:lnTo>
                <a:lnTo>
                  <a:pt x="2987269" y="0"/>
                </a:lnTo>
                <a:lnTo>
                  <a:pt x="2999192" y="0"/>
                </a:lnTo>
                <a:lnTo>
                  <a:pt x="3009778" y="0"/>
                </a:lnTo>
                <a:lnTo>
                  <a:pt x="3016562" y="0"/>
                </a:lnTo>
                <a:lnTo>
                  <a:pt x="3017795" y="0"/>
                </a:lnTo>
                <a:lnTo>
                  <a:pt x="3019440" y="0"/>
                </a:lnTo>
                <a:lnTo>
                  <a:pt x="3016973" y="0"/>
                </a:lnTo>
                <a:lnTo>
                  <a:pt x="3006695" y="0"/>
                </a:lnTo>
                <a:lnTo>
                  <a:pt x="3011423" y="0"/>
                </a:lnTo>
                <a:lnTo>
                  <a:pt x="3024990" y="0"/>
                </a:lnTo>
                <a:lnTo>
                  <a:pt x="3031774" y="0"/>
                </a:lnTo>
                <a:lnTo>
                  <a:pt x="3048425" y="0"/>
                </a:lnTo>
                <a:lnTo>
                  <a:pt x="3052433" y="0"/>
                </a:lnTo>
                <a:lnTo>
                  <a:pt x="3055311" y="0"/>
                </a:lnTo>
                <a:lnTo>
                  <a:pt x="3061170" y="0"/>
                </a:lnTo>
                <a:lnTo>
                  <a:pt x="3065486" y="0"/>
                </a:lnTo>
                <a:lnTo>
                  <a:pt x="3068878" y="0"/>
                </a:lnTo>
                <a:lnTo>
                  <a:pt x="3073709" y="0"/>
                </a:lnTo>
                <a:lnTo>
                  <a:pt x="3078437" y="0"/>
                </a:lnTo>
                <a:lnTo>
                  <a:pt x="3096013" y="0"/>
                </a:lnTo>
                <a:lnTo>
                  <a:pt x="3107216" y="0"/>
                </a:lnTo>
                <a:lnTo>
                  <a:pt x="3110402" y="0"/>
                </a:lnTo>
                <a:lnTo>
                  <a:pt x="3112972" y="0"/>
                </a:lnTo>
                <a:lnTo>
                  <a:pt x="3114925" y="0"/>
                </a:lnTo>
                <a:lnTo>
                  <a:pt x="3121400" y="0"/>
                </a:lnTo>
                <a:lnTo>
                  <a:pt x="3129109" y="0"/>
                </a:lnTo>
                <a:lnTo>
                  <a:pt x="3139593" y="0"/>
                </a:lnTo>
                <a:lnTo>
                  <a:pt x="3149357" y="0"/>
                </a:lnTo>
                <a:lnTo>
                  <a:pt x="3152954" y="0"/>
                </a:lnTo>
                <a:lnTo>
                  <a:pt x="3156449" y="0"/>
                </a:lnTo>
                <a:lnTo>
                  <a:pt x="3160355" y="0"/>
                </a:lnTo>
                <a:lnTo>
                  <a:pt x="3173511" y="0"/>
                </a:lnTo>
                <a:lnTo>
                  <a:pt x="3186153" y="0"/>
                </a:lnTo>
                <a:lnTo>
                  <a:pt x="3189648" y="0"/>
                </a:lnTo>
                <a:lnTo>
                  <a:pt x="3187284" y="0"/>
                </a:lnTo>
                <a:lnTo>
                  <a:pt x="3177417" y="0"/>
                </a:lnTo>
                <a:lnTo>
                  <a:pt x="3183275" y="0"/>
                </a:lnTo>
                <a:lnTo>
                  <a:pt x="3188414" y="0"/>
                </a:lnTo>
                <a:lnTo>
                  <a:pt x="3200851" y="0"/>
                </a:lnTo>
                <a:lnTo>
                  <a:pt x="3225005" y="0"/>
                </a:lnTo>
                <a:lnTo>
                  <a:pt x="3233022" y="0"/>
                </a:lnTo>
                <a:lnTo>
                  <a:pt x="3238264" y="0"/>
                </a:lnTo>
                <a:close/>
              </a:path>
              <a:path w="4830775" h="1851847">
                <a:moveTo>
                  <a:pt x="2740077" y="43621"/>
                </a:moveTo>
                <a:lnTo>
                  <a:pt x="2745730" y="51029"/>
                </a:lnTo>
                <a:lnTo>
                  <a:pt x="2752822" y="49177"/>
                </a:lnTo>
                <a:lnTo>
                  <a:pt x="2764026" y="51234"/>
                </a:lnTo>
                <a:lnTo>
                  <a:pt x="2766390" y="55041"/>
                </a:lnTo>
                <a:lnTo>
                  <a:pt x="2765978" y="57613"/>
                </a:lnTo>
                <a:lnTo>
                  <a:pt x="2753953" y="64815"/>
                </a:lnTo>
                <a:lnTo>
                  <a:pt x="2746141" y="57304"/>
                </a:lnTo>
                <a:lnTo>
                  <a:pt x="2732266" y="62448"/>
                </a:lnTo>
                <a:lnTo>
                  <a:pt x="2725688" y="59362"/>
                </a:lnTo>
                <a:lnTo>
                  <a:pt x="2716643" y="62140"/>
                </a:lnTo>
                <a:lnTo>
                  <a:pt x="2710990" y="56276"/>
                </a:lnTo>
                <a:lnTo>
                  <a:pt x="2713251" y="50720"/>
                </a:lnTo>
                <a:lnTo>
                  <a:pt x="2727641" y="41564"/>
                </a:lnTo>
                <a:lnTo>
                  <a:pt x="2740077" y="43621"/>
                </a:lnTo>
                <a:close/>
              </a:path>
              <a:path w="4830775" h="1851847">
                <a:moveTo>
                  <a:pt x="2646648" y="127880"/>
                </a:moveTo>
                <a:lnTo>
                  <a:pt x="2643873" y="134156"/>
                </a:lnTo>
                <a:lnTo>
                  <a:pt x="2640687" y="137037"/>
                </a:lnTo>
                <a:lnTo>
                  <a:pt x="2636370" y="135391"/>
                </a:lnTo>
                <a:lnTo>
                  <a:pt x="2633081" y="132201"/>
                </a:lnTo>
                <a:lnTo>
                  <a:pt x="2631333" y="136934"/>
                </a:lnTo>
                <a:lnTo>
                  <a:pt x="2622289" y="138786"/>
                </a:lnTo>
                <a:lnTo>
                  <a:pt x="2616636" y="146090"/>
                </a:lnTo>
                <a:lnTo>
                  <a:pt x="2608413" y="148148"/>
                </a:lnTo>
                <a:lnTo>
                  <a:pt x="2602554" y="147119"/>
                </a:lnTo>
                <a:lnTo>
                  <a:pt x="2603171" y="140637"/>
                </a:lnTo>
                <a:lnTo>
                  <a:pt x="2619205" y="130864"/>
                </a:lnTo>
                <a:lnTo>
                  <a:pt x="2629175" y="127160"/>
                </a:lnTo>
                <a:lnTo>
                  <a:pt x="2637911" y="120164"/>
                </a:lnTo>
                <a:lnTo>
                  <a:pt x="2642331" y="119341"/>
                </a:lnTo>
                <a:lnTo>
                  <a:pt x="2644490" y="125103"/>
                </a:lnTo>
                <a:lnTo>
                  <a:pt x="2646648" y="127880"/>
                </a:lnTo>
                <a:close/>
              </a:path>
              <a:path w="4830775" h="1851847">
                <a:moveTo>
                  <a:pt x="2836076" y="7407"/>
                </a:moveTo>
                <a:lnTo>
                  <a:pt x="2825592" y="8745"/>
                </a:lnTo>
                <a:lnTo>
                  <a:pt x="2822303" y="8642"/>
                </a:lnTo>
                <a:lnTo>
                  <a:pt x="2814183" y="0"/>
                </a:lnTo>
                <a:lnTo>
                  <a:pt x="2813361" y="0"/>
                </a:lnTo>
                <a:lnTo>
                  <a:pt x="2806886" y="0"/>
                </a:lnTo>
                <a:lnTo>
                  <a:pt x="2809250" y="0"/>
                </a:lnTo>
                <a:lnTo>
                  <a:pt x="2817781" y="0"/>
                </a:lnTo>
                <a:lnTo>
                  <a:pt x="2832479" y="0"/>
                </a:lnTo>
                <a:lnTo>
                  <a:pt x="2856119" y="0"/>
                </a:lnTo>
                <a:lnTo>
                  <a:pt x="2859819" y="0"/>
                </a:lnTo>
                <a:lnTo>
                  <a:pt x="2852418" y="0"/>
                </a:lnTo>
                <a:lnTo>
                  <a:pt x="2847177" y="1749"/>
                </a:lnTo>
                <a:lnTo>
                  <a:pt x="2836076" y="7407"/>
                </a:lnTo>
                <a:close/>
              </a:path>
              <a:path w="4830775" h="1851847">
                <a:moveTo>
                  <a:pt x="4830775" y="1851847"/>
                </a:moveTo>
                <a:lnTo>
                  <a:pt x="4829953" y="1851847"/>
                </a:lnTo>
                <a:lnTo>
                  <a:pt x="4822964" y="1851847"/>
                </a:lnTo>
                <a:lnTo>
                  <a:pt x="4801379" y="1851847"/>
                </a:lnTo>
                <a:lnTo>
                  <a:pt x="4780514" y="1851847"/>
                </a:lnTo>
                <a:lnTo>
                  <a:pt x="4741046" y="1851847"/>
                </a:lnTo>
                <a:lnTo>
                  <a:pt x="4716686" y="1851847"/>
                </a:lnTo>
                <a:lnTo>
                  <a:pt x="4698391" y="1851847"/>
                </a:lnTo>
                <a:lnTo>
                  <a:pt x="4663754" y="1851847"/>
                </a:lnTo>
                <a:lnTo>
                  <a:pt x="4654400" y="1851847"/>
                </a:lnTo>
                <a:lnTo>
                  <a:pt x="4650083" y="1851847"/>
                </a:lnTo>
                <a:lnTo>
                  <a:pt x="4649672" y="1851847"/>
                </a:lnTo>
                <a:lnTo>
                  <a:pt x="4654400" y="1851847"/>
                </a:lnTo>
                <a:lnTo>
                  <a:pt x="4660876" y="1851847"/>
                </a:lnTo>
                <a:lnTo>
                  <a:pt x="4661903" y="1851847"/>
                </a:lnTo>
                <a:lnTo>
                  <a:pt x="4648747" y="1851847"/>
                </a:lnTo>
                <a:lnTo>
                  <a:pt x="4630246" y="1851847"/>
                </a:lnTo>
                <a:lnTo>
                  <a:pt x="4621716" y="1851847"/>
                </a:lnTo>
                <a:lnTo>
                  <a:pt x="4599001" y="1851847"/>
                </a:lnTo>
                <a:lnTo>
                  <a:pt x="4577725" y="1851847"/>
                </a:lnTo>
                <a:lnTo>
                  <a:pt x="4572277" y="1851847"/>
                </a:lnTo>
                <a:lnTo>
                  <a:pt x="4570633" y="1851847"/>
                </a:lnTo>
                <a:lnTo>
                  <a:pt x="4580705" y="1851847"/>
                </a:lnTo>
                <a:lnTo>
                  <a:pt x="4585433" y="1851847"/>
                </a:lnTo>
                <a:lnTo>
                  <a:pt x="4592114" y="1851847"/>
                </a:lnTo>
                <a:lnTo>
                  <a:pt x="4597562" y="1851847"/>
                </a:lnTo>
                <a:lnTo>
                  <a:pt x="4603523" y="1851847"/>
                </a:lnTo>
                <a:lnTo>
                  <a:pt x="4603831" y="1851847"/>
                </a:lnTo>
                <a:lnTo>
                  <a:pt x="4607223" y="1851847"/>
                </a:lnTo>
                <a:lnTo>
                  <a:pt x="4604962" y="1851847"/>
                </a:lnTo>
                <a:lnTo>
                  <a:pt x="4602906" y="1851847"/>
                </a:lnTo>
                <a:lnTo>
                  <a:pt x="4593656" y="1851847"/>
                </a:lnTo>
                <a:lnTo>
                  <a:pt x="4583480" y="1851847"/>
                </a:lnTo>
                <a:lnTo>
                  <a:pt x="4575669" y="1851847"/>
                </a:lnTo>
                <a:lnTo>
                  <a:pt x="4565082" y="1851847"/>
                </a:lnTo>
                <a:lnTo>
                  <a:pt x="4560971" y="1851847"/>
                </a:lnTo>
                <a:lnTo>
                  <a:pt x="4550282" y="1851847"/>
                </a:lnTo>
                <a:lnTo>
                  <a:pt x="4546068" y="1851847"/>
                </a:lnTo>
                <a:lnTo>
                  <a:pt x="4524689" y="1851847"/>
                </a:lnTo>
                <a:lnTo>
                  <a:pt x="4511019" y="1851847"/>
                </a:lnTo>
                <a:lnTo>
                  <a:pt x="4489948" y="1851847"/>
                </a:lnTo>
                <a:lnTo>
                  <a:pt x="4496938" y="1851847"/>
                </a:lnTo>
                <a:lnTo>
                  <a:pt x="4505263" y="1851847"/>
                </a:lnTo>
                <a:lnTo>
                  <a:pt x="4512149" y="1851847"/>
                </a:lnTo>
                <a:lnTo>
                  <a:pt x="4523558" y="1851847"/>
                </a:lnTo>
                <a:lnTo>
                  <a:pt x="4521400" y="1851847"/>
                </a:lnTo>
                <a:lnTo>
                  <a:pt x="4515850" y="1851847"/>
                </a:lnTo>
                <a:lnTo>
                  <a:pt x="4498171" y="1851847"/>
                </a:lnTo>
                <a:lnTo>
                  <a:pt x="4490154" y="1851847"/>
                </a:lnTo>
                <a:lnTo>
                  <a:pt x="4480184" y="1851847"/>
                </a:lnTo>
                <a:lnTo>
                  <a:pt x="4475251" y="1851847"/>
                </a:lnTo>
                <a:lnTo>
                  <a:pt x="4472270" y="1851847"/>
                </a:lnTo>
                <a:lnTo>
                  <a:pt x="4462711" y="1851847"/>
                </a:lnTo>
                <a:lnTo>
                  <a:pt x="4458086" y="1851847"/>
                </a:lnTo>
                <a:lnTo>
                  <a:pt x="4439379" y="1851847"/>
                </a:lnTo>
                <a:lnTo>
                  <a:pt x="4426429" y="1851847"/>
                </a:lnTo>
                <a:lnTo>
                  <a:pt x="4415534" y="1851847"/>
                </a:lnTo>
                <a:lnTo>
                  <a:pt x="4396211" y="1851847"/>
                </a:lnTo>
                <a:lnTo>
                  <a:pt x="4383055" y="1851847"/>
                </a:lnTo>
                <a:lnTo>
                  <a:pt x="4371337" y="1851847"/>
                </a:lnTo>
                <a:lnTo>
                  <a:pt x="4364862" y="1851847"/>
                </a:lnTo>
                <a:lnTo>
                  <a:pt x="4356331" y="1851847"/>
                </a:lnTo>
                <a:lnTo>
                  <a:pt x="4369693" y="1851847"/>
                </a:lnTo>
                <a:lnTo>
                  <a:pt x="4381410" y="1851847"/>
                </a:lnTo>
                <a:lnTo>
                  <a:pt x="4394155" y="1851847"/>
                </a:lnTo>
                <a:lnTo>
                  <a:pt x="4399911" y="1851847"/>
                </a:lnTo>
                <a:lnTo>
                  <a:pt x="4408442" y="1851847"/>
                </a:lnTo>
                <a:lnTo>
                  <a:pt x="4414917" y="1851847"/>
                </a:lnTo>
                <a:lnTo>
                  <a:pt x="4418926" y="1851847"/>
                </a:lnTo>
                <a:lnTo>
                  <a:pt x="4416459" y="1851847"/>
                </a:lnTo>
                <a:lnTo>
                  <a:pt x="4415431" y="1851847"/>
                </a:lnTo>
                <a:lnTo>
                  <a:pt x="4418001" y="1851847"/>
                </a:lnTo>
                <a:lnTo>
                  <a:pt x="4419029" y="1851847"/>
                </a:lnTo>
                <a:lnTo>
                  <a:pt x="4435063" y="1851847"/>
                </a:lnTo>
                <a:lnTo>
                  <a:pt x="4448527" y="1851847"/>
                </a:lnTo>
                <a:lnTo>
                  <a:pt x="4464047" y="1851847"/>
                </a:lnTo>
                <a:lnTo>
                  <a:pt x="4462197" y="1851847"/>
                </a:lnTo>
                <a:lnTo>
                  <a:pt x="4457264" y="1851847"/>
                </a:lnTo>
                <a:lnTo>
                  <a:pt x="4455825" y="1851847"/>
                </a:lnTo>
                <a:lnTo>
                  <a:pt x="4463225" y="1851847"/>
                </a:lnTo>
                <a:lnTo>
                  <a:pt x="4470317" y="1851847"/>
                </a:lnTo>
                <a:lnTo>
                  <a:pt x="4462094" y="1851847"/>
                </a:lnTo>
                <a:lnTo>
                  <a:pt x="4456955" y="1851847"/>
                </a:lnTo>
                <a:lnTo>
                  <a:pt x="4448733" y="1851847"/>
                </a:lnTo>
                <a:lnTo>
                  <a:pt x="4448630" y="1851847"/>
                </a:lnTo>
                <a:lnTo>
                  <a:pt x="4449555" y="1851847"/>
                </a:lnTo>
                <a:lnTo>
                  <a:pt x="4438146" y="1851847"/>
                </a:lnTo>
                <a:lnTo>
                  <a:pt x="4423345" y="1851847"/>
                </a:lnTo>
                <a:lnTo>
                  <a:pt x="4413684" y="1851847"/>
                </a:lnTo>
                <a:lnTo>
                  <a:pt x="4404639" y="1851847"/>
                </a:lnTo>
                <a:lnTo>
                  <a:pt x="4392613" y="1851847"/>
                </a:lnTo>
                <a:lnTo>
                  <a:pt x="4381616" y="1851847"/>
                </a:lnTo>
                <a:lnTo>
                  <a:pt x="4371749" y="1851847"/>
                </a:lnTo>
                <a:lnTo>
                  <a:pt x="4361779" y="1851847"/>
                </a:lnTo>
                <a:lnTo>
                  <a:pt x="4345950" y="1851847"/>
                </a:lnTo>
                <a:lnTo>
                  <a:pt x="4330841" y="1851847"/>
                </a:lnTo>
                <a:lnTo>
                  <a:pt x="4319535" y="1851847"/>
                </a:lnTo>
                <a:lnTo>
                  <a:pt x="4309771" y="1851847"/>
                </a:lnTo>
                <a:lnTo>
                  <a:pt x="4277908" y="1851847"/>
                </a:lnTo>
                <a:lnTo>
                  <a:pt x="4263416" y="1851847"/>
                </a:lnTo>
                <a:lnTo>
                  <a:pt x="4260435" y="1851847"/>
                </a:lnTo>
                <a:lnTo>
                  <a:pt x="4254268" y="1851847"/>
                </a:lnTo>
                <a:lnTo>
                  <a:pt x="4255502" y="1851847"/>
                </a:lnTo>
                <a:lnTo>
                  <a:pt x="4260435" y="1851847"/>
                </a:lnTo>
                <a:lnTo>
                  <a:pt x="4265369" y="1851847"/>
                </a:lnTo>
                <a:lnTo>
                  <a:pt x="4262388" y="1851847"/>
                </a:lnTo>
                <a:lnTo>
                  <a:pt x="4257146" y="1851847"/>
                </a:lnTo>
                <a:lnTo>
                  <a:pt x="4244093" y="1851847"/>
                </a:lnTo>
                <a:lnTo>
                  <a:pt x="4235973" y="1851847"/>
                </a:lnTo>
                <a:lnTo>
                  <a:pt x="4229292" y="1851847"/>
                </a:lnTo>
                <a:lnTo>
                  <a:pt x="4212127" y="1851847"/>
                </a:lnTo>
                <a:lnTo>
                  <a:pt x="4205035" y="1851847"/>
                </a:lnTo>
                <a:lnTo>
                  <a:pt x="4195991" y="1851847"/>
                </a:lnTo>
                <a:lnTo>
                  <a:pt x="4186432" y="1851847"/>
                </a:lnTo>
                <a:lnTo>
                  <a:pt x="4182321" y="1851847"/>
                </a:lnTo>
                <a:lnTo>
                  <a:pt x="4175331" y="1851847"/>
                </a:lnTo>
                <a:lnTo>
                  <a:pt x="4176051" y="1851847"/>
                </a:lnTo>
                <a:lnTo>
                  <a:pt x="4180779" y="1851847"/>
                </a:lnTo>
                <a:lnTo>
                  <a:pt x="4184993" y="1851847"/>
                </a:lnTo>
                <a:lnTo>
                  <a:pt x="4192702" y="1851847"/>
                </a:lnTo>
                <a:lnTo>
                  <a:pt x="4201644" y="1851847"/>
                </a:lnTo>
                <a:lnTo>
                  <a:pt x="4206577" y="1851847"/>
                </a:lnTo>
                <a:lnTo>
                  <a:pt x="4208941" y="1851847"/>
                </a:lnTo>
                <a:lnTo>
                  <a:pt x="4200513" y="1851847"/>
                </a:lnTo>
                <a:lnTo>
                  <a:pt x="4194757" y="1851847"/>
                </a:lnTo>
                <a:lnTo>
                  <a:pt x="4192085" y="1851847"/>
                </a:lnTo>
                <a:lnTo>
                  <a:pt x="4185198" y="1851847"/>
                </a:lnTo>
                <a:lnTo>
                  <a:pt x="4181704" y="1851847"/>
                </a:lnTo>
                <a:lnTo>
                  <a:pt x="4167006" y="1851847"/>
                </a:lnTo>
                <a:lnTo>
                  <a:pt x="4151280" y="1851847"/>
                </a:lnTo>
                <a:lnTo>
                  <a:pt x="4146963" y="1851847"/>
                </a:lnTo>
                <a:lnTo>
                  <a:pt x="4141208" y="1851847"/>
                </a:lnTo>
                <a:lnTo>
                  <a:pt x="4133807" y="1851847"/>
                </a:lnTo>
                <a:lnTo>
                  <a:pt x="4122398" y="1851847"/>
                </a:lnTo>
                <a:lnTo>
                  <a:pt x="4090844" y="1851847"/>
                </a:lnTo>
                <a:lnTo>
                  <a:pt x="4077791" y="1851847"/>
                </a:lnTo>
                <a:lnTo>
                  <a:pt x="4070185" y="1851847"/>
                </a:lnTo>
                <a:lnTo>
                  <a:pt x="4076146" y="1851847"/>
                </a:lnTo>
                <a:lnTo>
                  <a:pt x="4083238" y="1851847"/>
                </a:lnTo>
                <a:lnTo>
                  <a:pt x="4085499" y="1851847"/>
                </a:lnTo>
                <a:lnTo>
                  <a:pt x="4083958" y="1851847"/>
                </a:lnTo>
                <a:lnTo>
                  <a:pt x="4052712" y="1851847"/>
                </a:lnTo>
                <a:lnTo>
                  <a:pt x="4038014" y="1851847"/>
                </a:lnTo>
                <a:lnTo>
                  <a:pt x="4025475" y="1851847"/>
                </a:lnTo>
                <a:lnTo>
                  <a:pt x="4013757" y="1851847"/>
                </a:lnTo>
                <a:lnTo>
                  <a:pt x="3998340" y="1851847"/>
                </a:lnTo>
                <a:lnTo>
                  <a:pt x="3978914" y="1851847"/>
                </a:lnTo>
                <a:lnTo>
                  <a:pt x="3932148" y="1851847"/>
                </a:lnTo>
                <a:lnTo>
                  <a:pt x="3921048" y="1851847"/>
                </a:lnTo>
                <a:lnTo>
                  <a:pt x="3887643" y="1851847"/>
                </a:lnTo>
                <a:lnTo>
                  <a:pt x="3876440" y="1851847"/>
                </a:lnTo>
                <a:lnTo>
                  <a:pt x="3825665" y="1851847"/>
                </a:lnTo>
                <a:lnTo>
                  <a:pt x="3791953" y="1851847"/>
                </a:lnTo>
                <a:lnTo>
                  <a:pt x="3780852" y="1851847"/>
                </a:lnTo>
                <a:lnTo>
                  <a:pt x="3766360" y="1851847"/>
                </a:lnTo>
                <a:lnTo>
                  <a:pt x="3754540" y="1851847"/>
                </a:lnTo>
                <a:lnTo>
                  <a:pt x="3746215" y="1851847"/>
                </a:lnTo>
                <a:lnTo>
                  <a:pt x="3729256" y="1851847"/>
                </a:lnTo>
                <a:lnTo>
                  <a:pt x="3662139" y="1851847"/>
                </a:lnTo>
                <a:lnTo>
                  <a:pt x="3604478" y="1851847"/>
                </a:lnTo>
                <a:lnTo>
                  <a:pt x="3565318" y="1851847"/>
                </a:lnTo>
                <a:lnTo>
                  <a:pt x="3540444" y="1851847"/>
                </a:lnTo>
                <a:lnTo>
                  <a:pt x="3499331" y="1851847"/>
                </a:lnTo>
                <a:lnTo>
                  <a:pt x="3450201" y="1851847"/>
                </a:lnTo>
                <a:lnTo>
                  <a:pt x="3410116" y="1851847"/>
                </a:lnTo>
                <a:lnTo>
                  <a:pt x="3373320" y="1851847"/>
                </a:lnTo>
                <a:lnTo>
                  <a:pt x="3349063" y="1851847"/>
                </a:lnTo>
                <a:lnTo>
                  <a:pt x="3317715" y="1851847"/>
                </a:lnTo>
                <a:lnTo>
                  <a:pt x="3251728" y="1851847"/>
                </a:lnTo>
                <a:lnTo>
                  <a:pt x="3229116" y="1851847"/>
                </a:lnTo>
                <a:lnTo>
                  <a:pt x="3193142" y="1851847"/>
                </a:lnTo>
                <a:lnTo>
                  <a:pt x="3182556" y="1851847"/>
                </a:lnTo>
                <a:lnTo>
                  <a:pt x="3162308" y="1851847"/>
                </a:lnTo>
                <a:lnTo>
                  <a:pt x="3110094" y="1851847"/>
                </a:lnTo>
                <a:lnTo>
                  <a:pt x="3086043" y="1851847"/>
                </a:lnTo>
                <a:lnTo>
                  <a:pt x="3070420" y="1851847"/>
                </a:lnTo>
                <a:lnTo>
                  <a:pt x="3057161" y="1851847"/>
                </a:lnTo>
                <a:lnTo>
                  <a:pt x="3045033" y="1851847"/>
                </a:lnTo>
                <a:lnTo>
                  <a:pt x="3028690" y="1851847"/>
                </a:lnTo>
                <a:lnTo>
                  <a:pt x="3018515" y="1851847"/>
                </a:lnTo>
                <a:lnTo>
                  <a:pt x="2996108" y="1851847"/>
                </a:lnTo>
                <a:lnTo>
                  <a:pt x="2981410" y="1851847"/>
                </a:lnTo>
                <a:lnTo>
                  <a:pt x="2966815" y="1851847"/>
                </a:lnTo>
                <a:lnTo>
                  <a:pt x="2950678" y="1851847"/>
                </a:lnTo>
                <a:lnTo>
                  <a:pt x="2936289" y="1851847"/>
                </a:lnTo>
                <a:lnTo>
                  <a:pt x="2924777" y="1851847"/>
                </a:lnTo>
                <a:lnTo>
                  <a:pt x="2906482" y="1851847"/>
                </a:lnTo>
                <a:lnTo>
                  <a:pt x="2842037" y="1851847"/>
                </a:lnTo>
                <a:lnTo>
                  <a:pt x="2832787" y="1851847"/>
                </a:lnTo>
                <a:lnTo>
                  <a:pt x="2820967" y="1851847"/>
                </a:lnTo>
                <a:lnTo>
                  <a:pt x="2798766" y="1851847"/>
                </a:lnTo>
                <a:lnTo>
                  <a:pt x="2765362" y="1851847"/>
                </a:lnTo>
                <a:lnTo>
                  <a:pt x="2704720" y="1851847"/>
                </a:lnTo>
                <a:lnTo>
                  <a:pt x="2675530" y="1851847"/>
                </a:lnTo>
                <a:lnTo>
                  <a:pt x="2663915" y="1851847"/>
                </a:lnTo>
                <a:lnTo>
                  <a:pt x="2642434" y="1851847"/>
                </a:lnTo>
                <a:lnTo>
                  <a:pt x="2605946" y="1851847"/>
                </a:lnTo>
                <a:lnTo>
                  <a:pt x="2593098" y="1851847"/>
                </a:lnTo>
                <a:lnTo>
                  <a:pt x="2583437" y="1851847"/>
                </a:lnTo>
                <a:lnTo>
                  <a:pt x="2564525" y="1851847"/>
                </a:lnTo>
                <a:lnTo>
                  <a:pt x="2543660" y="1851847"/>
                </a:lnTo>
                <a:lnTo>
                  <a:pt x="2526495" y="1851847"/>
                </a:lnTo>
                <a:lnTo>
                  <a:pt x="2507378" y="1851847"/>
                </a:lnTo>
                <a:lnTo>
                  <a:pt x="2468834" y="1851847"/>
                </a:lnTo>
                <a:lnTo>
                  <a:pt x="2429366" y="1851847"/>
                </a:lnTo>
                <a:lnTo>
                  <a:pt x="2416004" y="1851847"/>
                </a:lnTo>
                <a:lnTo>
                  <a:pt x="2401306" y="1851847"/>
                </a:lnTo>
                <a:lnTo>
                  <a:pt x="2381983" y="1851847"/>
                </a:lnTo>
                <a:lnTo>
                  <a:pt x="2372424" y="1851847"/>
                </a:lnTo>
                <a:lnTo>
                  <a:pt x="2327406" y="1851847"/>
                </a:lnTo>
                <a:lnTo>
                  <a:pt x="2298729" y="1851847"/>
                </a:lnTo>
                <a:lnTo>
                  <a:pt x="2262961" y="1851847"/>
                </a:lnTo>
                <a:lnTo>
                  <a:pt x="2232126" y="1851847"/>
                </a:lnTo>
                <a:lnTo>
                  <a:pt x="2208486" y="1851847"/>
                </a:lnTo>
                <a:lnTo>
                  <a:pt x="2181660" y="1851847"/>
                </a:lnTo>
                <a:lnTo>
                  <a:pt x="2165112" y="1851847"/>
                </a:lnTo>
                <a:lnTo>
                  <a:pt x="2135614" y="1851847"/>
                </a:lnTo>
                <a:lnTo>
                  <a:pt x="2127083" y="1851847"/>
                </a:lnTo>
                <a:lnTo>
                  <a:pt x="2120196" y="1851847"/>
                </a:lnTo>
                <a:lnTo>
                  <a:pt x="2107965" y="1851847"/>
                </a:lnTo>
                <a:lnTo>
                  <a:pt x="2107657" y="1851847"/>
                </a:lnTo>
                <a:lnTo>
                  <a:pt x="2104265" y="1851847"/>
                </a:lnTo>
                <a:lnTo>
                  <a:pt x="2104573" y="1851847"/>
                </a:lnTo>
                <a:lnTo>
                  <a:pt x="2106423" y="1851847"/>
                </a:lnTo>
                <a:lnTo>
                  <a:pt x="2117216" y="1851847"/>
                </a:lnTo>
                <a:lnTo>
                  <a:pt x="2125747" y="1851847"/>
                </a:lnTo>
                <a:lnTo>
                  <a:pt x="2143939" y="1851847"/>
                </a:lnTo>
                <a:lnTo>
                  <a:pt x="2159973" y="1851847"/>
                </a:lnTo>
                <a:lnTo>
                  <a:pt x="2169121" y="1851847"/>
                </a:lnTo>
                <a:lnTo>
                  <a:pt x="2177241" y="1851847"/>
                </a:lnTo>
                <a:lnTo>
                  <a:pt x="2176007" y="1851847"/>
                </a:lnTo>
                <a:lnTo>
                  <a:pt x="2170662" y="1851847"/>
                </a:lnTo>
                <a:lnTo>
                  <a:pt x="2174260" y="1851847"/>
                </a:lnTo>
                <a:lnTo>
                  <a:pt x="2179810" y="1851847"/>
                </a:lnTo>
                <a:lnTo>
                  <a:pt x="2181557" y="1851847"/>
                </a:lnTo>
                <a:lnTo>
                  <a:pt x="2182894" y="1851847"/>
                </a:lnTo>
                <a:lnTo>
                  <a:pt x="2178782" y="1851847"/>
                </a:lnTo>
                <a:lnTo>
                  <a:pt x="2153806" y="1851847"/>
                </a:lnTo>
                <a:lnTo>
                  <a:pt x="2137258" y="1851847"/>
                </a:lnTo>
                <a:lnTo>
                  <a:pt x="2125233" y="1851847"/>
                </a:lnTo>
                <a:lnTo>
                  <a:pt x="2115057" y="1851847"/>
                </a:lnTo>
                <a:lnTo>
                  <a:pt x="2106526" y="1851847"/>
                </a:lnTo>
                <a:lnTo>
                  <a:pt x="2103854" y="1851847"/>
                </a:lnTo>
                <a:lnTo>
                  <a:pt x="2101079" y="1851847"/>
                </a:lnTo>
                <a:lnTo>
                  <a:pt x="2104059" y="1851847"/>
                </a:lnTo>
                <a:lnTo>
                  <a:pt x="2102826" y="1851847"/>
                </a:lnTo>
                <a:lnTo>
                  <a:pt x="2092342" y="1851847"/>
                </a:lnTo>
                <a:lnTo>
                  <a:pt x="2068805" y="1851847"/>
                </a:lnTo>
                <a:lnTo>
                  <a:pt x="2065002" y="1851847"/>
                </a:lnTo>
                <a:lnTo>
                  <a:pt x="2065105" y="1851847"/>
                </a:lnTo>
                <a:lnTo>
                  <a:pt x="2059452" y="1851847"/>
                </a:lnTo>
                <a:lnTo>
                  <a:pt x="2040643" y="1851847"/>
                </a:lnTo>
                <a:lnTo>
                  <a:pt x="2021217" y="1851847"/>
                </a:lnTo>
                <a:lnTo>
                  <a:pt x="2017928" y="1851847"/>
                </a:lnTo>
                <a:lnTo>
                  <a:pt x="2014330" y="1851847"/>
                </a:lnTo>
                <a:lnTo>
                  <a:pt x="2007136" y="1851847"/>
                </a:lnTo>
                <a:lnTo>
                  <a:pt x="1974348" y="1851847"/>
                </a:lnTo>
                <a:lnTo>
                  <a:pt x="1935702" y="1851847"/>
                </a:lnTo>
                <a:lnTo>
                  <a:pt x="1925218" y="1851847"/>
                </a:lnTo>
                <a:lnTo>
                  <a:pt x="1920490" y="1851847"/>
                </a:lnTo>
                <a:lnTo>
                  <a:pt x="1923162" y="1851847"/>
                </a:lnTo>
                <a:lnTo>
                  <a:pt x="1927479" y="1851847"/>
                </a:lnTo>
                <a:lnTo>
                  <a:pt x="1932310" y="1851847"/>
                </a:lnTo>
                <a:lnTo>
                  <a:pt x="1934674" y="1851847"/>
                </a:lnTo>
                <a:lnTo>
                  <a:pt x="1936935" y="1851847"/>
                </a:lnTo>
                <a:lnTo>
                  <a:pt x="1936730" y="1851847"/>
                </a:lnTo>
                <a:lnTo>
                  <a:pt x="1938066" y="1851847"/>
                </a:lnTo>
                <a:lnTo>
                  <a:pt x="1941458" y="1851847"/>
                </a:lnTo>
                <a:lnTo>
                  <a:pt x="1945363" y="1851847"/>
                </a:lnTo>
                <a:lnTo>
                  <a:pt x="1957697" y="1851847"/>
                </a:lnTo>
                <a:lnTo>
                  <a:pt x="1961295" y="1851847"/>
                </a:lnTo>
                <a:lnTo>
                  <a:pt x="1976918" y="1851847"/>
                </a:lnTo>
                <a:lnTo>
                  <a:pt x="1981646" y="1851847"/>
                </a:lnTo>
                <a:lnTo>
                  <a:pt x="1987401" y="1851847"/>
                </a:lnTo>
                <a:lnTo>
                  <a:pt x="1989149" y="1851847"/>
                </a:lnTo>
                <a:lnTo>
                  <a:pt x="1981234" y="1851847"/>
                </a:lnTo>
                <a:lnTo>
                  <a:pt x="1974040" y="1851847"/>
                </a:lnTo>
                <a:lnTo>
                  <a:pt x="1962014" y="1851847"/>
                </a:lnTo>
                <a:lnTo>
                  <a:pt x="1954203" y="1851847"/>
                </a:lnTo>
                <a:lnTo>
                  <a:pt x="1942074" y="1851847"/>
                </a:lnTo>
                <a:lnTo>
                  <a:pt x="1942280" y="1851847"/>
                </a:lnTo>
                <a:lnTo>
                  <a:pt x="1947830" y="1851847"/>
                </a:lnTo>
                <a:lnTo>
                  <a:pt x="1956875" y="1851847"/>
                </a:lnTo>
                <a:lnTo>
                  <a:pt x="1965303" y="1851847"/>
                </a:lnTo>
                <a:lnTo>
                  <a:pt x="1974759" y="1851847"/>
                </a:lnTo>
                <a:lnTo>
                  <a:pt x="1973217" y="1851847"/>
                </a:lnTo>
                <a:lnTo>
                  <a:pt x="1971778" y="1851847"/>
                </a:lnTo>
                <a:lnTo>
                  <a:pt x="1972601" y="1851847"/>
                </a:lnTo>
                <a:lnTo>
                  <a:pt x="1975890" y="1851847"/>
                </a:lnTo>
                <a:lnTo>
                  <a:pt x="1980207" y="1851847"/>
                </a:lnTo>
                <a:lnTo>
                  <a:pt x="1984935" y="1851847"/>
                </a:lnTo>
                <a:lnTo>
                  <a:pt x="1989251" y="1851847"/>
                </a:lnTo>
                <a:lnTo>
                  <a:pt x="1991924" y="1851847"/>
                </a:lnTo>
                <a:lnTo>
                  <a:pt x="1998296" y="1851847"/>
                </a:lnTo>
                <a:lnTo>
                  <a:pt x="2003435" y="1851847"/>
                </a:lnTo>
                <a:lnTo>
                  <a:pt x="2013508" y="1851847"/>
                </a:lnTo>
                <a:lnTo>
                  <a:pt x="2022347" y="1851847"/>
                </a:lnTo>
                <a:lnTo>
                  <a:pt x="2026459" y="1851847"/>
                </a:lnTo>
                <a:lnTo>
                  <a:pt x="2025123" y="1851847"/>
                </a:lnTo>
                <a:lnTo>
                  <a:pt x="2027795" y="1851847"/>
                </a:lnTo>
                <a:lnTo>
                  <a:pt x="2026253" y="1851847"/>
                </a:lnTo>
                <a:lnTo>
                  <a:pt x="2003538" y="1851847"/>
                </a:lnTo>
                <a:lnTo>
                  <a:pt x="1982879" y="1851847"/>
                </a:lnTo>
                <a:lnTo>
                  <a:pt x="1970442" y="1851847"/>
                </a:lnTo>
                <a:lnTo>
                  <a:pt x="1959958" y="1851847"/>
                </a:lnTo>
                <a:lnTo>
                  <a:pt x="1953278" y="1851847"/>
                </a:lnTo>
                <a:lnTo>
                  <a:pt x="1944438" y="1851847"/>
                </a:lnTo>
                <a:lnTo>
                  <a:pt x="1943924" y="1851847"/>
                </a:lnTo>
                <a:lnTo>
                  <a:pt x="1944747" y="1851847"/>
                </a:lnTo>
                <a:lnTo>
                  <a:pt x="1951839" y="1851847"/>
                </a:lnTo>
                <a:lnTo>
                  <a:pt x="1958314" y="1851847"/>
                </a:lnTo>
                <a:lnTo>
                  <a:pt x="1979282" y="1851847"/>
                </a:lnTo>
                <a:lnTo>
                  <a:pt x="1980309" y="1851847"/>
                </a:lnTo>
                <a:lnTo>
                  <a:pt x="1980104" y="1851847"/>
                </a:lnTo>
                <a:lnTo>
                  <a:pt x="1983187" y="1851847"/>
                </a:lnTo>
                <a:lnTo>
                  <a:pt x="1980412" y="1851847"/>
                </a:lnTo>
                <a:lnTo>
                  <a:pt x="1971676" y="1851847"/>
                </a:lnTo>
                <a:lnTo>
                  <a:pt x="1983187" y="1851847"/>
                </a:lnTo>
                <a:lnTo>
                  <a:pt x="1999941" y="1851847"/>
                </a:lnTo>
                <a:lnTo>
                  <a:pt x="2006622" y="1851847"/>
                </a:lnTo>
                <a:lnTo>
                  <a:pt x="2017003" y="1851847"/>
                </a:lnTo>
                <a:lnTo>
                  <a:pt x="2018956" y="1851847"/>
                </a:lnTo>
                <a:lnTo>
                  <a:pt x="2013816" y="1851847"/>
                </a:lnTo>
                <a:lnTo>
                  <a:pt x="2021114" y="1851847"/>
                </a:lnTo>
                <a:lnTo>
                  <a:pt x="2018853" y="1851847"/>
                </a:lnTo>
                <a:lnTo>
                  <a:pt x="2025328" y="1851847"/>
                </a:lnTo>
                <a:lnTo>
                  <a:pt x="2035504" y="1851847"/>
                </a:lnTo>
                <a:lnTo>
                  <a:pt x="2043109" y="1851847"/>
                </a:lnTo>
                <a:lnTo>
                  <a:pt x="2047118" y="1851847"/>
                </a:lnTo>
                <a:lnTo>
                  <a:pt x="2066236" y="1851847"/>
                </a:lnTo>
                <a:lnTo>
                  <a:pt x="2077130" y="1851847"/>
                </a:lnTo>
                <a:lnTo>
                  <a:pt x="2092548" y="1851847"/>
                </a:lnTo>
                <a:lnTo>
                  <a:pt x="2123691" y="1851847"/>
                </a:lnTo>
                <a:lnTo>
                  <a:pt x="2153909" y="1851847"/>
                </a:lnTo>
                <a:lnTo>
                  <a:pt x="2168298" y="1851847"/>
                </a:lnTo>
                <a:lnTo>
                  <a:pt x="2186285" y="1851847"/>
                </a:lnTo>
                <a:lnTo>
                  <a:pt x="2198928" y="1851847"/>
                </a:lnTo>
                <a:lnTo>
                  <a:pt x="2210953" y="1851847"/>
                </a:lnTo>
                <a:lnTo>
                  <a:pt x="2272109" y="1851847"/>
                </a:lnTo>
                <a:lnTo>
                  <a:pt x="2282490" y="1851847"/>
                </a:lnTo>
                <a:lnTo>
                  <a:pt x="2295749" y="1851847"/>
                </a:lnTo>
                <a:lnTo>
                  <a:pt x="2312091" y="1851847"/>
                </a:lnTo>
                <a:lnTo>
                  <a:pt x="2326892" y="1851847"/>
                </a:lnTo>
                <a:lnTo>
                  <a:pt x="2342720" y="1851847"/>
                </a:lnTo>
                <a:lnTo>
                  <a:pt x="2354335" y="1851847"/>
                </a:lnTo>
                <a:lnTo>
                  <a:pt x="2382908" y="1851847"/>
                </a:lnTo>
                <a:lnTo>
                  <a:pt x="2398120" y="1851847"/>
                </a:lnTo>
                <a:lnTo>
                  <a:pt x="2424330" y="1851847"/>
                </a:lnTo>
                <a:lnTo>
                  <a:pt x="2435841" y="1851847"/>
                </a:lnTo>
                <a:lnTo>
                  <a:pt x="2462462" y="1851847"/>
                </a:lnTo>
                <a:lnTo>
                  <a:pt x="2492577" y="1851847"/>
                </a:lnTo>
                <a:lnTo>
                  <a:pt x="2528859" y="1851847"/>
                </a:lnTo>
                <a:lnTo>
                  <a:pt x="2555069" y="1851847"/>
                </a:lnTo>
                <a:lnTo>
                  <a:pt x="2578400" y="1851847"/>
                </a:lnTo>
                <a:lnTo>
                  <a:pt x="2597107" y="1851847"/>
                </a:lnTo>
                <a:lnTo>
                  <a:pt x="2641098" y="1851847"/>
                </a:lnTo>
                <a:lnTo>
                  <a:pt x="2665560" y="1851847"/>
                </a:lnTo>
                <a:lnTo>
                  <a:pt x="2711195" y="1851847"/>
                </a:lnTo>
                <a:lnTo>
                  <a:pt x="2723529" y="1851847"/>
                </a:lnTo>
                <a:lnTo>
                  <a:pt x="2742236" y="1851847"/>
                </a:lnTo>
                <a:lnTo>
                  <a:pt x="2758475" y="1851847"/>
                </a:lnTo>
                <a:lnTo>
                  <a:pt x="2774509" y="1851847"/>
                </a:lnTo>
                <a:lnTo>
                  <a:pt x="2784274" y="1851847"/>
                </a:lnTo>
                <a:lnTo>
                  <a:pt x="2788591" y="1851847"/>
                </a:lnTo>
                <a:lnTo>
                  <a:pt x="2797944" y="1851847"/>
                </a:lnTo>
                <a:lnTo>
                  <a:pt x="2804419" y="1851847"/>
                </a:lnTo>
                <a:lnTo>
                  <a:pt x="2809455" y="1851847"/>
                </a:lnTo>
                <a:lnTo>
                  <a:pt x="2827134" y="1851847"/>
                </a:lnTo>
                <a:lnTo>
                  <a:pt x="2853446" y="1851847"/>
                </a:lnTo>
                <a:lnTo>
                  <a:pt x="2861977" y="1851847"/>
                </a:lnTo>
                <a:lnTo>
                  <a:pt x="2863622" y="1851847"/>
                </a:lnTo>
                <a:lnTo>
                  <a:pt x="2857969" y="1851847"/>
                </a:lnTo>
                <a:lnTo>
                  <a:pt x="2850877" y="1851847"/>
                </a:lnTo>
                <a:lnTo>
                  <a:pt x="2846149" y="1851847"/>
                </a:lnTo>
                <a:lnTo>
                  <a:pt x="2841626" y="1851847"/>
                </a:lnTo>
                <a:lnTo>
                  <a:pt x="2841215" y="1851847"/>
                </a:lnTo>
                <a:lnTo>
                  <a:pt x="2842962" y="1851847"/>
                </a:lnTo>
                <a:lnTo>
                  <a:pt x="2853344" y="1851847"/>
                </a:lnTo>
                <a:lnTo>
                  <a:pt x="2860744" y="1851847"/>
                </a:lnTo>
                <a:lnTo>
                  <a:pt x="2870919" y="1851847"/>
                </a:lnTo>
                <a:lnTo>
                  <a:pt x="2880273" y="1851847"/>
                </a:lnTo>
                <a:lnTo>
                  <a:pt x="2887981" y="1851847"/>
                </a:lnTo>
                <a:lnTo>
                  <a:pt x="2900521" y="1851847"/>
                </a:lnTo>
                <a:lnTo>
                  <a:pt x="2905865" y="1851847"/>
                </a:lnTo>
                <a:lnTo>
                  <a:pt x="2913677" y="1851847"/>
                </a:lnTo>
                <a:lnTo>
                  <a:pt x="2920769" y="1851847"/>
                </a:lnTo>
                <a:lnTo>
                  <a:pt x="2926319" y="1851847"/>
                </a:lnTo>
                <a:lnTo>
                  <a:pt x="2936906" y="1851847"/>
                </a:lnTo>
                <a:lnTo>
                  <a:pt x="2943895" y="1851847"/>
                </a:lnTo>
                <a:lnTo>
                  <a:pt x="2956640" y="1851847"/>
                </a:lnTo>
                <a:lnTo>
                  <a:pt x="2968665" y="1851847"/>
                </a:lnTo>
                <a:lnTo>
                  <a:pt x="2978533" y="1851847"/>
                </a:lnTo>
                <a:lnTo>
                  <a:pt x="2983261" y="1851847"/>
                </a:lnTo>
                <a:lnTo>
                  <a:pt x="2987166" y="1851847"/>
                </a:lnTo>
                <a:lnTo>
                  <a:pt x="2987989" y="1851847"/>
                </a:lnTo>
                <a:lnTo>
                  <a:pt x="2987063" y="1851847"/>
                </a:lnTo>
                <a:lnTo>
                  <a:pt x="2991791" y="1851847"/>
                </a:lnTo>
                <a:lnTo>
                  <a:pt x="2989530" y="1851847"/>
                </a:lnTo>
                <a:lnTo>
                  <a:pt x="2990353" y="1851847"/>
                </a:lnTo>
                <a:lnTo>
                  <a:pt x="2992819" y="1851847"/>
                </a:lnTo>
                <a:lnTo>
                  <a:pt x="2997547" y="1851847"/>
                </a:lnTo>
                <a:lnTo>
                  <a:pt x="3006798" y="1851847"/>
                </a:lnTo>
                <a:lnTo>
                  <a:pt x="3011423" y="1851847"/>
                </a:lnTo>
                <a:lnTo>
                  <a:pt x="3014712" y="1851847"/>
                </a:lnTo>
                <a:lnTo>
                  <a:pt x="3014506" y="1851847"/>
                </a:lnTo>
                <a:lnTo>
                  <a:pt x="3019132" y="1851847"/>
                </a:lnTo>
                <a:lnTo>
                  <a:pt x="3017282" y="1851847"/>
                </a:lnTo>
                <a:lnTo>
                  <a:pt x="3009264" y="1851847"/>
                </a:lnTo>
                <a:lnTo>
                  <a:pt x="3005873" y="1851847"/>
                </a:lnTo>
                <a:lnTo>
                  <a:pt x="2999192" y="1851847"/>
                </a:lnTo>
                <a:lnTo>
                  <a:pt x="2991689" y="1851847"/>
                </a:lnTo>
                <a:lnTo>
                  <a:pt x="2982541" y="1851847"/>
                </a:lnTo>
                <a:lnTo>
                  <a:pt x="2979663" y="1851847"/>
                </a:lnTo>
                <a:lnTo>
                  <a:pt x="2983261" y="1851847"/>
                </a:lnTo>
                <a:lnTo>
                  <a:pt x="2989016" y="1851847"/>
                </a:lnTo>
                <a:lnTo>
                  <a:pt x="2993642" y="1851847"/>
                </a:lnTo>
                <a:lnTo>
                  <a:pt x="2995697" y="1851847"/>
                </a:lnTo>
                <a:lnTo>
                  <a:pt x="2991689" y="1851847"/>
                </a:lnTo>
                <a:lnTo>
                  <a:pt x="2995800" y="1851847"/>
                </a:lnTo>
                <a:lnTo>
                  <a:pt x="3004228" y="1851847"/>
                </a:lnTo>
                <a:lnTo>
                  <a:pt x="3017590" y="1851847"/>
                </a:lnTo>
                <a:lnTo>
                  <a:pt x="3023346" y="1851847"/>
                </a:lnTo>
                <a:lnTo>
                  <a:pt x="3028074" y="1851847"/>
                </a:lnTo>
                <a:lnTo>
                  <a:pt x="3036605" y="1851847"/>
                </a:lnTo>
                <a:lnTo>
                  <a:pt x="3045444" y="1851847"/>
                </a:lnTo>
                <a:lnTo>
                  <a:pt x="3051200" y="1851847"/>
                </a:lnTo>
                <a:lnTo>
                  <a:pt x="3062917" y="1851847"/>
                </a:lnTo>
                <a:lnTo>
                  <a:pt x="3078643" y="1851847"/>
                </a:lnTo>
                <a:lnTo>
                  <a:pt x="3086557" y="1851847"/>
                </a:lnTo>
                <a:lnTo>
                  <a:pt x="3103208" y="1851847"/>
                </a:lnTo>
                <a:lnTo>
                  <a:pt x="3111430" y="1851847"/>
                </a:lnTo>
                <a:lnTo>
                  <a:pt x="3109888" y="1851847"/>
                </a:lnTo>
                <a:lnTo>
                  <a:pt x="3100844" y="1851847"/>
                </a:lnTo>
                <a:lnTo>
                  <a:pt x="3090668" y="1851847"/>
                </a:lnTo>
                <a:lnTo>
                  <a:pt x="3078745" y="1851847"/>
                </a:lnTo>
                <a:lnTo>
                  <a:pt x="3073709" y="1851847"/>
                </a:lnTo>
                <a:lnTo>
                  <a:pt x="3071962" y="1851847"/>
                </a:lnTo>
                <a:lnTo>
                  <a:pt x="3074840" y="1851847"/>
                </a:lnTo>
                <a:lnTo>
                  <a:pt x="3076793" y="1851847"/>
                </a:lnTo>
                <a:lnTo>
                  <a:pt x="3084501" y="1851847"/>
                </a:lnTo>
                <a:lnTo>
                  <a:pt x="3091388" y="1851847"/>
                </a:lnTo>
                <a:lnTo>
                  <a:pt x="3092210" y="1851847"/>
                </a:lnTo>
                <a:lnTo>
                  <a:pt x="3094677" y="1851847"/>
                </a:lnTo>
                <a:lnTo>
                  <a:pt x="3098788" y="1851847"/>
                </a:lnTo>
                <a:lnTo>
                  <a:pt x="3098685" y="1851847"/>
                </a:lnTo>
                <a:lnTo>
                  <a:pt x="3094471" y="1851847"/>
                </a:lnTo>
                <a:lnTo>
                  <a:pt x="3083885" y="1851847"/>
                </a:lnTo>
                <a:lnTo>
                  <a:pt x="3078848" y="1851847"/>
                </a:lnTo>
                <a:lnTo>
                  <a:pt x="3071345" y="1851847"/>
                </a:lnTo>
                <a:lnTo>
                  <a:pt x="3072887" y="1851847"/>
                </a:lnTo>
                <a:lnTo>
                  <a:pt x="3077306" y="1851847"/>
                </a:lnTo>
                <a:lnTo>
                  <a:pt x="3084090" y="1851847"/>
                </a:lnTo>
                <a:lnTo>
                  <a:pt x="3089846" y="1851847"/>
                </a:lnTo>
                <a:lnTo>
                  <a:pt x="3098274" y="1851847"/>
                </a:lnTo>
                <a:lnTo>
                  <a:pt x="3103105" y="1851847"/>
                </a:lnTo>
                <a:lnTo>
                  <a:pt x="3101974" y="1851847"/>
                </a:lnTo>
                <a:lnTo>
                  <a:pt x="3103310" y="1851847"/>
                </a:lnTo>
                <a:lnTo>
                  <a:pt x="3109169" y="1851847"/>
                </a:lnTo>
                <a:lnTo>
                  <a:pt x="3131987" y="1851847"/>
                </a:lnTo>
                <a:lnTo>
                  <a:pt x="3136509" y="1851847"/>
                </a:lnTo>
                <a:lnTo>
                  <a:pt x="3141340" y="1851847"/>
                </a:lnTo>
                <a:lnTo>
                  <a:pt x="3142882" y="1851847"/>
                </a:lnTo>
                <a:lnTo>
                  <a:pt x="3142368" y="1851847"/>
                </a:lnTo>
                <a:lnTo>
                  <a:pt x="3137331" y="1851847"/>
                </a:lnTo>
                <a:lnTo>
                  <a:pt x="3125511" y="1851847"/>
                </a:lnTo>
                <a:lnTo>
                  <a:pt x="3122839" y="1851847"/>
                </a:lnTo>
                <a:lnTo>
                  <a:pt x="3123867" y="1851847"/>
                </a:lnTo>
                <a:lnTo>
                  <a:pt x="3118317" y="1851847"/>
                </a:lnTo>
                <a:lnTo>
                  <a:pt x="3126025" y="1851847"/>
                </a:lnTo>
                <a:lnTo>
                  <a:pt x="3132706" y="1851847"/>
                </a:lnTo>
                <a:lnTo>
                  <a:pt x="3137229" y="1851847"/>
                </a:lnTo>
                <a:lnTo>
                  <a:pt x="3137331" y="1851847"/>
                </a:lnTo>
                <a:lnTo>
                  <a:pt x="3138770" y="1851847"/>
                </a:lnTo>
                <a:lnTo>
                  <a:pt x="3142368" y="1851847"/>
                </a:lnTo>
                <a:lnTo>
                  <a:pt x="3154291" y="1851847"/>
                </a:lnTo>
                <a:lnTo>
                  <a:pt x="3165905" y="1851847"/>
                </a:lnTo>
                <a:lnTo>
                  <a:pt x="3171455" y="1851847"/>
                </a:lnTo>
                <a:lnTo>
                  <a:pt x="3173511" y="1851847"/>
                </a:lnTo>
                <a:lnTo>
                  <a:pt x="3174333" y="1851847"/>
                </a:lnTo>
                <a:lnTo>
                  <a:pt x="3159841" y="1851847"/>
                </a:lnTo>
                <a:lnTo>
                  <a:pt x="3159430" y="1851847"/>
                </a:lnTo>
                <a:lnTo>
                  <a:pt x="3153365" y="1851847"/>
                </a:lnTo>
                <a:lnTo>
                  <a:pt x="3153263" y="1851847"/>
                </a:lnTo>
                <a:lnTo>
                  <a:pt x="3162308" y="1851847"/>
                </a:lnTo>
                <a:lnTo>
                  <a:pt x="3164158" y="1851847"/>
                </a:lnTo>
                <a:lnTo>
                  <a:pt x="3169297" y="1851847"/>
                </a:lnTo>
                <a:lnTo>
                  <a:pt x="3179678" y="1851847"/>
                </a:lnTo>
                <a:lnTo>
                  <a:pt x="3186667" y="1851847"/>
                </a:lnTo>
                <a:lnTo>
                  <a:pt x="3194478" y="1851847"/>
                </a:lnTo>
                <a:lnTo>
                  <a:pt x="3196329" y="1851847"/>
                </a:lnTo>
                <a:lnTo>
                  <a:pt x="3196226" y="1851847"/>
                </a:lnTo>
                <a:lnTo>
                  <a:pt x="3199412" y="1851847"/>
                </a:lnTo>
                <a:lnTo>
                  <a:pt x="3207326" y="1851847"/>
                </a:lnTo>
                <a:lnTo>
                  <a:pt x="3204859" y="1851847"/>
                </a:lnTo>
                <a:lnTo>
                  <a:pt x="3202907" y="1851847"/>
                </a:lnTo>
                <a:lnTo>
                  <a:pt x="3205887" y="1851847"/>
                </a:lnTo>
                <a:lnTo>
                  <a:pt x="3207635" y="1851847"/>
                </a:lnTo>
                <a:lnTo>
                  <a:pt x="3210718" y="1851847"/>
                </a:lnTo>
                <a:lnTo>
                  <a:pt x="3219146" y="1851847"/>
                </a:lnTo>
                <a:lnTo>
                  <a:pt x="3221202" y="1851847"/>
                </a:lnTo>
                <a:lnTo>
                  <a:pt x="3222230" y="1851847"/>
                </a:lnTo>
                <a:lnTo>
                  <a:pt x="3226444" y="1851847"/>
                </a:lnTo>
                <a:lnTo>
                  <a:pt x="3232097" y="1851847"/>
                </a:lnTo>
                <a:lnTo>
                  <a:pt x="3239806" y="1851847"/>
                </a:lnTo>
                <a:lnTo>
                  <a:pt x="3239394" y="1851847"/>
                </a:lnTo>
                <a:lnTo>
                  <a:pt x="3242272" y="1851847"/>
                </a:lnTo>
                <a:lnTo>
                  <a:pt x="3243197" y="1851847"/>
                </a:lnTo>
                <a:lnTo>
                  <a:pt x="3248028" y="1851847"/>
                </a:lnTo>
                <a:lnTo>
                  <a:pt x="3249056" y="1851847"/>
                </a:lnTo>
                <a:lnTo>
                  <a:pt x="3245150" y="1851847"/>
                </a:lnTo>
                <a:lnTo>
                  <a:pt x="3243197" y="1851847"/>
                </a:lnTo>
                <a:lnTo>
                  <a:pt x="3249878" y="1851847"/>
                </a:lnTo>
                <a:lnTo>
                  <a:pt x="3256559" y="1851847"/>
                </a:lnTo>
                <a:lnTo>
                  <a:pt x="3261081" y="1851847"/>
                </a:lnTo>
                <a:lnTo>
                  <a:pt x="3264165" y="1851847"/>
                </a:lnTo>
                <a:lnTo>
                  <a:pt x="3268379" y="1851847"/>
                </a:lnTo>
                <a:lnTo>
                  <a:pt x="3270846" y="1851847"/>
                </a:lnTo>
                <a:lnTo>
                  <a:pt x="3279068" y="1851847"/>
                </a:lnTo>
                <a:lnTo>
                  <a:pt x="3287188" y="1851847"/>
                </a:lnTo>
                <a:lnTo>
                  <a:pt x="3296233" y="1851847"/>
                </a:lnTo>
                <a:lnTo>
                  <a:pt x="3307436" y="1851847"/>
                </a:lnTo>
                <a:lnTo>
                  <a:pt x="3317920" y="1851847"/>
                </a:lnTo>
                <a:lnTo>
                  <a:pt x="3316173" y="1851847"/>
                </a:lnTo>
                <a:lnTo>
                  <a:pt x="3317406" y="1851847"/>
                </a:lnTo>
                <a:lnTo>
                  <a:pt x="3330460" y="1851847"/>
                </a:lnTo>
                <a:lnTo>
                  <a:pt x="3341046" y="1851847"/>
                </a:lnTo>
                <a:lnTo>
                  <a:pt x="3350605" y="1851847"/>
                </a:lnTo>
                <a:lnTo>
                  <a:pt x="3370545" y="1851847"/>
                </a:lnTo>
                <a:lnTo>
                  <a:pt x="3387504" y="1851847"/>
                </a:lnTo>
                <a:lnTo>
                  <a:pt x="3395007" y="1851847"/>
                </a:lnTo>
                <a:lnTo>
                  <a:pt x="3409602" y="1851847"/>
                </a:lnTo>
                <a:lnTo>
                  <a:pt x="3418853" y="1851847"/>
                </a:lnTo>
                <a:lnTo>
                  <a:pt x="3431700" y="1851847"/>
                </a:lnTo>
                <a:lnTo>
                  <a:pt x="3461713" y="1851847"/>
                </a:lnTo>
                <a:lnTo>
                  <a:pt x="3463666" y="1851847"/>
                </a:lnTo>
                <a:lnTo>
                  <a:pt x="3459657" y="1851847"/>
                </a:lnTo>
                <a:lnTo>
                  <a:pt x="3455957" y="1851847"/>
                </a:lnTo>
                <a:lnTo>
                  <a:pt x="3451435" y="1851847"/>
                </a:lnTo>
                <a:lnTo>
                  <a:pt x="3450304" y="1851847"/>
                </a:lnTo>
                <a:lnTo>
                  <a:pt x="3454724" y="1851847"/>
                </a:lnTo>
                <a:lnTo>
                  <a:pt x="3459143" y="1851847"/>
                </a:lnTo>
                <a:lnTo>
                  <a:pt x="3463974" y="1851847"/>
                </a:lnTo>
                <a:lnTo>
                  <a:pt x="3469421" y="1851847"/>
                </a:lnTo>
                <a:lnTo>
                  <a:pt x="3469833" y="1851847"/>
                </a:lnTo>
                <a:lnTo>
                  <a:pt x="3466544" y="1851847"/>
                </a:lnTo>
                <a:lnTo>
                  <a:pt x="3460993" y="1851847"/>
                </a:lnTo>
                <a:lnTo>
                  <a:pt x="3461199" y="1851847"/>
                </a:lnTo>
                <a:lnTo>
                  <a:pt x="3465619" y="1851847"/>
                </a:lnTo>
                <a:lnTo>
                  <a:pt x="3472505" y="1851847"/>
                </a:lnTo>
                <a:lnTo>
                  <a:pt x="3480008" y="1851847"/>
                </a:lnTo>
                <a:lnTo>
                  <a:pt x="3484633" y="1851847"/>
                </a:lnTo>
                <a:lnTo>
                  <a:pt x="3485353" y="1851847"/>
                </a:lnTo>
                <a:lnTo>
                  <a:pt x="3492239" y="1851847"/>
                </a:lnTo>
                <a:lnTo>
                  <a:pt x="3502415" y="1851847"/>
                </a:lnTo>
                <a:lnTo>
                  <a:pt x="3508582" y="1851847"/>
                </a:lnTo>
                <a:lnTo>
                  <a:pt x="3551956" y="1851847"/>
                </a:lnTo>
                <a:lnTo>
                  <a:pt x="3562954" y="1851847"/>
                </a:lnTo>
                <a:lnTo>
                  <a:pt x="3563981" y="1851847"/>
                </a:lnTo>
                <a:lnTo>
                  <a:pt x="3568195" y="1851847"/>
                </a:lnTo>
                <a:lnTo>
                  <a:pt x="3570457" y="1851847"/>
                </a:lnTo>
                <a:lnTo>
                  <a:pt x="3570046" y="1851847"/>
                </a:lnTo>
                <a:lnTo>
                  <a:pt x="3573540" y="1851847"/>
                </a:lnTo>
                <a:lnTo>
                  <a:pt x="3585155" y="1851847"/>
                </a:lnTo>
                <a:lnTo>
                  <a:pt x="3593172" y="1851847"/>
                </a:lnTo>
                <a:lnTo>
                  <a:pt x="3604272" y="1851847"/>
                </a:lnTo>
                <a:lnTo>
                  <a:pt x="3606430" y="1851847"/>
                </a:lnTo>
                <a:lnTo>
                  <a:pt x="3611261" y="1851847"/>
                </a:lnTo>
                <a:lnTo>
                  <a:pt x="3612803" y="1851847"/>
                </a:lnTo>
                <a:lnTo>
                  <a:pt x="3610542" y="1851847"/>
                </a:lnTo>
                <a:lnTo>
                  <a:pt x="3609000" y="1851847"/>
                </a:lnTo>
                <a:lnTo>
                  <a:pt x="3611467" y="1851847"/>
                </a:lnTo>
                <a:lnTo>
                  <a:pt x="3624417" y="1851847"/>
                </a:lnTo>
                <a:lnTo>
                  <a:pt x="3633257" y="1851847"/>
                </a:lnTo>
                <a:lnTo>
                  <a:pt x="3629043" y="1851847"/>
                </a:lnTo>
                <a:lnTo>
                  <a:pt x="3623492" y="1851847"/>
                </a:lnTo>
                <a:lnTo>
                  <a:pt x="3614139" y="1851847"/>
                </a:lnTo>
                <a:lnTo>
                  <a:pt x="3608178" y="1851847"/>
                </a:lnTo>
                <a:lnTo>
                  <a:pt x="3617839" y="1851847"/>
                </a:lnTo>
                <a:lnTo>
                  <a:pt x="3617737" y="1851847"/>
                </a:lnTo>
                <a:lnTo>
                  <a:pt x="3608486" y="1851847"/>
                </a:lnTo>
                <a:lnTo>
                  <a:pt x="3595741" y="1851847"/>
                </a:lnTo>
                <a:lnTo>
                  <a:pt x="3584949" y="1851847"/>
                </a:lnTo>
                <a:lnTo>
                  <a:pt x="3593172" y="1851847"/>
                </a:lnTo>
                <a:lnTo>
                  <a:pt x="3609720" y="1851847"/>
                </a:lnTo>
                <a:lnTo>
                  <a:pt x="3618970" y="1851847"/>
                </a:lnTo>
                <a:lnTo>
                  <a:pt x="3619792" y="1851847"/>
                </a:lnTo>
                <a:lnTo>
                  <a:pt x="3624315" y="1851847"/>
                </a:lnTo>
                <a:lnTo>
                  <a:pt x="3627090" y="1851847"/>
                </a:lnTo>
                <a:lnTo>
                  <a:pt x="3627912" y="1851847"/>
                </a:lnTo>
                <a:lnTo>
                  <a:pt x="3632229" y="1851847"/>
                </a:lnTo>
                <a:lnTo>
                  <a:pt x="3642404" y="1851847"/>
                </a:lnTo>
                <a:lnTo>
                  <a:pt x="3656280" y="1851847"/>
                </a:lnTo>
                <a:lnTo>
                  <a:pt x="3662755" y="1851847"/>
                </a:lnTo>
                <a:lnTo>
                  <a:pt x="3669231" y="1851847"/>
                </a:lnTo>
                <a:lnTo>
                  <a:pt x="3675500" y="1851847"/>
                </a:lnTo>
                <a:lnTo>
                  <a:pt x="3662652" y="1851847"/>
                </a:lnTo>
                <a:lnTo>
                  <a:pt x="3663680" y="1851847"/>
                </a:lnTo>
                <a:lnTo>
                  <a:pt x="3666044" y="1851847"/>
                </a:lnTo>
                <a:lnTo>
                  <a:pt x="3681462" y="1851847"/>
                </a:lnTo>
                <a:lnTo>
                  <a:pt x="3689890" y="1851847"/>
                </a:lnTo>
                <a:lnTo>
                  <a:pt x="3695440" y="1851847"/>
                </a:lnTo>
                <a:lnTo>
                  <a:pt x="3707568" y="1851847"/>
                </a:lnTo>
                <a:lnTo>
                  <a:pt x="3712194" y="1851847"/>
                </a:lnTo>
                <a:lnTo>
                  <a:pt x="3711474" y="1851847"/>
                </a:lnTo>
                <a:lnTo>
                  <a:pt x="3712810" y="1851847"/>
                </a:lnTo>
                <a:lnTo>
                  <a:pt x="3717847" y="1851847"/>
                </a:lnTo>
                <a:lnTo>
                  <a:pt x="3724425" y="1851847"/>
                </a:lnTo>
                <a:lnTo>
                  <a:pt x="3728639" y="1851847"/>
                </a:lnTo>
                <a:lnTo>
                  <a:pt x="3737889" y="1851847"/>
                </a:lnTo>
                <a:lnTo>
                  <a:pt x="3741075" y="1851847"/>
                </a:lnTo>
                <a:lnTo>
                  <a:pt x="3739534" y="1851847"/>
                </a:lnTo>
                <a:lnTo>
                  <a:pt x="3738609" y="1851847"/>
                </a:lnTo>
                <a:lnTo>
                  <a:pt x="3747140" y="1851847"/>
                </a:lnTo>
                <a:lnTo>
                  <a:pt x="3753923" y="1851847"/>
                </a:lnTo>
                <a:lnTo>
                  <a:pt x="3754643" y="1851847"/>
                </a:lnTo>
                <a:lnTo>
                  <a:pt x="3753615" y="1851847"/>
                </a:lnTo>
                <a:lnTo>
                  <a:pt x="3756287" y="1851847"/>
                </a:lnTo>
                <a:lnTo>
                  <a:pt x="3774171" y="1851847"/>
                </a:lnTo>
                <a:lnTo>
                  <a:pt x="3778797" y="1851847"/>
                </a:lnTo>
                <a:lnTo>
                  <a:pt x="3781572" y="1851847"/>
                </a:lnTo>
                <a:lnTo>
                  <a:pt x="3783833" y="1851847"/>
                </a:lnTo>
                <a:lnTo>
                  <a:pt x="3786711" y="1851847"/>
                </a:lnTo>
                <a:lnTo>
                  <a:pt x="3796578" y="1851847"/>
                </a:lnTo>
                <a:lnTo>
                  <a:pt x="3826179" y="1851847"/>
                </a:lnTo>
                <a:lnTo>
                  <a:pt x="3842830" y="1851847"/>
                </a:lnTo>
                <a:lnTo>
                  <a:pt x="3849922" y="1851847"/>
                </a:lnTo>
                <a:lnTo>
                  <a:pt x="3860920" y="1851847"/>
                </a:lnTo>
                <a:lnTo>
                  <a:pt x="3873048" y="1851847"/>
                </a:lnTo>
                <a:lnTo>
                  <a:pt x="3880346" y="1851847"/>
                </a:lnTo>
                <a:lnTo>
                  <a:pt x="3892577" y="1851847"/>
                </a:lnTo>
                <a:lnTo>
                  <a:pt x="3896585" y="1851847"/>
                </a:lnTo>
                <a:lnTo>
                  <a:pt x="3899772" y="1851847"/>
                </a:lnTo>
                <a:lnTo>
                  <a:pt x="3906864" y="1851847"/>
                </a:lnTo>
                <a:lnTo>
                  <a:pt x="3914367" y="1851847"/>
                </a:lnTo>
                <a:lnTo>
                  <a:pt x="3923823" y="1851847"/>
                </a:lnTo>
                <a:lnTo>
                  <a:pt x="3927626" y="1851847"/>
                </a:lnTo>
                <a:lnTo>
                  <a:pt x="3919095" y="1851847"/>
                </a:lnTo>
                <a:lnTo>
                  <a:pt x="3919609" y="1851847"/>
                </a:lnTo>
                <a:lnTo>
                  <a:pt x="3919095" y="1851847"/>
                </a:lnTo>
                <a:lnTo>
                  <a:pt x="3920636" y="1851847"/>
                </a:lnTo>
                <a:lnTo>
                  <a:pt x="3923617" y="1851847"/>
                </a:lnTo>
                <a:lnTo>
                  <a:pt x="3903163" y="1851024"/>
                </a:lnTo>
                <a:lnTo>
                  <a:pt x="3882915" y="1848555"/>
                </a:lnTo>
                <a:lnTo>
                  <a:pt x="3868115" y="1851847"/>
                </a:lnTo>
                <a:lnTo>
                  <a:pt x="3861845" y="1849275"/>
                </a:lnTo>
                <a:lnTo>
                  <a:pt x="3848689" y="1836312"/>
                </a:lnTo>
                <a:lnTo>
                  <a:pt x="3836046" y="1831477"/>
                </a:lnTo>
                <a:lnTo>
                  <a:pt x="3835019" y="1828287"/>
                </a:lnTo>
                <a:lnTo>
                  <a:pt x="3850436" y="1819028"/>
                </a:lnTo>
                <a:lnTo>
                  <a:pt x="3856295" y="1820571"/>
                </a:lnTo>
                <a:lnTo>
                  <a:pt x="3865237" y="1829316"/>
                </a:lnTo>
                <a:lnTo>
                  <a:pt x="3870273" y="1832403"/>
                </a:lnTo>
                <a:lnTo>
                  <a:pt x="3874693" y="1831785"/>
                </a:lnTo>
                <a:lnTo>
                  <a:pt x="3877468" y="1824995"/>
                </a:lnTo>
                <a:lnTo>
                  <a:pt x="3881374" y="1821394"/>
                </a:lnTo>
                <a:lnTo>
                  <a:pt x="3888671" y="1823452"/>
                </a:lnTo>
                <a:lnTo>
                  <a:pt x="3911592" y="1838164"/>
                </a:lnTo>
                <a:lnTo>
                  <a:pt x="3924542" y="1851847"/>
                </a:lnTo>
                <a:lnTo>
                  <a:pt x="3931120" y="1848658"/>
                </a:lnTo>
                <a:lnTo>
                  <a:pt x="3942426" y="1840633"/>
                </a:lnTo>
                <a:lnTo>
                  <a:pt x="3953116" y="1842279"/>
                </a:lnTo>
                <a:lnTo>
                  <a:pt x="3959694" y="1847012"/>
                </a:lnTo>
                <a:lnTo>
                  <a:pt x="3968841" y="1851847"/>
                </a:lnTo>
                <a:lnTo>
                  <a:pt x="3976139" y="1851847"/>
                </a:lnTo>
                <a:lnTo>
                  <a:pt x="3993715" y="1851847"/>
                </a:lnTo>
                <a:lnTo>
                  <a:pt x="4002657" y="1851847"/>
                </a:lnTo>
                <a:lnTo>
                  <a:pt x="4011907" y="1851847"/>
                </a:lnTo>
                <a:lnTo>
                  <a:pt x="4024344" y="1851847"/>
                </a:lnTo>
                <a:lnTo>
                  <a:pt x="4050040" y="1851847"/>
                </a:lnTo>
                <a:lnTo>
                  <a:pt x="4074193" y="1851847"/>
                </a:lnTo>
                <a:lnTo>
                  <a:pt x="4084266" y="1851847"/>
                </a:lnTo>
                <a:lnTo>
                  <a:pt x="4095983" y="1851847"/>
                </a:lnTo>
                <a:lnTo>
                  <a:pt x="4102767" y="1851847"/>
                </a:lnTo>
                <a:lnTo>
                  <a:pt x="4115204" y="1851847"/>
                </a:lnTo>
                <a:lnTo>
                  <a:pt x="4134938" y="1851847"/>
                </a:lnTo>
                <a:lnTo>
                  <a:pt x="4143777" y="1851847"/>
                </a:lnTo>
                <a:lnTo>
                  <a:pt x="4147786" y="1851847"/>
                </a:lnTo>
                <a:lnTo>
                  <a:pt x="4165773" y="1851847"/>
                </a:lnTo>
                <a:lnTo>
                  <a:pt x="4185096" y="1851847"/>
                </a:lnTo>
                <a:lnTo>
                  <a:pt x="4198869" y="1851847"/>
                </a:lnTo>
                <a:lnTo>
                  <a:pt x="4219117" y="1851847"/>
                </a:lnTo>
                <a:lnTo>
                  <a:pt x="4233198" y="1851847"/>
                </a:lnTo>
                <a:lnTo>
                  <a:pt x="4243682" y="1851847"/>
                </a:lnTo>
                <a:lnTo>
                  <a:pt x="4253652" y="1851847"/>
                </a:lnTo>
                <a:lnTo>
                  <a:pt x="4257455" y="1851847"/>
                </a:lnTo>
                <a:lnTo>
                  <a:pt x="4249437" y="1851847"/>
                </a:lnTo>
                <a:lnTo>
                  <a:pt x="4248410" y="1851847"/>
                </a:lnTo>
                <a:lnTo>
                  <a:pt x="4254782" y="1851847"/>
                </a:lnTo>
                <a:lnTo>
                  <a:pt x="4254063" y="1851847"/>
                </a:lnTo>
                <a:lnTo>
                  <a:pt x="4245326" y="1851847"/>
                </a:lnTo>
                <a:lnTo>
                  <a:pt x="4234945" y="1851847"/>
                </a:lnTo>
                <a:lnTo>
                  <a:pt x="4235048" y="1851847"/>
                </a:lnTo>
                <a:lnTo>
                  <a:pt x="4239159" y="1851847"/>
                </a:lnTo>
                <a:lnTo>
                  <a:pt x="4243990" y="1851847"/>
                </a:lnTo>
                <a:lnTo>
                  <a:pt x="4250774" y="1851847"/>
                </a:lnTo>
                <a:lnTo>
                  <a:pt x="4259099" y="1851847"/>
                </a:lnTo>
                <a:lnTo>
                  <a:pt x="4266294" y="1851847"/>
                </a:lnTo>
                <a:lnTo>
                  <a:pt x="4268658" y="1851847"/>
                </a:lnTo>
                <a:lnTo>
                  <a:pt x="4273900" y="1851847"/>
                </a:lnTo>
                <a:lnTo>
                  <a:pt x="4285309" y="1851847"/>
                </a:lnTo>
                <a:lnTo>
                  <a:pt x="4292298" y="1851847"/>
                </a:lnTo>
                <a:lnTo>
                  <a:pt x="4299287" y="1851847"/>
                </a:lnTo>
                <a:lnTo>
                  <a:pt x="4295484" y="1851847"/>
                </a:lnTo>
                <a:lnTo>
                  <a:pt x="4291167" y="1851847"/>
                </a:lnTo>
                <a:lnTo>
                  <a:pt x="4293223" y="1851847"/>
                </a:lnTo>
                <a:lnTo>
                  <a:pt x="4311004" y="1851847"/>
                </a:lnTo>
                <a:lnTo>
                  <a:pt x="4320974" y="1851847"/>
                </a:lnTo>
                <a:lnTo>
                  <a:pt x="4328169" y="1851847"/>
                </a:lnTo>
                <a:lnTo>
                  <a:pt x="4339372" y="1851847"/>
                </a:lnTo>
                <a:lnTo>
                  <a:pt x="4351398" y="1851847"/>
                </a:lnTo>
                <a:lnTo>
                  <a:pt x="4357667" y="1851847"/>
                </a:lnTo>
                <a:lnTo>
                  <a:pt x="4362807" y="1851847"/>
                </a:lnTo>
                <a:lnTo>
                  <a:pt x="4320666" y="1851847"/>
                </a:lnTo>
                <a:lnTo>
                  <a:pt x="4318713" y="1851847"/>
                </a:lnTo>
                <a:lnTo>
                  <a:pt x="4324366" y="1851847"/>
                </a:lnTo>
                <a:lnTo>
                  <a:pt x="4326524" y="1851847"/>
                </a:lnTo>
                <a:lnTo>
                  <a:pt x="4312854" y="1851847"/>
                </a:lnTo>
                <a:lnTo>
                  <a:pt x="4307818" y="1851847"/>
                </a:lnTo>
                <a:lnTo>
                  <a:pt x="4302987" y="1851847"/>
                </a:lnTo>
                <a:lnTo>
                  <a:pt x="4295690" y="1851847"/>
                </a:lnTo>
                <a:lnTo>
                  <a:pt x="4289317" y="1851847"/>
                </a:lnTo>
                <a:lnTo>
                  <a:pt x="4282533" y="1851847"/>
                </a:lnTo>
                <a:lnTo>
                  <a:pt x="4257968" y="1851847"/>
                </a:lnTo>
                <a:lnTo>
                  <a:pt x="4258174" y="1851847"/>
                </a:lnTo>
                <a:lnTo>
                  <a:pt x="4264444" y="1851847"/>
                </a:lnTo>
                <a:lnTo>
                  <a:pt x="4260744" y="1851847"/>
                </a:lnTo>
                <a:lnTo>
                  <a:pt x="4253446" y="1851847"/>
                </a:lnTo>
                <a:lnTo>
                  <a:pt x="4245532" y="1851847"/>
                </a:lnTo>
                <a:lnTo>
                  <a:pt x="4239262" y="1851847"/>
                </a:lnTo>
                <a:lnTo>
                  <a:pt x="4218089" y="1851847"/>
                </a:lnTo>
                <a:lnTo>
                  <a:pt x="4211305" y="1851847"/>
                </a:lnTo>
                <a:lnTo>
                  <a:pt x="4204316" y="1851847"/>
                </a:lnTo>
                <a:lnTo>
                  <a:pt x="4206680" y="1851847"/>
                </a:lnTo>
                <a:lnTo>
                  <a:pt x="4209250" y="1851847"/>
                </a:lnTo>
                <a:lnTo>
                  <a:pt x="4217267" y="1851847"/>
                </a:lnTo>
                <a:lnTo>
                  <a:pt x="4248307" y="1851847"/>
                </a:lnTo>
                <a:lnTo>
                  <a:pt x="4262388" y="1851847"/>
                </a:lnTo>
                <a:lnTo>
                  <a:pt x="4286542" y="1851847"/>
                </a:lnTo>
                <a:lnTo>
                  <a:pt x="4292092" y="1851847"/>
                </a:lnTo>
                <a:lnTo>
                  <a:pt x="4295381" y="1851847"/>
                </a:lnTo>
                <a:lnTo>
                  <a:pt x="4312957" y="1851847"/>
                </a:lnTo>
                <a:lnTo>
                  <a:pt x="4325496" y="1851847"/>
                </a:lnTo>
                <a:lnTo>
                  <a:pt x="4329094" y="1851847"/>
                </a:lnTo>
                <a:lnTo>
                  <a:pt x="4331663" y="1851847"/>
                </a:lnTo>
                <a:lnTo>
                  <a:pt x="4334850" y="1851847"/>
                </a:lnTo>
                <a:lnTo>
                  <a:pt x="4337933" y="1851847"/>
                </a:lnTo>
                <a:lnTo>
                  <a:pt x="4337419" y="1851847"/>
                </a:lnTo>
                <a:lnTo>
                  <a:pt x="4336083" y="1851847"/>
                </a:lnTo>
                <a:lnTo>
                  <a:pt x="4337214" y="1851847"/>
                </a:lnTo>
                <a:lnTo>
                  <a:pt x="4346156" y="1851847"/>
                </a:lnTo>
                <a:lnTo>
                  <a:pt x="4360340" y="1851847"/>
                </a:lnTo>
                <a:lnTo>
                  <a:pt x="4368460" y="1851847"/>
                </a:lnTo>
                <a:lnTo>
                  <a:pt x="4377504" y="1851847"/>
                </a:lnTo>
                <a:lnTo>
                  <a:pt x="4385624" y="1851847"/>
                </a:lnTo>
                <a:lnTo>
                  <a:pt x="4398986" y="1851847"/>
                </a:lnTo>
                <a:lnTo>
                  <a:pt x="4422318" y="1851847"/>
                </a:lnTo>
                <a:lnTo>
                  <a:pt x="4440613" y="1851847"/>
                </a:lnTo>
                <a:lnTo>
                  <a:pt x="4462094" y="1851847"/>
                </a:lnTo>
                <a:lnTo>
                  <a:pt x="4478437" y="1851847"/>
                </a:lnTo>
                <a:lnTo>
                  <a:pt x="4496218" y="1851847"/>
                </a:lnTo>
                <a:lnTo>
                  <a:pt x="4523044" y="1851847"/>
                </a:lnTo>
                <a:lnTo>
                  <a:pt x="4535378" y="1851847"/>
                </a:lnTo>
                <a:lnTo>
                  <a:pt x="4555318" y="1851847"/>
                </a:lnTo>
                <a:lnTo>
                  <a:pt x="4574847" y="1851847"/>
                </a:lnTo>
                <a:lnTo>
                  <a:pt x="4585125" y="1851847"/>
                </a:lnTo>
                <a:lnTo>
                  <a:pt x="4588722" y="1851847"/>
                </a:lnTo>
                <a:lnTo>
                  <a:pt x="4589647" y="1851847"/>
                </a:lnTo>
                <a:lnTo>
                  <a:pt x="4599309" y="1851847"/>
                </a:lnTo>
                <a:lnTo>
                  <a:pt x="4619146" y="1851847"/>
                </a:lnTo>
                <a:lnTo>
                  <a:pt x="4644739" y="1851847"/>
                </a:lnTo>
                <a:lnTo>
                  <a:pt x="4665809" y="1851847"/>
                </a:lnTo>
                <a:lnTo>
                  <a:pt x="4671051" y="1851847"/>
                </a:lnTo>
                <a:lnTo>
                  <a:pt x="4680301" y="1851847"/>
                </a:lnTo>
                <a:lnTo>
                  <a:pt x="4698186" y="1851847"/>
                </a:lnTo>
                <a:lnTo>
                  <a:pt x="4729123" y="1851847"/>
                </a:lnTo>
                <a:lnTo>
                  <a:pt x="4743204" y="1851847"/>
                </a:lnTo>
                <a:lnTo>
                  <a:pt x="4761911" y="1851847"/>
                </a:lnTo>
                <a:lnTo>
                  <a:pt x="4770750" y="1851847"/>
                </a:lnTo>
                <a:lnTo>
                  <a:pt x="4775889" y="1851847"/>
                </a:lnTo>
                <a:lnTo>
                  <a:pt x="4801893" y="1851847"/>
                </a:lnTo>
                <a:lnTo>
                  <a:pt x="4809293" y="1851847"/>
                </a:lnTo>
                <a:lnTo>
                  <a:pt x="4815974" y="1851847"/>
                </a:lnTo>
                <a:lnTo>
                  <a:pt x="4821730" y="1851847"/>
                </a:lnTo>
                <a:lnTo>
                  <a:pt x="4819777" y="1851847"/>
                </a:lnTo>
                <a:lnTo>
                  <a:pt x="4825841" y="1851847"/>
                </a:lnTo>
                <a:lnTo>
                  <a:pt x="4830775" y="1851847"/>
                </a:lnTo>
                <a:lnTo>
                  <a:pt x="4828822" y="1851847"/>
                </a:lnTo>
                <a:lnTo>
                  <a:pt x="4828000" y="1851847"/>
                </a:lnTo>
                <a:lnTo>
                  <a:pt x="4830775" y="1851847"/>
                </a:lnTo>
                <a:lnTo>
                  <a:pt x="4830775" y="1828493"/>
                </a:lnTo>
                <a:lnTo>
                  <a:pt x="4830775" y="1794954"/>
                </a:lnTo>
                <a:lnTo>
                  <a:pt x="4830775" y="1788473"/>
                </a:lnTo>
                <a:lnTo>
                  <a:pt x="4830775" y="1780036"/>
                </a:lnTo>
                <a:lnTo>
                  <a:pt x="4830775" y="1770263"/>
                </a:lnTo>
                <a:lnTo>
                  <a:pt x="4830775" y="1774481"/>
                </a:lnTo>
                <a:lnTo>
                  <a:pt x="4830775" y="1781785"/>
                </a:lnTo>
                <a:lnTo>
                  <a:pt x="4830775" y="1787444"/>
                </a:lnTo>
                <a:lnTo>
                  <a:pt x="4830775" y="1801436"/>
                </a:lnTo>
                <a:lnTo>
                  <a:pt x="4830775" y="1812238"/>
                </a:lnTo>
                <a:lnTo>
                  <a:pt x="4830775" y="1822423"/>
                </a:lnTo>
                <a:lnTo>
                  <a:pt x="4830775" y="1831991"/>
                </a:lnTo>
                <a:lnTo>
                  <a:pt x="4830775" y="1844851"/>
                </a:lnTo>
                <a:lnTo>
                  <a:pt x="4830775" y="1851847"/>
                </a:lnTo>
                <a:close/>
              </a:path>
              <a:path w="4830775" h="1851847">
                <a:moveTo>
                  <a:pt x="3695954" y="1851847"/>
                </a:moveTo>
                <a:lnTo>
                  <a:pt x="3704485" y="1851847"/>
                </a:lnTo>
                <a:lnTo>
                  <a:pt x="3708391" y="1851847"/>
                </a:lnTo>
                <a:lnTo>
                  <a:pt x="3710755" y="1851847"/>
                </a:lnTo>
                <a:lnTo>
                  <a:pt x="3711063" y="1851847"/>
                </a:lnTo>
                <a:lnTo>
                  <a:pt x="3700476" y="1851847"/>
                </a:lnTo>
                <a:lnTo>
                  <a:pt x="3681359" y="1851847"/>
                </a:lnTo>
                <a:lnTo>
                  <a:pt x="3662241" y="1851847"/>
                </a:lnTo>
                <a:lnTo>
                  <a:pt x="3656691" y="1851847"/>
                </a:lnTo>
                <a:lnTo>
                  <a:pt x="3653197" y="1851847"/>
                </a:lnTo>
                <a:lnTo>
                  <a:pt x="3656177" y="1851847"/>
                </a:lnTo>
                <a:lnTo>
                  <a:pt x="3663064" y="1851847"/>
                </a:lnTo>
                <a:lnTo>
                  <a:pt x="3669128" y="1851847"/>
                </a:lnTo>
                <a:lnTo>
                  <a:pt x="3667997" y="1851847"/>
                </a:lnTo>
                <a:lnTo>
                  <a:pt x="3664503" y="1849584"/>
                </a:lnTo>
                <a:lnTo>
                  <a:pt x="3674575" y="1837547"/>
                </a:lnTo>
                <a:lnTo>
                  <a:pt x="3679098" y="1835077"/>
                </a:lnTo>
                <a:lnTo>
                  <a:pt x="3683620" y="1835077"/>
                </a:lnTo>
                <a:lnTo>
                  <a:pt x="3687526" y="1843617"/>
                </a:lnTo>
                <a:lnTo>
                  <a:pt x="3688451" y="1851847"/>
                </a:lnTo>
                <a:lnTo>
                  <a:pt x="3693282" y="1851847"/>
                </a:lnTo>
                <a:lnTo>
                  <a:pt x="3695954" y="1851847"/>
                </a:lnTo>
                <a:close/>
              </a:path>
              <a:path w="4830775" h="1851847">
                <a:moveTo>
                  <a:pt x="3712399" y="1839090"/>
                </a:moveTo>
                <a:lnTo>
                  <a:pt x="3726069" y="1839913"/>
                </a:lnTo>
                <a:lnTo>
                  <a:pt x="3742617" y="1832197"/>
                </a:lnTo>
                <a:lnTo>
                  <a:pt x="3750223" y="1835386"/>
                </a:lnTo>
                <a:lnTo>
                  <a:pt x="3753923" y="1834769"/>
                </a:lnTo>
                <a:lnTo>
                  <a:pt x="3766052" y="1827464"/>
                </a:lnTo>
                <a:lnTo>
                  <a:pt x="3773863" y="1825407"/>
                </a:lnTo>
                <a:lnTo>
                  <a:pt x="3779105" y="1819954"/>
                </a:lnTo>
                <a:lnTo>
                  <a:pt x="3784552" y="1825818"/>
                </a:lnTo>
                <a:lnTo>
                  <a:pt x="3796475" y="1832608"/>
                </a:lnTo>
                <a:lnTo>
                  <a:pt x="3800175" y="1839810"/>
                </a:lnTo>
                <a:lnTo>
                  <a:pt x="3805212" y="1843102"/>
                </a:lnTo>
                <a:lnTo>
                  <a:pt x="3806959" y="1845366"/>
                </a:lnTo>
                <a:lnTo>
                  <a:pt x="3799661" y="1851847"/>
                </a:lnTo>
                <a:lnTo>
                  <a:pt x="3798736" y="1851847"/>
                </a:lnTo>
                <a:lnTo>
                  <a:pt x="3790925" y="1851847"/>
                </a:lnTo>
                <a:lnTo>
                  <a:pt x="3781572" y="1851847"/>
                </a:lnTo>
                <a:lnTo>
                  <a:pt x="3746523" y="1851847"/>
                </a:lnTo>
                <a:lnTo>
                  <a:pt x="3715072" y="1851847"/>
                </a:lnTo>
                <a:lnTo>
                  <a:pt x="3701401" y="1851847"/>
                </a:lnTo>
                <a:lnTo>
                  <a:pt x="3692254" y="1846291"/>
                </a:lnTo>
                <a:lnTo>
                  <a:pt x="3690404" y="1831785"/>
                </a:lnTo>
                <a:lnTo>
                  <a:pt x="3686704" y="1822526"/>
                </a:lnTo>
                <a:lnTo>
                  <a:pt x="3688348" y="1820160"/>
                </a:lnTo>
                <a:lnTo>
                  <a:pt x="3690198" y="1818925"/>
                </a:lnTo>
                <a:lnTo>
                  <a:pt x="3692665" y="1819234"/>
                </a:lnTo>
                <a:lnTo>
                  <a:pt x="3702121" y="1829110"/>
                </a:lnTo>
                <a:lnTo>
                  <a:pt x="3706335" y="1831888"/>
                </a:lnTo>
                <a:lnTo>
                  <a:pt x="3712399" y="1839090"/>
                </a:lnTo>
                <a:close/>
              </a:path>
              <a:path w="4830775" h="1851847">
                <a:moveTo>
                  <a:pt x="4327038" y="1839398"/>
                </a:moveTo>
                <a:lnTo>
                  <a:pt x="4319638" y="1845571"/>
                </a:lnTo>
                <a:lnTo>
                  <a:pt x="4319124" y="1840942"/>
                </a:lnTo>
                <a:lnTo>
                  <a:pt x="4323030" y="1837238"/>
                </a:lnTo>
                <a:lnTo>
                  <a:pt x="4332177" y="1822217"/>
                </a:lnTo>
                <a:lnTo>
                  <a:pt x="4336186" y="1818720"/>
                </a:lnTo>
                <a:lnTo>
                  <a:pt x="4338550" y="1816662"/>
                </a:lnTo>
                <a:lnTo>
                  <a:pt x="4340194" y="1811209"/>
                </a:lnTo>
                <a:lnTo>
                  <a:pt x="4340708" y="1802979"/>
                </a:lnTo>
                <a:lnTo>
                  <a:pt x="4345642" y="1801641"/>
                </a:lnTo>
                <a:lnTo>
                  <a:pt x="4341633" y="1820468"/>
                </a:lnTo>
                <a:lnTo>
                  <a:pt x="4327038" y="1839398"/>
                </a:lnTo>
                <a:close/>
              </a:path>
              <a:path w="4830775" h="1851847">
                <a:moveTo>
                  <a:pt x="3915292" y="1831580"/>
                </a:moveTo>
                <a:lnTo>
                  <a:pt x="3913339" y="1833123"/>
                </a:lnTo>
                <a:lnTo>
                  <a:pt x="3905116" y="1817279"/>
                </a:lnTo>
                <a:lnTo>
                  <a:pt x="3907377" y="1812341"/>
                </a:lnTo>
                <a:lnTo>
                  <a:pt x="3904088" y="1804213"/>
                </a:lnTo>
                <a:lnTo>
                  <a:pt x="3909639" y="1803287"/>
                </a:lnTo>
                <a:lnTo>
                  <a:pt x="3913853" y="1797218"/>
                </a:lnTo>
                <a:lnTo>
                  <a:pt x="3915292" y="1800201"/>
                </a:lnTo>
                <a:lnTo>
                  <a:pt x="3915703" y="1811312"/>
                </a:lnTo>
                <a:lnTo>
                  <a:pt x="3918992" y="1817794"/>
                </a:lnTo>
                <a:lnTo>
                  <a:pt x="3915292" y="1831580"/>
                </a:lnTo>
                <a:close/>
              </a:path>
              <a:path w="4830775" h="1851847">
                <a:moveTo>
                  <a:pt x="577843" y="0"/>
                </a:moveTo>
                <a:lnTo>
                  <a:pt x="577123" y="0"/>
                </a:lnTo>
                <a:lnTo>
                  <a:pt x="579693" y="0"/>
                </a:lnTo>
                <a:lnTo>
                  <a:pt x="583188" y="0"/>
                </a:lnTo>
                <a:lnTo>
                  <a:pt x="587710" y="0"/>
                </a:lnTo>
                <a:lnTo>
                  <a:pt x="592644" y="0"/>
                </a:lnTo>
                <a:lnTo>
                  <a:pt x="597988" y="0"/>
                </a:lnTo>
                <a:lnTo>
                  <a:pt x="603641" y="0"/>
                </a:lnTo>
                <a:lnTo>
                  <a:pt x="609705" y="0"/>
                </a:lnTo>
                <a:lnTo>
                  <a:pt x="615872" y="0"/>
                </a:lnTo>
                <a:lnTo>
                  <a:pt x="618750" y="0"/>
                </a:lnTo>
                <a:lnTo>
                  <a:pt x="620806" y="0"/>
                </a:lnTo>
                <a:lnTo>
                  <a:pt x="621114" y="0"/>
                </a:lnTo>
                <a:lnTo>
                  <a:pt x="618236" y="0"/>
                </a:lnTo>
                <a:lnTo>
                  <a:pt x="613200" y="0"/>
                </a:lnTo>
                <a:lnTo>
                  <a:pt x="606211" y="0"/>
                </a:lnTo>
                <a:lnTo>
                  <a:pt x="608472" y="0"/>
                </a:lnTo>
                <a:lnTo>
                  <a:pt x="618134" y="0"/>
                </a:lnTo>
                <a:lnTo>
                  <a:pt x="629542" y="0"/>
                </a:lnTo>
                <a:lnTo>
                  <a:pt x="641774" y="0"/>
                </a:lnTo>
                <a:lnTo>
                  <a:pt x="648249" y="0"/>
                </a:lnTo>
                <a:lnTo>
                  <a:pt x="653491" y="0"/>
                </a:lnTo>
                <a:lnTo>
                  <a:pt x="658424" y="0"/>
                </a:lnTo>
                <a:lnTo>
                  <a:pt x="664694" y="0"/>
                </a:lnTo>
                <a:lnTo>
                  <a:pt x="684017" y="0"/>
                </a:lnTo>
                <a:lnTo>
                  <a:pt x="689876" y="0"/>
                </a:lnTo>
                <a:lnTo>
                  <a:pt x="690801" y="0"/>
                </a:lnTo>
                <a:lnTo>
                  <a:pt x="688437" y="0"/>
                </a:lnTo>
                <a:lnTo>
                  <a:pt x="691418" y="0"/>
                </a:lnTo>
                <a:lnTo>
                  <a:pt x="696865" y="0"/>
                </a:lnTo>
                <a:lnTo>
                  <a:pt x="697482" y="0"/>
                </a:lnTo>
                <a:lnTo>
                  <a:pt x="690801" y="0"/>
                </a:lnTo>
                <a:lnTo>
                  <a:pt x="685148" y="0"/>
                </a:lnTo>
                <a:lnTo>
                  <a:pt x="678981" y="0"/>
                </a:lnTo>
                <a:lnTo>
                  <a:pt x="674253" y="0"/>
                </a:lnTo>
                <a:lnTo>
                  <a:pt x="672917" y="0"/>
                </a:lnTo>
                <a:lnTo>
                  <a:pt x="673328" y="0"/>
                </a:lnTo>
                <a:lnTo>
                  <a:pt x="677645" y="0"/>
                </a:lnTo>
                <a:lnTo>
                  <a:pt x="682270" y="0"/>
                </a:lnTo>
                <a:lnTo>
                  <a:pt x="683400" y="0"/>
                </a:lnTo>
                <a:lnTo>
                  <a:pt x="682887" y="0"/>
                </a:lnTo>
                <a:lnTo>
                  <a:pt x="679700" y="0"/>
                </a:lnTo>
                <a:lnTo>
                  <a:pt x="667983" y="0"/>
                </a:lnTo>
                <a:lnTo>
                  <a:pt x="658630" y="0"/>
                </a:lnTo>
                <a:lnTo>
                  <a:pt x="663563" y="0"/>
                </a:lnTo>
                <a:lnTo>
                  <a:pt x="672814" y="0"/>
                </a:lnTo>
                <a:lnTo>
                  <a:pt x="678878" y="0"/>
                </a:lnTo>
                <a:lnTo>
                  <a:pt x="685251" y="0"/>
                </a:lnTo>
                <a:lnTo>
                  <a:pt x="698921" y="0"/>
                </a:lnTo>
                <a:lnTo>
                  <a:pt x="710638" y="0"/>
                </a:lnTo>
                <a:lnTo>
                  <a:pt x="725130" y="0"/>
                </a:lnTo>
                <a:lnTo>
                  <a:pt x="726055" y="0"/>
                </a:lnTo>
                <a:lnTo>
                  <a:pt x="738800" y="0"/>
                </a:lnTo>
                <a:lnTo>
                  <a:pt x="744556" y="0"/>
                </a:lnTo>
                <a:lnTo>
                  <a:pt x="747742" y="0"/>
                </a:lnTo>
                <a:lnTo>
                  <a:pt x="752265" y="0"/>
                </a:lnTo>
                <a:lnTo>
                  <a:pt x="758021" y="0"/>
                </a:lnTo>
                <a:lnTo>
                  <a:pt x="765421" y="0"/>
                </a:lnTo>
                <a:lnTo>
                  <a:pt x="774466" y="0"/>
                </a:lnTo>
                <a:lnTo>
                  <a:pt x="781249" y="0"/>
                </a:lnTo>
                <a:lnTo>
                  <a:pt x="786080" y="0"/>
                </a:lnTo>
                <a:lnTo>
                  <a:pt x="794714" y="0"/>
                </a:lnTo>
                <a:lnTo>
                  <a:pt x="807048" y="0"/>
                </a:lnTo>
                <a:lnTo>
                  <a:pt x="818045" y="0"/>
                </a:lnTo>
                <a:lnTo>
                  <a:pt x="827707" y="0"/>
                </a:lnTo>
                <a:lnTo>
                  <a:pt x="832332" y="0"/>
                </a:lnTo>
                <a:lnTo>
                  <a:pt x="832127" y="0"/>
                </a:lnTo>
                <a:lnTo>
                  <a:pt x="834285" y="0"/>
                </a:lnTo>
                <a:lnTo>
                  <a:pt x="838808" y="0"/>
                </a:lnTo>
                <a:lnTo>
                  <a:pt x="840760" y="0"/>
                </a:lnTo>
                <a:lnTo>
                  <a:pt x="840247" y="0"/>
                </a:lnTo>
                <a:lnTo>
                  <a:pt x="844666" y="0"/>
                </a:lnTo>
                <a:lnTo>
                  <a:pt x="853814" y="0"/>
                </a:lnTo>
                <a:lnTo>
                  <a:pt x="863270" y="0"/>
                </a:lnTo>
                <a:lnTo>
                  <a:pt x="872726" y="0"/>
                </a:lnTo>
                <a:lnTo>
                  <a:pt x="878893" y="0"/>
                </a:lnTo>
                <a:lnTo>
                  <a:pt x="883004" y="0"/>
                </a:lnTo>
                <a:lnTo>
                  <a:pt x="888965" y="0"/>
                </a:lnTo>
                <a:lnTo>
                  <a:pt x="894207" y="0"/>
                </a:lnTo>
                <a:lnTo>
                  <a:pt x="900683" y="0"/>
                </a:lnTo>
                <a:lnTo>
                  <a:pt x="902430" y="0"/>
                </a:lnTo>
                <a:lnTo>
                  <a:pt x="899244" y="0"/>
                </a:lnTo>
                <a:lnTo>
                  <a:pt x="899552" y="0"/>
                </a:lnTo>
                <a:lnTo>
                  <a:pt x="903252" y="0"/>
                </a:lnTo>
                <a:lnTo>
                  <a:pt x="911372" y="0"/>
                </a:lnTo>
                <a:lnTo>
                  <a:pt x="923809" y="0"/>
                </a:lnTo>
                <a:lnTo>
                  <a:pt x="938404" y="0"/>
                </a:lnTo>
                <a:lnTo>
                  <a:pt x="955054" y="0"/>
                </a:lnTo>
                <a:lnTo>
                  <a:pt x="966052" y="0"/>
                </a:lnTo>
                <a:lnTo>
                  <a:pt x="971294" y="0"/>
                </a:lnTo>
                <a:lnTo>
                  <a:pt x="981470" y="0"/>
                </a:lnTo>
                <a:lnTo>
                  <a:pt x="996579" y="0"/>
                </a:lnTo>
                <a:lnTo>
                  <a:pt x="1009632" y="0"/>
                </a:lnTo>
                <a:lnTo>
                  <a:pt x="1020424" y="0"/>
                </a:lnTo>
                <a:lnTo>
                  <a:pt x="1031833" y="0"/>
                </a:lnTo>
                <a:lnTo>
                  <a:pt x="1043859" y="0"/>
                </a:lnTo>
                <a:lnTo>
                  <a:pt x="1052492" y="0"/>
                </a:lnTo>
                <a:lnTo>
                  <a:pt x="1060304" y="0"/>
                </a:lnTo>
                <a:lnTo>
                  <a:pt x="1054445" y="0"/>
                </a:lnTo>
                <a:lnTo>
                  <a:pt x="1052903" y="0"/>
                </a:lnTo>
                <a:lnTo>
                  <a:pt x="1053623" y="0"/>
                </a:lnTo>
                <a:lnTo>
                  <a:pt x="1060612" y="0"/>
                </a:lnTo>
                <a:lnTo>
                  <a:pt x="1074077" y="0"/>
                </a:lnTo>
                <a:lnTo>
                  <a:pt x="1081888" y="0"/>
                </a:lnTo>
                <a:lnTo>
                  <a:pt x="1084046" y="0"/>
                </a:lnTo>
                <a:lnTo>
                  <a:pt x="1094530" y="0"/>
                </a:lnTo>
                <a:lnTo>
                  <a:pt x="1113237" y="0"/>
                </a:lnTo>
                <a:lnTo>
                  <a:pt x="1120945" y="0"/>
                </a:lnTo>
                <a:lnTo>
                  <a:pt x="1117862" y="0"/>
                </a:lnTo>
                <a:lnTo>
                  <a:pt x="1117554" y="0"/>
                </a:lnTo>
                <a:lnTo>
                  <a:pt x="1120226" y="0"/>
                </a:lnTo>
                <a:lnTo>
                  <a:pt x="1126701" y="0"/>
                </a:lnTo>
                <a:lnTo>
                  <a:pt x="1136979" y="0"/>
                </a:lnTo>
                <a:lnTo>
                  <a:pt x="1143146" y="0"/>
                </a:lnTo>
                <a:lnTo>
                  <a:pt x="1145099" y="0"/>
                </a:lnTo>
                <a:lnTo>
                  <a:pt x="1144894" y="0"/>
                </a:lnTo>
                <a:lnTo>
                  <a:pt x="1142530" y="0"/>
                </a:lnTo>
                <a:lnTo>
                  <a:pt x="1138213" y="0"/>
                </a:lnTo>
                <a:lnTo>
                  <a:pt x="1131943" y="0"/>
                </a:lnTo>
                <a:lnTo>
                  <a:pt x="1131224" y="0"/>
                </a:lnTo>
                <a:lnTo>
                  <a:pt x="1129579" y="0"/>
                </a:lnTo>
                <a:lnTo>
                  <a:pt x="1133999" y="0"/>
                </a:lnTo>
                <a:lnTo>
                  <a:pt x="1135438" y="0"/>
                </a:lnTo>
                <a:lnTo>
                  <a:pt x="1132971" y="0"/>
                </a:lnTo>
                <a:lnTo>
                  <a:pt x="1130607" y="0"/>
                </a:lnTo>
                <a:lnTo>
                  <a:pt x="1130299" y="0"/>
                </a:lnTo>
                <a:lnTo>
                  <a:pt x="1128140" y="0"/>
                </a:lnTo>
                <a:lnTo>
                  <a:pt x="1122693" y="0"/>
                </a:lnTo>
                <a:lnTo>
                  <a:pt x="1114367" y="0"/>
                </a:lnTo>
                <a:lnTo>
                  <a:pt x="1104295" y="0"/>
                </a:lnTo>
                <a:lnTo>
                  <a:pt x="1098025" y="0"/>
                </a:lnTo>
                <a:lnTo>
                  <a:pt x="1096586" y="0"/>
                </a:lnTo>
                <a:lnTo>
                  <a:pt x="1092166" y="0"/>
                </a:lnTo>
                <a:lnTo>
                  <a:pt x="1086822" y="0"/>
                </a:lnTo>
                <a:lnTo>
                  <a:pt x="1082710" y="0"/>
                </a:lnTo>
                <a:lnTo>
                  <a:pt x="1079524" y="0"/>
                </a:lnTo>
                <a:lnTo>
                  <a:pt x="1077366" y="0"/>
                </a:lnTo>
                <a:lnTo>
                  <a:pt x="1076132" y="0"/>
                </a:lnTo>
                <a:lnTo>
                  <a:pt x="1066779" y="0"/>
                </a:lnTo>
                <a:lnTo>
                  <a:pt x="1056501" y="0"/>
                </a:lnTo>
                <a:lnTo>
                  <a:pt x="1035636" y="0"/>
                </a:lnTo>
                <a:lnTo>
                  <a:pt x="1018780" y="0"/>
                </a:lnTo>
                <a:lnTo>
                  <a:pt x="999868" y="0"/>
                </a:lnTo>
                <a:lnTo>
                  <a:pt x="981983" y="0"/>
                </a:lnTo>
                <a:lnTo>
                  <a:pt x="974583" y="0"/>
                </a:lnTo>
                <a:lnTo>
                  <a:pt x="966052" y="0"/>
                </a:lnTo>
                <a:lnTo>
                  <a:pt x="957727" y="0"/>
                </a:lnTo>
                <a:lnTo>
                  <a:pt x="949915" y="0"/>
                </a:lnTo>
                <a:lnTo>
                  <a:pt x="935320" y="0"/>
                </a:lnTo>
                <a:lnTo>
                  <a:pt x="929770" y="0"/>
                </a:lnTo>
                <a:lnTo>
                  <a:pt x="918053" y="0"/>
                </a:lnTo>
                <a:lnTo>
                  <a:pt x="905822" y="0"/>
                </a:lnTo>
                <a:lnTo>
                  <a:pt x="894105" y="0"/>
                </a:lnTo>
                <a:lnTo>
                  <a:pt x="876837" y="0"/>
                </a:lnTo>
                <a:lnTo>
                  <a:pt x="864298" y="0"/>
                </a:lnTo>
                <a:lnTo>
                  <a:pt x="860597" y="0"/>
                </a:lnTo>
                <a:lnTo>
                  <a:pt x="854430" y="0"/>
                </a:lnTo>
                <a:lnTo>
                  <a:pt x="845797" y="0"/>
                </a:lnTo>
                <a:lnTo>
                  <a:pt x="834593" y="0"/>
                </a:lnTo>
                <a:lnTo>
                  <a:pt x="826885" y="0"/>
                </a:lnTo>
                <a:lnTo>
                  <a:pt x="829043" y="0"/>
                </a:lnTo>
                <a:lnTo>
                  <a:pt x="827090" y="0"/>
                </a:lnTo>
                <a:lnTo>
                  <a:pt x="814962" y="0"/>
                </a:lnTo>
                <a:lnTo>
                  <a:pt x="805403" y="0"/>
                </a:lnTo>
                <a:lnTo>
                  <a:pt x="803759" y="0"/>
                </a:lnTo>
                <a:lnTo>
                  <a:pt x="804889" y="0"/>
                </a:lnTo>
                <a:lnTo>
                  <a:pt x="808178" y="0"/>
                </a:lnTo>
                <a:lnTo>
                  <a:pt x="814345" y="0"/>
                </a:lnTo>
                <a:lnTo>
                  <a:pt x="818354" y="0"/>
                </a:lnTo>
                <a:lnTo>
                  <a:pt x="821335" y="0"/>
                </a:lnTo>
                <a:lnTo>
                  <a:pt x="822260" y="0"/>
                </a:lnTo>
                <a:lnTo>
                  <a:pt x="835621" y="0"/>
                </a:lnTo>
                <a:lnTo>
                  <a:pt x="843124" y="0"/>
                </a:lnTo>
                <a:lnTo>
                  <a:pt x="848572" y="0"/>
                </a:lnTo>
                <a:lnTo>
                  <a:pt x="846619" y="0"/>
                </a:lnTo>
                <a:lnTo>
                  <a:pt x="843433" y="0"/>
                </a:lnTo>
                <a:lnTo>
                  <a:pt x="846619" y="0"/>
                </a:lnTo>
                <a:lnTo>
                  <a:pt x="865223" y="0"/>
                </a:lnTo>
                <a:lnTo>
                  <a:pt x="866867" y="0"/>
                </a:lnTo>
                <a:lnTo>
                  <a:pt x="864606" y="0"/>
                </a:lnTo>
                <a:lnTo>
                  <a:pt x="861728" y="0"/>
                </a:lnTo>
                <a:lnTo>
                  <a:pt x="852272" y="0"/>
                </a:lnTo>
                <a:lnTo>
                  <a:pt x="849291" y="0"/>
                </a:lnTo>
                <a:lnTo>
                  <a:pt x="838191" y="0"/>
                </a:lnTo>
                <a:lnTo>
                  <a:pt x="831921" y="0"/>
                </a:lnTo>
                <a:lnTo>
                  <a:pt x="829968" y="0"/>
                </a:lnTo>
                <a:lnTo>
                  <a:pt x="826371" y="0"/>
                </a:lnTo>
                <a:lnTo>
                  <a:pt x="815476" y="0"/>
                </a:lnTo>
                <a:lnTo>
                  <a:pt x="806123" y="0"/>
                </a:lnTo>
                <a:lnTo>
                  <a:pt x="797489" y="0"/>
                </a:lnTo>
                <a:lnTo>
                  <a:pt x="796358" y="0"/>
                </a:lnTo>
                <a:lnTo>
                  <a:pt x="794508" y="0"/>
                </a:lnTo>
                <a:lnTo>
                  <a:pt x="784641" y="0"/>
                </a:lnTo>
                <a:lnTo>
                  <a:pt x="774363" y="0"/>
                </a:lnTo>
                <a:lnTo>
                  <a:pt x="765215" y="0"/>
                </a:lnTo>
                <a:lnTo>
                  <a:pt x="759459" y="0"/>
                </a:lnTo>
                <a:lnTo>
                  <a:pt x="754012" y="0"/>
                </a:lnTo>
                <a:lnTo>
                  <a:pt x="742500" y="0"/>
                </a:lnTo>
                <a:lnTo>
                  <a:pt x="713824" y="0"/>
                </a:lnTo>
                <a:lnTo>
                  <a:pt x="677336" y="0"/>
                </a:lnTo>
                <a:lnTo>
                  <a:pt x="663358" y="0"/>
                </a:lnTo>
                <a:lnTo>
                  <a:pt x="657602" y="0"/>
                </a:lnTo>
                <a:lnTo>
                  <a:pt x="654005" y="0"/>
                </a:lnTo>
                <a:lnTo>
                  <a:pt x="657397" y="0"/>
                </a:lnTo>
                <a:lnTo>
                  <a:pt x="658219" y="0"/>
                </a:lnTo>
                <a:lnTo>
                  <a:pt x="662536" y="0"/>
                </a:lnTo>
                <a:lnTo>
                  <a:pt x="660480" y="0"/>
                </a:lnTo>
                <a:lnTo>
                  <a:pt x="662638" y="0"/>
                </a:lnTo>
                <a:lnTo>
                  <a:pt x="664283" y="0"/>
                </a:lnTo>
                <a:lnTo>
                  <a:pt x="658527" y="0"/>
                </a:lnTo>
                <a:lnTo>
                  <a:pt x="632729" y="0"/>
                </a:lnTo>
                <a:lnTo>
                  <a:pt x="627281" y="0"/>
                </a:lnTo>
                <a:lnTo>
                  <a:pt x="620395" y="0"/>
                </a:lnTo>
                <a:lnTo>
                  <a:pt x="589560" y="0"/>
                </a:lnTo>
                <a:lnTo>
                  <a:pt x="577843" y="0"/>
                </a:lnTo>
                <a:lnTo>
                  <a:pt x="567051" y="0"/>
                </a:lnTo>
                <a:lnTo>
                  <a:pt x="564378" y="0"/>
                </a:lnTo>
                <a:lnTo>
                  <a:pt x="570545" y="0"/>
                </a:lnTo>
                <a:lnTo>
                  <a:pt x="574554" y="0"/>
                </a:lnTo>
                <a:lnTo>
                  <a:pt x="563453" y="0"/>
                </a:lnTo>
                <a:lnTo>
                  <a:pt x="561603" y="0"/>
                </a:lnTo>
                <a:lnTo>
                  <a:pt x="565920" y="0"/>
                </a:lnTo>
                <a:lnTo>
                  <a:pt x="564173" y="0"/>
                </a:lnTo>
                <a:lnTo>
                  <a:pt x="558109" y="0"/>
                </a:lnTo>
                <a:lnTo>
                  <a:pt x="548550" y="0"/>
                </a:lnTo>
                <a:lnTo>
                  <a:pt x="544644" y="0"/>
                </a:lnTo>
                <a:lnTo>
                  <a:pt x="537038" y="0"/>
                </a:lnTo>
                <a:lnTo>
                  <a:pt x="526966" y="0"/>
                </a:lnTo>
                <a:lnTo>
                  <a:pt x="520182" y="0"/>
                </a:lnTo>
                <a:lnTo>
                  <a:pt x="515351" y="0"/>
                </a:lnTo>
                <a:lnTo>
                  <a:pt x="512576" y="0"/>
                </a:lnTo>
                <a:lnTo>
                  <a:pt x="491814" y="0"/>
                </a:lnTo>
                <a:lnTo>
                  <a:pt x="486880" y="0"/>
                </a:lnTo>
                <a:lnTo>
                  <a:pt x="479480" y="0"/>
                </a:lnTo>
                <a:lnTo>
                  <a:pt x="482050" y="0"/>
                </a:lnTo>
                <a:lnTo>
                  <a:pt x="482564" y="0"/>
                </a:lnTo>
                <a:lnTo>
                  <a:pt x="479891" y="0"/>
                </a:lnTo>
                <a:lnTo>
                  <a:pt x="479069" y="0"/>
                </a:lnTo>
                <a:lnTo>
                  <a:pt x="482152" y="0"/>
                </a:lnTo>
                <a:lnTo>
                  <a:pt x="492122" y="0"/>
                </a:lnTo>
                <a:lnTo>
                  <a:pt x="489758" y="0"/>
                </a:lnTo>
                <a:lnTo>
                  <a:pt x="488628" y="0"/>
                </a:lnTo>
                <a:lnTo>
                  <a:pt x="496953" y="0"/>
                </a:lnTo>
                <a:lnTo>
                  <a:pt x="503017" y="0"/>
                </a:lnTo>
                <a:lnTo>
                  <a:pt x="536936" y="0"/>
                </a:lnTo>
                <a:lnTo>
                  <a:pt x="548447" y="0"/>
                </a:lnTo>
                <a:lnTo>
                  <a:pt x="552764" y="0"/>
                </a:lnTo>
                <a:lnTo>
                  <a:pt x="555539" y="0"/>
                </a:lnTo>
                <a:lnTo>
                  <a:pt x="561295" y="0"/>
                </a:lnTo>
                <a:lnTo>
                  <a:pt x="564276" y="0"/>
                </a:lnTo>
                <a:lnTo>
                  <a:pt x="571059" y="0"/>
                </a:lnTo>
                <a:lnTo>
                  <a:pt x="578562" y="0"/>
                </a:lnTo>
                <a:lnTo>
                  <a:pt x="581132" y="0"/>
                </a:lnTo>
                <a:lnTo>
                  <a:pt x="581646" y="0"/>
                </a:lnTo>
                <a:lnTo>
                  <a:pt x="582057" y="0"/>
                </a:lnTo>
                <a:lnTo>
                  <a:pt x="588841" y="0"/>
                </a:lnTo>
                <a:lnTo>
                  <a:pt x="593980" y="0"/>
                </a:lnTo>
                <a:lnTo>
                  <a:pt x="611967" y="0"/>
                </a:lnTo>
                <a:lnTo>
                  <a:pt x="617106" y="0"/>
                </a:lnTo>
                <a:lnTo>
                  <a:pt x="621320" y="0"/>
                </a:lnTo>
                <a:lnTo>
                  <a:pt x="610425" y="0"/>
                </a:lnTo>
                <a:lnTo>
                  <a:pt x="607547" y="0"/>
                </a:lnTo>
                <a:lnTo>
                  <a:pt x="604361" y="0"/>
                </a:lnTo>
                <a:lnTo>
                  <a:pt x="600558" y="0"/>
                </a:lnTo>
                <a:lnTo>
                  <a:pt x="594494" y="0"/>
                </a:lnTo>
                <a:lnTo>
                  <a:pt x="594083" y="0"/>
                </a:lnTo>
                <a:lnTo>
                  <a:pt x="598605" y="0"/>
                </a:lnTo>
                <a:lnTo>
                  <a:pt x="597885" y="0"/>
                </a:lnTo>
                <a:lnTo>
                  <a:pt x="591719" y="0"/>
                </a:lnTo>
                <a:lnTo>
                  <a:pt x="581543" y="0"/>
                </a:lnTo>
                <a:lnTo>
                  <a:pt x="581851" y="0"/>
                </a:lnTo>
                <a:lnTo>
                  <a:pt x="586374" y="0"/>
                </a:lnTo>
                <a:lnTo>
                  <a:pt x="603436" y="0"/>
                </a:lnTo>
                <a:lnTo>
                  <a:pt x="608883" y="0"/>
                </a:lnTo>
                <a:lnTo>
                  <a:pt x="615667" y="0"/>
                </a:lnTo>
                <a:lnTo>
                  <a:pt x="625534" y="0"/>
                </a:lnTo>
                <a:lnTo>
                  <a:pt x="637457" y="0"/>
                </a:lnTo>
                <a:lnTo>
                  <a:pt x="646810" y="0"/>
                </a:lnTo>
                <a:lnTo>
                  <a:pt x="669936" y="0"/>
                </a:lnTo>
                <a:lnTo>
                  <a:pt x="683914" y="0"/>
                </a:lnTo>
                <a:lnTo>
                  <a:pt x="699126" y="0"/>
                </a:lnTo>
                <a:lnTo>
                  <a:pt x="709302" y="0"/>
                </a:lnTo>
                <a:lnTo>
                  <a:pt x="719272" y="0"/>
                </a:lnTo>
                <a:lnTo>
                  <a:pt x="731194" y="0"/>
                </a:lnTo>
                <a:lnTo>
                  <a:pt x="750209" y="2572"/>
                </a:lnTo>
                <a:lnTo>
                  <a:pt x="781249" y="26543"/>
                </a:lnTo>
                <a:lnTo>
                  <a:pt x="777858" y="32407"/>
                </a:lnTo>
                <a:lnTo>
                  <a:pt x="776521" y="41461"/>
                </a:lnTo>
                <a:lnTo>
                  <a:pt x="764290" y="53601"/>
                </a:lnTo>
                <a:lnTo>
                  <a:pt x="762337" y="60597"/>
                </a:lnTo>
                <a:lnTo>
                  <a:pt x="757918" y="69444"/>
                </a:lnTo>
                <a:lnTo>
                  <a:pt x="749387" y="74177"/>
                </a:lnTo>
                <a:lnTo>
                  <a:pt x="742089" y="75000"/>
                </a:lnTo>
                <a:lnTo>
                  <a:pt x="737772" y="74177"/>
                </a:lnTo>
                <a:lnTo>
                  <a:pt x="734894" y="72428"/>
                </a:lnTo>
                <a:lnTo>
                  <a:pt x="729858" y="64094"/>
                </a:lnTo>
                <a:lnTo>
                  <a:pt x="727391" y="61522"/>
                </a:lnTo>
                <a:lnTo>
                  <a:pt x="725233" y="60905"/>
                </a:lnTo>
                <a:lnTo>
                  <a:pt x="709610" y="66666"/>
                </a:lnTo>
                <a:lnTo>
                  <a:pt x="694501" y="73148"/>
                </a:lnTo>
                <a:lnTo>
                  <a:pt x="691726" y="78806"/>
                </a:lnTo>
                <a:lnTo>
                  <a:pt x="687717" y="85494"/>
                </a:lnTo>
                <a:lnTo>
                  <a:pt x="683298" y="88168"/>
                </a:lnTo>
                <a:lnTo>
                  <a:pt x="679803" y="88786"/>
                </a:lnTo>
                <a:lnTo>
                  <a:pt x="676514" y="84876"/>
                </a:lnTo>
                <a:lnTo>
                  <a:pt x="670655" y="79732"/>
                </a:lnTo>
                <a:lnTo>
                  <a:pt x="666236" y="75000"/>
                </a:lnTo>
                <a:lnTo>
                  <a:pt x="667366" y="67284"/>
                </a:lnTo>
                <a:lnTo>
                  <a:pt x="675897" y="55967"/>
                </a:lnTo>
                <a:lnTo>
                  <a:pt x="677028" y="47942"/>
                </a:lnTo>
                <a:lnTo>
                  <a:pt x="675897" y="34362"/>
                </a:lnTo>
                <a:lnTo>
                  <a:pt x="673636" y="26440"/>
                </a:lnTo>
                <a:lnTo>
                  <a:pt x="671067" y="26234"/>
                </a:lnTo>
                <a:lnTo>
                  <a:pt x="666955" y="24897"/>
                </a:lnTo>
                <a:lnTo>
                  <a:pt x="655135" y="26234"/>
                </a:lnTo>
                <a:lnTo>
                  <a:pt x="649277" y="17284"/>
                </a:lnTo>
                <a:lnTo>
                  <a:pt x="646913" y="7613"/>
                </a:lnTo>
                <a:lnTo>
                  <a:pt x="642801" y="4115"/>
                </a:lnTo>
                <a:lnTo>
                  <a:pt x="638896" y="1955"/>
                </a:lnTo>
                <a:lnTo>
                  <a:pt x="629954" y="5350"/>
                </a:lnTo>
                <a:lnTo>
                  <a:pt x="623273" y="3292"/>
                </a:lnTo>
                <a:lnTo>
                  <a:pt x="600763" y="0"/>
                </a:lnTo>
                <a:lnTo>
                  <a:pt x="592130" y="0"/>
                </a:lnTo>
                <a:lnTo>
                  <a:pt x="587607" y="0"/>
                </a:lnTo>
                <a:lnTo>
                  <a:pt x="583496" y="0"/>
                </a:lnTo>
                <a:lnTo>
                  <a:pt x="581851" y="0"/>
                </a:lnTo>
                <a:lnTo>
                  <a:pt x="579487" y="1132"/>
                </a:lnTo>
                <a:lnTo>
                  <a:pt x="577535" y="5967"/>
                </a:lnTo>
                <a:lnTo>
                  <a:pt x="551839" y="0"/>
                </a:lnTo>
                <a:lnTo>
                  <a:pt x="534058" y="0"/>
                </a:lnTo>
                <a:lnTo>
                  <a:pt x="536524" y="0"/>
                </a:lnTo>
                <a:lnTo>
                  <a:pt x="531180" y="0"/>
                </a:lnTo>
                <a:lnTo>
                  <a:pt x="524396" y="0"/>
                </a:lnTo>
                <a:lnTo>
                  <a:pt x="519360" y="0"/>
                </a:lnTo>
                <a:lnTo>
                  <a:pt x="523882" y="0"/>
                </a:lnTo>
                <a:lnTo>
                  <a:pt x="516893" y="0"/>
                </a:lnTo>
                <a:lnTo>
                  <a:pt x="507231" y="0"/>
                </a:lnTo>
                <a:lnTo>
                  <a:pt x="499420" y="0"/>
                </a:lnTo>
                <a:lnTo>
                  <a:pt x="493356" y="0"/>
                </a:lnTo>
                <a:lnTo>
                  <a:pt x="489656" y="0"/>
                </a:lnTo>
                <a:lnTo>
                  <a:pt x="481330" y="0"/>
                </a:lnTo>
                <a:lnTo>
                  <a:pt x="470538" y="0"/>
                </a:lnTo>
                <a:lnTo>
                  <a:pt x="466941" y="0"/>
                </a:lnTo>
                <a:lnTo>
                  <a:pt x="467763" y="0"/>
                </a:lnTo>
                <a:lnTo>
                  <a:pt x="459849" y="0"/>
                </a:lnTo>
                <a:lnTo>
                  <a:pt x="449365" y="0"/>
                </a:lnTo>
                <a:lnTo>
                  <a:pt x="440834" y="0"/>
                </a:lnTo>
                <a:lnTo>
                  <a:pt x="432097" y="0"/>
                </a:lnTo>
                <a:lnTo>
                  <a:pt x="425108" y="0"/>
                </a:lnTo>
                <a:lnTo>
                  <a:pt x="419250" y="0"/>
                </a:lnTo>
                <a:lnTo>
                  <a:pt x="411130" y="0"/>
                </a:lnTo>
                <a:lnTo>
                  <a:pt x="408457" y="0"/>
                </a:lnTo>
                <a:lnTo>
                  <a:pt x="403010" y="0"/>
                </a:lnTo>
                <a:lnTo>
                  <a:pt x="396843" y="0"/>
                </a:lnTo>
                <a:lnTo>
                  <a:pt x="391087" y="0"/>
                </a:lnTo>
                <a:lnTo>
                  <a:pt x="384201" y="0"/>
                </a:lnTo>
                <a:lnTo>
                  <a:pt x="383070" y="0"/>
                </a:lnTo>
                <a:lnTo>
                  <a:pt x="384612" y="0"/>
                </a:lnTo>
                <a:lnTo>
                  <a:pt x="393246" y="0"/>
                </a:lnTo>
                <a:lnTo>
                  <a:pt x="397871" y="0"/>
                </a:lnTo>
                <a:lnTo>
                  <a:pt x="405271" y="0"/>
                </a:lnTo>
                <a:lnTo>
                  <a:pt x="410410" y="0"/>
                </a:lnTo>
                <a:lnTo>
                  <a:pt x="417502" y="0"/>
                </a:lnTo>
                <a:lnTo>
                  <a:pt x="431995" y="0"/>
                </a:lnTo>
                <a:lnTo>
                  <a:pt x="433536" y="0"/>
                </a:lnTo>
                <a:lnTo>
                  <a:pt x="436517" y="0"/>
                </a:lnTo>
                <a:lnTo>
                  <a:pt x="438675" y="0"/>
                </a:lnTo>
                <a:lnTo>
                  <a:pt x="439395" y="0"/>
                </a:lnTo>
                <a:lnTo>
                  <a:pt x="437545" y="0"/>
                </a:lnTo>
                <a:lnTo>
                  <a:pt x="440628" y="0"/>
                </a:lnTo>
                <a:lnTo>
                  <a:pt x="450907" y="0"/>
                </a:lnTo>
                <a:lnTo>
                  <a:pt x="465091" y="0"/>
                </a:lnTo>
                <a:lnTo>
                  <a:pt x="482050" y="0"/>
                </a:lnTo>
                <a:lnTo>
                  <a:pt x="499420" y="0"/>
                </a:lnTo>
                <a:lnTo>
                  <a:pt x="508054" y="0"/>
                </a:lnTo>
                <a:lnTo>
                  <a:pt x="511651" y="0"/>
                </a:lnTo>
                <a:lnTo>
                  <a:pt x="515454" y="0"/>
                </a:lnTo>
                <a:lnTo>
                  <a:pt x="521415" y="0"/>
                </a:lnTo>
                <a:lnTo>
                  <a:pt x="525424" y="0"/>
                </a:lnTo>
                <a:lnTo>
                  <a:pt x="525732" y="0"/>
                </a:lnTo>
                <a:lnTo>
                  <a:pt x="516276" y="0"/>
                </a:lnTo>
                <a:lnTo>
                  <a:pt x="510109" y="0"/>
                </a:lnTo>
                <a:lnTo>
                  <a:pt x="506923" y="0"/>
                </a:lnTo>
                <a:lnTo>
                  <a:pt x="505279" y="0"/>
                </a:lnTo>
                <a:lnTo>
                  <a:pt x="503017" y="0"/>
                </a:lnTo>
                <a:lnTo>
                  <a:pt x="504148" y="0"/>
                </a:lnTo>
                <a:lnTo>
                  <a:pt x="500756" y="0"/>
                </a:lnTo>
                <a:lnTo>
                  <a:pt x="493047" y="0"/>
                </a:lnTo>
                <a:lnTo>
                  <a:pt x="485133" y="0"/>
                </a:lnTo>
                <a:lnTo>
                  <a:pt x="480405" y="0"/>
                </a:lnTo>
                <a:lnTo>
                  <a:pt x="475266" y="0"/>
                </a:lnTo>
                <a:lnTo>
                  <a:pt x="473519" y="0"/>
                </a:lnTo>
                <a:lnTo>
                  <a:pt x="476602" y="0"/>
                </a:lnTo>
                <a:lnTo>
                  <a:pt x="480611" y="0"/>
                </a:lnTo>
                <a:lnTo>
                  <a:pt x="480200" y="0"/>
                </a:lnTo>
                <a:lnTo>
                  <a:pt x="478555" y="0"/>
                </a:lnTo>
                <a:lnTo>
                  <a:pt x="476602" y="0"/>
                </a:lnTo>
                <a:lnTo>
                  <a:pt x="471360" y="0"/>
                </a:lnTo>
                <a:lnTo>
                  <a:pt x="464063" y="0"/>
                </a:lnTo>
                <a:lnTo>
                  <a:pt x="455737" y="0"/>
                </a:lnTo>
                <a:lnTo>
                  <a:pt x="433845" y="0"/>
                </a:lnTo>
                <a:lnTo>
                  <a:pt x="418325" y="0"/>
                </a:lnTo>
                <a:lnTo>
                  <a:pt x="410616" y="0"/>
                </a:lnTo>
                <a:lnTo>
                  <a:pt x="400852" y="0"/>
                </a:lnTo>
                <a:lnTo>
                  <a:pt x="393862" y="0"/>
                </a:lnTo>
                <a:lnTo>
                  <a:pt x="385023" y="0"/>
                </a:lnTo>
                <a:lnTo>
                  <a:pt x="380501" y="0"/>
                </a:lnTo>
                <a:lnTo>
                  <a:pt x="378034" y="0"/>
                </a:lnTo>
                <a:lnTo>
                  <a:pt x="379370" y="0"/>
                </a:lnTo>
                <a:lnTo>
                  <a:pt x="383584" y="0"/>
                </a:lnTo>
                <a:lnTo>
                  <a:pt x="389134" y="0"/>
                </a:lnTo>
                <a:lnTo>
                  <a:pt x="393554" y="0"/>
                </a:lnTo>
                <a:lnTo>
                  <a:pt x="406196" y="0"/>
                </a:lnTo>
                <a:lnTo>
                  <a:pt x="414933" y="0"/>
                </a:lnTo>
                <a:lnTo>
                  <a:pt x="416988" y="0"/>
                </a:lnTo>
                <a:lnTo>
                  <a:pt x="417811" y="0"/>
                </a:lnTo>
                <a:lnTo>
                  <a:pt x="416680" y="0"/>
                </a:lnTo>
                <a:lnTo>
                  <a:pt x="417091" y="0"/>
                </a:lnTo>
                <a:lnTo>
                  <a:pt x="418736" y="0"/>
                </a:lnTo>
                <a:lnTo>
                  <a:pt x="420586" y="0"/>
                </a:lnTo>
                <a:lnTo>
                  <a:pt x="443815" y="0"/>
                </a:lnTo>
                <a:lnTo>
                  <a:pt x="448748" y="0"/>
                </a:lnTo>
                <a:lnTo>
                  <a:pt x="451009" y="0"/>
                </a:lnTo>
                <a:lnTo>
                  <a:pt x="449057" y="0"/>
                </a:lnTo>
                <a:lnTo>
                  <a:pt x="445562" y="0"/>
                </a:lnTo>
                <a:lnTo>
                  <a:pt x="430556" y="0"/>
                </a:lnTo>
                <a:lnTo>
                  <a:pt x="427678" y="0"/>
                </a:lnTo>
                <a:lnTo>
                  <a:pt x="420791" y="0"/>
                </a:lnTo>
                <a:lnTo>
                  <a:pt x="417811" y="0"/>
                </a:lnTo>
                <a:lnTo>
                  <a:pt x="413494" y="0"/>
                </a:lnTo>
                <a:lnTo>
                  <a:pt x="408869" y="0"/>
                </a:lnTo>
                <a:lnTo>
                  <a:pt x="408149" y="0"/>
                </a:lnTo>
                <a:lnTo>
                  <a:pt x="404860" y="0"/>
                </a:lnTo>
                <a:lnTo>
                  <a:pt x="386154" y="0"/>
                </a:lnTo>
                <a:lnTo>
                  <a:pt x="377725" y="0"/>
                </a:lnTo>
                <a:lnTo>
                  <a:pt x="366214" y="0"/>
                </a:lnTo>
                <a:lnTo>
                  <a:pt x="352441" y="0"/>
                </a:lnTo>
                <a:lnTo>
                  <a:pt x="338463" y="0"/>
                </a:lnTo>
                <a:lnTo>
                  <a:pt x="331885" y="0"/>
                </a:lnTo>
                <a:lnTo>
                  <a:pt x="329521" y="0"/>
                </a:lnTo>
                <a:lnTo>
                  <a:pt x="328801" y="0"/>
                </a:lnTo>
                <a:lnTo>
                  <a:pt x="333015" y="0"/>
                </a:lnTo>
                <a:lnTo>
                  <a:pt x="330959" y="0"/>
                </a:lnTo>
                <a:lnTo>
                  <a:pt x="323970" y="0"/>
                </a:lnTo>
                <a:lnTo>
                  <a:pt x="320887" y="0"/>
                </a:lnTo>
                <a:lnTo>
                  <a:pt x="321915" y="0"/>
                </a:lnTo>
                <a:lnTo>
                  <a:pt x="318523" y="0"/>
                </a:lnTo>
                <a:lnTo>
                  <a:pt x="310814" y="0"/>
                </a:lnTo>
                <a:lnTo>
                  <a:pt x="303311" y="0"/>
                </a:lnTo>
                <a:lnTo>
                  <a:pt x="296116" y="0"/>
                </a:lnTo>
                <a:lnTo>
                  <a:pt x="295397" y="0"/>
                </a:lnTo>
                <a:lnTo>
                  <a:pt x="297761" y="0"/>
                </a:lnTo>
                <a:lnTo>
                  <a:pt x="306806" y="0"/>
                </a:lnTo>
                <a:lnTo>
                  <a:pt x="309889" y="0"/>
                </a:lnTo>
                <a:lnTo>
                  <a:pt x="316262" y="0"/>
                </a:lnTo>
                <a:lnTo>
                  <a:pt x="326026" y="0"/>
                </a:lnTo>
                <a:lnTo>
                  <a:pt x="331782" y="0"/>
                </a:lnTo>
                <a:lnTo>
                  <a:pt x="333632" y="0"/>
                </a:lnTo>
                <a:lnTo>
                  <a:pt x="334454" y="0"/>
                </a:lnTo>
                <a:lnTo>
                  <a:pt x="329521" y="0"/>
                </a:lnTo>
                <a:lnTo>
                  <a:pt x="330343" y="0"/>
                </a:lnTo>
                <a:lnTo>
                  <a:pt x="339593" y="0"/>
                </a:lnTo>
                <a:lnTo>
                  <a:pt x="338565" y="0"/>
                </a:lnTo>
                <a:lnTo>
                  <a:pt x="340929" y="0"/>
                </a:lnTo>
                <a:lnTo>
                  <a:pt x="351105" y="0"/>
                </a:lnTo>
                <a:lnTo>
                  <a:pt x="358814" y="0"/>
                </a:lnTo>
                <a:lnTo>
                  <a:pt x="361280" y="0"/>
                </a:lnTo>
                <a:lnTo>
                  <a:pt x="364775" y="0"/>
                </a:lnTo>
                <a:lnTo>
                  <a:pt x="371147" y="0"/>
                </a:lnTo>
                <a:lnTo>
                  <a:pt x="384304" y="0"/>
                </a:lnTo>
                <a:lnTo>
                  <a:pt x="389957" y="0"/>
                </a:lnTo>
                <a:lnTo>
                  <a:pt x="397871" y="0"/>
                </a:lnTo>
                <a:lnTo>
                  <a:pt x="406505" y="0"/>
                </a:lnTo>
                <a:lnTo>
                  <a:pt x="410513" y="0"/>
                </a:lnTo>
                <a:lnTo>
                  <a:pt x="437956" y="0"/>
                </a:lnTo>
                <a:lnTo>
                  <a:pt x="444020" y="0"/>
                </a:lnTo>
                <a:lnTo>
                  <a:pt x="449776" y="0"/>
                </a:lnTo>
                <a:lnTo>
                  <a:pt x="453990" y="0"/>
                </a:lnTo>
                <a:lnTo>
                  <a:pt x="458204" y="0"/>
                </a:lnTo>
                <a:lnTo>
                  <a:pt x="461185" y="0"/>
                </a:lnTo>
                <a:lnTo>
                  <a:pt x="464679" y="0"/>
                </a:lnTo>
                <a:lnTo>
                  <a:pt x="466632" y="0"/>
                </a:lnTo>
                <a:lnTo>
                  <a:pt x="470127" y="0"/>
                </a:lnTo>
                <a:lnTo>
                  <a:pt x="475986" y="0"/>
                </a:lnTo>
                <a:lnTo>
                  <a:pt x="482769" y="0"/>
                </a:lnTo>
                <a:lnTo>
                  <a:pt x="491711" y="0"/>
                </a:lnTo>
                <a:lnTo>
                  <a:pt x="497261" y="0"/>
                </a:lnTo>
                <a:lnTo>
                  <a:pt x="503531" y="0"/>
                </a:lnTo>
                <a:lnTo>
                  <a:pt x="508979" y="0"/>
                </a:lnTo>
                <a:lnTo>
                  <a:pt x="512473" y="0"/>
                </a:lnTo>
                <a:lnTo>
                  <a:pt x="514118" y="0"/>
                </a:lnTo>
                <a:lnTo>
                  <a:pt x="512576" y="0"/>
                </a:lnTo>
                <a:lnTo>
                  <a:pt x="508568" y="0"/>
                </a:lnTo>
                <a:lnTo>
                  <a:pt x="509698" y="0"/>
                </a:lnTo>
                <a:lnTo>
                  <a:pt x="517201" y="0"/>
                </a:lnTo>
                <a:lnTo>
                  <a:pt x="528199" y="0"/>
                </a:lnTo>
                <a:lnTo>
                  <a:pt x="536524" y="0"/>
                </a:lnTo>
                <a:lnTo>
                  <a:pt x="541972" y="0"/>
                </a:lnTo>
                <a:lnTo>
                  <a:pt x="547317" y="0"/>
                </a:lnTo>
                <a:lnTo>
                  <a:pt x="553997" y="0"/>
                </a:lnTo>
                <a:lnTo>
                  <a:pt x="560575" y="0"/>
                </a:lnTo>
                <a:lnTo>
                  <a:pt x="565715" y="0"/>
                </a:lnTo>
                <a:lnTo>
                  <a:pt x="577843" y="0"/>
                </a:lnTo>
                <a:close/>
              </a:path>
            </a:pathLst>
          </a:custGeom>
          <a:solidFill>
            <a:srgbClr val="CBD5E1"/>
          </a:solidFill>
          <a:ln w="6350">
            <a:solidFill>
              <a:srgbClr val="E4EBF3"/>
            </a:solidFill>
            <a:prstDash val="solid"/>
          </a:ln>
        </p:spPr>
      </p:sp>
      <p:sp>
        <p:nvSpPr>
          <p:cNvPr id="25" name="Map - Indonesia"/>
          <p:cNvSpPr/>
          <p:nvPr/>
        </p:nvSpPr>
        <p:spPr>
          <a:xfrm>
            <a:off x="6812280" y="1572768"/>
            <a:ext cx="4830775" cy="1851847"/>
          </a:xfrm>
          <a:custGeom>
            <a:avLst/>
            <a:gdLst/>
            <a:ahLst/>
            <a:cxnLst/>
            <a:rect l="0" t="0" r="r" b="b"/>
            <a:pathLst>
              <a:path w="4830775" h="1851847">
                <a:moveTo>
                  <a:pt x="306497" y="518003"/>
                </a:moveTo>
                <a:lnTo>
                  <a:pt x="328698" y="546912"/>
                </a:lnTo>
                <a:lnTo>
                  <a:pt x="337743" y="550822"/>
                </a:lnTo>
                <a:lnTo>
                  <a:pt x="349769" y="563990"/>
                </a:lnTo>
                <a:lnTo>
                  <a:pt x="352749" y="568517"/>
                </a:lnTo>
                <a:lnTo>
                  <a:pt x="349666" y="577776"/>
                </a:lnTo>
                <a:lnTo>
                  <a:pt x="346994" y="604114"/>
                </a:lnTo>
                <a:lnTo>
                  <a:pt x="341238" y="610698"/>
                </a:lnTo>
                <a:lnTo>
                  <a:pt x="327259" y="607406"/>
                </a:lnTo>
                <a:lnTo>
                  <a:pt x="327157" y="602776"/>
                </a:lnTo>
                <a:lnTo>
                  <a:pt x="319037" y="582920"/>
                </a:lnTo>
                <a:lnTo>
                  <a:pt x="304339" y="571912"/>
                </a:lnTo>
                <a:lnTo>
                  <a:pt x="298583" y="571295"/>
                </a:lnTo>
                <a:lnTo>
                  <a:pt x="294883" y="559978"/>
                </a:lnTo>
                <a:lnTo>
                  <a:pt x="287483" y="546604"/>
                </a:lnTo>
                <a:lnTo>
                  <a:pt x="265076" y="522118"/>
                </a:lnTo>
                <a:lnTo>
                  <a:pt x="282035" y="522221"/>
                </a:lnTo>
                <a:lnTo>
                  <a:pt x="290258" y="516254"/>
                </a:lnTo>
                <a:lnTo>
                  <a:pt x="292210" y="511521"/>
                </a:lnTo>
                <a:lnTo>
                  <a:pt x="293547" y="510287"/>
                </a:lnTo>
                <a:lnTo>
                  <a:pt x="306497" y="518003"/>
                </a:lnTo>
                <a:close/>
              </a:path>
              <a:path w="4830775" h="1851847">
                <a:moveTo>
                  <a:pt x="479377" y="851644"/>
                </a:moveTo>
                <a:lnTo>
                  <a:pt x="469921" y="852158"/>
                </a:lnTo>
                <a:lnTo>
                  <a:pt x="449570" y="839915"/>
                </a:lnTo>
                <a:lnTo>
                  <a:pt x="444842" y="834360"/>
                </a:lnTo>
                <a:lnTo>
                  <a:pt x="443609" y="826953"/>
                </a:lnTo>
                <a:lnTo>
                  <a:pt x="424183" y="798455"/>
                </a:lnTo>
                <a:lnTo>
                  <a:pt x="421614" y="791973"/>
                </a:lnTo>
                <a:lnTo>
                  <a:pt x="429219" y="768619"/>
                </a:lnTo>
                <a:lnTo>
                  <a:pt x="449057" y="762961"/>
                </a:lnTo>
                <a:lnTo>
                  <a:pt x="455635" y="766870"/>
                </a:lnTo>
                <a:lnTo>
                  <a:pt x="457896" y="777364"/>
                </a:lnTo>
                <a:lnTo>
                  <a:pt x="469202" y="796397"/>
                </a:lnTo>
                <a:lnTo>
                  <a:pt x="472902" y="806582"/>
                </a:lnTo>
                <a:lnTo>
                  <a:pt x="475780" y="811109"/>
                </a:lnTo>
                <a:lnTo>
                  <a:pt x="476911" y="814607"/>
                </a:lnTo>
                <a:lnTo>
                  <a:pt x="475986" y="817076"/>
                </a:lnTo>
                <a:lnTo>
                  <a:pt x="484105" y="829113"/>
                </a:lnTo>
                <a:lnTo>
                  <a:pt x="489964" y="836212"/>
                </a:lnTo>
                <a:lnTo>
                  <a:pt x="490375" y="847529"/>
                </a:lnTo>
                <a:lnTo>
                  <a:pt x="479377" y="851644"/>
                </a:lnTo>
                <a:close/>
              </a:path>
              <a:path w="4830775" h="1851847">
                <a:moveTo>
                  <a:pt x="2275706" y="1554934"/>
                </a:moveTo>
                <a:lnTo>
                  <a:pt x="2262653" y="1576230"/>
                </a:lnTo>
                <a:lnTo>
                  <a:pt x="2267278" y="1579625"/>
                </a:lnTo>
                <a:lnTo>
                  <a:pt x="2270156" y="1582918"/>
                </a:lnTo>
                <a:lnTo>
                  <a:pt x="2248572" y="1587342"/>
                </a:lnTo>
                <a:lnTo>
                  <a:pt x="2239630" y="1584975"/>
                </a:lnTo>
                <a:lnTo>
                  <a:pt x="2234388" y="1585593"/>
                </a:lnTo>
                <a:lnTo>
                  <a:pt x="2212598" y="1581580"/>
                </a:lnTo>
                <a:lnTo>
                  <a:pt x="2196975" y="1576745"/>
                </a:lnTo>
                <a:lnTo>
                  <a:pt x="2195125" y="1572835"/>
                </a:lnTo>
                <a:lnTo>
                  <a:pt x="2196358" y="1568206"/>
                </a:lnTo>
                <a:lnTo>
                  <a:pt x="2200983" y="1569749"/>
                </a:lnTo>
                <a:lnTo>
                  <a:pt x="2213112" y="1570469"/>
                </a:lnTo>
                <a:lnTo>
                  <a:pt x="2217634" y="1568412"/>
                </a:lnTo>
                <a:lnTo>
                  <a:pt x="2217840" y="1554626"/>
                </a:lnTo>
                <a:lnTo>
                  <a:pt x="2216092" y="1536724"/>
                </a:lnTo>
                <a:lnTo>
                  <a:pt x="2232435" y="1522115"/>
                </a:lnTo>
                <a:lnTo>
                  <a:pt x="2241068" y="1516251"/>
                </a:lnTo>
                <a:lnTo>
                  <a:pt x="2251141" y="1512753"/>
                </a:lnTo>
                <a:lnTo>
                  <a:pt x="2276323" y="1520881"/>
                </a:lnTo>
                <a:lnTo>
                  <a:pt x="2280537" y="1523041"/>
                </a:lnTo>
                <a:lnTo>
                  <a:pt x="2283723" y="1526333"/>
                </a:lnTo>
                <a:lnTo>
                  <a:pt x="2285265" y="1531580"/>
                </a:lnTo>
                <a:lnTo>
                  <a:pt x="2275706" y="1554934"/>
                </a:lnTo>
                <a:close/>
              </a:path>
              <a:path w="4830775" h="1851847">
                <a:moveTo>
                  <a:pt x="2153087" y="1507712"/>
                </a:moveTo>
                <a:lnTo>
                  <a:pt x="2163468" y="1513165"/>
                </a:lnTo>
                <a:lnTo>
                  <a:pt x="2178063" y="1529214"/>
                </a:lnTo>
                <a:lnTo>
                  <a:pt x="2179399" y="1533638"/>
                </a:lnTo>
                <a:lnTo>
                  <a:pt x="2174979" y="1537856"/>
                </a:lnTo>
                <a:lnTo>
                  <a:pt x="2164598" y="1544646"/>
                </a:lnTo>
                <a:lnTo>
                  <a:pt x="2141369" y="1555140"/>
                </a:lnTo>
                <a:lnTo>
                  <a:pt x="2137361" y="1560078"/>
                </a:lnTo>
                <a:lnTo>
                  <a:pt x="2132427" y="1569749"/>
                </a:lnTo>
                <a:lnTo>
                  <a:pt x="2131297" y="1573864"/>
                </a:lnTo>
                <a:lnTo>
                  <a:pt x="2129652" y="1576128"/>
                </a:lnTo>
                <a:lnTo>
                  <a:pt x="2126980" y="1577671"/>
                </a:lnTo>
                <a:lnTo>
                  <a:pt x="2121944" y="1579111"/>
                </a:lnTo>
                <a:lnTo>
                  <a:pt x="2116496" y="1577053"/>
                </a:lnTo>
                <a:lnTo>
                  <a:pt x="2121430" y="1570881"/>
                </a:lnTo>
                <a:lnTo>
                  <a:pt x="2121635" y="1563473"/>
                </a:lnTo>
                <a:lnTo>
                  <a:pt x="2117935" y="1556477"/>
                </a:lnTo>
                <a:lnTo>
                  <a:pt x="2112693" y="1550716"/>
                </a:lnTo>
                <a:lnTo>
                  <a:pt x="2102107" y="1542794"/>
                </a:lnTo>
                <a:lnTo>
                  <a:pt x="2090801" y="1535901"/>
                </a:lnTo>
                <a:lnTo>
                  <a:pt x="2079392" y="1532301"/>
                </a:lnTo>
                <a:lnTo>
                  <a:pt x="2067263" y="1530654"/>
                </a:lnTo>
                <a:lnTo>
                  <a:pt x="2062946" y="1527259"/>
                </a:lnTo>
                <a:lnTo>
                  <a:pt x="2055855" y="1518617"/>
                </a:lnTo>
                <a:lnTo>
                  <a:pt x="2053491" y="1513885"/>
                </a:lnTo>
                <a:lnTo>
                  <a:pt x="2052360" y="1508844"/>
                </a:lnTo>
                <a:lnTo>
                  <a:pt x="2053079" y="1504008"/>
                </a:lnTo>
                <a:lnTo>
                  <a:pt x="2056060" y="1503803"/>
                </a:lnTo>
                <a:lnTo>
                  <a:pt x="2067983" y="1504934"/>
                </a:lnTo>
                <a:lnTo>
                  <a:pt x="2089875" y="1510593"/>
                </a:lnTo>
                <a:lnTo>
                  <a:pt x="2100668" y="1511004"/>
                </a:lnTo>
                <a:lnTo>
                  <a:pt x="2106835" y="1509667"/>
                </a:lnTo>
                <a:lnTo>
                  <a:pt x="2122869" y="1498556"/>
                </a:lnTo>
                <a:lnTo>
                  <a:pt x="2126672" y="1498659"/>
                </a:lnTo>
                <a:lnTo>
                  <a:pt x="2141986" y="1503597"/>
                </a:lnTo>
                <a:lnTo>
                  <a:pt x="2153087" y="1507712"/>
                </a:lnTo>
                <a:close/>
              </a:path>
              <a:path w="4830775" h="1851847">
                <a:moveTo>
                  <a:pt x="1186726" y="840430"/>
                </a:moveTo>
                <a:lnTo>
                  <a:pt x="1190221" y="847529"/>
                </a:lnTo>
                <a:lnTo>
                  <a:pt x="1195052" y="853907"/>
                </a:lnTo>
                <a:lnTo>
                  <a:pt x="1198649" y="860800"/>
                </a:lnTo>
                <a:lnTo>
                  <a:pt x="1203480" y="893928"/>
                </a:lnTo>
                <a:lnTo>
                  <a:pt x="1219617" y="922323"/>
                </a:lnTo>
                <a:lnTo>
                  <a:pt x="1266074" y="933434"/>
                </a:lnTo>
                <a:lnTo>
                  <a:pt x="1258468" y="938063"/>
                </a:lnTo>
                <a:lnTo>
                  <a:pt x="1254665" y="942179"/>
                </a:lnTo>
                <a:lnTo>
                  <a:pt x="1251787" y="946911"/>
                </a:lnTo>
                <a:lnTo>
                  <a:pt x="1244901" y="966664"/>
                </a:lnTo>
                <a:lnTo>
                  <a:pt x="1245620" y="970779"/>
                </a:lnTo>
                <a:lnTo>
                  <a:pt x="1249629" y="977467"/>
                </a:lnTo>
                <a:lnTo>
                  <a:pt x="1250554" y="984771"/>
                </a:lnTo>
                <a:lnTo>
                  <a:pt x="1244798" y="984668"/>
                </a:lnTo>
                <a:lnTo>
                  <a:pt x="1238220" y="983125"/>
                </a:lnTo>
                <a:lnTo>
                  <a:pt x="1232978" y="980347"/>
                </a:lnTo>
                <a:lnTo>
                  <a:pt x="1228147" y="976746"/>
                </a:lnTo>
                <a:lnTo>
                  <a:pt x="1222803" y="973969"/>
                </a:lnTo>
                <a:lnTo>
                  <a:pt x="1217150" y="972117"/>
                </a:lnTo>
                <a:lnTo>
                  <a:pt x="1207694" y="966458"/>
                </a:lnTo>
                <a:lnTo>
                  <a:pt x="1194949" y="962446"/>
                </a:lnTo>
                <a:lnTo>
                  <a:pt x="1181895" y="959360"/>
                </a:lnTo>
                <a:lnTo>
                  <a:pt x="1175523" y="951026"/>
                </a:lnTo>
                <a:lnTo>
                  <a:pt x="1172542" y="940635"/>
                </a:lnTo>
                <a:lnTo>
                  <a:pt x="1175728" y="925203"/>
                </a:lnTo>
                <a:lnTo>
                  <a:pt x="1172542" y="920985"/>
                </a:lnTo>
                <a:lnTo>
                  <a:pt x="1167814" y="917179"/>
                </a:lnTo>
                <a:lnTo>
                  <a:pt x="1162161" y="906068"/>
                </a:lnTo>
                <a:lnTo>
                  <a:pt x="1160003" y="893105"/>
                </a:lnTo>
                <a:lnTo>
                  <a:pt x="1151677" y="888166"/>
                </a:lnTo>
                <a:lnTo>
                  <a:pt x="1140782" y="885080"/>
                </a:lnTo>
                <a:lnTo>
                  <a:pt x="1136054" y="882611"/>
                </a:lnTo>
                <a:lnTo>
                  <a:pt x="1114470" y="887343"/>
                </a:lnTo>
                <a:lnTo>
                  <a:pt x="1109331" y="886212"/>
                </a:lnTo>
                <a:lnTo>
                  <a:pt x="1104706" y="882611"/>
                </a:lnTo>
                <a:lnTo>
                  <a:pt x="1092886" y="878907"/>
                </a:lnTo>
                <a:lnTo>
                  <a:pt x="1093400" y="871706"/>
                </a:lnTo>
                <a:lnTo>
                  <a:pt x="1098847" y="865944"/>
                </a:lnTo>
                <a:lnTo>
                  <a:pt x="1111695" y="860183"/>
                </a:lnTo>
                <a:lnTo>
                  <a:pt x="1117759" y="855245"/>
                </a:lnTo>
                <a:lnTo>
                  <a:pt x="1118992" y="848866"/>
                </a:lnTo>
                <a:lnTo>
                  <a:pt x="1116629" y="844134"/>
                </a:lnTo>
                <a:lnTo>
                  <a:pt x="1117554" y="839195"/>
                </a:lnTo>
                <a:lnTo>
                  <a:pt x="1121665" y="834463"/>
                </a:lnTo>
                <a:lnTo>
                  <a:pt x="1126496" y="830759"/>
                </a:lnTo>
                <a:lnTo>
                  <a:pt x="1139343" y="825821"/>
                </a:lnTo>
                <a:lnTo>
                  <a:pt x="1144996" y="834360"/>
                </a:lnTo>
                <a:lnTo>
                  <a:pt x="1147874" y="841562"/>
                </a:lnTo>
                <a:lnTo>
                  <a:pt x="1151266" y="846808"/>
                </a:lnTo>
                <a:lnTo>
                  <a:pt x="1156714" y="839401"/>
                </a:lnTo>
                <a:lnTo>
                  <a:pt x="1153219" y="826541"/>
                </a:lnTo>
                <a:lnTo>
                  <a:pt x="1163086" y="823660"/>
                </a:lnTo>
                <a:lnTo>
                  <a:pt x="1172748" y="823558"/>
                </a:lnTo>
                <a:lnTo>
                  <a:pt x="1180045" y="827055"/>
                </a:lnTo>
                <a:lnTo>
                  <a:pt x="1184773" y="832611"/>
                </a:lnTo>
                <a:lnTo>
                  <a:pt x="1186726" y="840430"/>
                </a:lnTo>
                <a:close/>
              </a:path>
              <a:path w="4830775" h="1851847">
                <a:moveTo>
                  <a:pt x="2947801" y="1136931"/>
                </a:moveTo>
                <a:lnTo>
                  <a:pt x="2950165" y="1159050"/>
                </a:lnTo>
                <a:lnTo>
                  <a:pt x="2949445" y="1164915"/>
                </a:lnTo>
                <a:lnTo>
                  <a:pt x="2943586" y="1156376"/>
                </a:lnTo>
                <a:lnTo>
                  <a:pt x="2941531" y="1154627"/>
                </a:lnTo>
                <a:lnTo>
                  <a:pt x="2939989" y="1156376"/>
                </a:lnTo>
                <a:lnTo>
                  <a:pt x="2937933" y="1157301"/>
                </a:lnTo>
                <a:lnTo>
                  <a:pt x="2934953" y="1157199"/>
                </a:lnTo>
                <a:lnTo>
                  <a:pt x="2931150" y="1165841"/>
                </a:lnTo>
                <a:lnTo>
                  <a:pt x="2930841" y="1173865"/>
                </a:lnTo>
                <a:lnTo>
                  <a:pt x="2927964" y="1179318"/>
                </a:lnTo>
                <a:lnTo>
                  <a:pt x="2926422" y="1197322"/>
                </a:lnTo>
                <a:lnTo>
                  <a:pt x="2927347" y="1202260"/>
                </a:lnTo>
                <a:lnTo>
                  <a:pt x="2931869" y="1199791"/>
                </a:lnTo>
                <a:lnTo>
                  <a:pt x="2934542" y="1199174"/>
                </a:lnTo>
                <a:lnTo>
                  <a:pt x="2944717" y="1206170"/>
                </a:lnTo>
                <a:lnTo>
                  <a:pt x="2950062" y="1211211"/>
                </a:lnTo>
                <a:lnTo>
                  <a:pt x="2948520" y="1217384"/>
                </a:lnTo>
                <a:lnTo>
                  <a:pt x="2941736" y="1223556"/>
                </a:lnTo>
                <a:lnTo>
                  <a:pt x="2933719" y="1226231"/>
                </a:lnTo>
                <a:lnTo>
                  <a:pt x="2927861" y="1223659"/>
                </a:lnTo>
                <a:lnTo>
                  <a:pt x="2926113" y="1224894"/>
                </a:lnTo>
                <a:lnTo>
                  <a:pt x="2922619" y="1228083"/>
                </a:lnTo>
                <a:lnTo>
                  <a:pt x="2919947" y="1232198"/>
                </a:lnTo>
                <a:lnTo>
                  <a:pt x="2920666" y="1236519"/>
                </a:lnTo>
                <a:lnTo>
                  <a:pt x="2913882" y="1248762"/>
                </a:lnTo>
                <a:lnTo>
                  <a:pt x="2909977" y="1252157"/>
                </a:lnTo>
                <a:lnTo>
                  <a:pt x="2901857" y="1248454"/>
                </a:lnTo>
                <a:lnTo>
                  <a:pt x="2896820" y="1251643"/>
                </a:lnTo>
                <a:lnTo>
                  <a:pt x="2892812" y="1251334"/>
                </a:lnTo>
                <a:lnTo>
                  <a:pt x="2886645" y="1239194"/>
                </a:lnTo>
                <a:lnTo>
                  <a:pt x="2886748" y="1233433"/>
                </a:lnTo>
                <a:lnTo>
                  <a:pt x="2892504" y="1226952"/>
                </a:lnTo>
                <a:lnTo>
                  <a:pt x="2892606" y="1222322"/>
                </a:lnTo>
                <a:lnTo>
                  <a:pt x="2895382" y="1217178"/>
                </a:lnTo>
                <a:lnTo>
                  <a:pt x="2901651" y="1210079"/>
                </a:lnTo>
                <a:lnTo>
                  <a:pt x="2905351" y="1204729"/>
                </a:lnTo>
                <a:lnTo>
                  <a:pt x="2905454" y="1201334"/>
                </a:lnTo>
                <a:lnTo>
                  <a:pt x="2908127" y="1188474"/>
                </a:lnTo>
                <a:lnTo>
                  <a:pt x="2909154" y="1183124"/>
                </a:lnTo>
                <a:lnTo>
                  <a:pt x="2910902" y="1177363"/>
                </a:lnTo>
                <a:lnTo>
                  <a:pt x="2913780" y="1165738"/>
                </a:lnTo>
                <a:lnTo>
                  <a:pt x="2914191" y="1143824"/>
                </a:lnTo>
                <a:lnTo>
                  <a:pt x="2923852" y="1125820"/>
                </a:lnTo>
                <a:lnTo>
                  <a:pt x="2933205" y="1120882"/>
                </a:lnTo>
                <a:lnTo>
                  <a:pt x="2937008" y="1120059"/>
                </a:lnTo>
                <a:lnTo>
                  <a:pt x="2936392" y="1124894"/>
                </a:lnTo>
                <a:lnTo>
                  <a:pt x="2947801" y="1136931"/>
                </a:lnTo>
                <a:close/>
              </a:path>
              <a:path w="4830775" h="1851847">
                <a:moveTo>
                  <a:pt x="2892812" y="1210799"/>
                </a:moveTo>
                <a:lnTo>
                  <a:pt x="2890140" y="1217692"/>
                </a:lnTo>
                <a:lnTo>
                  <a:pt x="2884487" y="1223042"/>
                </a:lnTo>
                <a:lnTo>
                  <a:pt x="2879964" y="1223351"/>
                </a:lnTo>
                <a:lnTo>
                  <a:pt x="2875236" y="1222322"/>
                </a:lnTo>
                <a:lnTo>
                  <a:pt x="2866808" y="1217589"/>
                </a:lnTo>
                <a:lnTo>
                  <a:pt x="2864650" y="1222528"/>
                </a:lnTo>
                <a:lnTo>
                  <a:pt x="2858071" y="1222322"/>
                </a:lnTo>
                <a:lnTo>
                  <a:pt x="2855605" y="1216046"/>
                </a:lnTo>
                <a:lnTo>
                  <a:pt x="2860333" y="1197322"/>
                </a:lnTo>
                <a:lnTo>
                  <a:pt x="2867219" y="1190326"/>
                </a:lnTo>
                <a:lnTo>
                  <a:pt x="2866602" y="1183022"/>
                </a:lnTo>
                <a:lnTo>
                  <a:pt x="2860847" y="1167384"/>
                </a:lnTo>
                <a:lnTo>
                  <a:pt x="2864444" y="1159153"/>
                </a:lnTo>
                <a:lnTo>
                  <a:pt x="2880375" y="1152981"/>
                </a:lnTo>
                <a:lnTo>
                  <a:pt x="2894354" y="1145470"/>
                </a:lnTo>
                <a:lnTo>
                  <a:pt x="2898671" y="1143927"/>
                </a:lnTo>
                <a:lnTo>
                  <a:pt x="2902576" y="1149688"/>
                </a:lnTo>
                <a:lnTo>
                  <a:pt x="2904632" y="1176334"/>
                </a:lnTo>
                <a:lnTo>
                  <a:pt x="2889626" y="1197425"/>
                </a:lnTo>
                <a:lnTo>
                  <a:pt x="2892812" y="1210799"/>
                </a:lnTo>
                <a:close/>
              </a:path>
              <a:path w="4830775" h="1851847">
                <a:moveTo>
                  <a:pt x="1420042" y="289094"/>
                </a:moveTo>
                <a:lnTo>
                  <a:pt x="1406064" y="292900"/>
                </a:lnTo>
                <a:lnTo>
                  <a:pt x="1397841" y="287551"/>
                </a:lnTo>
                <a:lnTo>
                  <a:pt x="1406681" y="281069"/>
                </a:lnTo>
                <a:lnTo>
                  <a:pt x="1409764" y="280658"/>
                </a:lnTo>
                <a:lnTo>
                  <a:pt x="1411820" y="279320"/>
                </a:lnTo>
                <a:lnTo>
                  <a:pt x="1412539" y="276748"/>
                </a:lnTo>
                <a:lnTo>
                  <a:pt x="1396608" y="272427"/>
                </a:lnTo>
                <a:lnTo>
                  <a:pt x="1392188" y="268621"/>
                </a:lnTo>
                <a:lnTo>
                  <a:pt x="1387769" y="258950"/>
                </a:lnTo>
                <a:lnTo>
                  <a:pt x="1387974" y="252777"/>
                </a:lnTo>
                <a:lnTo>
                  <a:pt x="1408325" y="236625"/>
                </a:lnTo>
                <a:lnTo>
                  <a:pt x="1413053" y="234876"/>
                </a:lnTo>
                <a:lnTo>
                  <a:pt x="1413875" y="241563"/>
                </a:lnTo>
                <a:lnTo>
                  <a:pt x="1427957" y="258641"/>
                </a:lnTo>
                <a:lnTo>
                  <a:pt x="1428573" y="269958"/>
                </a:lnTo>
                <a:lnTo>
                  <a:pt x="1428059" y="274073"/>
                </a:lnTo>
                <a:lnTo>
                  <a:pt x="1420042" y="289094"/>
                </a:lnTo>
                <a:close/>
              </a:path>
              <a:path w="4830775" h="1851847">
                <a:moveTo>
                  <a:pt x="1408839" y="977158"/>
                </a:moveTo>
                <a:lnTo>
                  <a:pt x="1407297" y="987960"/>
                </a:lnTo>
                <a:lnTo>
                  <a:pt x="1404728" y="992076"/>
                </a:lnTo>
                <a:lnTo>
                  <a:pt x="1396197" y="997425"/>
                </a:lnTo>
                <a:lnTo>
                  <a:pt x="1393216" y="1000718"/>
                </a:lnTo>
                <a:lnTo>
                  <a:pt x="1385199" y="1000203"/>
                </a:lnTo>
                <a:lnTo>
                  <a:pt x="1384171" y="994545"/>
                </a:lnTo>
                <a:lnTo>
                  <a:pt x="1381499" y="990635"/>
                </a:lnTo>
                <a:lnTo>
                  <a:pt x="1372968" y="986211"/>
                </a:lnTo>
                <a:lnTo>
                  <a:pt x="1370809" y="987343"/>
                </a:lnTo>
                <a:lnTo>
                  <a:pt x="1369268" y="993927"/>
                </a:lnTo>
                <a:lnTo>
                  <a:pt x="1352617" y="998557"/>
                </a:lnTo>
                <a:lnTo>
                  <a:pt x="1347889" y="998866"/>
                </a:lnTo>
                <a:lnTo>
                  <a:pt x="1350253" y="990224"/>
                </a:lnTo>
                <a:lnTo>
                  <a:pt x="1345936" y="983331"/>
                </a:lnTo>
                <a:lnTo>
                  <a:pt x="1345628" y="974997"/>
                </a:lnTo>
                <a:lnTo>
                  <a:pt x="1344806" y="971294"/>
                </a:lnTo>
                <a:lnTo>
                  <a:pt x="1342647" y="969133"/>
                </a:lnTo>
                <a:lnTo>
                  <a:pt x="1346964" y="963269"/>
                </a:lnTo>
                <a:lnTo>
                  <a:pt x="1346244" y="956788"/>
                </a:lnTo>
                <a:lnTo>
                  <a:pt x="1350767" y="949792"/>
                </a:lnTo>
                <a:lnTo>
                  <a:pt x="1353234" y="932714"/>
                </a:lnTo>
                <a:lnTo>
                  <a:pt x="1370912" y="929010"/>
                </a:lnTo>
                <a:lnTo>
                  <a:pt x="1374715" y="932096"/>
                </a:lnTo>
                <a:lnTo>
                  <a:pt x="1395169" y="935903"/>
                </a:lnTo>
                <a:lnTo>
                  <a:pt x="1409661" y="946191"/>
                </a:lnTo>
                <a:lnTo>
                  <a:pt x="1417473" y="959874"/>
                </a:lnTo>
                <a:lnTo>
                  <a:pt x="1408839" y="977158"/>
                </a:lnTo>
                <a:close/>
              </a:path>
              <a:path w="4830775" h="1851847">
                <a:moveTo>
                  <a:pt x="4202055" y="735698"/>
                </a:moveTo>
                <a:lnTo>
                  <a:pt x="4223947" y="739710"/>
                </a:lnTo>
                <a:lnTo>
                  <a:pt x="4231862" y="739504"/>
                </a:lnTo>
                <a:lnTo>
                  <a:pt x="4239673" y="744134"/>
                </a:lnTo>
                <a:lnTo>
                  <a:pt x="4249129" y="741973"/>
                </a:lnTo>
                <a:lnTo>
                  <a:pt x="4254577" y="743414"/>
                </a:lnTo>
                <a:lnTo>
                  <a:pt x="4272564" y="759052"/>
                </a:lnTo>
                <a:lnTo>
                  <a:pt x="4281403" y="769340"/>
                </a:lnTo>
                <a:lnTo>
                  <a:pt x="4294559" y="778290"/>
                </a:lnTo>
                <a:lnTo>
                  <a:pt x="4304015" y="781274"/>
                </a:lnTo>
                <a:lnTo>
                  <a:pt x="4296820" y="789401"/>
                </a:lnTo>
                <a:lnTo>
                  <a:pt x="4282431" y="793722"/>
                </a:lnTo>
                <a:lnTo>
                  <a:pt x="4276778" y="793928"/>
                </a:lnTo>
                <a:lnTo>
                  <a:pt x="4265780" y="789093"/>
                </a:lnTo>
                <a:lnTo>
                  <a:pt x="4256735" y="789916"/>
                </a:lnTo>
                <a:lnTo>
                  <a:pt x="4248924" y="783846"/>
                </a:lnTo>
                <a:lnTo>
                  <a:pt x="4247587" y="774484"/>
                </a:lnTo>
                <a:lnTo>
                  <a:pt x="4239468" y="753393"/>
                </a:lnTo>
                <a:lnTo>
                  <a:pt x="4229087" y="759463"/>
                </a:lnTo>
                <a:lnTo>
                  <a:pt x="4216547" y="749689"/>
                </a:lnTo>
                <a:lnTo>
                  <a:pt x="4213155" y="749484"/>
                </a:lnTo>
                <a:lnTo>
                  <a:pt x="4212333" y="751130"/>
                </a:lnTo>
                <a:lnTo>
                  <a:pt x="4207091" y="747838"/>
                </a:lnTo>
                <a:lnTo>
                  <a:pt x="4202569" y="741253"/>
                </a:lnTo>
                <a:lnTo>
                  <a:pt x="4202055" y="735698"/>
                </a:lnTo>
                <a:close/>
              </a:path>
              <a:path w="4830775" h="1851847">
                <a:moveTo>
                  <a:pt x="4211408" y="832508"/>
                </a:moveTo>
                <a:lnTo>
                  <a:pt x="4252007" y="837652"/>
                </a:lnTo>
                <a:lnTo>
                  <a:pt x="4263005" y="837035"/>
                </a:lnTo>
                <a:lnTo>
                  <a:pt x="4286234" y="838990"/>
                </a:lnTo>
                <a:lnTo>
                  <a:pt x="4305557" y="845883"/>
                </a:lnTo>
                <a:lnTo>
                  <a:pt x="4339372" y="847117"/>
                </a:lnTo>
                <a:lnTo>
                  <a:pt x="4349445" y="849175"/>
                </a:lnTo>
                <a:lnTo>
                  <a:pt x="4357256" y="853907"/>
                </a:lnTo>
                <a:lnTo>
                  <a:pt x="4338344" y="857817"/>
                </a:lnTo>
                <a:lnTo>
                  <a:pt x="4329402" y="861417"/>
                </a:lnTo>
                <a:lnTo>
                  <a:pt x="4312854" y="863166"/>
                </a:lnTo>
                <a:lnTo>
                  <a:pt x="4298979" y="861315"/>
                </a:lnTo>
                <a:lnTo>
                  <a:pt x="4288906" y="863578"/>
                </a:lnTo>
                <a:lnTo>
                  <a:pt x="4285309" y="859977"/>
                </a:lnTo>
                <a:lnTo>
                  <a:pt x="4270508" y="856376"/>
                </a:lnTo>
                <a:lnTo>
                  <a:pt x="4251699" y="848969"/>
                </a:lnTo>
                <a:lnTo>
                  <a:pt x="4212847" y="840327"/>
                </a:lnTo>
                <a:lnTo>
                  <a:pt x="4210997" y="834977"/>
                </a:lnTo>
                <a:lnTo>
                  <a:pt x="4211408" y="832508"/>
                </a:lnTo>
                <a:close/>
              </a:path>
              <a:path w="4830775" h="1851847">
                <a:moveTo>
                  <a:pt x="3732339" y="669134"/>
                </a:moveTo>
                <a:lnTo>
                  <a:pt x="3750223" y="673558"/>
                </a:lnTo>
                <a:lnTo>
                  <a:pt x="3754232" y="672838"/>
                </a:lnTo>
                <a:lnTo>
                  <a:pt x="3780030" y="684155"/>
                </a:lnTo>
                <a:lnTo>
                  <a:pt x="3784141" y="689710"/>
                </a:lnTo>
                <a:lnTo>
                  <a:pt x="3782702" y="693517"/>
                </a:lnTo>
                <a:lnTo>
                  <a:pt x="3786505" y="698558"/>
                </a:lnTo>
                <a:lnTo>
                  <a:pt x="3778077" y="706377"/>
                </a:lnTo>
                <a:lnTo>
                  <a:pt x="3773966" y="707200"/>
                </a:lnTo>
                <a:lnTo>
                  <a:pt x="3769855" y="704319"/>
                </a:lnTo>
                <a:lnTo>
                  <a:pt x="3761632" y="702673"/>
                </a:lnTo>
                <a:lnTo>
                  <a:pt x="3752073" y="705862"/>
                </a:lnTo>
                <a:lnTo>
                  <a:pt x="3746009" y="703496"/>
                </a:lnTo>
                <a:lnTo>
                  <a:pt x="3740973" y="696294"/>
                </a:lnTo>
                <a:lnTo>
                  <a:pt x="3731825" y="691973"/>
                </a:lnTo>
                <a:lnTo>
                  <a:pt x="3718977" y="677056"/>
                </a:lnTo>
                <a:lnTo>
                  <a:pt x="3712708" y="677570"/>
                </a:lnTo>
                <a:lnTo>
                  <a:pt x="3714352" y="683434"/>
                </a:lnTo>
                <a:lnTo>
                  <a:pt x="3719800" y="687344"/>
                </a:lnTo>
                <a:lnTo>
                  <a:pt x="3726994" y="698661"/>
                </a:lnTo>
                <a:lnTo>
                  <a:pt x="3731208" y="699792"/>
                </a:lnTo>
                <a:lnTo>
                  <a:pt x="3735422" y="699381"/>
                </a:lnTo>
                <a:lnTo>
                  <a:pt x="3741178" y="704113"/>
                </a:lnTo>
                <a:lnTo>
                  <a:pt x="3740870" y="711521"/>
                </a:lnTo>
                <a:lnTo>
                  <a:pt x="3725864" y="714401"/>
                </a:lnTo>
                <a:lnTo>
                  <a:pt x="3720725" y="709052"/>
                </a:lnTo>
                <a:lnTo>
                  <a:pt x="3719594" y="699278"/>
                </a:lnTo>
                <a:lnTo>
                  <a:pt x="3711166" y="702570"/>
                </a:lnTo>
                <a:lnTo>
                  <a:pt x="3707877" y="705965"/>
                </a:lnTo>
                <a:lnTo>
                  <a:pt x="3705410" y="706377"/>
                </a:lnTo>
                <a:lnTo>
                  <a:pt x="3699757" y="696192"/>
                </a:lnTo>
                <a:lnTo>
                  <a:pt x="3683826" y="695677"/>
                </a:lnTo>
                <a:lnTo>
                  <a:pt x="3673136" y="690327"/>
                </a:lnTo>
                <a:lnTo>
                  <a:pt x="3678378" y="684669"/>
                </a:lnTo>
                <a:lnTo>
                  <a:pt x="3679098" y="679113"/>
                </a:lnTo>
                <a:lnTo>
                  <a:pt x="3686087" y="676233"/>
                </a:lnTo>
                <a:lnTo>
                  <a:pt x="3693076" y="678805"/>
                </a:lnTo>
                <a:lnTo>
                  <a:pt x="3700168" y="674895"/>
                </a:lnTo>
                <a:lnTo>
                  <a:pt x="3705102" y="675924"/>
                </a:lnTo>
                <a:lnTo>
                  <a:pt x="3708802" y="673352"/>
                </a:lnTo>
                <a:lnTo>
                  <a:pt x="3722986" y="671809"/>
                </a:lnTo>
                <a:lnTo>
                  <a:pt x="3732339" y="669134"/>
                </a:lnTo>
                <a:close/>
              </a:path>
              <a:path w="4830775" h="1851847">
                <a:moveTo>
                  <a:pt x="3489875" y="457612"/>
                </a:moveTo>
                <a:lnTo>
                  <a:pt x="3473636" y="459361"/>
                </a:lnTo>
                <a:lnTo>
                  <a:pt x="3469935" y="454423"/>
                </a:lnTo>
                <a:lnTo>
                  <a:pt x="3465619" y="432406"/>
                </a:lnTo>
                <a:lnTo>
                  <a:pt x="3477130" y="414711"/>
                </a:lnTo>
                <a:lnTo>
                  <a:pt x="3491725" y="404217"/>
                </a:lnTo>
                <a:lnTo>
                  <a:pt x="3501695" y="401645"/>
                </a:lnTo>
                <a:lnTo>
                  <a:pt x="3505087" y="401439"/>
                </a:lnTo>
                <a:lnTo>
                  <a:pt x="3513926" y="414196"/>
                </a:lnTo>
                <a:lnTo>
                  <a:pt x="3507245" y="439917"/>
                </a:lnTo>
                <a:lnTo>
                  <a:pt x="3499537" y="452982"/>
                </a:lnTo>
                <a:lnTo>
                  <a:pt x="3489875" y="457612"/>
                </a:lnTo>
                <a:close/>
              </a:path>
              <a:path w="4830775" h="1851847">
                <a:moveTo>
                  <a:pt x="3458938" y="839607"/>
                </a:moveTo>
                <a:lnTo>
                  <a:pt x="3452668" y="843722"/>
                </a:lnTo>
                <a:lnTo>
                  <a:pt x="3449482" y="844854"/>
                </a:lnTo>
                <a:lnTo>
                  <a:pt x="3434373" y="842076"/>
                </a:lnTo>
                <a:lnTo>
                  <a:pt x="3416591" y="842693"/>
                </a:lnTo>
                <a:lnTo>
                  <a:pt x="3398193" y="846603"/>
                </a:lnTo>
                <a:lnTo>
                  <a:pt x="3387504" y="843311"/>
                </a:lnTo>
                <a:lnTo>
                  <a:pt x="3380720" y="837961"/>
                </a:lnTo>
                <a:lnTo>
                  <a:pt x="3381029" y="832302"/>
                </a:lnTo>
                <a:lnTo>
                  <a:pt x="3387401" y="818311"/>
                </a:lnTo>
                <a:lnTo>
                  <a:pt x="3401277" y="807714"/>
                </a:lnTo>
                <a:lnTo>
                  <a:pt x="3406930" y="805759"/>
                </a:lnTo>
                <a:lnTo>
                  <a:pt x="3416797" y="808640"/>
                </a:lnTo>
                <a:lnTo>
                  <a:pt x="3433448" y="816767"/>
                </a:lnTo>
                <a:lnTo>
                  <a:pt x="3446604" y="826335"/>
                </a:lnTo>
                <a:lnTo>
                  <a:pt x="3458527" y="833743"/>
                </a:lnTo>
                <a:lnTo>
                  <a:pt x="3458938" y="839607"/>
                </a:lnTo>
                <a:close/>
              </a:path>
              <a:path w="4830775" h="1851847">
                <a:moveTo>
                  <a:pt x="3243300" y="920882"/>
                </a:moveTo>
                <a:lnTo>
                  <a:pt x="3241553" y="922734"/>
                </a:lnTo>
                <a:lnTo>
                  <a:pt x="3235386" y="917179"/>
                </a:lnTo>
                <a:lnTo>
                  <a:pt x="3231275" y="901541"/>
                </a:lnTo>
                <a:lnTo>
                  <a:pt x="3227677" y="897323"/>
                </a:lnTo>
                <a:lnTo>
                  <a:pt x="3223566" y="882405"/>
                </a:lnTo>
                <a:lnTo>
                  <a:pt x="3224594" y="878187"/>
                </a:lnTo>
                <a:lnTo>
                  <a:pt x="3229733" y="871911"/>
                </a:lnTo>
                <a:lnTo>
                  <a:pt x="3233844" y="872014"/>
                </a:lnTo>
                <a:lnTo>
                  <a:pt x="3236928" y="875718"/>
                </a:lnTo>
                <a:lnTo>
                  <a:pt x="3235180" y="891767"/>
                </a:lnTo>
                <a:lnTo>
                  <a:pt x="3244431" y="912138"/>
                </a:lnTo>
                <a:lnTo>
                  <a:pt x="3243300" y="920882"/>
                </a:lnTo>
                <a:close/>
              </a:path>
              <a:path w="4830775" h="1851847">
                <a:moveTo>
                  <a:pt x="3240114" y="852878"/>
                </a:moveTo>
                <a:lnTo>
                  <a:pt x="3271771" y="856273"/>
                </a:lnTo>
                <a:lnTo>
                  <a:pt x="3267248" y="859977"/>
                </a:lnTo>
                <a:lnTo>
                  <a:pt x="3233125" y="865944"/>
                </a:lnTo>
                <a:lnTo>
                  <a:pt x="3221099" y="864813"/>
                </a:lnTo>
                <a:lnTo>
                  <a:pt x="3184097" y="868310"/>
                </a:lnTo>
                <a:lnTo>
                  <a:pt x="3179369" y="868105"/>
                </a:lnTo>
                <a:lnTo>
                  <a:pt x="3178650" y="862343"/>
                </a:lnTo>
                <a:lnTo>
                  <a:pt x="3174641" y="858331"/>
                </a:lnTo>
                <a:lnTo>
                  <a:pt x="3180603" y="854833"/>
                </a:lnTo>
                <a:lnTo>
                  <a:pt x="3188414" y="854010"/>
                </a:lnTo>
                <a:lnTo>
                  <a:pt x="3208868" y="855348"/>
                </a:lnTo>
                <a:lnTo>
                  <a:pt x="3240114" y="852878"/>
                </a:lnTo>
                <a:close/>
              </a:path>
              <a:path w="4830775" h="1851847">
                <a:moveTo>
                  <a:pt x="3131781" y="844134"/>
                </a:moveTo>
                <a:lnTo>
                  <a:pt x="3141340" y="847837"/>
                </a:lnTo>
                <a:lnTo>
                  <a:pt x="3144732" y="847837"/>
                </a:lnTo>
                <a:lnTo>
                  <a:pt x="3147918" y="843516"/>
                </a:lnTo>
                <a:lnTo>
                  <a:pt x="3149871" y="842899"/>
                </a:lnTo>
                <a:lnTo>
                  <a:pt x="3154188" y="844957"/>
                </a:lnTo>
                <a:lnTo>
                  <a:pt x="3155216" y="851850"/>
                </a:lnTo>
                <a:lnTo>
                  <a:pt x="3161382" y="850924"/>
                </a:lnTo>
                <a:lnTo>
                  <a:pt x="3166213" y="853290"/>
                </a:lnTo>
                <a:lnTo>
                  <a:pt x="3167755" y="854936"/>
                </a:lnTo>
                <a:lnTo>
                  <a:pt x="3167138" y="861829"/>
                </a:lnTo>
                <a:lnTo>
                  <a:pt x="3148740" y="863064"/>
                </a:lnTo>
                <a:lnTo>
                  <a:pt x="3135584" y="868619"/>
                </a:lnTo>
                <a:lnTo>
                  <a:pt x="3117803" y="863578"/>
                </a:lnTo>
                <a:lnTo>
                  <a:pt x="3097760" y="872220"/>
                </a:lnTo>
                <a:lnTo>
                  <a:pt x="3085632" y="875203"/>
                </a:lnTo>
                <a:lnTo>
                  <a:pt x="3075045" y="874998"/>
                </a:lnTo>
                <a:lnTo>
                  <a:pt x="3066000" y="859977"/>
                </a:lnTo>
                <a:lnTo>
                  <a:pt x="3071242" y="842385"/>
                </a:lnTo>
                <a:lnTo>
                  <a:pt x="3075045" y="839401"/>
                </a:lnTo>
                <a:lnTo>
                  <a:pt x="3081726" y="837858"/>
                </a:lnTo>
                <a:lnTo>
                  <a:pt x="3100330" y="837035"/>
                </a:lnTo>
                <a:lnTo>
                  <a:pt x="3131781" y="844134"/>
                </a:lnTo>
                <a:close/>
              </a:path>
              <a:path w="4830775" h="1851847">
                <a:moveTo>
                  <a:pt x="3785066" y="1491766"/>
                </a:moveTo>
                <a:lnTo>
                  <a:pt x="3783319" y="1492897"/>
                </a:lnTo>
                <a:lnTo>
                  <a:pt x="3770574" y="1491560"/>
                </a:lnTo>
                <a:lnTo>
                  <a:pt x="3763277" y="1491457"/>
                </a:lnTo>
                <a:lnTo>
                  <a:pt x="3764202" y="1483741"/>
                </a:lnTo>
                <a:lnTo>
                  <a:pt x="3760501" y="1477877"/>
                </a:lnTo>
                <a:lnTo>
                  <a:pt x="3765641" y="1469338"/>
                </a:lnTo>
                <a:lnTo>
                  <a:pt x="3765743" y="1459358"/>
                </a:lnTo>
                <a:lnTo>
                  <a:pt x="3771088" y="1458021"/>
                </a:lnTo>
                <a:lnTo>
                  <a:pt x="3771807" y="1452362"/>
                </a:lnTo>
                <a:lnTo>
                  <a:pt x="3778283" y="1437342"/>
                </a:lnTo>
                <a:lnTo>
                  <a:pt x="3782086" y="1433947"/>
                </a:lnTo>
                <a:lnTo>
                  <a:pt x="3787430" y="1432609"/>
                </a:lnTo>
                <a:lnTo>
                  <a:pt x="3793803" y="1423865"/>
                </a:lnTo>
                <a:lnTo>
                  <a:pt x="3797400" y="1421293"/>
                </a:lnTo>
                <a:lnTo>
                  <a:pt x="3801203" y="1414708"/>
                </a:lnTo>
                <a:lnTo>
                  <a:pt x="3806548" y="1411622"/>
                </a:lnTo>
                <a:lnTo>
                  <a:pt x="3806137" y="1405861"/>
                </a:lnTo>
                <a:lnTo>
                  <a:pt x="3809220" y="1402877"/>
                </a:lnTo>
                <a:lnTo>
                  <a:pt x="3817648" y="1400511"/>
                </a:lnTo>
                <a:lnTo>
                  <a:pt x="3823610" y="1403289"/>
                </a:lnTo>
                <a:lnTo>
                  <a:pt x="3827207" y="1409153"/>
                </a:lnTo>
                <a:lnTo>
                  <a:pt x="3817751" y="1416354"/>
                </a:lnTo>
                <a:lnTo>
                  <a:pt x="3822582" y="1434050"/>
                </a:lnTo>
                <a:lnTo>
                  <a:pt x="3815696" y="1453288"/>
                </a:lnTo>
                <a:lnTo>
                  <a:pt x="3811173" y="1459050"/>
                </a:lnTo>
                <a:lnTo>
                  <a:pt x="3802745" y="1464091"/>
                </a:lnTo>
                <a:lnTo>
                  <a:pt x="3800278" y="1468823"/>
                </a:lnTo>
                <a:lnTo>
                  <a:pt x="3790308" y="1478288"/>
                </a:lnTo>
                <a:lnTo>
                  <a:pt x="3787328" y="1486416"/>
                </a:lnTo>
                <a:lnTo>
                  <a:pt x="3786814" y="1489811"/>
                </a:lnTo>
                <a:lnTo>
                  <a:pt x="3785066" y="1491766"/>
                </a:lnTo>
                <a:close/>
              </a:path>
              <a:path w="4830775" h="1851847">
                <a:moveTo>
                  <a:pt x="3319976" y="1457609"/>
                </a:moveTo>
                <a:lnTo>
                  <a:pt x="3321312" y="1462650"/>
                </a:lnTo>
                <a:lnTo>
                  <a:pt x="3321209" y="1464811"/>
                </a:lnTo>
                <a:lnTo>
                  <a:pt x="3308875" y="1466457"/>
                </a:lnTo>
                <a:lnTo>
                  <a:pt x="3296953" y="1472013"/>
                </a:lnTo>
                <a:lnTo>
                  <a:pt x="3290888" y="1478391"/>
                </a:lnTo>
                <a:lnTo>
                  <a:pt x="3286160" y="1486622"/>
                </a:lnTo>
                <a:lnTo>
                  <a:pt x="3269818" y="1483329"/>
                </a:lnTo>
                <a:lnTo>
                  <a:pt x="3255223" y="1482712"/>
                </a:lnTo>
                <a:lnTo>
                  <a:pt x="3248748" y="1479832"/>
                </a:lnTo>
                <a:lnTo>
                  <a:pt x="3241758" y="1480037"/>
                </a:lnTo>
                <a:lnTo>
                  <a:pt x="3232714" y="1482609"/>
                </a:lnTo>
                <a:lnTo>
                  <a:pt x="3219763" y="1489605"/>
                </a:lnTo>
                <a:lnTo>
                  <a:pt x="3216885" y="1490222"/>
                </a:lnTo>
                <a:lnTo>
                  <a:pt x="3217913" y="1479523"/>
                </a:lnTo>
                <a:lnTo>
                  <a:pt x="3221510" y="1472939"/>
                </a:lnTo>
                <a:lnTo>
                  <a:pt x="3235078" y="1457095"/>
                </a:lnTo>
                <a:lnTo>
                  <a:pt x="3246384" y="1460593"/>
                </a:lnTo>
                <a:lnTo>
                  <a:pt x="3259643" y="1461622"/>
                </a:lnTo>
                <a:lnTo>
                  <a:pt x="3274546" y="1458535"/>
                </a:lnTo>
                <a:lnTo>
                  <a:pt x="3285235" y="1451437"/>
                </a:lnTo>
                <a:lnTo>
                  <a:pt x="3300344" y="1447733"/>
                </a:lnTo>
                <a:lnTo>
                  <a:pt x="3312267" y="1456992"/>
                </a:lnTo>
                <a:lnTo>
                  <a:pt x="3319976" y="1457609"/>
                </a:lnTo>
                <a:close/>
              </a:path>
              <a:path w="4830775" h="1851847">
                <a:moveTo>
                  <a:pt x="3091285" y="1506272"/>
                </a:moveTo>
                <a:lnTo>
                  <a:pt x="3093752" y="1512547"/>
                </a:lnTo>
                <a:lnTo>
                  <a:pt x="3101666" y="1509050"/>
                </a:lnTo>
                <a:lnTo>
                  <a:pt x="3109375" y="1508227"/>
                </a:lnTo>
                <a:lnTo>
                  <a:pt x="3127053" y="1508844"/>
                </a:lnTo>
                <a:lnTo>
                  <a:pt x="3140004" y="1510284"/>
                </a:lnTo>
                <a:lnTo>
                  <a:pt x="3147712" y="1512856"/>
                </a:lnTo>
                <a:lnTo>
                  <a:pt x="3148432" y="1525305"/>
                </a:lnTo>
                <a:lnTo>
                  <a:pt x="3144835" y="1528082"/>
                </a:lnTo>
                <a:lnTo>
                  <a:pt x="3077718" y="1537547"/>
                </a:lnTo>
                <a:lnTo>
                  <a:pt x="3071242" y="1534461"/>
                </a:lnTo>
                <a:lnTo>
                  <a:pt x="3068673" y="1531477"/>
                </a:lnTo>
                <a:lnTo>
                  <a:pt x="3075868" y="1522218"/>
                </a:lnTo>
                <a:lnTo>
                  <a:pt x="3072578" y="1517794"/>
                </a:lnTo>
                <a:lnTo>
                  <a:pt x="3076381" y="1510593"/>
                </a:lnTo>
                <a:lnTo>
                  <a:pt x="3084398" y="1505654"/>
                </a:lnTo>
                <a:lnTo>
                  <a:pt x="3091285" y="1506272"/>
                </a:lnTo>
                <a:close/>
              </a:path>
              <a:path w="4830775" h="1851847">
                <a:moveTo>
                  <a:pt x="3751765" y="804113"/>
                </a:moveTo>
                <a:lnTo>
                  <a:pt x="3748167" y="806891"/>
                </a:lnTo>
                <a:lnTo>
                  <a:pt x="3735628" y="804216"/>
                </a:lnTo>
                <a:lnTo>
                  <a:pt x="3729153" y="797837"/>
                </a:lnTo>
                <a:lnTo>
                  <a:pt x="3724733" y="789401"/>
                </a:lnTo>
                <a:lnTo>
                  <a:pt x="3721958" y="782302"/>
                </a:lnTo>
                <a:lnTo>
                  <a:pt x="3721136" y="776747"/>
                </a:lnTo>
                <a:lnTo>
                  <a:pt x="3717436" y="769957"/>
                </a:lnTo>
                <a:lnTo>
                  <a:pt x="3717949" y="767488"/>
                </a:lnTo>
                <a:lnTo>
                  <a:pt x="3740973" y="760286"/>
                </a:lnTo>
                <a:lnTo>
                  <a:pt x="3745290" y="762858"/>
                </a:lnTo>
                <a:lnTo>
                  <a:pt x="3754951" y="763167"/>
                </a:lnTo>
                <a:lnTo>
                  <a:pt x="3759165" y="768311"/>
                </a:lnTo>
                <a:lnTo>
                  <a:pt x="3756287" y="790944"/>
                </a:lnTo>
                <a:lnTo>
                  <a:pt x="3751765" y="804113"/>
                </a:lnTo>
                <a:close/>
              </a:path>
              <a:path w="4830775" h="1851847">
                <a:moveTo>
                  <a:pt x="204845" y="130761"/>
                </a:moveTo>
                <a:lnTo>
                  <a:pt x="217385" y="131687"/>
                </a:lnTo>
                <a:lnTo>
                  <a:pt x="240819" y="126131"/>
                </a:lnTo>
                <a:lnTo>
                  <a:pt x="253667" y="126646"/>
                </a:lnTo>
                <a:lnTo>
                  <a:pt x="265795" y="130658"/>
                </a:lnTo>
                <a:lnTo>
                  <a:pt x="276485" y="133024"/>
                </a:lnTo>
                <a:lnTo>
                  <a:pt x="303311" y="130041"/>
                </a:lnTo>
                <a:lnTo>
                  <a:pt x="308347" y="130864"/>
                </a:lnTo>
                <a:lnTo>
                  <a:pt x="313178" y="133127"/>
                </a:lnTo>
                <a:lnTo>
                  <a:pt x="317392" y="136831"/>
                </a:lnTo>
                <a:lnTo>
                  <a:pt x="329623" y="150205"/>
                </a:lnTo>
                <a:lnTo>
                  <a:pt x="350283" y="166666"/>
                </a:lnTo>
                <a:lnTo>
                  <a:pt x="356347" y="177263"/>
                </a:lnTo>
                <a:lnTo>
                  <a:pt x="359739" y="189094"/>
                </a:lnTo>
                <a:lnTo>
                  <a:pt x="361897" y="191872"/>
                </a:lnTo>
                <a:lnTo>
                  <a:pt x="385229" y="214506"/>
                </a:lnTo>
                <a:lnTo>
                  <a:pt x="387798" y="224073"/>
                </a:lnTo>
                <a:lnTo>
                  <a:pt x="384509" y="237139"/>
                </a:lnTo>
                <a:lnTo>
                  <a:pt x="391293" y="247633"/>
                </a:lnTo>
                <a:lnTo>
                  <a:pt x="414008" y="257407"/>
                </a:lnTo>
                <a:lnTo>
                  <a:pt x="427472" y="264608"/>
                </a:lnTo>
                <a:lnTo>
                  <a:pt x="430350" y="268929"/>
                </a:lnTo>
                <a:lnTo>
                  <a:pt x="432303" y="274176"/>
                </a:lnTo>
                <a:lnTo>
                  <a:pt x="439703" y="281995"/>
                </a:lnTo>
                <a:lnTo>
                  <a:pt x="449057" y="287036"/>
                </a:lnTo>
                <a:lnTo>
                  <a:pt x="478041" y="300308"/>
                </a:lnTo>
                <a:lnTo>
                  <a:pt x="516071" y="328086"/>
                </a:lnTo>
                <a:lnTo>
                  <a:pt x="537758" y="341254"/>
                </a:lnTo>
                <a:lnTo>
                  <a:pt x="555745" y="361316"/>
                </a:lnTo>
                <a:lnTo>
                  <a:pt x="562117" y="370884"/>
                </a:lnTo>
                <a:lnTo>
                  <a:pt x="567462" y="381275"/>
                </a:lnTo>
                <a:lnTo>
                  <a:pt x="578357" y="396295"/>
                </a:lnTo>
                <a:lnTo>
                  <a:pt x="596858" y="414917"/>
                </a:lnTo>
                <a:lnTo>
                  <a:pt x="601586" y="420678"/>
                </a:lnTo>
                <a:lnTo>
                  <a:pt x="606519" y="428805"/>
                </a:lnTo>
                <a:lnTo>
                  <a:pt x="612275" y="436521"/>
                </a:lnTo>
                <a:lnTo>
                  <a:pt x="619161" y="443517"/>
                </a:lnTo>
                <a:lnTo>
                  <a:pt x="627384" y="448867"/>
                </a:lnTo>
                <a:lnTo>
                  <a:pt x="635709" y="450616"/>
                </a:lnTo>
                <a:lnTo>
                  <a:pt x="649277" y="464093"/>
                </a:lnTo>
                <a:lnTo>
                  <a:pt x="656574" y="468312"/>
                </a:lnTo>
                <a:lnTo>
                  <a:pt x="655444" y="457715"/>
                </a:lnTo>
                <a:lnTo>
                  <a:pt x="649277" y="448558"/>
                </a:lnTo>
                <a:lnTo>
                  <a:pt x="649379" y="443003"/>
                </a:lnTo>
                <a:lnTo>
                  <a:pt x="650407" y="437962"/>
                </a:lnTo>
                <a:lnTo>
                  <a:pt x="655444" y="433847"/>
                </a:lnTo>
                <a:lnTo>
                  <a:pt x="661508" y="432612"/>
                </a:lnTo>
                <a:lnTo>
                  <a:pt x="672814" y="436521"/>
                </a:lnTo>
                <a:lnTo>
                  <a:pt x="691212" y="452468"/>
                </a:lnTo>
                <a:lnTo>
                  <a:pt x="699023" y="461727"/>
                </a:lnTo>
                <a:lnTo>
                  <a:pt x="704882" y="474587"/>
                </a:lnTo>
                <a:lnTo>
                  <a:pt x="709713" y="487962"/>
                </a:lnTo>
                <a:lnTo>
                  <a:pt x="717113" y="494546"/>
                </a:lnTo>
                <a:lnTo>
                  <a:pt x="727186" y="496809"/>
                </a:lnTo>
                <a:lnTo>
                  <a:pt x="738389" y="497838"/>
                </a:lnTo>
                <a:lnTo>
                  <a:pt x="748770" y="501953"/>
                </a:lnTo>
                <a:lnTo>
                  <a:pt x="772924" y="520369"/>
                </a:lnTo>
                <a:lnTo>
                  <a:pt x="780941" y="529011"/>
                </a:lnTo>
                <a:lnTo>
                  <a:pt x="787005" y="539196"/>
                </a:lnTo>
                <a:lnTo>
                  <a:pt x="791219" y="551233"/>
                </a:lnTo>
                <a:lnTo>
                  <a:pt x="793789" y="563887"/>
                </a:lnTo>
                <a:lnTo>
                  <a:pt x="795433" y="566871"/>
                </a:lnTo>
                <a:lnTo>
                  <a:pt x="810954" y="582097"/>
                </a:lnTo>
                <a:lnTo>
                  <a:pt x="819073" y="588579"/>
                </a:lnTo>
                <a:lnTo>
                  <a:pt x="829043" y="591665"/>
                </a:lnTo>
                <a:lnTo>
                  <a:pt x="858131" y="595163"/>
                </a:lnTo>
                <a:lnTo>
                  <a:pt x="868409" y="600410"/>
                </a:lnTo>
                <a:lnTo>
                  <a:pt x="876940" y="609155"/>
                </a:lnTo>
                <a:lnTo>
                  <a:pt x="880537" y="618105"/>
                </a:lnTo>
                <a:lnTo>
                  <a:pt x="874473" y="626027"/>
                </a:lnTo>
                <a:lnTo>
                  <a:pt x="851655" y="638064"/>
                </a:lnTo>
                <a:lnTo>
                  <a:pt x="827399" y="646500"/>
                </a:lnTo>
                <a:lnTo>
                  <a:pt x="851039" y="643620"/>
                </a:lnTo>
                <a:lnTo>
                  <a:pt x="862961" y="640019"/>
                </a:lnTo>
                <a:lnTo>
                  <a:pt x="873959" y="634566"/>
                </a:lnTo>
                <a:lnTo>
                  <a:pt x="884854" y="627570"/>
                </a:lnTo>
                <a:lnTo>
                  <a:pt x="902122" y="617797"/>
                </a:lnTo>
                <a:lnTo>
                  <a:pt x="908494" y="615842"/>
                </a:lnTo>
                <a:lnTo>
                  <a:pt x="915997" y="616562"/>
                </a:lnTo>
                <a:lnTo>
                  <a:pt x="922884" y="619340"/>
                </a:lnTo>
                <a:lnTo>
                  <a:pt x="933162" y="628908"/>
                </a:lnTo>
                <a:lnTo>
                  <a:pt x="942823" y="638990"/>
                </a:lnTo>
                <a:lnTo>
                  <a:pt x="950018" y="650821"/>
                </a:lnTo>
                <a:lnTo>
                  <a:pt x="954541" y="663887"/>
                </a:lnTo>
                <a:lnTo>
                  <a:pt x="946215" y="670780"/>
                </a:lnTo>
                <a:lnTo>
                  <a:pt x="934190" y="675821"/>
                </a:lnTo>
                <a:lnTo>
                  <a:pt x="917744" y="688476"/>
                </a:lnTo>
                <a:lnTo>
                  <a:pt x="915997" y="693414"/>
                </a:lnTo>
                <a:lnTo>
                  <a:pt x="919286" y="696706"/>
                </a:lnTo>
                <a:lnTo>
                  <a:pt x="915278" y="705965"/>
                </a:lnTo>
                <a:lnTo>
                  <a:pt x="924528" y="711727"/>
                </a:lnTo>
                <a:lnTo>
                  <a:pt x="925967" y="716665"/>
                </a:lnTo>
                <a:lnTo>
                  <a:pt x="917950" y="723661"/>
                </a:lnTo>
                <a:lnTo>
                  <a:pt x="918772" y="727982"/>
                </a:lnTo>
                <a:lnTo>
                  <a:pt x="928434" y="746397"/>
                </a:lnTo>
                <a:lnTo>
                  <a:pt x="933059" y="750615"/>
                </a:lnTo>
                <a:lnTo>
                  <a:pt x="947757" y="759977"/>
                </a:lnTo>
                <a:lnTo>
                  <a:pt x="970266" y="769442"/>
                </a:lnTo>
                <a:lnTo>
                  <a:pt x="982703" y="773763"/>
                </a:lnTo>
                <a:lnTo>
                  <a:pt x="996887" y="777158"/>
                </a:lnTo>
                <a:lnTo>
                  <a:pt x="1002951" y="777056"/>
                </a:lnTo>
                <a:lnTo>
                  <a:pt x="1013538" y="775512"/>
                </a:lnTo>
                <a:lnTo>
                  <a:pt x="1015593" y="779216"/>
                </a:lnTo>
                <a:lnTo>
                  <a:pt x="1020219" y="797426"/>
                </a:lnTo>
                <a:lnTo>
                  <a:pt x="1022377" y="808846"/>
                </a:lnTo>
                <a:lnTo>
                  <a:pt x="1025563" y="833331"/>
                </a:lnTo>
                <a:lnTo>
                  <a:pt x="1029777" y="843516"/>
                </a:lnTo>
                <a:lnTo>
                  <a:pt x="1029469" y="855862"/>
                </a:lnTo>
                <a:lnTo>
                  <a:pt x="1034916" y="866459"/>
                </a:lnTo>
                <a:lnTo>
                  <a:pt x="1045914" y="873146"/>
                </a:lnTo>
                <a:lnTo>
                  <a:pt x="1057734" y="878701"/>
                </a:lnTo>
                <a:lnTo>
                  <a:pt x="1063284" y="884051"/>
                </a:lnTo>
                <a:lnTo>
                  <a:pt x="1063284" y="892179"/>
                </a:lnTo>
                <a:lnTo>
                  <a:pt x="1061332" y="898557"/>
                </a:lnTo>
                <a:lnTo>
                  <a:pt x="1057323" y="903598"/>
                </a:lnTo>
                <a:lnTo>
                  <a:pt x="1045092" y="914195"/>
                </a:lnTo>
                <a:lnTo>
                  <a:pt x="1042933" y="918722"/>
                </a:lnTo>
                <a:lnTo>
                  <a:pt x="1041289" y="930347"/>
                </a:lnTo>
                <a:lnTo>
                  <a:pt x="1043345" y="935697"/>
                </a:lnTo>
                <a:lnTo>
                  <a:pt x="1048175" y="936006"/>
                </a:lnTo>
                <a:lnTo>
                  <a:pt x="1052081" y="933228"/>
                </a:lnTo>
                <a:lnTo>
                  <a:pt x="1066676" y="917590"/>
                </a:lnTo>
                <a:lnTo>
                  <a:pt x="1070685" y="914812"/>
                </a:lnTo>
                <a:lnTo>
                  <a:pt x="1076235" y="912652"/>
                </a:lnTo>
                <a:lnTo>
                  <a:pt x="1081888" y="911314"/>
                </a:lnTo>
                <a:lnTo>
                  <a:pt x="1108714" y="911109"/>
                </a:lnTo>
                <a:lnTo>
                  <a:pt x="1120020" y="913578"/>
                </a:lnTo>
                <a:lnTo>
                  <a:pt x="1130093" y="918722"/>
                </a:lnTo>
                <a:lnTo>
                  <a:pt x="1139035" y="925100"/>
                </a:lnTo>
                <a:lnTo>
                  <a:pt x="1171617" y="965841"/>
                </a:lnTo>
                <a:lnTo>
                  <a:pt x="1186521" y="988269"/>
                </a:lnTo>
                <a:lnTo>
                  <a:pt x="1187754" y="993927"/>
                </a:lnTo>
                <a:lnTo>
                  <a:pt x="1187960" y="999689"/>
                </a:lnTo>
                <a:lnTo>
                  <a:pt x="1185493" y="1004215"/>
                </a:lnTo>
                <a:lnTo>
                  <a:pt x="1171823" y="1019545"/>
                </a:lnTo>
                <a:lnTo>
                  <a:pt x="1170178" y="1023763"/>
                </a:lnTo>
                <a:lnTo>
                  <a:pt x="1165964" y="1040532"/>
                </a:lnTo>
                <a:lnTo>
                  <a:pt x="1166786" y="1052569"/>
                </a:lnTo>
                <a:lnTo>
                  <a:pt x="1171309" y="1057610"/>
                </a:lnTo>
                <a:lnTo>
                  <a:pt x="1174803" y="1063063"/>
                </a:lnTo>
                <a:lnTo>
                  <a:pt x="1174598" y="1068001"/>
                </a:lnTo>
                <a:lnTo>
                  <a:pt x="1165656" y="1092795"/>
                </a:lnTo>
                <a:lnTo>
                  <a:pt x="1164628" y="1097014"/>
                </a:lnTo>
                <a:lnTo>
                  <a:pt x="1170384" y="1137240"/>
                </a:lnTo>
                <a:lnTo>
                  <a:pt x="1170795" y="1148145"/>
                </a:lnTo>
                <a:lnTo>
                  <a:pt x="1169561" y="1161931"/>
                </a:lnTo>
                <a:lnTo>
                  <a:pt x="1170384" y="1184153"/>
                </a:lnTo>
                <a:lnTo>
                  <a:pt x="1163086" y="1252774"/>
                </a:lnTo>
                <a:lnTo>
                  <a:pt x="1161750" y="1256787"/>
                </a:lnTo>
                <a:lnTo>
                  <a:pt x="1156097" y="1267281"/>
                </a:lnTo>
                <a:lnTo>
                  <a:pt x="1148799" y="1267281"/>
                </a:lnTo>
                <a:lnTo>
                  <a:pt x="1142838" y="1265429"/>
                </a:lnTo>
                <a:lnTo>
                  <a:pt x="1138624" y="1261416"/>
                </a:lnTo>
                <a:lnTo>
                  <a:pt x="1136363" y="1256375"/>
                </a:lnTo>
                <a:lnTo>
                  <a:pt x="1132971" y="1252363"/>
                </a:lnTo>
                <a:lnTo>
                  <a:pt x="1115087" y="1239709"/>
                </a:lnTo>
                <a:lnTo>
                  <a:pt x="1110462" y="1241766"/>
                </a:lnTo>
                <a:lnTo>
                  <a:pt x="1092372" y="1257507"/>
                </a:lnTo>
                <a:lnTo>
                  <a:pt x="1087541" y="1259873"/>
                </a:lnTo>
                <a:lnTo>
                  <a:pt x="1081580" y="1257919"/>
                </a:lnTo>
                <a:lnTo>
                  <a:pt x="1072021" y="1253186"/>
                </a:lnTo>
                <a:lnTo>
                  <a:pt x="1042214" y="1236622"/>
                </a:lnTo>
                <a:lnTo>
                  <a:pt x="1040364" y="1241972"/>
                </a:lnTo>
                <a:lnTo>
                  <a:pt x="1039953" y="1249174"/>
                </a:lnTo>
                <a:lnTo>
                  <a:pt x="1045914" y="1267075"/>
                </a:lnTo>
                <a:lnTo>
                  <a:pt x="1046736" y="1274997"/>
                </a:lnTo>
                <a:lnTo>
                  <a:pt x="1041289" y="1276540"/>
                </a:lnTo>
                <a:lnTo>
                  <a:pt x="1038308" y="1276231"/>
                </a:lnTo>
                <a:lnTo>
                  <a:pt x="1025872" y="1265737"/>
                </a:lnTo>
                <a:lnTo>
                  <a:pt x="1014463" y="1254215"/>
                </a:lnTo>
                <a:lnTo>
                  <a:pt x="1001409" y="1238577"/>
                </a:lnTo>
                <a:lnTo>
                  <a:pt x="991851" y="1231170"/>
                </a:lnTo>
                <a:lnTo>
                  <a:pt x="983320" y="1222836"/>
                </a:lnTo>
                <a:lnTo>
                  <a:pt x="959063" y="1191355"/>
                </a:lnTo>
                <a:lnTo>
                  <a:pt x="952793" y="1186520"/>
                </a:lnTo>
                <a:lnTo>
                  <a:pt x="915380" y="1164194"/>
                </a:lnTo>
                <a:lnTo>
                  <a:pt x="907775" y="1158948"/>
                </a:lnTo>
                <a:lnTo>
                  <a:pt x="898216" y="1149791"/>
                </a:lnTo>
                <a:lnTo>
                  <a:pt x="887938" y="1141561"/>
                </a:lnTo>
                <a:lnTo>
                  <a:pt x="865325" y="1128701"/>
                </a:lnTo>
                <a:lnTo>
                  <a:pt x="826165" y="1095882"/>
                </a:lnTo>
                <a:lnTo>
                  <a:pt x="809103" y="1077055"/>
                </a:lnTo>
                <a:lnTo>
                  <a:pt x="790191" y="1046808"/>
                </a:lnTo>
                <a:lnTo>
                  <a:pt x="784025" y="1038989"/>
                </a:lnTo>
                <a:lnTo>
                  <a:pt x="752162" y="1016252"/>
                </a:lnTo>
                <a:lnTo>
                  <a:pt x="734792" y="1002467"/>
                </a:lnTo>
                <a:lnTo>
                  <a:pt x="727597" y="994545"/>
                </a:lnTo>
                <a:lnTo>
                  <a:pt x="710638" y="966973"/>
                </a:lnTo>
                <a:lnTo>
                  <a:pt x="705704" y="957611"/>
                </a:lnTo>
                <a:lnTo>
                  <a:pt x="699537" y="949483"/>
                </a:lnTo>
                <a:lnTo>
                  <a:pt x="689259" y="942796"/>
                </a:lnTo>
                <a:lnTo>
                  <a:pt x="680317" y="934977"/>
                </a:lnTo>
                <a:lnTo>
                  <a:pt x="662330" y="909977"/>
                </a:lnTo>
                <a:lnTo>
                  <a:pt x="656780" y="900101"/>
                </a:lnTo>
                <a:lnTo>
                  <a:pt x="652463" y="889298"/>
                </a:lnTo>
                <a:lnTo>
                  <a:pt x="653182" y="867693"/>
                </a:lnTo>
                <a:lnTo>
                  <a:pt x="615359" y="802364"/>
                </a:lnTo>
                <a:lnTo>
                  <a:pt x="605800" y="781994"/>
                </a:lnTo>
                <a:lnTo>
                  <a:pt x="596960" y="753805"/>
                </a:lnTo>
                <a:lnTo>
                  <a:pt x="595008" y="750924"/>
                </a:lnTo>
                <a:lnTo>
                  <a:pt x="574348" y="725615"/>
                </a:lnTo>
                <a:lnTo>
                  <a:pt x="567051" y="717488"/>
                </a:lnTo>
                <a:lnTo>
                  <a:pt x="558211" y="709875"/>
                </a:lnTo>
                <a:lnTo>
                  <a:pt x="550914" y="701027"/>
                </a:lnTo>
                <a:lnTo>
                  <a:pt x="536627" y="672118"/>
                </a:lnTo>
                <a:lnTo>
                  <a:pt x="531385" y="664093"/>
                </a:lnTo>
                <a:lnTo>
                  <a:pt x="523985" y="658229"/>
                </a:lnTo>
                <a:lnTo>
                  <a:pt x="496953" y="647221"/>
                </a:lnTo>
                <a:lnTo>
                  <a:pt x="486778" y="641151"/>
                </a:lnTo>
                <a:lnTo>
                  <a:pt x="478863" y="632509"/>
                </a:lnTo>
                <a:lnTo>
                  <a:pt x="474033" y="621500"/>
                </a:lnTo>
                <a:lnTo>
                  <a:pt x="468688" y="598147"/>
                </a:lnTo>
                <a:lnTo>
                  <a:pt x="455943" y="562550"/>
                </a:lnTo>
                <a:lnTo>
                  <a:pt x="441553" y="514916"/>
                </a:lnTo>
                <a:lnTo>
                  <a:pt x="431995" y="493620"/>
                </a:lnTo>
                <a:lnTo>
                  <a:pt x="420894" y="476851"/>
                </a:lnTo>
                <a:lnTo>
                  <a:pt x="417708" y="473044"/>
                </a:lnTo>
                <a:lnTo>
                  <a:pt x="368681" y="442900"/>
                </a:lnTo>
                <a:lnTo>
                  <a:pt x="360252" y="438476"/>
                </a:lnTo>
                <a:lnTo>
                  <a:pt x="351413" y="435801"/>
                </a:lnTo>
                <a:lnTo>
                  <a:pt x="338668" y="433847"/>
                </a:lnTo>
                <a:lnTo>
                  <a:pt x="329007" y="426028"/>
                </a:lnTo>
                <a:lnTo>
                  <a:pt x="324998" y="412139"/>
                </a:lnTo>
                <a:lnTo>
                  <a:pt x="322840" y="393415"/>
                </a:lnTo>
                <a:lnTo>
                  <a:pt x="320373" y="382201"/>
                </a:lnTo>
                <a:lnTo>
                  <a:pt x="317701" y="375822"/>
                </a:lnTo>
                <a:lnTo>
                  <a:pt x="297144" y="362653"/>
                </a:lnTo>
                <a:lnTo>
                  <a:pt x="289127" y="352160"/>
                </a:lnTo>
                <a:lnTo>
                  <a:pt x="282446" y="340637"/>
                </a:lnTo>
                <a:lnTo>
                  <a:pt x="276279" y="331686"/>
                </a:lnTo>
                <a:lnTo>
                  <a:pt x="253770" y="300925"/>
                </a:lnTo>
                <a:lnTo>
                  <a:pt x="246061" y="292798"/>
                </a:lnTo>
                <a:lnTo>
                  <a:pt x="236502" y="287139"/>
                </a:lnTo>
                <a:lnTo>
                  <a:pt x="208134" y="281172"/>
                </a:lnTo>
                <a:lnTo>
                  <a:pt x="199912" y="276131"/>
                </a:lnTo>
                <a:lnTo>
                  <a:pt x="186139" y="258641"/>
                </a:lnTo>
                <a:lnTo>
                  <a:pt x="177814" y="249691"/>
                </a:lnTo>
                <a:lnTo>
                  <a:pt x="152940" y="230143"/>
                </a:lnTo>
                <a:lnTo>
                  <a:pt x="110902" y="189094"/>
                </a:lnTo>
                <a:lnTo>
                  <a:pt x="102269" y="178909"/>
                </a:lnTo>
                <a:lnTo>
                  <a:pt x="95793" y="168209"/>
                </a:lnTo>
                <a:lnTo>
                  <a:pt x="90551" y="156790"/>
                </a:lnTo>
                <a:lnTo>
                  <a:pt x="72667" y="125103"/>
                </a:lnTo>
                <a:lnTo>
                  <a:pt x="74106" y="118724"/>
                </a:lnTo>
                <a:lnTo>
                  <a:pt x="76778" y="112037"/>
                </a:lnTo>
                <a:lnTo>
                  <a:pt x="76367" y="106584"/>
                </a:lnTo>
                <a:lnTo>
                  <a:pt x="74414" y="101131"/>
                </a:lnTo>
                <a:lnTo>
                  <a:pt x="74826" y="96193"/>
                </a:lnTo>
                <a:lnTo>
                  <a:pt x="80170" y="93313"/>
                </a:lnTo>
                <a:lnTo>
                  <a:pt x="92093" y="89609"/>
                </a:lnTo>
                <a:lnTo>
                  <a:pt x="104530" y="90020"/>
                </a:lnTo>
                <a:lnTo>
                  <a:pt x="116041" y="91666"/>
                </a:lnTo>
                <a:lnTo>
                  <a:pt x="127142" y="94753"/>
                </a:lnTo>
                <a:lnTo>
                  <a:pt x="137831" y="101337"/>
                </a:lnTo>
                <a:lnTo>
                  <a:pt x="156949" y="118210"/>
                </a:lnTo>
                <a:lnTo>
                  <a:pt x="167844" y="124074"/>
                </a:lnTo>
                <a:lnTo>
                  <a:pt x="179972" y="126852"/>
                </a:lnTo>
                <a:lnTo>
                  <a:pt x="204845" y="130761"/>
                </a:lnTo>
                <a:close/>
              </a:path>
              <a:path w="4830775" h="1851847">
                <a:moveTo>
                  <a:pt x="2906996" y="1554728"/>
                </a:moveTo>
                <a:lnTo>
                  <a:pt x="2892504" y="1558329"/>
                </a:lnTo>
                <a:lnTo>
                  <a:pt x="2883459" y="1561827"/>
                </a:lnTo>
                <a:lnTo>
                  <a:pt x="2874825" y="1566354"/>
                </a:lnTo>
                <a:lnTo>
                  <a:pt x="2869378" y="1567383"/>
                </a:lnTo>
                <a:lnTo>
                  <a:pt x="2859510" y="1567691"/>
                </a:lnTo>
                <a:lnTo>
                  <a:pt x="2845635" y="1566868"/>
                </a:lnTo>
                <a:lnTo>
                  <a:pt x="2836179" y="1568412"/>
                </a:lnTo>
                <a:lnTo>
                  <a:pt x="2809969" y="1580243"/>
                </a:lnTo>
                <a:lnTo>
                  <a:pt x="2799588" y="1581272"/>
                </a:lnTo>
                <a:lnTo>
                  <a:pt x="2790646" y="1584255"/>
                </a:lnTo>
                <a:lnTo>
                  <a:pt x="2787563" y="1579625"/>
                </a:lnTo>
                <a:lnTo>
                  <a:pt x="2783863" y="1576230"/>
                </a:lnTo>
                <a:lnTo>
                  <a:pt x="2775126" y="1575305"/>
                </a:lnTo>
                <a:lnTo>
                  <a:pt x="2766390" y="1575613"/>
                </a:lnTo>
                <a:lnTo>
                  <a:pt x="2757447" y="1586107"/>
                </a:lnTo>
                <a:lnTo>
                  <a:pt x="2743366" y="1583946"/>
                </a:lnTo>
                <a:lnTo>
                  <a:pt x="2737919" y="1584770"/>
                </a:lnTo>
                <a:lnTo>
                  <a:pt x="2732574" y="1587033"/>
                </a:lnTo>
                <a:lnTo>
                  <a:pt x="2727332" y="1587959"/>
                </a:lnTo>
                <a:lnTo>
                  <a:pt x="2721885" y="1587239"/>
                </a:lnTo>
                <a:lnTo>
                  <a:pt x="2701225" y="1579111"/>
                </a:lnTo>
                <a:lnTo>
                  <a:pt x="2677483" y="1574276"/>
                </a:lnTo>
                <a:lnTo>
                  <a:pt x="2653843" y="1576128"/>
                </a:lnTo>
                <a:lnTo>
                  <a:pt x="2633389" y="1571704"/>
                </a:lnTo>
                <a:lnTo>
                  <a:pt x="2622186" y="1575099"/>
                </a:lnTo>
                <a:lnTo>
                  <a:pt x="2611599" y="1580037"/>
                </a:lnTo>
                <a:lnTo>
                  <a:pt x="2608516" y="1574893"/>
                </a:lnTo>
                <a:lnTo>
                  <a:pt x="2604610" y="1570366"/>
                </a:lnTo>
                <a:lnTo>
                  <a:pt x="2601218" y="1563576"/>
                </a:lnTo>
                <a:lnTo>
                  <a:pt x="2601115" y="1555860"/>
                </a:lnTo>
                <a:lnTo>
                  <a:pt x="2602246" y="1550510"/>
                </a:lnTo>
                <a:lnTo>
                  <a:pt x="2605329" y="1545572"/>
                </a:lnTo>
                <a:lnTo>
                  <a:pt x="2607180" y="1540428"/>
                </a:lnTo>
                <a:lnTo>
                  <a:pt x="2608105" y="1534975"/>
                </a:lnTo>
                <a:lnTo>
                  <a:pt x="2612524" y="1537547"/>
                </a:lnTo>
                <a:lnTo>
                  <a:pt x="2617252" y="1536621"/>
                </a:lnTo>
                <a:lnTo>
                  <a:pt x="2631128" y="1530654"/>
                </a:lnTo>
                <a:lnTo>
                  <a:pt x="2644695" y="1521601"/>
                </a:lnTo>
                <a:lnTo>
                  <a:pt x="2657337" y="1518309"/>
                </a:lnTo>
                <a:lnTo>
                  <a:pt x="2664635" y="1517383"/>
                </a:lnTo>
                <a:lnTo>
                  <a:pt x="2670905" y="1519132"/>
                </a:lnTo>
                <a:lnTo>
                  <a:pt x="2677174" y="1518515"/>
                </a:lnTo>
                <a:lnTo>
                  <a:pt x="2683650" y="1516457"/>
                </a:lnTo>
                <a:lnTo>
                  <a:pt x="2693928" y="1523453"/>
                </a:lnTo>
                <a:lnTo>
                  <a:pt x="2698142" y="1524790"/>
                </a:lnTo>
                <a:lnTo>
                  <a:pt x="2712018" y="1525408"/>
                </a:lnTo>
                <a:lnTo>
                  <a:pt x="2724660" y="1529420"/>
                </a:lnTo>
                <a:lnTo>
                  <a:pt x="2735863" y="1535387"/>
                </a:lnTo>
                <a:lnTo>
                  <a:pt x="2752206" y="1540942"/>
                </a:lnTo>
                <a:lnTo>
                  <a:pt x="2761970" y="1548453"/>
                </a:lnTo>
                <a:lnTo>
                  <a:pt x="2769473" y="1551231"/>
                </a:lnTo>
                <a:lnTo>
                  <a:pt x="2774920" y="1551951"/>
                </a:lnTo>
                <a:lnTo>
                  <a:pt x="2780060" y="1550922"/>
                </a:lnTo>
                <a:lnTo>
                  <a:pt x="2786432" y="1545881"/>
                </a:lnTo>
                <a:lnTo>
                  <a:pt x="2793935" y="1543823"/>
                </a:lnTo>
                <a:lnTo>
                  <a:pt x="2800513" y="1543926"/>
                </a:lnTo>
                <a:lnTo>
                  <a:pt x="2812436" y="1542589"/>
                </a:lnTo>
                <a:lnTo>
                  <a:pt x="2817472" y="1541354"/>
                </a:lnTo>
                <a:lnTo>
                  <a:pt x="2823125" y="1538576"/>
                </a:lnTo>
                <a:lnTo>
                  <a:pt x="2828573" y="1540325"/>
                </a:lnTo>
                <a:lnTo>
                  <a:pt x="2833404" y="1542897"/>
                </a:lnTo>
                <a:lnTo>
                  <a:pt x="2853549" y="1556066"/>
                </a:lnTo>
                <a:lnTo>
                  <a:pt x="2859716" y="1556375"/>
                </a:lnTo>
                <a:lnTo>
                  <a:pt x="2871022" y="1553597"/>
                </a:lnTo>
                <a:lnTo>
                  <a:pt x="2874517" y="1549996"/>
                </a:lnTo>
                <a:lnTo>
                  <a:pt x="2876264" y="1544646"/>
                </a:lnTo>
                <a:lnTo>
                  <a:pt x="2879347" y="1540119"/>
                </a:lnTo>
                <a:lnTo>
                  <a:pt x="2883664" y="1536210"/>
                </a:lnTo>
                <a:lnTo>
                  <a:pt x="2888598" y="1533124"/>
                </a:lnTo>
                <a:lnTo>
                  <a:pt x="2903604" y="1528082"/>
                </a:lnTo>
                <a:lnTo>
                  <a:pt x="2913882" y="1523041"/>
                </a:lnTo>
                <a:lnTo>
                  <a:pt x="2920974" y="1514605"/>
                </a:lnTo>
                <a:lnTo>
                  <a:pt x="2904529" y="1510901"/>
                </a:lnTo>
                <a:lnTo>
                  <a:pt x="2907921" y="1504831"/>
                </a:lnTo>
                <a:lnTo>
                  <a:pt x="2913471" y="1501334"/>
                </a:lnTo>
                <a:lnTo>
                  <a:pt x="2920769" y="1502671"/>
                </a:lnTo>
                <a:lnTo>
                  <a:pt x="2927039" y="1507403"/>
                </a:lnTo>
                <a:lnTo>
                  <a:pt x="2929916" y="1525613"/>
                </a:lnTo>
                <a:lnTo>
                  <a:pt x="2924675" y="1528185"/>
                </a:lnTo>
                <a:lnTo>
                  <a:pt x="2921488" y="1530963"/>
                </a:lnTo>
                <a:lnTo>
                  <a:pt x="2919227" y="1534564"/>
                </a:lnTo>
                <a:lnTo>
                  <a:pt x="2909874" y="1541251"/>
                </a:lnTo>
                <a:lnTo>
                  <a:pt x="2913574" y="1549584"/>
                </a:lnTo>
                <a:lnTo>
                  <a:pt x="2910799" y="1553082"/>
                </a:lnTo>
                <a:lnTo>
                  <a:pt x="2906996" y="1554728"/>
                </a:lnTo>
                <a:close/>
              </a:path>
              <a:path w="4830775" h="1851847">
                <a:moveTo>
                  <a:pt x="2622289" y="1633226"/>
                </a:moveTo>
                <a:lnTo>
                  <a:pt x="2626914" y="1637856"/>
                </a:lnTo>
                <a:lnTo>
                  <a:pt x="2643667" y="1646704"/>
                </a:lnTo>
                <a:lnTo>
                  <a:pt x="2646442" y="1650510"/>
                </a:lnTo>
                <a:lnTo>
                  <a:pt x="2647470" y="1656683"/>
                </a:lnTo>
                <a:lnTo>
                  <a:pt x="2650862" y="1661313"/>
                </a:lnTo>
                <a:lnTo>
                  <a:pt x="2658468" y="1662033"/>
                </a:lnTo>
                <a:lnTo>
                  <a:pt x="2666588" y="1661107"/>
                </a:lnTo>
                <a:lnTo>
                  <a:pt x="2672755" y="1663987"/>
                </a:lnTo>
                <a:lnTo>
                  <a:pt x="2678099" y="1668617"/>
                </a:lnTo>
                <a:lnTo>
                  <a:pt x="2686014" y="1677568"/>
                </a:lnTo>
                <a:lnTo>
                  <a:pt x="2692900" y="1687547"/>
                </a:lnTo>
                <a:lnTo>
                  <a:pt x="2701534" y="1693103"/>
                </a:lnTo>
                <a:lnTo>
                  <a:pt x="2706570" y="1701333"/>
                </a:lnTo>
                <a:lnTo>
                  <a:pt x="2703589" y="1708637"/>
                </a:lnTo>
                <a:lnTo>
                  <a:pt x="2692695" y="1718823"/>
                </a:lnTo>
                <a:lnTo>
                  <a:pt x="2686733" y="1720983"/>
                </a:lnTo>
                <a:lnTo>
                  <a:pt x="2678716" y="1721806"/>
                </a:lnTo>
                <a:lnTo>
                  <a:pt x="2666074" y="1727773"/>
                </a:lnTo>
                <a:lnTo>
                  <a:pt x="2661551" y="1724584"/>
                </a:lnTo>
                <a:lnTo>
                  <a:pt x="2647162" y="1722423"/>
                </a:lnTo>
                <a:lnTo>
                  <a:pt x="2635856" y="1718102"/>
                </a:lnTo>
                <a:lnTo>
                  <a:pt x="2626297" y="1710181"/>
                </a:lnTo>
                <a:lnTo>
                  <a:pt x="2620747" y="1701642"/>
                </a:lnTo>
                <a:lnTo>
                  <a:pt x="2613860" y="1694131"/>
                </a:lnTo>
                <a:lnTo>
                  <a:pt x="2601732" y="1688987"/>
                </a:lnTo>
                <a:lnTo>
                  <a:pt x="2579942" y="1674275"/>
                </a:lnTo>
                <a:lnTo>
                  <a:pt x="2566478" y="1672938"/>
                </a:lnTo>
                <a:lnTo>
                  <a:pt x="2561030" y="1673967"/>
                </a:lnTo>
                <a:lnTo>
                  <a:pt x="2555480" y="1674070"/>
                </a:lnTo>
                <a:lnTo>
                  <a:pt x="2526906" y="1667382"/>
                </a:lnTo>
                <a:lnTo>
                  <a:pt x="2522487" y="1663473"/>
                </a:lnTo>
                <a:lnTo>
                  <a:pt x="2518992" y="1658535"/>
                </a:lnTo>
                <a:lnTo>
                  <a:pt x="2515806" y="1653596"/>
                </a:lnTo>
                <a:lnTo>
                  <a:pt x="2513956" y="1648041"/>
                </a:lnTo>
                <a:lnTo>
                  <a:pt x="2517553" y="1643206"/>
                </a:lnTo>
                <a:lnTo>
                  <a:pt x="2521356" y="1639913"/>
                </a:lnTo>
                <a:lnTo>
                  <a:pt x="2537287" y="1634152"/>
                </a:lnTo>
                <a:lnTo>
                  <a:pt x="2548594" y="1632403"/>
                </a:lnTo>
                <a:lnTo>
                  <a:pt x="2561750" y="1632712"/>
                </a:lnTo>
                <a:lnTo>
                  <a:pt x="2581381" y="1630860"/>
                </a:lnTo>
                <a:lnTo>
                  <a:pt x="2599882" y="1633741"/>
                </a:lnTo>
                <a:lnTo>
                  <a:pt x="2605638" y="1631683"/>
                </a:lnTo>
                <a:lnTo>
                  <a:pt x="2614991" y="1625613"/>
                </a:lnTo>
                <a:lnTo>
                  <a:pt x="2618280" y="1627774"/>
                </a:lnTo>
                <a:lnTo>
                  <a:pt x="2622289" y="1633226"/>
                </a:lnTo>
                <a:close/>
              </a:path>
              <a:path w="4830775" h="1851847">
                <a:moveTo>
                  <a:pt x="2440261" y="1524482"/>
                </a:moveTo>
                <a:lnTo>
                  <a:pt x="2445400" y="1528494"/>
                </a:lnTo>
                <a:lnTo>
                  <a:pt x="2450128" y="1528185"/>
                </a:lnTo>
                <a:lnTo>
                  <a:pt x="2459892" y="1521910"/>
                </a:lnTo>
                <a:lnTo>
                  <a:pt x="2465854" y="1519646"/>
                </a:lnTo>
                <a:lnTo>
                  <a:pt x="2472123" y="1519543"/>
                </a:lnTo>
                <a:lnTo>
                  <a:pt x="2478290" y="1520675"/>
                </a:lnTo>
                <a:lnTo>
                  <a:pt x="2484355" y="1524996"/>
                </a:lnTo>
                <a:lnTo>
                  <a:pt x="2486513" y="1532198"/>
                </a:lnTo>
                <a:lnTo>
                  <a:pt x="2488774" y="1534461"/>
                </a:lnTo>
                <a:lnTo>
                  <a:pt x="2492269" y="1525819"/>
                </a:lnTo>
                <a:lnTo>
                  <a:pt x="2496997" y="1523247"/>
                </a:lnTo>
                <a:lnTo>
                  <a:pt x="2502341" y="1521910"/>
                </a:lnTo>
                <a:lnTo>
                  <a:pt x="2510564" y="1522424"/>
                </a:lnTo>
                <a:lnTo>
                  <a:pt x="2516937" y="1526539"/>
                </a:lnTo>
                <a:lnTo>
                  <a:pt x="2522692" y="1538782"/>
                </a:lnTo>
                <a:lnTo>
                  <a:pt x="2522487" y="1549482"/>
                </a:lnTo>
                <a:lnTo>
                  <a:pt x="2524542" y="1553494"/>
                </a:lnTo>
                <a:lnTo>
                  <a:pt x="2528551" y="1556375"/>
                </a:lnTo>
                <a:lnTo>
                  <a:pt x="2531532" y="1560490"/>
                </a:lnTo>
                <a:lnTo>
                  <a:pt x="2528859" y="1564811"/>
                </a:lnTo>
                <a:lnTo>
                  <a:pt x="2526290" y="1566868"/>
                </a:lnTo>
                <a:lnTo>
                  <a:pt x="2518787" y="1568926"/>
                </a:lnTo>
                <a:lnTo>
                  <a:pt x="2515189" y="1568000"/>
                </a:lnTo>
                <a:lnTo>
                  <a:pt x="2511900" y="1565119"/>
                </a:lnTo>
                <a:lnTo>
                  <a:pt x="2508200" y="1564091"/>
                </a:lnTo>
                <a:lnTo>
                  <a:pt x="2499772" y="1565016"/>
                </a:lnTo>
                <a:lnTo>
                  <a:pt x="2492063" y="1567383"/>
                </a:lnTo>
                <a:lnTo>
                  <a:pt x="2493091" y="1571395"/>
                </a:lnTo>
                <a:lnTo>
                  <a:pt x="2499464" y="1573144"/>
                </a:lnTo>
                <a:lnTo>
                  <a:pt x="2501416" y="1574996"/>
                </a:lnTo>
                <a:lnTo>
                  <a:pt x="2501005" y="1577465"/>
                </a:lnTo>
                <a:lnTo>
                  <a:pt x="2498436" y="1577979"/>
                </a:lnTo>
                <a:lnTo>
                  <a:pt x="2490213" y="1574584"/>
                </a:lnTo>
                <a:lnTo>
                  <a:pt x="2484663" y="1575305"/>
                </a:lnTo>
                <a:lnTo>
                  <a:pt x="2464620" y="1579831"/>
                </a:lnTo>
                <a:lnTo>
                  <a:pt x="2459276" y="1579728"/>
                </a:lnTo>
                <a:lnTo>
                  <a:pt x="2456295" y="1575407"/>
                </a:lnTo>
                <a:lnTo>
                  <a:pt x="2456500" y="1564193"/>
                </a:lnTo>
                <a:lnTo>
                  <a:pt x="2454342" y="1561210"/>
                </a:lnTo>
                <a:lnTo>
                  <a:pt x="2439439" y="1574893"/>
                </a:lnTo>
                <a:lnTo>
                  <a:pt x="2434916" y="1578288"/>
                </a:lnTo>
                <a:lnTo>
                  <a:pt x="2428955" y="1579831"/>
                </a:lnTo>
                <a:lnTo>
                  <a:pt x="2422685" y="1579317"/>
                </a:lnTo>
                <a:lnTo>
                  <a:pt x="2401101" y="1587547"/>
                </a:lnTo>
                <a:lnTo>
                  <a:pt x="2394317" y="1586416"/>
                </a:lnTo>
                <a:lnTo>
                  <a:pt x="2387842" y="1586416"/>
                </a:lnTo>
                <a:lnTo>
                  <a:pt x="2364819" y="1595469"/>
                </a:lnTo>
                <a:lnTo>
                  <a:pt x="2352485" y="1597938"/>
                </a:lnTo>
                <a:lnTo>
                  <a:pt x="2346112" y="1598144"/>
                </a:lnTo>
                <a:lnTo>
                  <a:pt x="2339842" y="1597321"/>
                </a:lnTo>
                <a:lnTo>
                  <a:pt x="2334189" y="1598144"/>
                </a:lnTo>
                <a:lnTo>
                  <a:pt x="2329153" y="1601745"/>
                </a:lnTo>
                <a:lnTo>
                  <a:pt x="2318875" y="1604831"/>
                </a:lnTo>
                <a:lnTo>
                  <a:pt x="2308288" y="1602465"/>
                </a:lnTo>
                <a:lnTo>
                  <a:pt x="2299346" y="1599379"/>
                </a:lnTo>
                <a:lnTo>
                  <a:pt x="2290815" y="1595263"/>
                </a:lnTo>
                <a:lnTo>
                  <a:pt x="2288760" y="1590016"/>
                </a:lnTo>
                <a:lnTo>
                  <a:pt x="2289171" y="1583741"/>
                </a:lnTo>
                <a:lnTo>
                  <a:pt x="2292768" y="1575202"/>
                </a:lnTo>
                <a:lnTo>
                  <a:pt x="2290301" y="1560181"/>
                </a:lnTo>
                <a:lnTo>
                  <a:pt x="2292151" y="1553288"/>
                </a:lnTo>
                <a:lnTo>
                  <a:pt x="2295646" y="1546498"/>
                </a:lnTo>
                <a:lnTo>
                  <a:pt x="2300888" y="1544029"/>
                </a:lnTo>
                <a:lnTo>
                  <a:pt x="2307774" y="1543514"/>
                </a:lnTo>
                <a:lnTo>
                  <a:pt x="2319183" y="1537445"/>
                </a:lnTo>
                <a:lnTo>
                  <a:pt x="2329564" y="1529523"/>
                </a:lnTo>
                <a:lnTo>
                  <a:pt x="2335628" y="1530346"/>
                </a:lnTo>
                <a:lnTo>
                  <a:pt x="2349298" y="1535901"/>
                </a:lnTo>
                <a:lnTo>
                  <a:pt x="2357315" y="1536519"/>
                </a:lnTo>
                <a:lnTo>
                  <a:pt x="2370883" y="1535593"/>
                </a:lnTo>
                <a:lnTo>
                  <a:pt x="2376536" y="1539091"/>
                </a:lnTo>
                <a:lnTo>
                  <a:pt x="2378694" y="1546910"/>
                </a:lnTo>
                <a:lnTo>
                  <a:pt x="2381778" y="1549687"/>
                </a:lnTo>
                <a:lnTo>
                  <a:pt x="2385786" y="1551745"/>
                </a:lnTo>
                <a:lnTo>
                  <a:pt x="2395448" y="1564914"/>
                </a:lnTo>
                <a:lnTo>
                  <a:pt x="2404390" y="1564193"/>
                </a:lnTo>
                <a:lnTo>
                  <a:pt x="2412304" y="1566663"/>
                </a:lnTo>
                <a:lnTo>
                  <a:pt x="2426077" y="1558638"/>
                </a:lnTo>
                <a:lnTo>
                  <a:pt x="2436561" y="1558844"/>
                </a:lnTo>
                <a:lnTo>
                  <a:pt x="2439541" y="1552671"/>
                </a:lnTo>
                <a:lnTo>
                  <a:pt x="2433272" y="1546086"/>
                </a:lnTo>
                <a:lnTo>
                  <a:pt x="2425666" y="1540634"/>
                </a:lnTo>
                <a:lnTo>
                  <a:pt x="2421657" y="1539502"/>
                </a:lnTo>
                <a:lnTo>
                  <a:pt x="2417238" y="1539811"/>
                </a:lnTo>
                <a:lnTo>
                  <a:pt x="2413229" y="1538988"/>
                </a:lnTo>
                <a:lnTo>
                  <a:pt x="2396373" y="1526951"/>
                </a:lnTo>
                <a:lnTo>
                  <a:pt x="2391336" y="1520469"/>
                </a:lnTo>
                <a:lnTo>
                  <a:pt x="2388458" y="1512856"/>
                </a:lnTo>
                <a:lnTo>
                  <a:pt x="2390206" y="1507198"/>
                </a:lnTo>
                <a:lnTo>
                  <a:pt x="2401820" y="1502157"/>
                </a:lnTo>
                <a:lnTo>
                  <a:pt x="2407268" y="1500922"/>
                </a:lnTo>
                <a:lnTo>
                  <a:pt x="2427413" y="1504317"/>
                </a:lnTo>
                <a:lnTo>
                  <a:pt x="2430908" y="1507198"/>
                </a:lnTo>
                <a:lnTo>
                  <a:pt x="2436252" y="1519235"/>
                </a:lnTo>
                <a:lnTo>
                  <a:pt x="2440261" y="1524482"/>
                </a:lnTo>
                <a:close/>
              </a:path>
              <a:path w="4830775" h="1851847">
                <a:moveTo>
                  <a:pt x="3123456" y="566357"/>
                </a:moveTo>
                <a:lnTo>
                  <a:pt x="3103824" y="583743"/>
                </a:lnTo>
                <a:lnTo>
                  <a:pt x="3097863" y="592180"/>
                </a:lnTo>
                <a:lnTo>
                  <a:pt x="3092621" y="601336"/>
                </a:lnTo>
                <a:lnTo>
                  <a:pt x="3084912" y="611418"/>
                </a:lnTo>
                <a:lnTo>
                  <a:pt x="3076073" y="620266"/>
                </a:lnTo>
                <a:lnTo>
                  <a:pt x="3071551" y="622941"/>
                </a:lnTo>
                <a:lnTo>
                  <a:pt x="3060656" y="627776"/>
                </a:lnTo>
                <a:lnTo>
                  <a:pt x="3054386" y="629628"/>
                </a:lnTo>
                <a:lnTo>
                  <a:pt x="3042463" y="630142"/>
                </a:lnTo>
                <a:lnTo>
                  <a:pt x="3006798" y="637241"/>
                </a:lnTo>
                <a:lnTo>
                  <a:pt x="2995080" y="638167"/>
                </a:lnTo>
                <a:lnTo>
                  <a:pt x="2983363" y="637858"/>
                </a:lnTo>
                <a:lnTo>
                  <a:pt x="2961162" y="636007"/>
                </a:lnTo>
                <a:lnTo>
                  <a:pt x="2956537" y="635081"/>
                </a:lnTo>
                <a:lnTo>
                  <a:pt x="2947698" y="625924"/>
                </a:lnTo>
                <a:lnTo>
                  <a:pt x="2937831" y="618723"/>
                </a:lnTo>
                <a:lnTo>
                  <a:pt x="2928991" y="617900"/>
                </a:lnTo>
                <a:lnTo>
                  <a:pt x="2920049" y="618723"/>
                </a:lnTo>
                <a:lnTo>
                  <a:pt x="2855399" y="619237"/>
                </a:lnTo>
                <a:lnTo>
                  <a:pt x="2832787" y="620575"/>
                </a:lnTo>
                <a:lnTo>
                  <a:pt x="2810278" y="623764"/>
                </a:lnTo>
                <a:lnTo>
                  <a:pt x="2798047" y="622323"/>
                </a:lnTo>
                <a:lnTo>
                  <a:pt x="2785918" y="618723"/>
                </a:lnTo>
                <a:lnTo>
                  <a:pt x="2776771" y="617488"/>
                </a:lnTo>
                <a:lnTo>
                  <a:pt x="2767520" y="617797"/>
                </a:lnTo>
                <a:lnTo>
                  <a:pt x="2725071" y="623249"/>
                </a:lnTo>
                <a:lnTo>
                  <a:pt x="2714382" y="622735"/>
                </a:lnTo>
                <a:lnTo>
                  <a:pt x="2692900" y="615739"/>
                </a:lnTo>
                <a:lnTo>
                  <a:pt x="2680463" y="614402"/>
                </a:lnTo>
                <a:lnTo>
                  <a:pt x="2668232" y="616254"/>
                </a:lnTo>
                <a:lnTo>
                  <a:pt x="2656823" y="622529"/>
                </a:lnTo>
                <a:lnTo>
                  <a:pt x="2652507" y="626747"/>
                </a:lnTo>
                <a:lnTo>
                  <a:pt x="2640687" y="641048"/>
                </a:lnTo>
                <a:lnTo>
                  <a:pt x="2634006" y="651542"/>
                </a:lnTo>
                <a:lnTo>
                  <a:pt x="2628969" y="664607"/>
                </a:lnTo>
                <a:lnTo>
                  <a:pt x="2624653" y="677982"/>
                </a:lnTo>
                <a:lnTo>
                  <a:pt x="2622289" y="688887"/>
                </a:lnTo>
                <a:lnTo>
                  <a:pt x="2622186" y="700307"/>
                </a:lnTo>
                <a:lnTo>
                  <a:pt x="2624241" y="713167"/>
                </a:lnTo>
                <a:lnTo>
                  <a:pt x="2627428" y="725924"/>
                </a:lnTo>
                <a:lnTo>
                  <a:pt x="2630922" y="735595"/>
                </a:lnTo>
                <a:lnTo>
                  <a:pt x="2645723" y="758023"/>
                </a:lnTo>
                <a:lnTo>
                  <a:pt x="2648704" y="761212"/>
                </a:lnTo>
                <a:lnTo>
                  <a:pt x="2664635" y="767591"/>
                </a:lnTo>
                <a:lnTo>
                  <a:pt x="2674194" y="775615"/>
                </a:lnTo>
                <a:lnTo>
                  <a:pt x="2683136" y="798146"/>
                </a:lnTo>
                <a:lnTo>
                  <a:pt x="2689508" y="809669"/>
                </a:lnTo>
                <a:lnTo>
                  <a:pt x="2695881" y="809772"/>
                </a:lnTo>
                <a:lnTo>
                  <a:pt x="2702870" y="809051"/>
                </a:lnTo>
                <a:lnTo>
                  <a:pt x="2715101" y="810492"/>
                </a:lnTo>
                <a:lnTo>
                  <a:pt x="2727229" y="813475"/>
                </a:lnTo>
                <a:lnTo>
                  <a:pt x="2739049" y="806479"/>
                </a:lnTo>
                <a:lnTo>
                  <a:pt x="2745628" y="793414"/>
                </a:lnTo>
                <a:lnTo>
                  <a:pt x="2752206" y="783743"/>
                </a:lnTo>
                <a:lnTo>
                  <a:pt x="2768034" y="765327"/>
                </a:lnTo>
                <a:lnTo>
                  <a:pt x="2777079" y="756788"/>
                </a:lnTo>
                <a:lnTo>
                  <a:pt x="2782938" y="754010"/>
                </a:lnTo>
                <a:lnTo>
                  <a:pt x="2788796" y="755142"/>
                </a:lnTo>
                <a:lnTo>
                  <a:pt x="2793730" y="760080"/>
                </a:lnTo>
                <a:lnTo>
                  <a:pt x="2799588" y="763990"/>
                </a:lnTo>
                <a:lnTo>
                  <a:pt x="2811408" y="766047"/>
                </a:lnTo>
                <a:lnTo>
                  <a:pt x="2823434" y="764710"/>
                </a:lnTo>
                <a:lnTo>
                  <a:pt x="2836179" y="758743"/>
                </a:lnTo>
                <a:lnTo>
                  <a:pt x="2840701" y="755039"/>
                </a:lnTo>
                <a:lnTo>
                  <a:pt x="2844504" y="750410"/>
                </a:lnTo>
                <a:lnTo>
                  <a:pt x="2855296" y="746603"/>
                </a:lnTo>
                <a:lnTo>
                  <a:pt x="2880992" y="746603"/>
                </a:lnTo>
                <a:lnTo>
                  <a:pt x="2894251" y="747940"/>
                </a:lnTo>
                <a:lnTo>
                  <a:pt x="2917891" y="746397"/>
                </a:lnTo>
                <a:lnTo>
                  <a:pt x="2917583" y="743002"/>
                </a:lnTo>
                <a:lnTo>
                  <a:pt x="2912957" y="739401"/>
                </a:lnTo>
                <a:lnTo>
                  <a:pt x="2911724" y="736521"/>
                </a:lnTo>
                <a:lnTo>
                  <a:pt x="2916144" y="734669"/>
                </a:lnTo>
                <a:lnTo>
                  <a:pt x="2931355" y="730451"/>
                </a:lnTo>
                <a:lnTo>
                  <a:pt x="2946876" y="727467"/>
                </a:lnTo>
                <a:lnTo>
                  <a:pt x="2958182" y="729628"/>
                </a:lnTo>
                <a:lnTo>
                  <a:pt x="2968357" y="735492"/>
                </a:lnTo>
                <a:lnTo>
                  <a:pt x="2972160" y="741459"/>
                </a:lnTo>
                <a:lnTo>
                  <a:pt x="2973907" y="748763"/>
                </a:lnTo>
                <a:lnTo>
                  <a:pt x="2970002" y="767693"/>
                </a:lnTo>
                <a:lnTo>
                  <a:pt x="2968151" y="772014"/>
                </a:lnTo>
                <a:lnTo>
                  <a:pt x="2960134" y="774278"/>
                </a:lnTo>
                <a:lnTo>
                  <a:pt x="2952529" y="771809"/>
                </a:lnTo>
                <a:lnTo>
                  <a:pt x="2945025" y="762035"/>
                </a:lnTo>
                <a:lnTo>
                  <a:pt x="2934336" y="758434"/>
                </a:lnTo>
                <a:lnTo>
                  <a:pt x="2919330" y="761418"/>
                </a:lnTo>
                <a:lnTo>
                  <a:pt x="2914191" y="764196"/>
                </a:lnTo>
                <a:lnTo>
                  <a:pt x="2909463" y="768105"/>
                </a:lnTo>
                <a:lnTo>
                  <a:pt x="2901035" y="778187"/>
                </a:lnTo>
                <a:lnTo>
                  <a:pt x="2893943" y="789607"/>
                </a:lnTo>
                <a:lnTo>
                  <a:pt x="2878628" y="807405"/>
                </a:lnTo>
                <a:lnTo>
                  <a:pt x="2860847" y="822837"/>
                </a:lnTo>
                <a:lnTo>
                  <a:pt x="2852316" y="828702"/>
                </a:lnTo>
                <a:lnTo>
                  <a:pt x="2842757" y="832714"/>
                </a:lnTo>
                <a:lnTo>
                  <a:pt x="2812025" y="842899"/>
                </a:lnTo>
                <a:lnTo>
                  <a:pt x="2803905" y="850512"/>
                </a:lnTo>
                <a:lnTo>
                  <a:pt x="2797635" y="860389"/>
                </a:lnTo>
                <a:lnTo>
                  <a:pt x="2790646" y="863681"/>
                </a:lnTo>
                <a:lnTo>
                  <a:pt x="2782629" y="864813"/>
                </a:lnTo>
                <a:lnTo>
                  <a:pt x="2776565" y="862961"/>
                </a:lnTo>
                <a:lnTo>
                  <a:pt x="2764334" y="857405"/>
                </a:lnTo>
                <a:lnTo>
                  <a:pt x="2760223" y="861932"/>
                </a:lnTo>
                <a:lnTo>
                  <a:pt x="2759606" y="868928"/>
                </a:lnTo>
                <a:lnTo>
                  <a:pt x="2765670" y="871397"/>
                </a:lnTo>
                <a:lnTo>
                  <a:pt x="2775332" y="879113"/>
                </a:lnTo>
                <a:lnTo>
                  <a:pt x="2782835" y="890018"/>
                </a:lnTo>
                <a:lnTo>
                  <a:pt x="2787666" y="892384"/>
                </a:lnTo>
                <a:lnTo>
                  <a:pt x="2798355" y="895882"/>
                </a:lnTo>
                <a:lnTo>
                  <a:pt x="2802877" y="899277"/>
                </a:lnTo>
                <a:lnTo>
                  <a:pt x="2810894" y="908640"/>
                </a:lnTo>
                <a:lnTo>
                  <a:pt x="2823639" y="930244"/>
                </a:lnTo>
                <a:lnTo>
                  <a:pt x="2827956" y="941973"/>
                </a:lnTo>
                <a:lnTo>
                  <a:pt x="2835048" y="951644"/>
                </a:lnTo>
                <a:lnTo>
                  <a:pt x="2856530" y="967899"/>
                </a:lnTo>
                <a:lnTo>
                  <a:pt x="2857660" y="972425"/>
                </a:lnTo>
                <a:lnTo>
                  <a:pt x="2856324" y="977775"/>
                </a:lnTo>
                <a:lnTo>
                  <a:pt x="2858071" y="982713"/>
                </a:lnTo>
                <a:lnTo>
                  <a:pt x="2865677" y="991973"/>
                </a:lnTo>
                <a:lnTo>
                  <a:pt x="2867527" y="998043"/>
                </a:lnTo>
                <a:lnTo>
                  <a:pt x="2859099" y="1005656"/>
                </a:lnTo>
                <a:lnTo>
                  <a:pt x="2858688" y="1016767"/>
                </a:lnTo>
                <a:lnTo>
                  <a:pt x="2853549" y="1031582"/>
                </a:lnTo>
                <a:lnTo>
                  <a:pt x="2852316" y="1036623"/>
                </a:lnTo>
                <a:lnTo>
                  <a:pt x="2852521" y="1041150"/>
                </a:lnTo>
                <a:lnTo>
                  <a:pt x="2856119" y="1045471"/>
                </a:lnTo>
                <a:lnTo>
                  <a:pt x="2860333" y="1048763"/>
                </a:lnTo>
                <a:lnTo>
                  <a:pt x="2866089" y="1050512"/>
                </a:lnTo>
                <a:lnTo>
                  <a:pt x="2871228" y="1053495"/>
                </a:lnTo>
                <a:lnTo>
                  <a:pt x="2880889" y="1065121"/>
                </a:lnTo>
                <a:lnTo>
                  <a:pt x="2886028" y="1068104"/>
                </a:lnTo>
                <a:lnTo>
                  <a:pt x="2889215" y="1072322"/>
                </a:lnTo>
                <a:lnTo>
                  <a:pt x="2888906" y="1078701"/>
                </a:lnTo>
                <a:lnTo>
                  <a:pt x="2893326" y="1082405"/>
                </a:lnTo>
                <a:lnTo>
                  <a:pt x="2897437" y="1088886"/>
                </a:lnTo>
                <a:lnTo>
                  <a:pt x="2903604" y="1090532"/>
                </a:lnTo>
                <a:lnTo>
                  <a:pt x="2906585" y="1088680"/>
                </a:lnTo>
                <a:lnTo>
                  <a:pt x="2908538" y="1085800"/>
                </a:lnTo>
                <a:lnTo>
                  <a:pt x="2913677" y="1086931"/>
                </a:lnTo>
                <a:lnTo>
                  <a:pt x="2916657" y="1091458"/>
                </a:lnTo>
                <a:lnTo>
                  <a:pt x="2918405" y="1097322"/>
                </a:lnTo>
                <a:lnTo>
                  <a:pt x="2919021" y="1103804"/>
                </a:lnTo>
                <a:lnTo>
                  <a:pt x="2918713" y="1116149"/>
                </a:lnTo>
                <a:lnTo>
                  <a:pt x="2916144" y="1120573"/>
                </a:lnTo>
                <a:lnTo>
                  <a:pt x="2910593" y="1120367"/>
                </a:lnTo>
                <a:lnTo>
                  <a:pt x="2900521" y="1115326"/>
                </a:lnTo>
                <a:lnTo>
                  <a:pt x="2900007" y="1118927"/>
                </a:lnTo>
                <a:lnTo>
                  <a:pt x="2900726" y="1122528"/>
                </a:lnTo>
                <a:lnTo>
                  <a:pt x="2895587" y="1123660"/>
                </a:lnTo>
                <a:lnTo>
                  <a:pt x="2889728" y="1123145"/>
                </a:lnTo>
                <a:lnTo>
                  <a:pt x="2874928" y="1123660"/>
                </a:lnTo>
                <a:lnTo>
                  <a:pt x="2847793" y="1131273"/>
                </a:lnTo>
                <a:lnTo>
                  <a:pt x="2838234" y="1135799"/>
                </a:lnTo>
                <a:lnTo>
                  <a:pt x="2832068" y="1144030"/>
                </a:lnTo>
                <a:lnTo>
                  <a:pt x="2831656" y="1149688"/>
                </a:lnTo>
                <a:lnTo>
                  <a:pt x="2834020" y="1161725"/>
                </a:lnTo>
                <a:lnTo>
                  <a:pt x="2830423" y="1165841"/>
                </a:lnTo>
                <a:lnTo>
                  <a:pt x="2817986" y="1167487"/>
                </a:lnTo>
                <a:lnTo>
                  <a:pt x="2800616" y="1164297"/>
                </a:lnTo>
                <a:lnTo>
                  <a:pt x="2790132" y="1161108"/>
                </a:lnTo>
                <a:lnTo>
                  <a:pt x="2784274" y="1158433"/>
                </a:lnTo>
                <a:lnTo>
                  <a:pt x="2776565" y="1150306"/>
                </a:lnTo>
                <a:lnTo>
                  <a:pt x="2773790" y="1140018"/>
                </a:lnTo>
                <a:lnTo>
                  <a:pt x="2779340" y="1109359"/>
                </a:lnTo>
                <a:lnTo>
                  <a:pt x="2780985" y="1105450"/>
                </a:lnTo>
                <a:lnTo>
                  <a:pt x="2783657" y="1101952"/>
                </a:lnTo>
                <a:lnTo>
                  <a:pt x="2786638" y="1096293"/>
                </a:lnTo>
                <a:lnTo>
                  <a:pt x="2787254" y="1089812"/>
                </a:lnTo>
                <a:lnTo>
                  <a:pt x="2778929" y="1081787"/>
                </a:lnTo>
                <a:lnTo>
                  <a:pt x="2766492" y="1078598"/>
                </a:lnTo>
                <a:lnTo>
                  <a:pt x="2755906" y="1071911"/>
                </a:lnTo>
                <a:lnTo>
                  <a:pt x="2714896" y="1034565"/>
                </a:lnTo>
                <a:lnTo>
                  <a:pt x="2712634" y="1030964"/>
                </a:lnTo>
                <a:lnTo>
                  <a:pt x="2712532" y="1024689"/>
                </a:lnTo>
                <a:lnTo>
                  <a:pt x="2714176" y="1018927"/>
                </a:lnTo>
                <a:lnTo>
                  <a:pt x="2727641" y="998454"/>
                </a:lnTo>
                <a:lnTo>
                  <a:pt x="2729285" y="994545"/>
                </a:lnTo>
                <a:lnTo>
                  <a:pt x="2730930" y="978392"/>
                </a:lnTo>
                <a:lnTo>
                  <a:pt x="2730621" y="965121"/>
                </a:lnTo>
                <a:lnTo>
                  <a:pt x="2729080" y="951849"/>
                </a:lnTo>
                <a:lnTo>
                  <a:pt x="2722707" y="943413"/>
                </a:lnTo>
                <a:lnTo>
                  <a:pt x="2711298" y="940944"/>
                </a:lnTo>
                <a:lnTo>
                  <a:pt x="2699581" y="940533"/>
                </a:lnTo>
                <a:lnTo>
                  <a:pt x="2688172" y="943207"/>
                </a:lnTo>
                <a:lnTo>
                  <a:pt x="2676866" y="949895"/>
                </a:lnTo>
                <a:lnTo>
                  <a:pt x="2656001" y="963989"/>
                </a:lnTo>
                <a:lnTo>
                  <a:pt x="2647779" y="972117"/>
                </a:lnTo>
                <a:lnTo>
                  <a:pt x="2647059" y="982816"/>
                </a:lnTo>
                <a:lnTo>
                  <a:pt x="2651787" y="993207"/>
                </a:lnTo>
                <a:lnTo>
                  <a:pt x="2657954" y="1002775"/>
                </a:lnTo>
                <a:lnTo>
                  <a:pt x="2661243" y="1013166"/>
                </a:lnTo>
                <a:lnTo>
                  <a:pt x="2665868" y="1050100"/>
                </a:lnTo>
                <a:lnTo>
                  <a:pt x="2665663" y="1054318"/>
                </a:lnTo>
                <a:lnTo>
                  <a:pt x="2660318" y="1065018"/>
                </a:lnTo>
                <a:lnTo>
                  <a:pt x="2658160" y="1089092"/>
                </a:lnTo>
                <a:lnTo>
                  <a:pt x="2660524" y="1122939"/>
                </a:lnTo>
                <a:lnTo>
                  <a:pt x="2664121" y="1143721"/>
                </a:lnTo>
                <a:lnTo>
                  <a:pt x="2662579" y="1155038"/>
                </a:lnTo>
                <a:lnTo>
                  <a:pt x="2652815" y="1179318"/>
                </a:lnTo>
                <a:lnTo>
                  <a:pt x="2649834" y="1192692"/>
                </a:lnTo>
                <a:lnTo>
                  <a:pt x="2649629" y="1198145"/>
                </a:lnTo>
                <a:lnTo>
                  <a:pt x="2661140" y="1223556"/>
                </a:lnTo>
                <a:lnTo>
                  <a:pt x="2663813" y="1233536"/>
                </a:lnTo>
                <a:lnTo>
                  <a:pt x="2665149" y="1243927"/>
                </a:lnTo>
                <a:lnTo>
                  <a:pt x="2653021" y="1238886"/>
                </a:lnTo>
                <a:lnTo>
                  <a:pt x="2647265" y="1239091"/>
                </a:lnTo>
                <a:lnTo>
                  <a:pt x="2641612" y="1240635"/>
                </a:lnTo>
                <a:lnTo>
                  <a:pt x="2628867" y="1242281"/>
                </a:lnTo>
                <a:lnTo>
                  <a:pt x="2616019" y="1242589"/>
                </a:lnTo>
                <a:lnTo>
                  <a:pt x="2611496" y="1244441"/>
                </a:lnTo>
                <a:lnTo>
                  <a:pt x="2602246" y="1251231"/>
                </a:lnTo>
                <a:lnTo>
                  <a:pt x="2596696" y="1253906"/>
                </a:lnTo>
                <a:lnTo>
                  <a:pt x="2591865" y="1254421"/>
                </a:lnTo>
                <a:lnTo>
                  <a:pt x="2575420" y="1245984"/>
                </a:lnTo>
                <a:lnTo>
                  <a:pt x="2565758" y="1236828"/>
                </a:lnTo>
                <a:lnTo>
                  <a:pt x="2556816" y="1226849"/>
                </a:lnTo>
                <a:lnTo>
                  <a:pt x="2555172" y="1215429"/>
                </a:lnTo>
                <a:lnTo>
                  <a:pt x="2558358" y="1203803"/>
                </a:lnTo>
                <a:lnTo>
                  <a:pt x="2562778" y="1191252"/>
                </a:lnTo>
                <a:lnTo>
                  <a:pt x="2571617" y="1170470"/>
                </a:lnTo>
                <a:lnTo>
                  <a:pt x="2571206" y="1156581"/>
                </a:lnTo>
                <a:lnTo>
                  <a:pt x="2574186" y="1145162"/>
                </a:lnTo>
                <a:lnTo>
                  <a:pt x="2579223" y="1134051"/>
                </a:lnTo>
                <a:lnTo>
                  <a:pt x="2581073" y="1123865"/>
                </a:lnTo>
                <a:lnTo>
                  <a:pt x="2582306" y="1083742"/>
                </a:lnTo>
                <a:lnTo>
                  <a:pt x="2580970" y="1080244"/>
                </a:lnTo>
                <a:lnTo>
                  <a:pt x="2568944" y="1056479"/>
                </a:lnTo>
                <a:lnTo>
                  <a:pt x="2567506" y="1052466"/>
                </a:lnTo>
                <a:lnTo>
                  <a:pt x="2567403" y="1045985"/>
                </a:lnTo>
                <a:lnTo>
                  <a:pt x="2568739" y="1039915"/>
                </a:lnTo>
                <a:lnTo>
                  <a:pt x="2569047" y="1034359"/>
                </a:lnTo>
                <a:lnTo>
                  <a:pt x="2566169" y="1030141"/>
                </a:lnTo>
                <a:lnTo>
                  <a:pt x="2561339" y="1026232"/>
                </a:lnTo>
                <a:lnTo>
                  <a:pt x="2555377" y="1024586"/>
                </a:lnTo>
                <a:lnTo>
                  <a:pt x="2542838" y="1026232"/>
                </a:lnTo>
                <a:lnTo>
                  <a:pt x="2517656" y="1032713"/>
                </a:lnTo>
                <a:lnTo>
                  <a:pt x="2510153" y="1027055"/>
                </a:lnTo>
                <a:lnTo>
                  <a:pt x="2504603" y="1018310"/>
                </a:lnTo>
                <a:lnTo>
                  <a:pt x="2501005" y="1006170"/>
                </a:lnTo>
                <a:lnTo>
                  <a:pt x="2498847" y="993516"/>
                </a:lnTo>
                <a:lnTo>
                  <a:pt x="2499875" y="981582"/>
                </a:lnTo>
                <a:lnTo>
                  <a:pt x="2503575" y="970059"/>
                </a:lnTo>
                <a:lnTo>
                  <a:pt x="2500594" y="961932"/>
                </a:lnTo>
                <a:lnTo>
                  <a:pt x="2495969" y="953187"/>
                </a:lnTo>
                <a:lnTo>
                  <a:pt x="2495866" y="948660"/>
                </a:lnTo>
                <a:lnTo>
                  <a:pt x="2498538" y="944648"/>
                </a:lnTo>
                <a:lnTo>
                  <a:pt x="2503061" y="941356"/>
                </a:lnTo>
                <a:lnTo>
                  <a:pt x="2508714" y="939401"/>
                </a:lnTo>
                <a:lnTo>
                  <a:pt x="2513853" y="935903"/>
                </a:lnTo>
                <a:lnTo>
                  <a:pt x="2527626" y="924175"/>
                </a:lnTo>
                <a:lnTo>
                  <a:pt x="2532046" y="913784"/>
                </a:lnTo>
                <a:lnTo>
                  <a:pt x="2532354" y="901026"/>
                </a:lnTo>
                <a:lnTo>
                  <a:pt x="2535849" y="888887"/>
                </a:lnTo>
                <a:lnTo>
                  <a:pt x="2542941" y="877673"/>
                </a:lnTo>
                <a:lnTo>
                  <a:pt x="2551266" y="867282"/>
                </a:lnTo>
                <a:lnTo>
                  <a:pt x="2553938" y="856479"/>
                </a:lnTo>
                <a:lnTo>
                  <a:pt x="2549827" y="839504"/>
                </a:lnTo>
                <a:lnTo>
                  <a:pt x="2551471" y="831685"/>
                </a:lnTo>
                <a:lnTo>
                  <a:pt x="2550033" y="822632"/>
                </a:lnTo>
                <a:lnTo>
                  <a:pt x="2549930" y="813578"/>
                </a:lnTo>
                <a:lnTo>
                  <a:pt x="2555069" y="796603"/>
                </a:lnTo>
                <a:lnTo>
                  <a:pt x="2570383" y="762035"/>
                </a:lnTo>
                <a:lnTo>
                  <a:pt x="2585390" y="743619"/>
                </a:lnTo>
                <a:lnTo>
                  <a:pt x="2591248" y="738784"/>
                </a:lnTo>
                <a:lnTo>
                  <a:pt x="2599060" y="747323"/>
                </a:lnTo>
                <a:lnTo>
                  <a:pt x="2604918" y="757405"/>
                </a:lnTo>
                <a:lnTo>
                  <a:pt x="2605021" y="748249"/>
                </a:lnTo>
                <a:lnTo>
                  <a:pt x="2603479" y="739298"/>
                </a:lnTo>
                <a:lnTo>
                  <a:pt x="2597518" y="718517"/>
                </a:lnTo>
                <a:lnTo>
                  <a:pt x="2592379" y="677776"/>
                </a:lnTo>
                <a:lnTo>
                  <a:pt x="2593818" y="673969"/>
                </a:lnTo>
                <a:lnTo>
                  <a:pt x="2599060" y="674587"/>
                </a:lnTo>
                <a:lnTo>
                  <a:pt x="2604302" y="670986"/>
                </a:lnTo>
                <a:lnTo>
                  <a:pt x="2607180" y="664607"/>
                </a:lnTo>
                <a:lnTo>
                  <a:pt x="2601629" y="649484"/>
                </a:lnTo>
                <a:lnTo>
                  <a:pt x="2601321" y="644134"/>
                </a:lnTo>
                <a:lnTo>
                  <a:pt x="2612010" y="622941"/>
                </a:lnTo>
                <a:lnTo>
                  <a:pt x="2620747" y="615225"/>
                </a:lnTo>
                <a:lnTo>
                  <a:pt x="2624550" y="610389"/>
                </a:lnTo>
                <a:lnTo>
                  <a:pt x="2626708" y="597426"/>
                </a:lnTo>
                <a:lnTo>
                  <a:pt x="2631333" y="592591"/>
                </a:lnTo>
                <a:lnTo>
                  <a:pt x="2637089" y="589093"/>
                </a:lnTo>
                <a:lnTo>
                  <a:pt x="2644592" y="580143"/>
                </a:lnTo>
                <a:lnTo>
                  <a:pt x="2648704" y="568826"/>
                </a:lnTo>
                <a:lnTo>
                  <a:pt x="2651170" y="568003"/>
                </a:lnTo>
                <a:lnTo>
                  <a:pt x="2654048" y="567591"/>
                </a:lnTo>
                <a:lnTo>
                  <a:pt x="2658674" y="577365"/>
                </a:lnTo>
                <a:lnTo>
                  <a:pt x="2663710" y="581377"/>
                </a:lnTo>
                <a:lnTo>
                  <a:pt x="2674091" y="584566"/>
                </a:lnTo>
                <a:lnTo>
                  <a:pt x="2682930" y="580863"/>
                </a:lnTo>
                <a:lnTo>
                  <a:pt x="2685294" y="575924"/>
                </a:lnTo>
                <a:lnTo>
                  <a:pt x="2688686" y="571603"/>
                </a:lnTo>
                <a:lnTo>
                  <a:pt x="2694031" y="567180"/>
                </a:lnTo>
                <a:lnTo>
                  <a:pt x="2698553" y="562138"/>
                </a:lnTo>
                <a:lnTo>
                  <a:pt x="2703589" y="550513"/>
                </a:lnTo>
                <a:lnTo>
                  <a:pt x="2710168" y="539813"/>
                </a:lnTo>
                <a:lnTo>
                  <a:pt x="2714690" y="536110"/>
                </a:lnTo>
                <a:lnTo>
                  <a:pt x="2720137" y="533743"/>
                </a:lnTo>
                <a:lnTo>
                  <a:pt x="2726304" y="532303"/>
                </a:lnTo>
                <a:lnTo>
                  <a:pt x="2732163" y="532097"/>
                </a:lnTo>
                <a:lnTo>
                  <a:pt x="2745114" y="538887"/>
                </a:lnTo>
                <a:lnTo>
                  <a:pt x="2752719" y="540122"/>
                </a:lnTo>
                <a:lnTo>
                  <a:pt x="2760428" y="539608"/>
                </a:lnTo>
                <a:lnTo>
                  <a:pt x="2765259" y="540739"/>
                </a:lnTo>
                <a:lnTo>
                  <a:pt x="2768959" y="543826"/>
                </a:lnTo>
                <a:lnTo>
                  <a:pt x="2772351" y="549793"/>
                </a:lnTo>
                <a:lnTo>
                  <a:pt x="2776462" y="555040"/>
                </a:lnTo>
                <a:lnTo>
                  <a:pt x="2780368" y="557612"/>
                </a:lnTo>
                <a:lnTo>
                  <a:pt x="2784582" y="558846"/>
                </a:lnTo>
                <a:lnTo>
                  <a:pt x="2812847" y="556686"/>
                </a:lnTo>
                <a:lnTo>
                  <a:pt x="2837618" y="562653"/>
                </a:lnTo>
                <a:lnTo>
                  <a:pt x="2871433" y="563990"/>
                </a:lnTo>
                <a:lnTo>
                  <a:pt x="2882945" y="567488"/>
                </a:lnTo>
                <a:lnTo>
                  <a:pt x="2894045" y="571912"/>
                </a:lnTo>
                <a:lnTo>
                  <a:pt x="2907715" y="579937"/>
                </a:lnTo>
                <a:lnTo>
                  <a:pt x="2912649" y="581686"/>
                </a:lnTo>
                <a:lnTo>
                  <a:pt x="2918199" y="581274"/>
                </a:lnTo>
                <a:lnTo>
                  <a:pt x="2925188" y="573764"/>
                </a:lnTo>
                <a:lnTo>
                  <a:pt x="2930636" y="572118"/>
                </a:lnTo>
                <a:lnTo>
                  <a:pt x="2936186" y="571809"/>
                </a:lnTo>
                <a:lnTo>
                  <a:pt x="2957873" y="573250"/>
                </a:lnTo>
                <a:lnTo>
                  <a:pt x="3016356" y="582509"/>
                </a:lnTo>
                <a:lnTo>
                  <a:pt x="3024990" y="581274"/>
                </a:lnTo>
                <a:lnTo>
                  <a:pt x="3060245" y="563579"/>
                </a:lnTo>
                <a:lnTo>
                  <a:pt x="3074326" y="546809"/>
                </a:lnTo>
                <a:lnTo>
                  <a:pt x="3086968" y="542180"/>
                </a:lnTo>
                <a:lnTo>
                  <a:pt x="3091182" y="534567"/>
                </a:lnTo>
                <a:lnTo>
                  <a:pt x="3093752" y="525513"/>
                </a:lnTo>
                <a:lnTo>
                  <a:pt x="3098274" y="523044"/>
                </a:lnTo>
                <a:lnTo>
                  <a:pt x="3108861" y="520472"/>
                </a:lnTo>
                <a:lnTo>
                  <a:pt x="3113075" y="517694"/>
                </a:lnTo>
                <a:lnTo>
                  <a:pt x="3120578" y="506583"/>
                </a:lnTo>
                <a:lnTo>
                  <a:pt x="3129417" y="496707"/>
                </a:lnTo>
                <a:lnTo>
                  <a:pt x="3133734" y="493723"/>
                </a:lnTo>
                <a:lnTo>
                  <a:pt x="3146273" y="495266"/>
                </a:lnTo>
                <a:lnTo>
                  <a:pt x="3151824" y="499587"/>
                </a:lnTo>
                <a:lnTo>
                  <a:pt x="3158916" y="514196"/>
                </a:lnTo>
                <a:lnTo>
                  <a:pt x="3157682" y="516562"/>
                </a:lnTo>
                <a:lnTo>
                  <a:pt x="3149357" y="523867"/>
                </a:lnTo>
                <a:lnTo>
                  <a:pt x="3146890" y="526850"/>
                </a:lnTo>
                <a:lnTo>
                  <a:pt x="3137743" y="547324"/>
                </a:lnTo>
                <a:lnTo>
                  <a:pt x="3131473" y="557303"/>
                </a:lnTo>
                <a:lnTo>
                  <a:pt x="3123456" y="566357"/>
                </a:lnTo>
                <a:close/>
              </a:path>
              <a:path w="4830775" h="1851847">
                <a:moveTo>
                  <a:pt x="1323221" y="1286828"/>
                </a:moveTo>
                <a:lnTo>
                  <a:pt x="1333602" y="1298556"/>
                </a:lnTo>
                <a:lnTo>
                  <a:pt x="1342647" y="1304832"/>
                </a:lnTo>
                <a:lnTo>
                  <a:pt x="1353336" y="1308227"/>
                </a:lnTo>
                <a:lnTo>
                  <a:pt x="1364540" y="1308536"/>
                </a:lnTo>
                <a:lnTo>
                  <a:pt x="1375640" y="1309976"/>
                </a:lnTo>
                <a:lnTo>
                  <a:pt x="1388488" y="1314503"/>
                </a:lnTo>
                <a:lnTo>
                  <a:pt x="1401747" y="1316560"/>
                </a:lnTo>
                <a:lnTo>
                  <a:pt x="1407811" y="1315737"/>
                </a:lnTo>
                <a:lnTo>
                  <a:pt x="1413670" y="1313474"/>
                </a:lnTo>
                <a:lnTo>
                  <a:pt x="1417884" y="1313268"/>
                </a:lnTo>
                <a:lnTo>
                  <a:pt x="1421481" y="1315429"/>
                </a:lnTo>
                <a:lnTo>
                  <a:pt x="1430629" y="1325408"/>
                </a:lnTo>
                <a:lnTo>
                  <a:pt x="1440599" y="1334462"/>
                </a:lnTo>
                <a:lnTo>
                  <a:pt x="1442860" y="1339091"/>
                </a:lnTo>
                <a:lnTo>
                  <a:pt x="1449644" y="1361005"/>
                </a:lnTo>
                <a:lnTo>
                  <a:pt x="1457250" y="1367383"/>
                </a:lnTo>
                <a:lnTo>
                  <a:pt x="1467733" y="1369132"/>
                </a:lnTo>
                <a:lnTo>
                  <a:pt x="1479964" y="1369132"/>
                </a:lnTo>
                <a:lnTo>
                  <a:pt x="1492196" y="1370058"/>
                </a:lnTo>
                <a:lnTo>
                  <a:pt x="1520564" y="1375202"/>
                </a:lnTo>
                <a:lnTo>
                  <a:pt x="1531870" y="1374482"/>
                </a:lnTo>
                <a:lnTo>
                  <a:pt x="1541839" y="1369338"/>
                </a:lnTo>
                <a:lnTo>
                  <a:pt x="1550679" y="1372733"/>
                </a:lnTo>
                <a:lnTo>
                  <a:pt x="1574730" y="1378803"/>
                </a:lnTo>
                <a:lnTo>
                  <a:pt x="1586550" y="1380243"/>
                </a:lnTo>
                <a:lnTo>
                  <a:pt x="1600014" y="1378494"/>
                </a:lnTo>
                <a:lnTo>
                  <a:pt x="1613479" y="1378083"/>
                </a:lnTo>
                <a:lnTo>
                  <a:pt x="1619954" y="1379832"/>
                </a:lnTo>
                <a:lnTo>
                  <a:pt x="1626121" y="1382507"/>
                </a:lnTo>
                <a:lnTo>
                  <a:pt x="1631466" y="1383535"/>
                </a:lnTo>
                <a:lnTo>
                  <a:pt x="1636913" y="1383433"/>
                </a:lnTo>
                <a:lnTo>
                  <a:pt x="1646678" y="1378289"/>
                </a:lnTo>
                <a:lnTo>
                  <a:pt x="1653153" y="1368926"/>
                </a:lnTo>
                <a:lnTo>
                  <a:pt x="1658292" y="1356992"/>
                </a:lnTo>
                <a:lnTo>
                  <a:pt x="1662403" y="1344647"/>
                </a:lnTo>
                <a:lnTo>
                  <a:pt x="1665178" y="1339297"/>
                </a:lnTo>
                <a:lnTo>
                  <a:pt x="1668879" y="1334564"/>
                </a:lnTo>
                <a:lnTo>
                  <a:pt x="1673709" y="1331581"/>
                </a:lnTo>
                <a:lnTo>
                  <a:pt x="1678951" y="1329626"/>
                </a:lnTo>
                <a:lnTo>
                  <a:pt x="1693032" y="1330861"/>
                </a:lnTo>
                <a:lnTo>
                  <a:pt x="1696013" y="1333844"/>
                </a:lnTo>
                <a:lnTo>
                  <a:pt x="1711739" y="1354832"/>
                </a:lnTo>
                <a:lnTo>
                  <a:pt x="1714617" y="1356684"/>
                </a:lnTo>
                <a:lnTo>
                  <a:pt x="1731062" y="1358021"/>
                </a:lnTo>
                <a:lnTo>
                  <a:pt x="1735687" y="1357301"/>
                </a:lnTo>
                <a:lnTo>
                  <a:pt x="1745657" y="1353083"/>
                </a:lnTo>
                <a:lnTo>
                  <a:pt x="1751413" y="1352671"/>
                </a:lnTo>
                <a:lnTo>
                  <a:pt x="1762102" y="1357918"/>
                </a:lnTo>
                <a:lnTo>
                  <a:pt x="1766625" y="1362342"/>
                </a:lnTo>
                <a:lnTo>
                  <a:pt x="1771764" y="1365531"/>
                </a:lnTo>
                <a:lnTo>
                  <a:pt x="1797665" y="1368926"/>
                </a:lnTo>
                <a:lnTo>
                  <a:pt x="1807635" y="1377877"/>
                </a:lnTo>
                <a:lnTo>
                  <a:pt x="1812774" y="1379112"/>
                </a:lnTo>
                <a:lnTo>
                  <a:pt x="1830761" y="1377980"/>
                </a:lnTo>
                <a:lnTo>
                  <a:pt x="1843300" y="1378906"/>
                </a:lnTo>
                <a:lnTo>
                  <a:pt x="1854093" y="1381272"/>
                </a:lnTo>
                <a:lnTo>
                  <a:pt x="1859026" y="1394132"/>
                </a:lnTo>
                <a:lnTo>
                  <a:pt x="1863035" y="1407198"/>
                </a:lnTo>
                <a:lnTo>
                  <a:pt x="1865399" y="1411622"/>
                </a:lnTo>
                <a:lnTo>
                  <a:pt x="1875985" y="1416149"/>
                </a:lnTo>
                <a:lnTo>
                  <a:pt x="1880302" y="1420161"/>
                </a:lnTo>
                <a:lnTo>
                  <a:pt x="1879171" y="1433330"/>
                </a:lnTo>
                <a:lnTo>
                  <a:pt x="1880405" y="1445675"/>
                </a:lnTo>
                <a:lnTo>
                  <a:pt x="1902914" y="1456581"/>
                </a:lnTo>
                <a:lnTo>
                  <a:pt x="1926965" y="1462753"/>
                </a:lnTo>
                <a:lnTo>
                  <a:pt x="1952661" y="1463371"/>
                </a:lnTo>
                <a:lnTo>
                  <a:pt x="1978254" y="1461210"/>
                </a:lnTo>
                <a:lnTo>
                  <a:pt x="1991513" y="1458535"/>
                </a:lnTo>
                <a:lnTo>
                  <a:pt x="2008061" y="1453906"/>
                </a:lnTo>
                <a:lnTo>
                  <a:pt x="2011555" y="1454009"/>
                </a:lnTo>
                <a:lnTo>
                  <a:pt x="2043623" y="1468206"/>
                </a:lnTo>
                <a:lnTo>
                  <a:pt x="2046296" y="1470367"/>
                </a:lnTo>
                <a:lnTo>
                  <a:pt x="2049893" y="1481066"/>
                </a:lnTo>
                <a:lnTo>
                  <a:pt x="2049790" y="1492280"/>
                </a:lnTo>
                <a:lnTo>
                  <a:pt x="2043829" y="1518823"/>
                </a:lnTo>
                <a:lnTo>
                  <a:pt x="2043418" y="1526128"/>
                </a:lnTo>
                <a:lnTo>
                  <a:pt x="2044035" y="1533432"/>
                </a:lnTo>
                <a:lnTo>
                  <a:pt x="2050407" y="1549276"/>
                </a:lnTo>
                <a:lnTo>
                  <a:pt x="2053799" y="1553905"/>
                </a:lnTo>
                <a:lnTo>
                  <a:pt x="2065413" y="1562239"/>
                </a:lnTo>
                <a:lnTo>
                  <a:pt x="2065824" y="1566560"/>
                </a:lnTo>
                <a:lnTo>
                  <a:pt x="2064283" y="1570984"/>
                </a:lnTo>
                <a:lnTo>
                  <a:pt x="2051435" y="1568000"/>
                </a:lnTo>
                <a:lnTo>
                  <a:pt x="2043623" y="1564296"/>
                </a:lnTo>
                <a:lnTo>
                  <a:pt x="2039101" y="1558329"/>
                </a:lnTo>
                <a:lnTo>
                  <a:pt x="2032728" y="1555037"/>
                </a:lnTo>
                <a:lnTo>
                  <a:pt x="2020703" y="1556169"/>
                </a:lnTo>
                <a:lnTo>
                  <a:pt x="1998091" y="1550202"/>
                </a:lnTo>
                <a:lnTo>
                  <a:pt x="1972704" y="1540942"/>
                </a:lnTo>
                <a:lnTo>
                  <a:pt x="1927479" y="1521292"/>
                </a:lnTo>
                <a:lnTo>
                  <a:pt x="1915248" y="1521395"/>
                </a:lnTo>
                <a:lnTo>
                  <a:pt x="1903428" y="1523967"/>
                </a:lnTo>
                <a:lnTo>
                  <a:pt x="1890991" y="1528905"/>
                </a:lnTo>
                <a:lnTo>
                  <a:pt x="1878041" y="1532506"/>
                </a:lnTo>
                <a:lnTo>
                  <a:pt x="1868482" y="1533844"/>
                </a:lnTo>
                <a:lnTo>
                  <a:pt x="1858923" y="1532918"/>
                </a:lnTo>
                <a:lnTo>
                  <a:pt x="1834872" y="1528185"/>
                </a:lnTo>
                <a:lnTo>
                  <a:pt x="1810513" y="1525099"/>
                </a:lnTo>
                <a:lnTo>
                  <a:pt x="1748329" y="1523144"/>
                </a:lnTo>
                <a:lnTo>
                  <a:pt x="1730754" y="1518720"/>
                </a:lnTo>
                <a:lnTo>
                  <a:pt x="1701563" y="1516457"/>
                </a:lnTo>
                <a:lnTo>
                  <a:pt x="1678437" y="1512547"/>
                </a:lnTo>
                <a:lnTo>
                  <a:pt x="1655517" y="1507095"/>
                </a:lnTo>
                <a:lnTo>
                  <a:pt x="1597136" y="1480552"/>
                </a:lnTo>
                <a:lnTo>
                  <a:pt x="1578019" y="1474070"/>
                </a:lnTo>
                <a:lnTo>
                  <a:pt x="1519330" y="1461416"/>
                </a:lnTo>
                <a:lnTo>
                  <a:pt x="1510285" y="1460387"/>
                </a:lnTo>
                <a:lnTo>
                  <a:pt x="1489009" y="1461313"/>
                </a:lnTo>
                <a:lnTo>
                  <a:pt x="1475545" y="1457609"/>
                </a:lnTo>
                <a:lnTo>
                  <a:pt x="1463725" y="1457506"/>
                </a:lnTo>
                <a:lnTo>
                  <a:pt x="1446252" y="1461622"/>
                </a:lnTo>
                <a:lnTo>
                  <a:pt x="1440804" y="1464605"/>
                </a:lnTo>
                <a:lnTo>
                  <a:pt x="1434021" y="1470881"/>
                </a:lnTo>
                <a:lnTo>
                  <a:pt x="1422098" y="1470572"/>
                </a:lnTo>
                <a:lnTo>
                  <a:pt x="1410278" y="1469338"/>
                </a:lnTo>
                <a:lnTo>
                  <a:pt x="1379032" y="1463371"/>
                </a:lnTo>
                <a:lnTo>
                  <a:pt x="1367418" y="1459667"/>
                </a:lnTo>
                <a:lnTo>
                  <a:pt x="1356317" y="1454317"/>
                </a:lnTo>
                <a:lnTo>
                  <a:pt x="1346244" y="1447218"/>
                </a:lnTo>
                <a:lnTo>
                  <a:pt x="1341003" y="1444646"/>
                </a:lnTo>
                <a:lnTo>
                  <a:pt x="1314074" y="1437445"/>
                </a:lnTo>
                <a:lnTo>
                  <a:pt x="1292078" y="1434873"/>
                </a:lnTo>
                <a:lnTo>
                  <a:pt x="1246854" y="1431683"/>
                </a:lnTo>
                <a:lnTo>
                  <a:pt x="1236987" y="1429420"/>
                </a:lnTo>
                <a:lnTo>
                  <a:pt x="1228764" y="1426848"/>
                </a:lnTo>
                <a:lnTo>
                  <a:pt x="1224242" y="1420984"/>
                </a:lnTo>
                <a:lnTo>
                  <a:pt x="1224858" y="1413474"/>
                </a:lnTo>
                <a:lnTo>
                  <a:pt x="1228045" y="1407095"/>
                </a:lnTo>
                <a:lnTo>
                  <a:pt x="1232567" y="1400614"/>
                </a:lnTo>
                <a:lnTo>
                  <a:pt x="1235445" y="1394441"/>
                </a:lnTo>
                <a:lnTo>
                  <a:pt x="1202349" y="1381478"/>
                </a:lnTo>
                <a:lnTo>
                  <a:pt x="1176242" y="1374379"/>
                </a:lnTo>
                <a:lnTo>
                  <a:pt x="1165039" y="1373042"/>
                </a:lnTo>
                <a:lnTo>
                  <a:pt x="1153733" y="1373042"/>
                </a:lnTo>
                <a:lnTo>
                  <a:pt x="1140988" y="1374482"/>
                </a:lnTo>
                <a:lnTo>
                  <a:pt x="1128346" y="1373865"/>
                </a:lnTo>
                <a:lnTo>
                  <a:pt x="1122487" y="1371704"/>
                </a:lnTo>
                <a:lnTo>
                  <a:pt x="1116423" y="1370984"/>
                </a:lnTo>
                <a:lnTo>
                  <a:pt x="1110359" y="1372527"/>
                </a:lnTo>
                <a:lnTo>
                  <a:pt x="1105425" y="1371910"/>
                </a:lnTo>
                <a:lnTo>
                  <a:pt x="1104192" y="1366046"/>
                </a:lnTo>
                <a:lnTo>
                  <a:pt x="1107275" y="1361005"/>
                </a:lnTo>
                <a:lnTo>
                  <a:pt x="1113751" y="1355346"/>
                </a:lnTo>
                <a:lnTo>
                  <a:pt x="1117348" y="1354317"/>
                </a:lnTo>
                <a:lnTo>
                  <a:pt x="1118992" y="1363268"/>
                </a:lnTo>
                <a:lnTo>
                  <a:pt x="1120843" y="1365017"/>
                </a:lnTo>
                <a:lnTo>
                  <a:pt x="1126496" y="1366972"/>
                </a:lnTo>
                <a:lnTo>
                  <a:pt x="1128962" y="1366457"/>
                </a:lnTo>
                <a:lnTo>
                  <a:pt x="1138932" y="1355038"/>
                </a:lnTo>
                <a:lnTo>
                  <a:pt x="1141707" y="1349482"/>
                </a:lnTo>
                <a:lnTo>
                  <a:pt x="1146538" y="1334359"/>
                </a:lnTo>
                <a:lnTo>
                  <a:pt x="1151780" y="1337239"/>
                </a:lnTo>
                <a:lnTo>
                  <a:pt x="1157022" y="1335387"/>
                </a:lnTo>
                <a:lnTo>
                  <a:pt x="1160105" y="1333021"/>
                </a:lnTo>
                <a:lnTo>
                  <a:pt x="1168431" y="1297939"/>
                </a:lnTo>
                <a:lnTo>
                  <a:pt x="1175420" y="1287754"/>
                </a:lnTo>
                <a:lnTo>
                  <a:pt x="1184979" y="1279215"/>
                </a:lnTo>
                <a:lnTo>
                  <a:pt x="1189707" y="1277157"/>
                </a:lnTo>
                <a:lnTo>
                  <a:pt x="1199060" y="1282404"/>
                </a:lnTo>
                <a:lnTo>
                  <a:pt x="1217972" y="1284359"/>
                </a:lnTo>
                <a:lnTo>
                  <a:pt x="1229175" y="1287857"/>
                </a:lnTo>
                <a:lnTo>
                  <a:pt x="1240481" y="1288268"/>
                </a:lnTo>
                <a:lnTo>
                  <a:pt x="1251479" y="1289914"/>
                </a:lnTo>
                <a:lnTo>
                  <a:pt x="1266794" y="1296087"/>
                </a:lnTo>
                <a:lnTo>
                  <a:pt x="1272241" y="1295470"/>
                </a:lnTo>
                <a:lnTo>
                  <a:pt x="1277791" y="1293515"/>
                </a:lnTo>
                <a:lnTo>
                  <a:pt x="1286014" y="1286828"/>
                </a:lnTo>
                <a:lnTo>
                  <a:pt x="1289509" y="1276128"/>
                </a:lnTo>
                <a:lnTo>
                  <a:pt x="1301431" y="1281581"/>
                </a:lnTo>
                <a:lnTo>
                  <a:pt x="1318904" y="1283741"/>
                </a:lnTo>
                <a:lnTo>
                  <a:pt x="1323221" y="1286828"/>
                </a:lnTo>
                <a:close/>
              </a:path>
              <a:path w="4830775" h="1851847">
                <a:moveTo>
                  <a:pt x="1554996" y="460081"/>
                </a:moveTo>
                <a:lnTo>
                  <a:pt x="1545745" y="473661"/>
                </a:lnTo>
                <a:lnTo>
                  <a:pt x="1546773" y="478600"/>
                </a:lnTo>
                <a:lnTo>
                  <a:pt x="1549034" y="482921"/>
                </a:lnTo>
                <a:lnTo>
                  <a:pt x="1555715" y="485904"/>
                </a:lnTo>
                <a:lnTo>
                  <a:pt x="1557565" y="502571"/>
                </a:lnTo>
                <a:lnTo>
                  <a:pt x="1565993" y="512036"/>
                </a:lnTo>
                <a:lnTo>
                  <a:pt x="1574422" y="520678"/>
                </a:lnTo>
                <a:lnTo>
                  <a:pt x="1580691" y="524896"/>
                </a:lnTo>
                <a:lnTo>
                  <a:pt x="1587475" y="531069"/>
                </a:lnTo>
                <a:lnTo>
                  <a:pt x="1592306" y="536727"/>
                </a:lnTo>
                <a:lnTo>
                  <a:pt x="1597342" y="541562"/>
                </a:lnTo>
                <a:lnTo>
                  <a:pt x="1604948" y="546295"/>
                </a:lnTo>
                <a:lnTo>
                  <a:pt x="1625504" y="566254"/>
                </a:lnTo>
                <a:lnTo>
                  <a:pt x="1634138" y="572118"/>
                </a:lnTo>
                <a:lnTo>
                  <a:pt x="1640511" y="577982"/>
                </a:lnTo>
                <a:lnTo>
                  <a:pt x="1645136" y="580040"/>
                </a:lnTo>
                <a:lnTo>
                  <a:pt x="1656339" y="578394"/>
                </a:lnTo>
                <a:lnTo>
                  <a:pt x="1689538" y="564093"/>
                </a:lnTo>
                <a:lnTo>
                  <a:pt x="1695499" y="563167"/>
                </a:lnTo>
                <a:lnTo>
                  <a:pt x="1706291" y="560595"/>
                </a:lnTo>
                <a:lnTo>
                  <a:pt x="1725409" y="561418"/>
                </a:lnTo>
                <a:lnTo>
                  <a:pt x="1745554" y="566254"/>
                </a:lnTo>
                <a:lnTo>
                  <a:pt x="1752132" y="566459"/>
                </a:lnTo>
                <a:lnTo>
                  <a:pt x="1758299" y="563476"/>
                </a:lnTo>
                <a:lnTo>
                  <a:pt x="1766933" y="564402"/>
                </a:lnTo>
                <a:lnTo>
                  <a:pt x="1775053" y="565945"/>
                </a:lnTo>
                <a:lnTo>
                  <a:pt x="1779061" y="564608"/>
                </a:lnTo>
                <a:lnTo>
                  <a:pt x="1790779" y="554217"/>
                </a:lnTo>
                <a:lnTo>
                  <a:pt x="1806813" y="551130"/>
                </a:lnTo>
                <a:lnTo>
                  <a:pt x="1811952" y="540739"/>
                </a:lnTo>
                <a:lnTo>
                  <a:pt x="1815857" y="531069"/>
                </a:lnTo>
                <a:lnTo>
                  <a:pt x="1817810" y="520678"/>
                </a:lnTo>
                <a:lnTo>
                  <a:pt x="1824491" y="516460"/>
                </a:lnTo>
                <a:lnTo>
                  <a:pt x="1833844" y="512859"/>
                </a:lnTo>
                <a:lnTo>
                  <a:pt x="1847617" y="508332"/>
                </a:lnTo>
                <a:lnTo>
                  <a:pt x="1895617" y="507509"/>
                </a:lnTo>
                <a:lnTo>
                  <a:pt x="1900242" y="509464"/>
                </a:lnTo>
                <a:lnTo>
                  <a:pt x="1901270" y="514813"/>
                </a:lnTo>
                <a:lnTo>
                  <a:pt x="1900242" y="518826"/>
                </a:lnTo>
                <a:lnTo>
                  <a:pt x="1902195" y="521192"/>
                </a:lnTo>
                <a:lnTo>
                  <a:pt x="1908567" y="521398"/>
                </a:lnTo>
                <a:lnTo>
                  <a:pt x="1914426" y="523867"/>
                </a:lnTo>
                <a:lnTo>
                  <a:pt x="1938374" y="532200"/>
                </a:lnTo>
                <a:lnTo>
                  <a:pt x="1948550" y="534772"/>
                </a:lnTo>
                <a:lnTo>
                  <a:pt x="1954203" y="534155"/>
                </a:lnTo>
                <a:lnTo>
                  <a:pt x="1965406" y="541562"/>
                </a:lnTo>
                <a:lnTo>
                  <a:pt x="1971573" y="538990"/>
                </a:lnTo>
                <a:lnTo>
                  <a:pt x="1979590" y="533846"/>
                </a:lnTo>
                <a:lnTo>
                  <a:pt x="1987299" y="526748"/>
                </a:lnTo>
                <a:lnTo>
                  <a:pt x="1994185" y="521192"/>
                </a:lnTo>
                <a:lnTo>
                  <a:pt x="2004258" y="519032"/>
                </a:lnTo>
                <a:lnTo>
                  <a:pt x="2017208" y="519340"/>
                </a:lnTo>
                <a:lnTo>
                  <a:pt x="2032523" y="517385"/>
                </a:lnTo>
                <a:lnTo>
                  <a:pt x="2044035" y="514402"/>
                </a:lnTo>
                <a:lnTo>
                  <a:pt x="2056985" y="519340"/>
                </a:lnTo>
                <a:lnTo>
                  <a:pt x="2060377" y="517797"/>
                </a:lnTo>
                <a:lnTo>
                  <a:pt x="2062535" y="512962"/>
                </a:lnTo>
                <a:lnTo>
                  <a:pt x="2069216" y="502365"/>
                </a:lnTo>
                <a:lnTo>
                  <a:pt x="2072197" y="495266"/>
                </a:lnTo>
                <a:lnTo>
                  <a:pt x="2074766" y="481583"/>
                </a:lnTo>
                <a:lnTo>
                  <a:pt x="2076617" y="478291"/>
                </a:lnTo>
                <a:lnTo>
                  <a:pt x="2081447" y="476439"/>
                </a:lnTo>
                <a:lnTo>
                  <a:pt x="2086484" y="473867"/>
                </a:lnTo>
                <a:lnTo>
                  <a:pt x="2087820" y="469752"/>
                </a:lnTo>
                <a:lnTo>
                  <a:pt x="2089670" y="465019"/>
                </a:lnTo>
                <a:lnTo>
                  <a:pt x="2088128" y="461007"/>
                </a:lnTo>
                <a:lnTo>
                  <a:pt x="2085250" y="457612"/>
                </a:lnTo>
                <a:lnTo>
                  <a:pt x="2082270" y="446295"/>
                </a:lnTo>
                <a:lnTo>
                  <a:pt x="2083195" y="441048"/>
                </a:lnTo>
                <a:lnTo>
                  <a:pt x="2085045" y="437242"/>
                </a:lnTo>
                <a:lnTo>
                  <a:pt x="2090184" y="435287"/>
                </a:lnTo>
                <a:lnTo>
                  <a:pt x="2103854" y="426851"/>
                </a:lnTo>
                <a:lnTo>
                  <a:pt x="2115982" y="417077"/>
                </a:lnTo>
                <a:lnTo>
                  <a:pt x="2122560" y="412242"/>
                </a:lnTo>
                <a:lnTo>
                  <a:pt x="2125438" y="409155"/>
                </a:lnTo>
                <a:lnTo>
                  <a:pt x="2125644" y="404629"/>
                </a:lnTo>
                <a:lnTo>
                  <a:pt x="2120402" y="399999"/>
                </a:lnTo>
                <a:lnTo>
                  <a:pt x="2115366" y="397736"/>
                </a:lnTo>
                <a:lnTo>
                  <a:pt x="2114954" y="392283"/>
                </a:lnTo>
                <a:lnTo>
                  <a:pt x="2115160" y="388579"/>
                </a:lnTo>
                <a:lnTo>
                  <a:pt x="2116702" y="384978"/>
                </a:lnTo>
                <a:lnTo>
                  <a:pt x="2115982" y="381583"/>
                </a:lnTo>
                <a:lnTo>
                  <a:pt x="2115879" y="376439"/>
                </a:lnTo>
                <a:lnTo>
                  <a:pt x="2119168" y="370884"/>
                </a:lnTo>
                <a:lnTo>
                  <a:pt x="2126569" y="362756"/>
                </a:lnTo>
                <a:lnTo>
                  <a:pt x="2132427" y="357406"/>
                </a:lnTo>
                <a:lnTo>
                  <a:pt x="2138903" y="360699"/>
                </a:lnTo>
                <a:lnTo>
                  <a:pt x="2146509" y="359155"/>
                </a:lnTo>
                <a:lnTo>
                  <a:pt x="2153703" y="356583"/>
                </a:lnTo>
                <a:lnTo>
                  <a:pt x="2157712" y="346913"/>
                </a:lnTo>
                <a:lnTo>
                  <a:pt x="2158329" y="342283"/>
                </a:lnTo>
                <a:lnTo>
                  <a:pt x="2157404" y="338579"/>
                </a:lnTo>
                <a:lnTo>
                  <a:pt x="2159870" y="324896"/>
                </a:lnTo>
                <a:lnTo>
                  <a:pt x="2160487" y="322839"/>
                </a:lnTo>
                <a:lnTo>
                  <a:pt x="2165215" y="314197"/>
                </a:lnTo>
                <a:lnTo>
                  <a:pt x="2165729" y="308435"/>
                </a:lnTo>
                <a:lnTo>
                  <a:pt x="2163057" y="294855"/>
                </a:lnTo>
                <a:lnTo>
                  <a:pt x="2164701" y="284670"/>
                </a:lnTo>
                <a:lnTo>
                  <a:pt x="2165421" y="263477"/>
                </a:lnTo>
                <a:lnTo>
                  <a:pt x="2168298" y="259670"/>
                </a:lnTo>
                <a:lnTo>
                  <a:pt x="2171588" y="248765"/>
                </a:lnTo>
                <a:lnTo>
                  <a:pt x="2176829" y="237345"/>
                </a:lnTo>
                <a:lnTo>
                  <a:pt x="2187416" y="231069"/>
                </a:lnTo>
                <a:lnTo>
                  <a:pt x="2193069" y="222942"/>
                </a:lnTo>
                <a:lnTo>
                  <a:pt x="2195536" y="221399"/>
                </a:lnTo>
                <a:lnTo>
                  <a:pt x="2199133" y="221296"/>
                </a:lnTo>
                <a:lnTo>
                  <a:pt x="2212084" y="227263"/>
                </a:lnTo>
                <a:lnTo>
                  <a:pt x="2223595" y="220678"/>
                </a:lnTo>
                <a:lnTo>
                  <a:pt x="2234079" y="219855"/>
                </a:lnTo>
                <a:lnTo>
                  <a:pt x="2242713" y="220781"/>
                </a:lnTo>
                <a:lnTo>
                  <a:pt x="2247647" y="223559"/>
                </a:lnTo>
                <a:lnTo>
                  <a:pt x="2252477" y="225514"/>
                </a:lnTo>
                <a:lnTo>
                  <a:pt x="2262756" y="219032"/>
                </a:lnTo>
                <a:lnTo>
                  <a:pt x="2266661" y="220164"/>
                </a:lnTo>
                <a:lnTo>
                  <a:pt x="2270361" y="222427"/>
                </a:lnTo>
                <a:lnTo>
                  <a:pt x="2275501" y="222325"/>
                </a:lnTo>
                <a:lnTo>
                  <a:pt x="2281565" y="220678"/>
                </a:lnTo>
                <a:lnTo>
                  <a:pt x="2296571" y="222222"/>
                </a:lnTo>
                <a:lnTo>
                  <a:pt x="2322986" y="222530"/>
                </a:lnTo>
                <a:lnTo>
                  <a:pt x="2341179" y="226440"/>
                </a:lnTo>
                <a:lnTo>
                  <a:pt x="2358960" y="237345"/>
                </a:lnTo>
                <a:lnTo>
                  <a:pt x="2367799" y="239608"/>
                </a:lnTo>
                <a:lnTo>
                  <a:pt x="2371602" y="239608"/>
                </a:lnTo>
                <a:lnTo>
                  <a:pt x="2370780" y="240534"/>
                </a:lnTo>
                <a:lnTo>
                  <a:pt x="2363688" y="243518"/>
                </a:lnTo>
                <a:lnTo>
                  <a:pt x="2360399" y="249382"/>
                </a:lnTo>
                <a:lnTo>
                  <a:pt x="2370060" y="258436"/>
                </a:lnTo>
                <a:lnTo>
                  <a:pt x="2370780" y="264403"/>
                </a:lnTo>
                <a:lnTo>
                  <a:pt x="2378283" y="269752"/>
                </a:lnTo>
                <a:lnTo>
                  <a:pt x="2387431" y="278086"/>
                </a:lnTo>
                <a:lnTo>
                  <a:pt x="2387842" y="280863"/>
                </a:lnTo>
                <a:lnTo>
                  <a:pt x="2390925" y="284567"/>
                </a:lnTo>
                <a:lnTo>
                  <a:pt x="2392467" y="289197"/>
                </a:lnTo>
                <a:lnTo>
                  <a:pt x="2385992" y="293724"/>
                </a:lnTo>
                <a:lnTo>
                  <a:pt x="2377358" y="294649"/>
                </a:lnTo>
                <a:lnTo>
                  <a:pt x="2370883" y="290328"/>
                </a:lnTo>
                <a:lnTo>
                  <a:pt x="2365024" y="284979"/>
                </a:lnTo>
                <a:lnTo>
                  <a:pt x="2363482" y="291563"/>
                </a:lnTo>
                <a:lnTo>
                  <a:pt x="2358857" y="295370"/>
                </a:lnTo>
                <a:lnTo>
                  <a:pt x="2342206" y="294341"/>
                </a:lnTo>
                <a:lnTo>
                  <a:pt x="2330284" y="294341"/>
                </a:lnTo>
                <a:lnTo>
                  <a:pt x="2318361" y="295987"/>
                </a:lnTo>
                <a:lnTo>
                  <a:pt x="2324322" y="297016"/>
                </a:lnTo>
                <a:lnTo>
                  <a:pt x="2329667" y="299176"/>
                </a:lnTo>
                <a:lnTo>
                  <a:pt x="2348168" y="316151"/>
                </a:lnTo>
                <a:lnTo>
                  <a:pt x="2352176" y="322530"/>
                </a:lnTo>
                <a:lnTo>
                  <a:pt x="2345701" y="334979"/>
                </a:lnTo>
                <a:lnTo>
                  <a:pt x="2348784" y="340123"/>
                </a:lnTo>
                <a:lnTo>
                  <a:pt x="2355979" y="343106"/>
                </a:lnTo>
                <a:lnTo>
                  <a:pt x="2364716" y="349279"/>
                </a:lnTo>
                <a:lnTo>
                  <a:pt x="2370883" y="349999"/>
                </a:lnTo>
                <a:lnTo>
                  <a:pt x="2375405" y="353497"/>
                </a:lnTo>
                <a:lnTo>
                  <a:pt x="2375508" y="359567"/>
                </a:lnTo>
                <a:lnTo>
                  <a:pt x="2378180" y="365123"/>
                </a:lnTo>
                <a:lnTo>
                  <a:pt x="2371088" y="367386"/>
                </a:lnTo>
                <a:lnTo>
                  <a:pt x="2378077" y="368826"/>
                </a:lnTo>
                <a:lnTo>
                  <a:pt x="2384347" y="371707"/>
                </a:lnTo>
                <a:lnTo>
                  <a:pt x="2380955" y="374587"/>
                </a:lnTo>
                <a:lnTo>
                  <a:pt x="2378283" y="378085"/>
                </a:lnTo>
                <a:lnTo>
                  <a:pt x="2381161" y="379937"/>
                </a:lnTo>
                <a:lnTo>
                  <a:pt x="2389692" y="383127"/>
                </a:lnTo>
                <a:lnTo>
                  <a:pt x="2393392" y="386110"/>
                </a:lnTo>
                <a:lnTo>
                  <a:pt x="2395345" y="394135"/>
                </a:lnTo>
                <a:lnTo>
                  <a:pt x="2403670" y="407201"/>
                </a:lnTo>
                <a:lnTo>
                  <a:pt x="2418882" y="424073"/>
                </a:lnTo>
                <a:lnTo>
                  <a:pt x="2422274" y="430246"/>
                </a:lnTo>
                <a:lnTo>
                  <a:pt x="2422171" y="435904"/>
                </a:lnTo>
                <a:lnTo>
                  <a:pt x="2419704" y="440842"/>
                </a:lnTo>
                <a:lnTo>
                  <a:pt x="2410968" y="446501"/>
                </a:lnTo>
                <a:lnTo>
                  <a:pt x="2403979" y="454011"/>
                </a:lnTo>
                <a:lnTo>
                  <a:pt x="2403156" y="456686"/>
                </a:lnTo>
                <a:lnTo>
                  <a:pt x="2393700" y="460184"/>
                </a:lnTo>
                <a:lnTo>
                  <a:pt x="2398017" y="462756"/>
                </a:lnTo>
                <a:lnTo>
                  <a:pt x="2401512" y="466254"/>
                </a:lnTo>
                <a:lnTo>
                  <a:pt x="2407987" y="476645"/>
                </a:lnTo>
                <a:lnTo>
                  <a:pt x="2423610" y="493620"/>
                </a:lnTo>
                <a:lnTo>
                  <a:pt x="2431524" y="499999"/>
                </a:lnTo>
                <a:lnTo>
                  <a:pt x="2463901" y="523044"/>
                </a:lnTo>
                <a:lnTo>
                  <a:pt x="2481065" y="533023"/>
                </a:lnTo>
                <a:lnTo>
                  <a:pt x="2503061" y="555966"/>
                </a:lnTo>
                <a:lnTo>
                  <a:pt x="2514367" y="561315"/>
                </a:lnTo>
                <a:lnTo>
                  <a:pt x="2516628" y="567694"/>
                </a:lnTo>
                <a:lnTo>
                  <a:pt x="2507069" y="577468"/>
                </a:lnTo>
                <a:lnTo>
                  <a:pt x="2493194" y="582406"/>
                </a:lnTo>
                <a:lnTo>
                  <a:pt x="2470376" y="584978"/>
                </a:lnTo>
                <a:lnTo>
                  <a:pt x="2447456" y="581583"/>
                </a:lnTo>
                <a:lnTo>
                  <a:pt x="2435533" y="578805"/>
                </a:lnTo>
                <a:lnTo>
                  <a:pt x="2425255" y="573147"/>
                </a:lnTo>
                <a:lnTo>
                  <a:pt x="2417032" y="561830"/>
                </a:lnTo>
                <a:lnTo>
                  <a:pt x="2406343" y="555657"/>
                </a:lnTo>
                <a:lnTo>
                  <a:pt x="2410454" y="562550"/>
                </a:lnTo>
                <a:lnTo>
                  <a:pt x="2413024" y="569546"/>
                </a:lnTo>
                <a:lnTo>
                  <a:pt x="2411687" y="577159"/>
                </a:lnTo>
                <a:lnTo>
                  <a:pt x="2407473" y="583229"/>
                </a:lnTo>
                <a:lnTo>
                  <a:pt x="2400278" y="587550"/>
                </a:lnTo>
                <a:lnTo>
                  <a:pt x="2392467" y="591151"/>
                </a:lnTo>
                <a:lnTo>
                  <a:pt x="2389178" y="593620"/>
                </a:lnTo>
                <a:lnTo>
                  <a:pt x="2369444" y="633640"/>
                </a:lnTo>
                <a:lnTo>
                  <a:pt x="2366257" y="644443"/>
                </a:lnTo>
                <a:lnTo>
                  <a:pt x="2360296" y="689299"/>
                </a:lnTo>
                <a:lnTo>
                  <a:pt x="2360193" y="702056"/>
                </a:lnTo>
                <a:lnTo>
                  <a:pt x="2369033" y="725718"/>
                </a:lnTo>
                <a:lnTo>
                  <a:pt x="2369855" y="738167"/>
                </a:lnTo>
                <a:lnTo>
                  <a:pt x="2371602" y="743619"/>
                </a:lnTo>
                <a:lnTo>
                  <a:pt x="2370369" y="748043"/>
                </a:lnTo>
                <a:lnTo>
                  <a:pt x="2366257" y="750718"/>
                </a:lnTo>
                <a:lnTo>
                  <a:pt x="2349298" y="757920"/>
                </a:lnTo>
                <a:lnTo>
                  <a:pt x="2337376" y="763990"/>
                </a:lnTo>
                <a:lnTo>
                  <a:pt x="2327611" y="772529"/>
                </a:lnTo>
                <a:lnTo>
                  <a:pt x="2319800" y="783228"/>
                </a:lnTo>
                <a:lnTo>
                  <a:pt x="2312913" y="790944"/>
                </a:lnTo>
                <a:lnTo>
                  <a:pt x="2303766" y="794648"/>
                </a:lnTo>
                <a:lnTo>
                  <a:pt x="2297085" y="794031"/>
                </a:lnTo>
                <a:lnTo>
                  <a:pt x="2291740" y="790533"/>
                </a:lnTo>
                <a:lnTo>
                  <a:pt x="2288040" y="783640"/>
                </a:lnTo>
                <a:lnTo>
                  <a:pt x="2285882" y="776130"/>
                </a:lnTo>
                <a:lnTo>
                  <a:pt x="2284443" y="781685"/>
                </a:lnTo>
                <a:lnTo>
                  <a:pt x="2284751" y="787138"/>
                </a:lnTo>
                <a:lnTo>
                  <a:pt x="2287834" y="792899"/>
                </a:lnTo>
                <a:lnTo>
                  <a:pt x="2289068" y="799072"/>
                </a:lnTo>
                <a:lnTo>
                  <a:pt x="2287218" y="805245"/>
                </a:lnTo>
                <a:lnTo>
                  <a:pt x="2283312" y="810286"/>
                </a:lnTo>
                <a:lnTo>
                  <a:pt x="2272725" y="815739"/>
                </a:lnTo>
                <a:lnTo>
                  <a:pt x="2266764" y="820368"/>
                </a:lnTo>
                <a:lnTo>
                  <a:pt x="2265839" y="828496"/>
                </a:lnTo>
                <a:lnTo>
                  <a:pt x="2263064" y="833125"/>
                </a:lnTo>
                <a:lnTo>
                  <a:pt x="2258953" y="836726"/>
                </a:lnTo>
                <a:lnTo>
                  <a:pt x="2243946" y="844854"/>
                </a:lnTo>
                <a:lnTo>
                  <a:pt x="2240657" y="848146"/>
                </a:lnTo>
                <a:lnTo>
                  <a:pt x="2238088" y="852364"/>
                </a:lnTo>
                <a:lnTo>
                  <a:pt x="2246105" y="851747"/>
                </a:lnTo>
                <a:lnTo>
                  <a:pt x="2253402" y="852364"/>
                </a:lnTo>
                <a:lnTo>
                  <a:pt x="2254019" y="860492"/>
                </a:lnTo>
                <a:lnTo>
                  <a:pt x="2256280" y="866562"/>
                </a:lnTo>
                <a:lnTo>
                  <a:pt x="2253402" y="879936"/>
                </a:lnTo>
                <a:lnTo>
                  <a:pt x="2242096" y="888887"/>
                </a:lnTo>
                <a:lnTo>
                  <a:pt x="2247749" y="890738"/>
                </a:lnTo>
                <a:lnTo>
                  <a:pt x="2252786" y="893722"/>
                </a:lnTo>
                <a:lnTo>
                  <a:pt x="2264092" y="895882"/>
                </a:lnTo>
                <a:lnTo>
                  <a:pt x="2267895" y="905347"/>
                </a:lnTo>
                <a:lnTo>
                  <a:pt x="2266250" y="916767"/>
                </a:lnTo>
                <a:lnTo>
                  <a:pt x="2264195" y="927055"/>
                </a:lnTo>
                <a:lnTo>
                  <a:pt x="2256075" y="929833"/>
                </a:lnTo>
                <a:lnTo>
                  <a:pt x="2251038" y="927981"/>
                </a:lnTo>
                <a:lnTo>
                  <a:pt x="2246105" y="928187"/>
                </a:lnTo>
                <a:lnTo>
                  <a:pt x="2242405" y="931273"/>
                </a:lnTo>
                <a:lnTo>
                  <a:pt x="2241377" y="936520"/>
                </a:lnTo>
                <a:lnTo>
                  <a:pt x="2248366" y="933948"/>
                </a:lnTo>
                <a:lnTo>
                  <a:pt x="2248058" y="947220"/>
                </a:lnTo>
                <a:lnTo>
                  <a:pt x="2246105" y="960183"/>
                </a:lnTo>
                <a:lnTo>
                  <a:pt x="2243844" y="967281"/>
                </a:lnTo>
                <a:lnTo>
                  <a:pt x="2239527" y="973146"/>
                </a:lnTo>
                <a:lnTo>
                  <a:pt x="2233051" y="974997"/>
                </a:lnTo>
                <a:lnTo>
                  <a:pt x="2226884" y="970676"/>
                </a:lnTo>
                <a:lnTo>
                  <a:pt x="2225651" y="975718"/>
                </a:lnTo>
                <a:lnTo>
                  <a:pt x="2227501" y="979936"/>
                </a:lnTo>
                <a:lnTo>
                  <a:pt x="2236238" y="990327"/>
                </a:lnTo>
                <a:lnTo>
                  <a:pt x="2230893" y="992693"/>
                </a:lnTo>
                <a:lnTo>
                  <a:pt x="2226987" y="996191"/>
                </a:lnTo>
                <a:lnTo>
                  <a:pt x="2225240" y="1001335"/>
                </a:lnTo>
                <a:lnTo>
                  <a:pt x="2215784" y="1013166"/>
                </a:lnTo>
                <a:lnTo>
                  <a:pt x="2211570" y="1021911"/>
                </a:lnTo>
                <a:lnTo>
                  <a:pt x="2209720" y="1031170"/>
                </a:lnTo>
                <a:lnTo>
                  <a:pt x="2205300" y="1038578"/>
                </a:lnTo>
                <a:lnTo>
                  <a:pt x="2133558" y="1070676"/>
                </a:lnTo>
                <a:lnTo>
                  <a:pt x="2075589" y="1097734"/>
                </a:lnTo>
                <a:lnTo>
                  <a:pt x="2071375" y="1095882"/>
                </a:lnTo>
                <a:lnTo>
                  <a:pt x="2068497" y="1091767"/>
                </a:lnTo>
                <a:lnTo>
                  <a:pt x="2066544" y="1049689"/>
                </a:lnTo>
                <a:lnTo>
                  <a:pt x="2059349" y="1028187"/>
                </a:lnTo>
                <a:lnTo>
                  <a:pt x="2058321" y="1016150"/>
                </a:lnTo>
                <a:lnTo>
                  <a:pt x="2050099" y="1026952"/>
                </a:lnTo>
                <a:lnTo>
                  <a:pt x="2045062" y="1025820"/>
                </a:lnTo>
                <a:lnTo>
                  <a:pt x="2039615" y="1023043"/>
                </a:lnTo>
                <a:lnTo>
                  <a:pt x="2035606" y="1019545"/>
                </a:lnTo>
                <a:lnTo>
                  <a:pt x="2035298" y="1014915"/>
                </a:lnTo>
                <a:lnTo>
                  <a:pt x="2039615" y="1001541"/>
                </a:lnTo>
                <a:lnTo>
                  <a:pt x="2034373" y="1008845"/>
                </a:lnTo>
                <a:lnTo>
                  <a:pt x="2028514" y="1014504"/>
                </a:lnTo>
                <a:lnTo>
                  <a:pt x="2022553" y="1013783"/>
                </a:lnTo>
                <a:lnTo>
                  <a:pt x="2017414" y="1011006"/>
                </a:lnTo>
                <a:lnTo>
                  <a:pt x="2015461" y="1006685"/>
                </a:lnTo>
                <a:lnTo>
                  <a:pt x="2012686" y="1006067"/>
                </a:lnTo>
                <a:lnTo>
                  <a:pt x="2000044" y="1017899"/>
                </a:lnTo>
                <a:lnTo>
                  <a:pt x="1983290" y="1024277"/>
                </a:lnTo>
                <a:lnTo>
                  <a:pt x="1973937" y="1024174"/>
                </a:lnTo>
                <a:lnTo>
                  <a:pt x="1966639" y="1020573"/>
                </a:lnTo>
                <a:lnTo>
                  <a:pt x="1966948" y="1011520"/>
                </a:lnTo>
                <a:lnTo>
                  <a:pt x="1966228" y="1002672"/>
                </a:lnTo>
                <a:lnTo>
                  <a:pt x="1964173" y="997528"/>
                </a:lnTo>
                <a:lnTo>
                  <a:pt x="1959650" y="995676"/>
                </a:lnTo>
                <a:lnTo>
                  <a:pt x="1955539" y="996294"/>
                </a:lnTo>
                <a:lnTo>
                  <a:pt x="1943513" y="1000923"/>
                </a:lnTo>
                <a:lnTo>
                  <a:pt x="1939196" y="1000409"/>
                </a:lnTo>
                <a:lnTo>
                  <a:pt x="1936730" y="1002672"/>
                </a:lnTo>
                <a:lnTo>
                  <a:pt x="1904970" y="970471"/>
                </a:lnTo>
                <a:lnTo>
                  <a:pt x="1898495" y="996602"/>
                </a:lnTo>
                <a:lnTo>
                  <a:pt x="1876602" y="1010491"/>
                </a:lnTo>
                <a:lnTo>
                  <a:pt x="1860362" y="1018516"/>
                </a:lnTo>
                <a:lnTo>
                  <a:pt x="1844328" y="1015532"/>
                </a:lnTo>
                <a:lnTo>
                  <a:pt x="1827986" y="1010388"/>
                </a:lnTo>
                <a:lnTo>
                  <a:pt x="1811746" y="1016561"/>
                </a:lnTo>
                <a:lnTo>
                  <a:pt x="1794068" y="1031890"/>
                </a:lnTo>
                <a:lnTo>
                  <a:pt x="1789134" y="1034257"/>
                </a:lnTo>
                <a:lnTo>
                  <a:pt x="1784098" y="1034154"/>
                </a:lnTo>
                <a:lnTo>
                  <a:pt x="1780398" y="1032199"/>
                </a:lnTo>
                <a:lnTo>
                  <a:pt x="1781631" y="1020573"/>
                </a:lnTo>
                <a:lnTo>
                  <a:pt x="1781836" y="1009051"/>
                </a:lnTo>
                <a:lnTo>
                  <a:pt x="1780500" y="983228"/>
                </a:lnTo>
                <a:lnTo>
                  <a:pt x="1779061" y="978187"/>
                </a:lnTo>
                <a:lnTo>
                  <a:pt x="1774025" y="971088"/>
                </a:lnTo>
                <a:lnTo>
                  <a:pt x="1767344" y="965944"/>
                </a:lnTo>
                <a:lnTo>
                  <a:pt x="1763541" y="969751"/>
                </a:lnTo>
                <a:lnTo>
                  <a:pt x="1760149" y="974792"/>
                </a:lnTo>
                <a:lnTo>
                  <a:pt x="1746788" y="974586"/>
                </a:lnTo>
                <a:lnTo>
                  <a:pt x="1733734" y="970574"/>
                </a:lnTo>
                <a:lnTo>
                  <a:pt x="1722531" y="972837"/>
                </a:lnTo>
                <a:lnTo>
                  <a:pt x="1700433" y="983125"/>
                </a:lnTo>
                <a:lnTo>
                  <a:pt x="1688716" y="984668"/>
                </a:lnTo>
                <a:lnTo>
                  <a:pt x="1682446" y="982405"/>
                </a:lnTo>
                <a:lnTo>
                  <a:pt x="1678437" y="976849"/>
                </a:lnTo>
                <a:lnTo>
                  <a:pt x="1680699" y="971808"/>
                </a:lnTo>
                <a:lnTo>
                  <a:pt x="1685529" y="968002"/>
                </a:lnTo>
                <a:lnTo>
                  <a:pt x="1676484" y="970985"/>
                </a:lnTo>
                <a:lnTo>
                  <a:pt x="1668776" y="976232"/>
                </a:lnTo>
                <a:lnTo>
                  <a:pt x="1665384" y="979524"/>
                </a:lnTo>
                <a:lnTo>
                  <a:pt x="1661787" y="977878"/>
                </a:lnTo>
                <a:lnTo>
                  <a:pt x="1652125" y="966150"/>
                </a:lnTo>
                <a:lnTo>
                  <a:pt x="1631980" y="970574"/>
                </a:lnTo>
                <a:lnTo>
                  <a:pt x="1629205" y="971911"/>
                </a:lnTo>
                <a:lnTo>
                  <a:pt x="1624271" y="975820"/>
                </a:lnTo>
                <a:lnTo>
                  <a:pt x="1619440" y="973866"/>
                </a:lnTo>
                <a:lnTo>
                  <a:pt x="1617076" y="969648"/>
                </a:lnTo>
                <a:lnTo>
                  <a:pt x="1616151" y="945368"/>
                </a:lnTo>
                <a:lnTo>
                  <a:pt x="1605873" y="898557"/>
                </a:lnTo>
                <a:lnTo>
                  <a:pt x="1603098" y="874586"/>
                </a:lnTo>
                <a:lnTo>
                  <a:pt x="1600837" y="868928"/>
                </a:lnTo>
                <a:lnTo>
                  <a:pt x="1589017" y="860389"/>
                </a:lnTo>
                <a:lnTo>
                  <a:pt x="1589428" y="848043"/>
                </a:lnTo>
                <a:lnTo>
                  <a:pt x="1595492" y="837755"/>
                </a:lnTo>
                <a:lnTo>
                  <a:pt x="1596828" y="825718"/>
                </a:lnTo>
                <a:lnTo>
                  <a:pt x="1595081" y="812652"/>
                </a:lnTo>
                <a:lnTo>
                  <a:pt x="1591381" y="799895"/>
                </a:lnTo>
                <a:lnTo>
                  <a:pt x="1586755" y="790224"/>
                </a:lnTo>
                <a:lnTo>
                  <a:pt x="1580075" y="781994"/>
                </a:lnTo>
                <a:lnTo>
                  <a:pt x="1571235" y="772735"/>
                </a:lnTo>
                <a:lnTo>
                  <a:pt x="1560443" y="765842"/>
                </a:lnTo>
                <a:lnTo>
                  <a:pt x="1537009" y="758126"/>
                </a:lnTo>
                <a:lnTo>
                  <a:pt x="1524572" y="758743"/>
                </a:lnTo>
                <a:lnTo>
                  <a:pt x="1520050" y="755759"/>
                </a:lnTo>
                <a:lnTo>
                  <a:pt x="1516966" y="751747"/>
                </a:lnTo>
                <a:lnTo>
                  <a:pt x="1518200" y="744031"/>
                </a:lnTo>
                <a:lnTo>
                  <a:pt x="1522414" y="738681"/>
                </a:lnTo>
                <a:lnTo>
                  <a:pt x="1527964" y="737344"/>
                </a:lnTo>
                <a:lnTo>
                  <a:pt x="1528683" y="734360"/>
                </a:lnTo>
                <a:lnTo>
                  <a:pt x="1516761" y="728085"/>
                </a:lnTo>
                <a:lnTo>
                  <a:pt x="1506893" y="719648"/>
                </a:lnTo>
                <a:lnTo>
                  <a:pt x="1503707" y="714504"/>
                </a:lnTo>
                <a:lnTo>
                  <a:pt x="1502782" y="708949"/>
                </a:lnTo>
                <a:lnTo>
                  <a:pt x="1502885" y="695986"/>
                </a:lnTo>
                <a:lnTo>
                  <a:pt x="1505763" y="687858"/>
                </a:lnTo>
                <a:lnTo>
                  <a:pt x="1507305" y="683332"/>
                </a:lnTo>
                <a:lnTo>
                  <a:pt x="1510388" y="669648"/>
                </a:lnTo>
                <a:lnTo>
                  <a:pt x="1516863" y="665533"/>
                </a:lnTo>
                <a:lnTo>
                  <a:pt x="1515733" y="662961"/>
                </a:lnTo>
                <a:lnTo>
                  <a:pt x="1512958" y="661109"/>
                </a:lnTo>
                <a:lnTo>
                  <a:pt x="1508949" y="656686"/>
                </a:lnTo>
                <a:lnTo>
                  <a:pt x="1505660" y="651439"/>
                </a:lnTo>
                <a:lnTo>
                  <a:pt x="1498054" y="642694"/>
                </a:lnTo>
                <a:lnTo>
                  <a:pt x="1484692" y="632097"/>
                </a:lnTo>
                <a:lnTo>
                  <a:pt x="1482431" y="613887"/>
                </a:lnTo>
                <a:lnTo>
                  <a:pt x="1480684" y="587035"/>
                </a:lnTo>
                <a:lnTo>
                  <a:pt x="1481815" y="574793"/>
                </a:lnTo>
                <a:lnTo>
                  <a:pt x="1486131" y="551953"/>
                </a:lnTo>
                <a:lnTo>
                  <a:pt x="1493532" y="544855"/>
                </a:lnTo>
                <a:lnTo>
                  <a:pt x="1499390" y="542797"/>
                </a:lnTo>
                <a:lnTo>
                  <a:pt x="1503913" y="539711"/>
                </a:lnTo>
                <a:lnTo>
                  <a:pt x="1500213" y="539299"/>
                </a:lnTo>
                <a:lnTo>
                  <a:pt x="1497026" y="540431"/>
                </a:lnTo>
                <a:lnTo>
                  <a:pt x="1491373" y="541151"/>
                </a:lnTo>
                <a:lnTo>
                  <a:pt x="1495999" y="520781"/>
                </a:lnTo>
                <a:lnTo>
                  <a:pt x="1498157" y="514813"/>
                </a:lnTo>
                <a:lnTo>
                  <a:pt x="1507510" y="503394"/>
                </a:lnTo>
                <a:lnTo>
                  <a:pt x="1518405" y="493311"/>
                </a:lnTo>
                <a:lnTo>
                  <a:pt x="1523030" y="481377"/>
                </a:lnTo>
                <a:lnTo>
                  <a:pt x="1529300" y="470884"/>
                </a:lnTo>
                <a:lnTo>
                  <a:pt x="1554996" y="460081"/>
                </a:lnTo>
                <a:close/>
              </a:path>
              <a:path w="4830775" h="1851847">
                <a:moveTo>
                  <a:pt x="3415769" y="581480"/>
                </a:moveTo>
                <a:lnTo>
                  <a:pt x="3423169" y="583743"/>
                </a:lnTo>
                <a:lnTo>
                  <a:pt x="3430981" y="583126"/>
                </a:lnTo>
                <a:lnTo>
                  <a:pt x="3434887" y="578496"/>
                </a:lnTo>
                <a:lnTo>
                  <a:pt x="3435914" y="572529"/>
                </a:lnTo>
                <a:lnTo>
                  <a:pt x="3439820" y="561418"/>
                </a:lnTo>
                <a:lnTo>
                  <a:pt x="3448865" y="553908"/>
                </a:lnTo>
                <a:lnTo>
                  <a:pt x="3455238" y="552776"/>
                </a:lnTo>
                <a:lnTo>
                  <a:pt x="3459760" y="549587"/>
                </a:lnTo>
                <a:lnTo>
                  <a:pt x="3458938" y="541357"/>
                </a:lnTo>
                <a:lnTo>
                  <a:pt x="3459349" y="533229"/>
                </a:lnTo>
                <a:lnTo>
                  <a:pt x="3466030" y="524587"/>
                </a:lnTo>
                <a:lnTo>
                  <a:pt x="3486792" y="512550"/>
                </a:lnTo>
                <a:lnTo>
                  <a:pt x="3498612" y="508332"/>
                </a:lnTo>
                <a:lnTo>
                  <a:pt x="3513926" y="506892"/>
                </a:lnTo>
                <a:lnTo>
                  <a:pt x="3515674" y="511521"/>
                </a:lnTo>
                <a:lnTo>
                  <a:pt x="3513926" y="518106"/>
                </a:lnTo>
                <a:lnTo>
                  <a:pt x="3516907" y="528085"/>
                </a:lnTo>
                <a:lnTo>
                  <a:pt x="3515468" y="554937"/>
                </a:lnTo>
                <a:lnTo>
                  <a:pt x="3511973" y="558743"/>
                </a:lnTo>
                <a:lnTo>
                  <a:pt x="3496145" y="568003"/>
                </a:lnTo>
                <a:lnTo>
                  <a:pt x="3478775" y="575410"/>
                </a:lnTo>
                <a:lnTo>
                  <a:pt x="3473944" y="578496"/>
                </a:lnTo>
                <a:lnTo>
                  <a:pt x="3469627" y="585904"/>
                </a:lnTo>
                <a:lnTo>
                  <a:pt x="3470038" y="593208"/>
                </a:lnTo>
                <a:lnTo>
                  <a:pt x="3484119" y="602982"/>
                </a:lnTo>
                <a:lnTo>
                  <a:pt x="3506012" y="612138"/>
                </a:lnTo>
                <a:lnTo>
                  <a:pt x="3510534" y="616459"/>
                </a:lnTo>
                <a:lnTo>
                  <a:pt x="3513515" y="623661"/>
                </a:lnTo>
                <a:lnTo>
                  <a:pt x="3514337" y="631686"/>
                </a:lnTo>
                <a:lnTo>
                  <a:pt x="3519579" y="635492"/>
                </a:lnTo>
                <a:lnTo>
                  <a:pt x="3526980" y="637344"/>
                </a:lnTo>
                <a:lnTo>
                  <a:pt x="3531913" y="641151"/>
                </a:lnTo>
                <a:lnTo>
                  <a:pt x="3535716" y="646500"/>
                </a:lnTo>
                <a:lnTo>
                  <a:pt x="3498714" y="633949"/>
                </a:lnTo>
                <a:lnTo>
                  <a:pt x="3489053" y="628393"/>
                </a:lnTo>
                <a:lnTo>
                  <a:pt x="3477439" y="627776"/>
                </a:lnTo>
                <a:lnTo>
                  <a:pt x="3465927" y="626130"/>
                </a:lnTo>
                <a:lnTo>
                  <a:pt x="3454107" y="621295"/>
                </a:lnTo>
                <a:lnTo>
                  <a:pt x="3441465" y="620163"/>
                </a:lnTo>
                <a:lnTo>
                  <a:pt x="3435401" y="623661"/>
                </a:lnTo>
                <a:lnTo>
                  <a:pt x="3433037" y="630451"/>
                </a:lnTo>
                <a:lnTo>
                  <a:pt x="3431598" y="638064"/>
                </a:lnTo>
                <a:lnTo>
                  <a:pt x="3434475" y="647529"/>
                </a:lnTo>
                <a:lnTo>
                  <a:pt x="3434167" y="653188"/>
                </a:lnTo>
                <a:lnTo>
                  <a:pt x="3431803" y="663579"/>
                </a:lnTo>
                <a:lnTo>
                  <a:pt x="3440951" y="694237"/>
                </a:lnTo>
                <a:lnTo>
                  <a:pt x="3452360" y="718620"/>
                </a:lnTo>
                <a:lnTo>
                  <a:pt x="3469319" y="744031"/>
                </a:lnTo>
                <a:lnTo>
                  <a:pt x="3477644" y="752673"/>
                </a:lnTo>
                <a:lnTo>
                  <a:pt x="3486895" y="760595"/>
                </a:lnTo>
                <a:lnTo>
                  <a:pt x="3471785" y="758228"/>
                </a:lnTo>
                <a:lnTo>
                  <a:pt x="3467160" y="749792"/>
                </a:lnTo>
                <a:lnTo>
                  <a:pt x="3447940" y="741356"/>
                </a:lnTo>
                <a:lnTo>
                  <a:pt x="3444343" y="736315"/>
                </a:lnTo>
                <a:lnTo>
                  <a:pt x="3431803" y="712344"/>
                </a:lnTo>
                <a:lnTo>
                  <a:pt x="3428103" y="707817"/>
                </a:lnTo>
                <a:lnTo>
                  <a:pt x="3416591" y="699587"/>
                </a:lnTo>
                <a:lnTo>
                  <a:pt x="3411555" y="693620"/>
                </a:lnTo>
                <a:lnTo>
                  <a:pt x="3409808" y="685492"/>
                </a:lnTo>
                <a:lnTo>
                  <a:pt x="3411041" y="676953"/>
                </a:lnTo>
                <a:lnTo>
                  <a:pt x="3410424" y="665122"/>
                </a:lnTo>
                <a:lnTo>
                  <a:pt x="3410835" y="653393"/>
                </a:lnTo>
                <a:lnTo>
                  <a:pt x="3413302" y="639093"/>
                </a:lnTo>
                <a:lnTo>
                  <a:pt x="3409191" y="634052"/>
                </a:lnTo>
                <a:lnTo>
                  <a:pt x="3403744" y="629319"/>
                </a:lnTo>
                <a:lnTo>
                  <a:pt x="3397474" y="618311"/>
                </a:lnTo>
                <a:lnTo>
                  <a:pt x="3395624" y="605863"/>
                </a:lnTo>
                <a:lnTo>
                  <a:pt x="3396138" y="598661"/>
                </a:lnTo>
                <a:lnTo>
                  <a:pt x="3398707" y="592282"/>
                </a:lnTo>
                <a:lnTo>
                  <a:pt x="3402202" y="586830"/>
                </a:lnTo>
                <a:lnTo>
                  <a:pt x="3402921" y="581480"/>
                </a:lnTo>
                <a:lnTo>
                  <a:pt x="3393876" y="573661"/>
                </a:lnTo>
                <a:lnTo>
                  <a:pt x="3384523" y="551439"/>
                </a:lnTo>
                <a:lnTo>
                  <a:pt x="3383598" y="539916"/>
                </a:lnTo>
                <a:lnTo>
                  <a:pt x="3395624" y="517797"/>
                </a:lnTo>
                <a:lnTo>
                  <a:pt x="3395418" y="506995"/>
                </a:lnTo>
                <a:lnTo>
                  <a:pt x="3397782" y="500616"/>
                </a:lnTo>
                <a:lnTo>
                  <a:pt x="3399118" y="493826"/>
                </a:lnTo>
                <a:lnTo>
                  <a:pt x="3405388" y="479011"/>
                </a:lnTo>
                <a:lnTo>
                  <a:pt x="3415563" y="466460"/>
                </a:lnTo>
                <a:lnTo>
                  <a:pt x="3432934" y="448867"/>
                </a:lnTo>
                <a:lnTo>
                  <a:pt x="3439512" y="444958"/>
                </a:lnTo>
                <a:lnTo>
                  <a:pt x="3446912" y="442489"/>
                </a:lnTo>
                <a:lnTo>
                  <a:pt x="3447632" y="446810"/>
                </a:lnTo>
                <a:lnTo>
                  <a:pt x="3446398" y="450616"/>
                </a:lnTo>
                <a:lnTo>
                  <a:pt x="3433653" y="468517"/>
                </a:lnTo>
                <a:lnTo>
                  <a:pt x="3431906" y="472633"/>
                </a:lnTo>
                <a:lnTo>
                  <a:pt x="3431598" y="480143"/>
                </a:lnTo>
                <a:lnTo>
                  <a:pt x="3437662" y="484567"/>
                </a:lnTo>
                <a:lnTo>
                  <a:pt x="3444343" y="493723"/>
                </a:lnTo>
                <a:lnTo>
                  <a:pt x="3445679" y="505863"/>
                </a:lnTo>
                <a:lnTo>
                  <a:pt x="3445884" y="518723"/>
                </a:lnTo>
                <a:lnTo>
                  <a:pt x="3444445" y="531686"/>
                </a:lnTo>
                <a:lnTo>
                  <a:pt x="3441979" y="536007"/>
                </a:lnTo>
                <a:lnTo>
                  <a:pt x="3431392" y="549073"/>
                </a:lnTo>
                <a:lnTo>
                  <a:pt x="3407546" y="564402"/>
                </a:lnTo>
                <a:lnTo>
                  <a:pt x="3405491" y="568208"/>
                </a:lnTo>
                <a:lnTo>
                  <a:pt x="3405594" y="572426"/>
                </a:lnTo>
                <a:lnTo>
                  <a:pt x="3410013" y="577468"/>
                </a:lnTo>
                <a:lnTo>
                  <a:pt x="3415769" y="581480"/>
                </a:lnTo>
                <a:close/>
              </a:path>
              <a:path w="4830775" h="1851847">
                <a:moveTo>
                  <a:pt x="3623595" y="963578"/>
                </a:moveTo>
                <a:lnTo>
                  <a:pt x="3647132" y="974997"/>
                </a:lnTo>
                <a:lnTo>
                  <a:pt x="3659363" y="976644"/>
                </a:lnTo>
                <a:lnTo>
                  <a:pt x="3680023" y="975203"/>
                </a:lnTo>
                <a:lnTo>
                  <a:pt x="3687731" y="976232"/>
                </a:lnTo>
                <a:lnTo>
                  <a:pt x="3707363" y="990841"/>
                </a:lnTo>
                <a:lnTo>
                  <a:pt x="3713119" y="1000820"/>
                </a:lnTo>
                <a:lnTo>
                  <a:pt x="3714763" y="1009462"/>
                </a:lnTo>
                <a:lnTo>
                  <a:pt x="3717744" y="1017693"/>
                </a:lnTo>
                <a:lnTo>
                  <a:pt x="3722575" y="1019648"/>
                </a:lnTo>
                <a:lnTo>
                  <a:pt x="3728228" y="1020471"/>
                </a:lnTo>
                <a:lnTo>
                  <a:pt x="3735731" y="1032199"/>
                </a:lnTo>
                <a:lnTo>
                  <a:pt x="3737170" y="1036006"/>
                </a:lnTo>
                <a:lnTo>
                  <a:pt x="3731517" y="1065635"/>
                </a:lnTo>
                <a:lnTo>
                  <a:pt x="3708391" y="1054421"/>
                </a:lnTo>
                <a:lnTo>
                  <a:pt x="3686087" y="1041664"/>
                </a:lnTo>
                <a:lnTo>
                  <a:pt x="3676528" y="1036931"/>
                </a:lnTo>
                <a:lnTo>
                  <a:pt x="3650833" y="1026232"/>
                </a:lnTo>
                <a:lnTo>
                  <a:pt x="3646824" y="1022528"/>
                </a:lnTo>
                <a:lnTo>
                  <a:pt x="3643946" y="1017693"/>
                </a:lnTo>
                <a:lnTo>
                  <a:pt x="3632743" y="1011006"/>
                </a:lnTo>
                <a:lnTo>
                  <a:pt x="3610439" y="1009977"/>
                </a:lnTo>
                <a:lnTo>
                  <a:pt x="3602011" y="1010183"/>
                </a:lnTo>
                <a:lnTo>
                  <a:pt x="3598619" y="1011211"/>
                </a:lnTo>
                <a:lnTo>
                  <a:pt x="3599441" y="1014709"/>
                </a:lnTo>
                <a:lnTo>
                  <a:pt x="3599647" y="1022014"/>
                </a:lnTo>
                <a:lnTo>
                  <a:pt x="3594097" y="1023969"/>
                </a:lnTo>
                <a:lnTo>
                  <a:pt x="3580221" y="1019442"/>
                </a:lnTo>
                <a:lnTo>
                  <a:pt x="3567784" y="1017796"/>
                </a:lnTo>
                <a:lnTo>
                  <a:pt x="3557095" y="1013269"/>
                </a:lnTo>
                <a:lnTo>
                  <a:pt x="3542603" y="1010903"/>
                </a:lnTo>
                <a:lnTo>
                  <a:pt x="3541061" y="1008639"/>
                </a:lnTo>
                <a:lnTo>
                  <a:pt x="3542294" y="1005347"/>
                </a:lnTo>
                <a:lnTo>
                  <a:pt x="3541678" y="1002158"/>
                </a:lnTo>
                <a:lnTo>
                  <a:pt x="3538286" y="1000923"/>
                </a:lnTo>
                <a:lnTo>
                  <a:pt x="3531913" y="1001541"/>
                </a:lnTo>
                <a:lnTo>
                  <a:pt x="3525643" y="1004730"/>
                </a:lnTo>
                <a:lnTo>
                  <a:pt x="3520402" y="1008228"/>
                </a:lnTo>
                <a:lnTo>
                  <a:pt x="3512796" y="1018207"/>
                </a:lnTo>
                <a:lnTo>
                  <a:pt x="3508890" y="1021911"/>
                </a:lnTo>
                <a:lnTo>
                  <a:pt x="3496350" y="1023557"/>
                </a:lnTo>
                <a:lnTo>
                  <a:pt x="3491109" y="1022631"/>
                </a:lnTo>
                <a:lnTo>
                  <a:pt x="3486278" y="1020162"/>
                </a:lnTo>
                <a:lnTo>
                  <a:pt x="3471991" y="1002158"/>
                </a:lnTo>
                <a:lnTo>
                  <a:pt x="3467160" y="998248"/>
                </a:lnTo>
                <a:lnTo>
                  <a:pt x="3461816" y="995059"/>
                </a:lnTo>
                <a:lnTo>
                  <a:pt x="3456779" y="993516"/>
                </a:lnTo>
                <a:lnTo>
                  <a:pt x="3451640" y="996294"/>
                </a:lnTo>
                <a:lnTo>
                  <a:pt x="3448968" y="1001952"/>
                </a:lnTo>
                <a:lnTo>
                  <a:pt x="3447734" y="1008536"/>
                </a:lnTo>
                <a:lnTo>
                  <a:pt x="3446295" y="1012446"/>
                </a:lnTo>
                <a:lnTo>
                  <a:pt x="3440128" y="1023043"/>
                </a:lnTo>
                <a:lnTo>
                  <a:pt x="3434989" y="1029421"/>
                </a:lnTo>
                <a:lnTo>
                  <a:pt x="3433139" y="1028392"/>
                </a:lnTo>
                <a:lnTo>
                  <a:pt x="3435812" y="1018207"/>
                </a:lnTo>
                <a:lnTo>
                  <a:pt x="3435812" y="1012446"/>
                </a:lnTo>
                <a:lnTo>
                  <a:pt x="3432625" y="1006376"/>
                </a:lnTo>
                <a:lnTo>
                  <a:pt x="3430673" y="1000203"/>
                </a:lnTo>
                <a:lnTo>
                  <a:pt x="3454826" y="970676"/>
                </a:lnTo>
                <a:lnTo>
                  <a:pt x="3463666" y="963578"/>
                </a:lnTo>
                <a:lnTo>
                  <a:pt x="3501798" y="961109"/>
                </a:lnTo>
                <a:lnTo>
                  <a:pt x="3524513" y="962652"/>
                </a:lnTo>
                <a:lnTo>
                  <a:pt x="3536847" y="961932"/>
                </a:lnTo>
                <a:lnTo>
                  <a:pt x="3545069" y="959771"/>
                </a:lnTo>
                <a:lnTo>
                  <a:pt x="3551956" y="960697"/>
                </a:lnTo>
                <a:lnTo>
                  <a:pt x="3553600" y="966561"/>
                </a:lnTo>
                <a:lnTo>
                  <a:pt x="3557917" y="970882"/>
                </a:lnTo>
                <a:lnTo>
                  <a:pt x="3563879" y="970471"/>
                </a:lnTo>
                <a:lnTo>
                  <a:pt x="3574774" y="965944"/>
                </a:lnTo>
                <a:lnTo>
                  <a:pt x="3584127" y="958948"/>
                </a:lnTo>
                <a:lnTo>
                  <a:pt x="3589883" y="955862"/>
                </a:lnTo>
                <a:lnTo>
                  <a:pt x="3595741" y="955347"/>
                </a:lnTo>
                <a:lnTo>
                  <a:pt x="3601805" y="955759"/>
                </a:lnTo>
                <a:lnTo>
                  <a:pt x="3607664" y="957405"/>
                </a:lnTo>
                <a:lnTo>
                  <a:pt x="3623595" y="963578"/>
                </a:lnTo>
                <a:close/>
              </a:path>
              <a:path w="4830775" h="1851847">
                <a:moveTo>
                  <a:pt x="3326143" y="986417"/>
                </a:moveTo>
                <a:lnTo>
                  <a:pt x="3342999" y="994442"/>
                </a:lnTo>
                <a:lnTo>
                  <a:pt x="3346905" y="999689"/>
                </a:lnTo>
                <a:lnTo>
                  <a:pt x="3349886" y="1005964"/>
                </a:lnTo>
                <a:lnTo>
                  <a:pt x="3353277" y="1009359"/>
                </a:lnTo>
                <a:lnTo>
                  <a:pt x="3357183" y="1012137"/>
                </a:lnTo>
                <a:lnTo>
                  <a:pt x="3363761" y="1017590"/>
                </a:lnTo>
                <a:lnTo>
                  <a:pt x="3365508" y="1025820"/>
                </a:lnTo>
                <a:lnTo>
                  <a:pt x="3364069" y="1042487"/>
                </a:lnTo>
                <a:lnTo>
                  <a:pt x="3356361" y="1043927"/>
                </a:lnTo>
                <a:lnTo>
                  <a:pt x="3349166" y="1046396"/>
                </a:lnTo>
                <a:lnTo>
                  <a:pt x="3334365" y="1056067"/>
                </a:lnTo>
                <a:lnTo>
                  <a:pt x="3327068" y="1057919"/>
                </a:lnTo>
                <a:lnTo>
                  <a:pt x="3319256" y="1058536"/>
                </a:lnTo>
                <a:lnTo>
                  <a:pt x="3313706" y="1061108"/>
                </a:lnTo>
                <a:lnTo>
                  <a:pt x="3308156" y="1062137"/>
                </a:lnTo>
                <a:lnTo>
                  <a:pt x="3293869" y="1056787"/>
                </a:lnTo>
                <a:lnTo>
                  <a:pt x="3279891" y="1050512"/>
                </a:lnTo>
                <a:lnTo>
                  <a:pt x="3259745" y="1039606"/>
                </a:lnTo>
                <a:lnTo>
                  <a:pt x="3255942" y="1036931"/>
                </a:lnTo>
                <a:lnTo>
                  <a:pt x="3252756" y="1031170"/>
                </a:lnTo>
                <a:lnTo>
                  <a:pt x="3243506" y="1020676"/>
                </a:lnTo>
                <a:lnTo>
                  <a:pt x="3241142" y="1013989"/>
                </a:lnTo>
                <a:lnTo>
                  <a:pt x="3240319" y="994956"/>
                </a:lnTo>
                <a:lnTo>
                  <a:pt x="3242786" y="990532"/>
                </a:lnTo>
                <a:lnTo>
                  <a:pt x="3246692" y="988166"/>
                </a:lnTo>
                <a:lnTo>
                  <a:pt x="3260259" y="992590"/>
                </a:lnTo>
                <a:lnTo>
                  <a:pt x="3269099" y="987960"/>
                </a:lnTo>
                <a:lnTo>
                  <a:pt x="3294691" y="984051"/>
                </a:lnTo>
                <a:lnTo>
                  <a:pt x="3320695" y="984462"/>
                </a:lnTo>
                <a:lnTo>
                  <a:pt x="3326143" y="986417"/>
                </a:lnTo>
                <a:close/>
              </a:path>
              <a:path w="4830775" h="1851847">
                <a:moveTo>
                  <a:pt x="3126848" y="1588679"/>
                </a:moveTo>
                <a:lnTo>
                  <a:pt x="3126128" y="1597938"/>
                </a:lnTo>
                <a:lnTo>
                  <a:pt x="3128389" y="1600099"/>
                </a:lnTo>
                <a:lnTo>
                  <a:pt x="3132090" y="1601230"/>
                </a:lnTo>
                <a:lnTo>
                  <a:pt x="3145143" y="1595058"/>
                </a:lnTo>
                <a:lnTo>
                  <a:pt x="3147610" y="1596189"/>
                </a:lnTo>
                <a:lnTo>
                  <a:pt x="3150179" y="1599070"/>
                </a:lnTo>
                <a:lnTo>
                  <a:pt x="3150179" y="1607300"/>
                </a:lnTo>
                <a:lnTo>
                  <a:pt x="3145143" y="1614193"/>
                </a:lnTo>
                <a:lnTo>
                  <a:pt x="3132603" y="1614708"/>
                </a:lnTo>
                <a:lnTo>
                  <a:pt x="3130753" y="1616662"/>
                </a:lnTo>
                <a:lnTo>
                  <a:pt x="3130651" y="1620881"/>
                </a:lnTo>
                <a:lnTo>
                  <a:pt x="3131576" y="1624893"/>
                </a:lnTo>
                <a:lnTo>
                  <a:pt x="3134556" y="1628185"/>
                </a:lnTo>
                <a:lnTo>
                  <a:pt x="3138359" y="1633946"/>
                </a:lnTo>
                <a:lnTo>
                  <a:pt x="3141854" y="1647321"/>
                </a:lnTo>
                <a:lnTo>
                  <a:pt x="3134659" y="1652773"/>
                </a:lnTo>
                <a:lnTo>
                  <a:pt x="3131062" y="1663164"/>
                </a:lnTo>
                <a:lnTo>
                  <a:pt x="3118625" y="1672835"/>
                </a:lnTo>
                <a:lnTo>
                  <a:pt x="3104852" y="1688679"/>
                </a:lnTo>
                <a:lnTo>
                  <a:pt x="3093957" y="1696806"/>
                </a:lnTo>
                <a:lnTo>
                  <a:pt x="3084296" y="1706374"/>
                </a:lnTo>
                <a:lnTo>
                  <a:pt x="3076073" y="1712856"/>
                </a:lnTo>
                <a:lnTo>
                  <a:pt x="3065692" y="1715016"/>
                </a:lnTo>
                <a:lnTo>
                  <a:pt x="3050172" y="1716354"/>
                </a:lnTo>
                <a:lnTo>
                  <a:pt x="3029101" y="1727876"/>
                </a:lnTo>
                <a:lnTo>
                  <a:pt x="3017487" y="1732917"/>
                </a:lnTo>
                <a:lnTo>
                  <a:pt x="3006078" y="1733226"/>
                </a:lnTo>
                <a:lnTo>
                  <a:pt x="2995492" y="1729522"/>
                </a:lnTo>
                <a:lnTo>
                  <a:pt x="2991483" y="1725304"/>
                </a:lnTo>
                <a:lnTo>
                  <a:pt x="2992408" y="1719646"/>
                </a:lnTo>
                <a:lnTo>
                  <a:pt x="2995903" y="1714810"/>
                </a:lnTo>
                <a:lnTo>
                  <a:pt x="3000220" y="1710798"/>
                </a:lnTo>
                <a:lnTo>
                  <a:pt x="3002892" y="1705654"/>
                </a:lnTo>
                <a:lnTo>
                  <a:pt x="2990866" y="1699070"/>
                </a:lnTo>
                <a:lnTo>
                  <a:pt x="2989839" y="1694131"/>
                </a:lnTo>
                <a:lnTo>
                  <a:pt x="2994669" y="1680860"/>
                </a:lnTo>
                <a:lnTo>
                  <a:pt x="2997753" y="1667177"/>
                </a:lnTo>
                <a:lnTo>
                  <a:pt x="3002172" y="1657917"/>
                </a:lnTo>
                <a:lnTo>
                  <a:pt x="3019440" y="1641251"/>
                </a:lnTo>
                <a:lnTo>
                  <a:pt x="3029718" y="1633020"/>
                </a:lnTo>
                <a:lnTo>
                  <a:pt x="3035782" y="1629831"/>
                </a:lnTo>
                <a:lnTo>
                  <a:pt x="3037427" y="1633226"/>
                </a:lnTo>
                <a:lnTo>
                  <a:pt x="3041333" y="1637444"/>
                </a:lnTo>
                <a:lnTo>
                  <a:pt x="3044005" y="1638164"/>
                </a:lnTo>
                <a:lnTo>
                  <a:pt x="3045958" y="1637239"/>
                </a:lnTo>
                <a:lnTo>
                  <a:pt x="3061067" y="1638679"/>
                </a:lnTo>
                <a:lnTo>
                  <a:pt x="3064870" y="1637239"/>
                </a:lnTo>
                <a:lnTo>
                  <a:pt x="3070728" y="1630654"/>
                </a:lnTo>
                <a:lnTo>
                  <a:pt x="3074531" y="1626950"/>
                </a:lnTo>
                <a:lnTo>
                  <a:pt x="3077101" y="1619234"/>
                </a:lnTo>
                <a:lnTo>
                  <a:pt x="3077718" y="1614193"/>
                </a:lnTo>
                <a:lnTo>
                  <a:pt x="3091182" y="1610592"/>
                </a:lnTo>
                <a:lnTo>
                  <a:pt x="3098480" y="1606683"/>
                </a:lnTo>
                <a:lnTo>
                  <a:pt x="3104852" y="1601025"/>
                </a:lnTo>
                <a:lnTo>
                  <a:pt x="3123559" y="1591354"/>
                </a:lnTo>
                <a:lnTo>
                  <a:pt x="3126848" y="1588679"/>
                </a:lnTo>
                <a:close/>
              </a:path>
              <a:path w="4830775" h="1851847">
                <a:moveTo>
                  <a:pt x="4136685" y="1255861"/>
                </a:moveTo>
                <a:lnTo>
                  <a:pt x="4135863" y="1259873"/>
                </a:lnTo>
                <a:lnTo>
                  <a:pt x="4135760" y="1267178"/>
                </a:lnTo>
                <a:lnTo>
                  <a:pt x="4137507" y="1273968"/>
                </a:lnTo>
                <a:lnTo>
                  <a:pt x="4133088" y="1280861"/>
                </a:lnTo>
                <a:lnTo>
                  <a:pt x="4137199" y="1291149"/>
                </a:lnTo>
                <a:lnTo>
                  <a:pt x="4137816" y="1296293"/>
                </a:lnTo>
                <a:lnTo>
                  <a:pt x="4137610" y="1303597"/>
                </a:lnTo>
                <a:lnTo>
                  <a:pt x="4136377" y="1306787"/>
                </a:lnTo>
                <a:lnTo>
                  <a:pt x="4133293" y="1316355"/>
                </a:lnTo>
                <a:lnTo>
                  <a:pt x="4130210" y="1319750"/>
                </a:lnTo>
                <a:lnTo>
                  <a:pt x="4127846" y="1320676"/>
                </a:lnTo>
                <a:lnTo>
                  <a:pt x="4125482" y="1323556"/>
                </a:lnTo>
                <a:lnTo>
                  <a:pt x="4105234" y="1320470"/>
                </a:lnTo>
                <a:lnTo>
                  <a:pt x="4096497" y="1313885"/>
                </a:lnTo>
                <a:lnTo>
                  <a:pt x="4088686" y="1306684"/>
                </a:lnTo>
                <a:lnTo>
                  <a:pt x="4087041" y="1303700"/>
                </a:lnTo>
                <a:lnTo>
                  <a:pt x="4077894" y="1295264"/>
                </a:lnTo>
                <a:lnTo>
                  <a:pt x="4075838" y="1292486"/>
                </a:lnTo>
                <a:lnTo>
                  <a:pt x="4075632" y="1288062"/>
                </a:lnTo>
                <a:lnTo>
                  <a:pt x="4083033" y="1286828"/>
                </a:lnTo>
                <a:lnTo>
                  <a:pt x="4090947" y="1287034"/>
                </a:lnTo>
                <a:lnTo>
                  <a:pt x="4090639" y="1283021"/>
                </a:lnTo>
                <a:lnTo>
                  <a:pt x="4095161" y="1268824"/>
                </a:lnTo>
                <a:lnTo>
                  <a:pt x="4083135" y="1259667"/>
                </a:lnTo>
                <a:lnTo>
                  <a:pt x="4080977" y="1255861"/>
                </a:lnTo>
                <a:lnTo>
                  <a:pt x="4085294" y="1253289"/>
                </a:lnTo>
                <a:lnTo>
                  <a:pt x="4094955" y="1256478"/>
                </a:lnTo>
                <a:lnTo>
                  <a:pt x="4106775" y="1240532"/>
                </a:lnTo>
                <a:lnTo>
                  <a:pt x="4110270" y="1237137"/>
                </a:lnTo>
                <a:lnTo>
                  <a:pt x="4111915" y="1228186"/>
                </a:lnTo>
                <a:lnTo>
                  <a:pt x="4118595" y="1227054"/>
                </a:lnTo>
                <a:lnTo>
                  <a:pt x="4123323" y="1228289"/>
                </a:lnTo>
                <a:lnTo>
                  <a:pt x="4126304" y="1233742"/>
                </a:lnTo>
                <a:lnTo>
                  <a:pt x="4127537" y="1238577"/>
                </a:lnTo>
                <a:lnTo>
                  <a:pt x="4126304" y="1242898"/>
                </a:lnTo>
                <a:lnTo>
                  <a:pt x="4131957" y="1245161"/>
                </a:lnTo>
                <a:lnTo>
                  <a:pt x="4136685" y="1255861"/>
                </a:lnTo>
                <a:close/>
              </a:path>
              <a:path w="4830775" h="1851847">
                <a:moveTo>
                  <a:pt x="4115101" y="1331478"/>
                </a:moveTo>
                <a:lnTo>
                  <a:pt x="4113354" y="1338783"/>
                </a:lnTo>
                <a:lnTo>
                  <a:pt x="4111709" y="1346807"/>
                </a:lnTo>
                <a:lnTo>
                  <a:pt x="4102253" y="1355964"/>
                </a:lnTo>
                <a:lnTo>
                  <a:pt x="4096497" y="1369852"/>
                </a:lnTo>
                <a:lnTo>
                  <a:pt x="4093105" y="1373350"/>
                </a:lnTo>
                <a:lnTo>
                  <a:pt x="4080463" y="1379523"/>
                </a:lnTo>
                <a:lnTo>
                  <a:pt x="4069260" y="1371807"/>
                </a:lnTo>
                <a:lnTo>
                  <a:pt x="4065971" y="1365120"/>
                </a:lnTo>
                <a:lnTo>
                  <a:pt x="4070904" y="1334564"/>
                </a:lnTo>
                <a:lnTo>
                  <a:pt x="4075735" y="1335490"/>
                </a:lnTo>
                <a:lnTo>
                  <a:pt x="4078921" y="1335285"/>
                </a:lnTo>
                <a:lnTo>
                  <a:pt x="4079949" y="1333330"/>
                </a:lnTo>
                <a:lnTo>
                  <a:pt x="4072754" y="1329832"/>
                </a:lnTo>
                <a:lnTo>
                  <a:pt x="4071316" y="1312239"/>
                </a:lnTo>
                <a:lnTo>
                  <a:pt x="4071727" y="1305655"/>
                </a:lnTo>
                <a:lnTo>
                  <a:pt x="4077174" y="1304112"/>
                </a:lnTo>
                <a:lnTo>
                  <a:pt x="4083958" y="1309256"/>
                </a:lnTo>
                <a:lnTo>
                  <a:pt x="4092591" y="1318515"/>
                </a:lnTo>
                <a:lnTo>
                  <a:pt x="4102561" y="1325820"/>
                </a:lnTo>
                <a:lnTo>
                  <a:pt x="4115101" y="1331478"/>
                </a:lnTo>
                <a:close/>
              </a:path>
              <a:path w="4830775" h="1851847">
                <a:moveTo>
                  <a:pt x="4526025" y="1519955"/>
                </a:moveTo>
                <a:lnTo>
                  <a:pt x="4501460" y="1533432"/>
                </a:lnTo>
                <a:lnTo>
                  <a:pt x="4469289" y="1531066"/>
                </a:lnTo>
                <a:lnTo>
                  <a:pt x="4457880" y="1530860"/>
                </a:lnTo>
                <a:lnTo>
                  <a:pt x="4438968" y="1534152"/>
                </a:lnTo>
                <a:lnTo>
                  <a:pt x="4435063" y="1531477"/>
                </a:lnTo>
                <a:lnTo>
                  <a:pt x="4438660" y="1518720"/>
                </a:lnTo>
                <a:lnTo>
                  <a:pt x="4453872" y="1484770"/>
                </a:lnTo>
                <a:lnTo>
                  <a:pt x="4471859" y="1454934"/>
                </a:lnTo>
                <a:lnTo>
                  <a:pt x="4479465" y="1447116"/>
                </a:lnTo>
                <a:lnTo>
                  <a:pt x="4490051" y="1439811"/>
                </a:lnTo>
                <a:lnTo>
                  <a:pt x="4501460" y="1433947"/>
                </a:lnTo>
                <a:lnTo>
                  <a:pt x="4526950" y="1427980"/>
                </a:lnTo>
                <a:lnTo>
                  <a:pt x="4550179" y="1429009"/>
                </a:lnTo>
                <a:lnTo>
                  <a:pt x="4553468" y="1431581"/>
                </a:lnTo>
                <a:lnTo>
                  <a:pt x="4563438" y="1441560"/>
                </a:lnTo>
                <a:lnTo>
                  <a:pt x="4570016" y="1449379"/>
                </a:lnTo>
                <a:lnTo>
                  <a:pt x="4572688" y="1460490"/>
                </a:lnTo>
                <a:lnTo>
                  <a:pt x="4562821" y="1479626"/>
                </a:lnTo>
                <a:lnTo>
                  <a:pt x="4551823" y="1497836"/>
                </a:lnTo>
                <a:lnTo>
                  <a:pt x="4533939" y="1512136"/>
                </a:lnTo>
                <a:lnTo>
                  <a:pt x="4526025" y="1519955"/>
                </a:lnTo>
                <a:close/>
              </a:path>
              <a:path w="4830775" h="1851847">
                <a:moveTo>
                  <a:pt x="4776609" y="937240"/>
                </a:moveTo>
                <a:lnTo>
                  <a:pt x="4776609" y="937652"/>
                </a:lnTo>
                <a:lnTo>
                  <a:pt x="4776609" y="944545"/>
                </a:lnTo>
                <a:lnTo>
                  <a:pt x="4776711" y="957096"/>
                </a:lnTo>
                <a:lnTo>
                  <a:pt x="4776711" y="978084"/>
                </a:lnTo>
                <a:lnTo>
                  <a:pt x="4776711" y="998969"/>
                </a:lnTo>
                <a:lnTo>
                  <a:pt x="4776711" y="1019853"/>
                </a:lnTo>
                <a:lnTo>
                  <a:pt x="4776711" y="1040841"/>
                </a:lnTo>
                <a:lnTo>
                  <a:pt x="4776711" y="1061726"/>
                </a:lnTo>
                <a:lnTo>
                  <a:pt x="4776711" y="1082610"/>
                </a:lnTo>
                <a:lnTo>
                  <a:pt x="4776711" y="1103495"/>
                </a:lnTo>
                <a:lnTo>
                  <a:pt x="4776711" y="1124483"/>
                </a:lnTo>
                <a:lnTo>
                  <a:pt x="4776711" y="1145367"/>
                </a:lnTo>
                <a:lnTo>
                  <a:pt x="4776711" y="1166252"/>
                </a:lnTo>
                <a:lnTo>
                  <a:pt x="4776814" y="1187240"/>
                </a:lnTo>
                <a:lnTo>
                  <a:pt x="4776814" y="1208124"/>
                </a:lnTo>
                <a:lnTo>
                  <a:pt x="4776814" y="1229009"/>
                </a:lnTo>
                <a:lnTo>
                  <a:pt x="4776814" y="1249997"/>
                </a:lnTo>
                <a:lnTo>
                  <a:pt x="4776814" y="1270881"/>
                </a:lnTo>
                <a:lnTo>
                  <a:pt x="4776814" y="1291766"/>
                </a:lnTo>
                <a:lnTo>
                  <a:pt x="4776814" y="1312651"/>
                </a:lnTo>
                <a:lnTo>
                  <a:pt x="4776814" y="1321601"/>
                </a:lnTo>
                <a:lnTo>
                  <a:pt x="4773628" y="1332507"/>
                </a:lnTo>
                <a:lnTo>
                  <a:pt x="4766536" y="1348968"/>
                </a:lnTo>
                <a:lnTo>
                  <a:pt x="4765200" y="1362136"/>
                </a:lnTo>
                <a:lnTo>
                  <a:pt x="4771161" y="1372424"/>
                </a:lnTo>
                <a:lnTo>
                  <a:pt x="4776814" y="1379112"/>
                </a:lnTo>
                <a:lnTo>
                  <a:pt x="4776814" y="1396396"/>
                </a:lnTo>
                <a:lnTo>
                  <a:pt x="4776814" y="1417280"/>
                </a:lnTo>
                <a:lnTo>
                  <a:pt x="4776814" y="1438165"/>
                </a:lnTo>
                <a:lnTo>
                  <a:pt x="4776814" y="1459153"/>
                </a:lnTo>
                <a:lnTo>
                  <a:pt x="4776917" y="1480037"/>
                </a:lnTo>
                <a:lnTo>
                  <a:pt x="4776917" y="1500922"/>
                </a:lnTo>
                <a:lnTo>
                  <a:pt x="4776917" y="1521807"/>
                </a:lnTo>
                <a:lnTo>
                  <a:pt x="4776917" y="1542794"/>
                </a:lnTo>
                <a:lnTo>
                  <a:pt x="4776917" y="1563679"/>
                </a:lnTo>
                <a:lnTo>
                  <a:pt x="4776917" y="1584564"/>
                </a:lnTo>
                <a:lnTo>
                  <a:pt x="4776917" y="1605551"/>
                </a:lnTo>
                <a:lnTo>
                  <a:pt x="4776917" y="1606889"/>
                </a:lnTo>
                <a:lnTo>
                  <a:pt x="4771675" y="1603391"/>
                </a:lnTo>
                <a:lnTo>
                  <a:pt x="4757491" y="1591971"/>
                </a:lnTo>
                <a:lnTo>
                  <a:pt x="4744643" y="1578905"/>
                </a:lnTo>
                <a:lnTo>
                  <a:pt x="4736318" y="1566663"/>
                </a:lnTo>
                <a:lnTo>
                  <a:pt x="4726965" y="1555551"/>
                </a:lnTo>
                <a:lnTo>
                  <a:pt x="4687085" y="1522733"/>
                </a:lnTo>
                <a:lnTo>
                  <a:pt x="4676910" y="1511930"/>
                </a:lnTo>
                <a:lnTo>
                  <a:pt x="4674854" y="1508947"/>
                </a:lnTo>
                <a:lnTo>
                  <a:pt x="4675882" y="1506066"/>
                </a:lnTo>
                <a:lnTo>
                  <a:pt x="4680404" y="1500408"/>
                </a:lnTo>
                <a:lnTo>
                  <a:pt x="4688627" y="1483947"/>
                </a:lnTo>
                <a:lnTo>
                  <a:pt x="4680096" y="1494132"/>
                </a:lnTo>
                <a:lnTo>
                  <a:pt x="4669920" y="1502157"/>
                </a:lnTo>
                <a:lnTo>
                  <a:pt x="4655120" y="1502671"/>
                </a:lnTo>
                <a:lnTo>
                  <a:pt x="4640525" y="1504626"/>
                </a:lnTo>
                <a:lnTo>
                  <a:pt x="4627163" y="1509564"/>
                </a:lnTo>
                <a:lnTo>
                  <a:pt x="4613493" y="1511210"/>
                </a:lnTo>
                <a:lnTo>
                  <a:pt x="4606606" y="1508844"/>
                </a:lnTo>
                <a:lnTo>
                  <a:pt x="4602495" y="1502774"/>
                </a:lnTo>
                <a:lnTo>
                  <a:pt x="4600337" y="1496601"/>
                </a:lnTo>
                <a:lnTo>
                  <a:pt x="4599412" y="1489914"/>
                </a:lnTo>
                <a:lnTo>
                  <a:pt x="4593656" y="1500613"/>
                </a:lnTo>
                <a:lnTo>
                  <a:pt x="4582350" y="1506478"/>
                </a:lnTo>
                <a:lnTo>
                  <a:pt x="4566932" y="1518720"/>
                </a:lnTo>
                <a:lnTo>
                  <a:pt x="4562616" y="1516251"/>
                </a:lnTo>
                <a:lnTo>
                  <a:pt x="4559943" y="1511519"/>
                </a:lnTo>
                <a:lnTo>
                  <a:pt x="4559018" y="1506683"/>
                </a:lnTo>
                <a:lnTo>
                  <a:pt x="4561999" y="1501539"/>
                </a:lnTo>
                <a:lnTo>
                  <a:pt x="4564055" y="1495984"/>
                </a:lnTo>
                <a:lnTo>
                  <a:pt x="4567241" y="1482815"/>
                </a:lnTo>
                <a:lnTo>
                  <a:pt x="4574127" y="1475099"/>
                </a:lnTo>
                <a:lnTo>
                  <a:pt x="4578547" y="1459976"/>
                </a:lnTo>
                <a:lnTo>
                  <a:pt x="4581425" y="1454626"/>
                </a:lnTo>
                <a:lnTo>
                  <a:pt x="4582864" y="1449276"/>
                </a:lnTo>
                <a:lnTo>
                  <a:pt x="4578855" y="1443206"/>
                </a:lnTo>
                <a:lnTo>
                  <a:pt x="4572072" y="1441148"/>
                </a:lnTo>
                <a:lnTo>
                  <a:pt x="4567446" y="1437445"/>
                </a:lnTo>
                <a:lnTo>
                  <a:pt x="4562102" y="1427260"/>
                </a:lnTo>
                <a:lnTo>
                  <a:pt x="4558710" y="1423865"/>
                </a:lnTo>
                <a:lnTo>
                  <a:pt x="4552646" y="1419646"/>
                </a:lnTo>
                <a:lnTo>
                  <a:pt x="4547918" y="1414708"/>
                </a:lnTo>
                <a:lnTo>
                  <a:pt x="4553057" y="1411107"/>
                </a:lnTo>
                <a:lnTo>
                  <a:pt x="4559943" y="1409564"/>
                </a:lnTo>
                <a:lnTo>
                  <a:pt x="4565494" y="1409873"/>
                </a:lnTo>
                <a:lnTo>
                  <a:pt x="4575669" y="1412136"/>
                </a:lnTo>
                <a:lnTo>
                  <a:pt x="4580191" y="1412239"/>
                </a:lnTo>
                <a:lnTo>
                  <a:pt x="4592011" y="1408433"/>
                </a:lnTo>
                <a:lnTo>
                  <a:pt x="4585433" y="1409667"/>
                </a:lnTo>
                <a:lnTo>
                  <a:pt x="4578855" y="1409564"/>
                </a:lnTo>
                <a:lnTo>
                  <a:pt x="4557990" y="1402877"/>
                </a:lnTo>
                <a:lnTo>
                  <a:pt x="4545040" y="1396087"/>
                </a:lnTo>
                <a:lnTo>
                  <a:pt x="4532809" y="1382404"/>
                </a:lnTo>
                <a:lnTo>
                  <a:pt x="4532706" y="1379729"/>
                </a:lnTo>
                <a:lnTo>
                  <a:pt x="4541340" y="1377260"/>
                </a:lnTo>
                <a:lnTo>
                  <a:pt x="4559943" y="1374276"/>
                </a:lnTo>
                <a:lnTo>
                  <a:pt x="4554085" y="1367280"/>
                </a:lnTo>
                <a:lnTo>
                  <a:pt x="4545759" y="1361210"/>
                </a:lnTo>
                <a:lnTo>
                  <a:pt x="4542779" y="1350408"/>
                </a:lnTo>
                <a:lnTo>
                  <a:pt x="4537023" y="1343618"/>
                </a:lnTo>
                <a:lnTo>
                  <a:pt x="4524689" y="1332713"/>
                </a:lnTo>
                <a:lnTo>
                  <a:pt x="4516158" y="1321293"/>
                </a:lnTo>
                <a:lnTo>
                  <a:pt x="4508860" y="1298248"/>
                </a:lnTo>
                <a:lnTo>
                  <a:pt x="4501460" y="1280758"/>
                </a:lnTo>
                <a:lnTo>
                  <a:pt x="4503310" y="1274482"/>
                </a:lnTo>
                <a:lnTo>
                  <a:pt x="4509580" y="1269956"/>
                </a:lnTo>
                <a:lnTo>
                  <a:pt x="4500124" y="1269441"/>
                </a:lnTo>
                <a:lnTo>
                  <a:pt x="4491593" y="1266149"/>
                </a:lnTo>
                <a:lnTo>
                  <a:pt x="4496115" y="1257610"/>
                </a:lnTo>
                <a:lnTo>
                  <a:pt x="4505982" y="1252672"/>
                </a:lnTo>
                <a:lnTo>
                  <a:pt x="4496938" y="1253906"/>
                </a:lnTo>
                <a:lnTo>
                  <a:pt x="4488201" y="1256375"/>
                </a:lnTo>
                <a:lnTo>
                  <a:pt x="4484090" y="1256890"/>
                </a:lnTo>
                <a:lnTo>
                  <a:pt x="4479979" y="1256067"/>
                </a:lnTo>
                <a:lnTo>
                  <a:pt x="4477820" y="1252672"/>
                </a:lnTo>
                <a:lnTo>
                  <a:pt x="4477512" y="1247836"/>
                </a:lnTo>
                <a:lnTo>
                  <a:pt x="4478848" y="1239297"/>
                </a:lnTo>
                <a:lnTo>
                  <a:pt x="4477306" y="1230964"/>
                </a:lnTo>
                <a:lnTo>
                  <a:pt x="4469495" y="1227157"/>
                </a:lnTo>
                <a:lnTo>
                  <a:pt x="4463019" y="1221190"/>
                </a:lnTo>
                <a:lnTo>
                  <a:pt x="4459422" y="1219030"/>
                </a:lnTo>
                <a:lnTo>
                  <a:pt x="4454591" y="1219133"/>
                </a:lnTo>
                <a:lnTo>
                  <a:pt x="4449966" y="1215223"/>
                </a:lnTo>
                <a:lnTo>
                  <a:pt x="4446266" y="1209462"/>
                </a:lnTo>
                <a:lnTo>
                  <a:pt x="4399808" y="1184565"/>
                </a:lnTo>
                <a:lnTo>
                  <a:pt x="4397033" y="1177466"/>
                </a:lnTo>
                <a:lnTo>
                  <a:pt x="4392716" y="1180655"/>
                </a:lnTo>
                <a:lnTo>
                  <a:pt x="4388399" y="1182096"/>
                </a:lnTo>
                <a:lnTo>
                  <a:pt x="4383055" y="1178083"/>
                </a:lnTo>
                <a:lnTo>
                  <a:pt x="4377402" y="1175306"/>
                </a:lnTo>
                <a:lnTo>
                  <a:pt x="4371337" y="1175820"/>
                </a:lnTo>
                <a:lnTo>
                  <a:pt x="4365684" y="1173557"/>
                </a:lnTo>
                <a:lnTo>
                  <a:pt x="4359723" y="1172322"/>
                </a:lnTo>
                <a:lnTo>
                  <a:pt x="4353556" y="1172116"/>
                </a:lnTo>
                <a:lnTo>
                  <a:pt x="4329094" y="1164503"/>
                </a:lnTo>
                <a:lnTo>
                  <a:pt x="4305968" y="1152363"/>
                </a:lnTo>
                <a:lnTo>
                  <a:pt x="4287159" y="1147219"/>
                </a:lnTo>
                <a:lnTo>
                  <a:pt x="4275441" y="1140429"/>
                </a:lnTo>
                <a:lnTo>
                  <a:pt x="4263416" y="1134874"/>
                </a:lnTo>
                <a:lnTo>
                  <a:pt x="4236384" y="1129421"/>
                </a:lnTo>
                <a:lnTo>
                  <a:pt x="4208941" y="1125820"/>
                </a:lnTo>
                <a:lnTo>
                  <a:pt x="4199074" y="1125717"/>
                </a:lnTo>
                <a:lnTo>
                  <a:pt x="4190749" y="1126849"/>
                </a:lnTo>
                <a:lnTo>
                  <a:pt x="4182834" y="1126643"/>
                </a:lnTo>
                <a:lnTo>
                  <a:pt x="4137405" y="1100306"/>
                </a:lnTo>
                <a:lnTo>
                  <a:pt x="4129799" y="1088372"/>
                </a:lnTo>
                <a:lnTo>
                  <a:pt x="4130518" y="1081376"/>
                </a:lnTo>
                <a:lnTo>
                  <a:pt x="4132574" y="1075614"/>
                </a:lnTo>
                <a:lnTo>
                  <a:pt x="4151075" y="1073865"/>
                </a:lnTo>
                <a:lnTo>
                  <a:pt x="4138021" y="1072219"/>
                </a:lnTo>
                <a:lnTo>
                  <a:pt x="4132677" y="1073042"/>
                </a:lnTo>
                <a:lnTo>
                  <a:pt x="4121884" y="1077775"/>
                </a:lnTo>
                <a:lnTo>
                  <a:pt x="4116129" y="1078084"/>
                </a:lnTo>
                <a:lnTo>
                  <a:pt x="4107906" y="1074997"/>
                </a:lnTo>
                <a:lnTo>
                  <a:pt x="4100095" y="1070985"/>
                </a:lnTo>
                <a:lnTo>
                  <a:pt x="4087247" y="1074689"/>
                </a:lnTo>
                <a:lnTo>
                  <a:pt x="4080669" y="1068619"/>
                </a:lnTo>
                <a:lnTo>
                  <a:pt x="4078407" y="1062240"/>
                </a:lnTo>
                <a:lnTo>
                  <a:pt x="4075016" y="1059359"/>
                </a:lnTo>
                <a:lnTo>
                  <a:pt x="4070185" y="1059668"/>
                </a:lnTo>
                <a:lnTo>
                  <a:pt x="4063710" y="1061931"/>
                </a:lnTo>
                <a:lnTo>
                  <a:pt x="4057234" y="1061520"/>
                </a:lnTo>
                <a:lnTo>
                  <a:pt x="4053020" y="1057199"/>
                </a:lnTo>
                <a:lnTo>
                  <a:pt x="4050040" y="1051438"/>
                </a:lnTo>
                <a:lnTo>
                  <a:pt x="4045620" y="1047322"/>
                </a:lnTo>
                <a:lnTo>
                  <a:pt x="4040172" y="1044236"/>
                </a:lnTo>
                <a:lnTo>
                  <a:pt x="4031436" y="1036829"/>
                </a:lnTo>
                <a:lnTo>
                  <a:pt x="4026811" y="1026643"/>
                </a:lnTo>
                <a:lnTo>
                  <a:pt x="4027325" y="1009154"/>
                </a:lnTo>
                <a:lnTo>
                  <a:pt x="4028764" y="1002878"/>
                </a:lnTo>
                <a:lnTo>
                  <a:pt x="4037500" y="992693"/>
                </a:lnTo>
                <a:lnTo>
                  <a:pt x="4043667" y="983022"/>
                </a:lnTo>
                <a:lnTo>
                  <a:pt x="4035958" y="981890"/>
                </a:lnTo>
                <a:lnTo>
                  <a:pt x="4029072" y="986314"/>
                </a:lnTo>
                <a:lnTo>
                  <a:pt x="4026194" y="990944"/>
                </a:lnTo>
                <a:lnTo>
                  <a:pt x="4025063" y="996499"/>
                </a:lnTo>
                <a:lnTo>
                  <a:pt x="4024241" y="1014812"/>
                </a:lnTo>
                <a:lnTo>
                  <a:pt x="4018691" y="1020162"/>
                </a:lnTo>
                <a:lnTo>
                  <a:pt x="4010366" y="1019750"/>
                </a:lnTo>
                <a:lnTo>
                  <a:pt x="4012832" y="1030450"/>
                </a:lnTo>
                <a:lnTo>
                  <a:pt x="4009440" y="1040738"/>
                </a:lnTo>
                <a:lnTo>
                  <a:pt x="3999779" y="1052672"/>
                </a:lnTo>
                <a:lnTo>
                  <a:pt x="3998957" y="1058125"/>
                </a:lnTo>
                <a:lnTo>
                  <a:pt x="4000498" y="1064092"/>
                </a:lnTo>
                <a:lnTo>
                  <a:pt x="3998340" y="1069853"/>
                </a:lnTo>
                <a:lnTo>
                  <a:pt x="3982717" y="1086623"/>
                </a:lnTo>
                <a:lnTo>
                  <a:pt x="3977475" y="1087446"/>
                </a:lnTo>
                <a:lnTo>
                  <a:pt x="3965861" y="1087343"/>
                </a:lnTo>
                <a:lnTo>
                  <a:pt x="3953938" y="1090018"/>
                </a:lnTo>
                <a:lnTo>
                  <a:pt x="3948285" y="1086108"/>
                </a:lnTo>
                <a:lnTo>
                  <a:pt x="3943762" y="1080964"/>
                </a:lnTo>
                <a:lnTo>
                  <a:pt x="3940371" y="1074997"/>
                </a:lnTo>
                <a:lnTo>
                  <a:pt x="3935643" y="1062549"/>
                </a:lnTo>
                <a:lnTo>
                  <a:pt x="3931840" y="1049791"/>
                </a:lnTo>
                <a:lnTo>
                  <a:pt x="3943762" y="1034051"/>
                </a:lnTo>
                <a:lnTo>
                  <a:pt x="3939651" y="1019853"/>
                </a:lnTo>
                <a:lnTo>
                  <a:pt x="3931531" y="1007713"/>
                </a:lnTo>
                <a:lnTo>
                  <a:pt x="3911283" y="990841"/>
                </a:lnTo>
                <a:lnTo>
                  <a:pt x="3890110" y="974792"/>
                </a:lnTo>
                <a:lnTo>
                  <a:pt x="3880551" y="971500"/>
                </a:lnTo>
                <a:lnTo>
                  <a:pt x="3864826" y="970162"/>
                </a:lnTo>
                <a:lnTo>
                  <a:pt x="3859892" y="968619"/>
                </a:lnTo>
                <a:lnTo>
                  <a:pt x="3854958" y="962549"/>
                </a:lnTo>
                <a:lnTo>
                  <a:pt x="3851361" y="955656"/>
                </a:lnTo>
                <a:lnTo>
                  <a:pt x="3861228" y="952672"/>
                </a:lnTo>
                <a:lnTo>
                  <a:pt x="3878085" y="944442"/>
                </a:lnTo>
                <a:lnTo>
                  <a:pt x="3887540" y="944853"/>
                </a:lnTo>
                <a:lnTo>
                  <a:pt x="3913442" y="949277"/>
                </a:lnTo>
                <a:lnTo>
                  <a:pt x="3921459" y="953290"/>
                </a:lnTo>
                <a:lnTo>
                  <a:pt x="3928859" y="955656"/>
                </a:lnTo>
                <a:lnTo>
                  <a:pt x="3946538" y="942179"/>
                </a:lnTo>
                <a:lnTo>
                  <a:pt x="3960619" y="924586"/>
                </a:lnTo>
                <a:lnTo>
                  <a:pt x="3969355" y="920779"/>
                </a:lnTo>
                <a:lnTo>
                  <a:pt x="3976756" y="919545"/>
                </a:lnTo>
                <a:lnTo>
                  <a:pt x="3984362" y="921191"/>
                </a:lnTo>
                <a:lnTo>
                  <a:pt x="3999368" y="927364"/>
                </a:lnTo>
                <a:lnTo>
                  <a:pt x="4011291" y="930244"/>
                </a:lnTo>
                <a:lnTo>
                  <a:pt x="4019719" y="930759"/>
                </a:lnTo>
                <a:lnTo>
                  <a:pt x="4024138" y="936314"/>
                </a:lnTo>
                <a:lnTo>
                  <a:pt x="4029072" y="938784"/>
                </a:lnTo>
                <a:lnTo>
                  <a:pt x="4030203" y="930450"/>
                </a:lnTo>
                <a:lnTo>
                  <a:pt x="4034519" y="920882"/>
                </a:lnTo>
                <a:lnTo>
                  <a:pt x="4042948" y="917899"/>
                </a:lnTo>
                <a:lnTo>
                  <a:pt x="4047367" y="917179"/>
                </a:lnTo>
                <a:lnTo>
                  <a:pt x="4050142" y="914710"/>
                </a:lnTo>
                <a:lnTo>
                  <a:pt x="4049526" y="905759"/>
                </a:lnTo>
                <a:lnTo>
                  <a:pt x="4038425" y="904730"/>
                </a:lnTo>
                <a:lnTo>
                  <a:pt x="4044489" y="897117"/>
                </a:lnTo>
                <a:lnTo>
                  <a:pt x="4049834" y="893413"/>
                </a:lnTo>
                <a:lnTo>
                  <a:pt x="4051787" y="889607"/>
                </a:lnTo>
                <a:lnTo>
                  <a:pt x="4051890" y="884977"/>
                </a:lnTo>
                <a:lnTo>
                  <a:pt x="4030100" y="893928"/>
                </a:lnTo>
                <a:lnTo>
                  <a:pt x="4007282" y="897734"/>
                </a:lnTo>
                <a:lnTo>
                  <a:pt x="3993715" y="896705"/>
                </a:lnTo>
                <a:lnTo>
                  <a:pt x="3980250" y="896500"/>
                </a:lnTo>
                <a:lnTo>
                  <a:pt x="3953321" y="902570"/>
                </a:lnTo>
                <a:lnTo>
                  <a:pt x="3943043" y="902261"/>
                </a:lnTo>
                <a:lnTo>
                  <a:pt x="3919197" y="899895"/>
                </a:lnTo>
                <a:lnTo>
                  <a:pt x="3906041" y="896911"/>
                </a:lnTo>
                <a:lnTo>
                  <a:pt x="3895763" y="899175"/>
                </a:lnTo>
                <a:lnTo>
                  <a:pt x="3885999" y="899380"/>
                </a:lnTo>
                <a:lnTo>
                  <a:pt x="3875618" y="892590"/>
                </a:lnTo>
                <a:lnTo>
                  <a:pt x="3866881" y="883948"/>
                </a:lnTo>
                <a:lnTo>
                  <a:pt x="3862564" y="877878"/>
                </a:lnTo>
                <a:lnTo>
                  <a:pt x="3856706" y="873455"/>
                </a:lnTo>
                <a:lnTo>
                  <a:pt x="3854136" y="867590"/>
                </a:lnTo>
                <a:lnTo>
                  <a:pt x="3847764" y="845162"/>
                </a:lnTo>
                <a:lnTo>
                  <a:pt x="3847147" y="829216"/>
                </a:lnTo>
                <a:lnTo>
                  <a:pt x="3836869" y="828907"/>
                </a:lnTo>
                <a:lnTo>
                  <a:pt x="3826693" y="827261"/>
                </a:lnTo>
                <a:lnTo>
                  <a:pt x="3781777" y="812035"/>
                </a:lnTo>
                <a:lnTo>
                  <a:pt x="3776330" y="815841"/>
                </a:lnTo>
                <a:lnTo>
                  <a:pt x="3769957" y="817693"/>
                </a:lnTo>
                <a:lnTo>
                  <a:pt x="3763688" y="818413"/>
                </a:lnTo>
                <a:lnTo>
                  <a:pt x="3757418" y="817693"/>
                </a:lnTo>
                <a:lnTo>
                  <a:pt x="3751148" y="815327"/>
                </a:lnTo>
                <a:lnTo>
                  <a:pt x="3751662" y="811109"/>
                </a:lnTo>
                <a:lnTo>
                  <a:pt x="3756287" y="800821"/>
                </a:lnTo>
                <a:lnTo>
                  <a:pt x="3760913" y="797014"/>
                </a:lnTo>
                <a:lnTo>
                  <a:pt x="3767182" y="794134"/>
                </a:lnTo>
                <a:lnTo>
                  <a:pt x="3771191" y="788681"/>
                </a:lnTo>
                <a:lnTo>
                  <a:pt x="3777666" y="772323"/>
                </a:lnTo>
                <a:lnTo>
                  <a:pt x="3778180" y="766768"/>
                </a:lnTo>
                <a:lnTo>
                  <a:pt x="3777460" y="761006"/>
                </a:lnTo>
                <a:lnTo>
                  <a:pt x="3777974" y="756685"/>
                </a:lnTo>
                <a:lnTo>
                  <a:pt x="3781983" y="754525"/>
                </a:lnTo>
                <a:lnTo>
                  <a:pt x="3799045" y="749175"/>
                </a:lnTo>
                <a:lnTo>
                  <a:pt x="3834196" y="741150"/>
                </a:lnTo>
                <a:lnTo>
                  <a:pt x="3843138" y="736315"/>
                </a:lnTo>
                <a:lnTo>
                  <a:pt x="3850436" y="728599"/>
                </a:lnTo>
                <a:lnTo>
                  <a:pt x="3859070" y="723969"/>
                </a:lnTo>
                <a:lnTo>
                  <a:pt x="3862975" y="719237"/>
                </a:lnTo>
                <a:lnTo>
                  <a:pt x="3867498" y="715430"/>
                </a:lnTo>
                <a:lnTo>
                  <a:pt x="3894838" y="705245"/>
                </a:lnTo>
                <a:lnTo>
                  <a:pt x="3906555" y="704422"/>
                </a:lnTo>
                <a:lnTo>
                  <a:pt x="3918581" y="705657"/>
                </a:lnTo>
                <a:lnTo>
                  <a:pt x="3942324" y="711624"/>
                </a:lnTo>
                <a:lnTo>
                  <a:pt x="3965038" y="721397"/>
                </a:lnTo>
                <a:lnTo>
                  <a:pt x="3984670" y="734154"/>
                </a:lnTo>
                <a:lnTo>
                  <a:pt x="4005740" y="743414"/>
                </a:lnTo>
                <a:lnTo>
                  <a:pt x="4031539" y="744957"/>
                </a:lnTo>
                <a:lnTo>
                  <a:pt x="4044489" y="743928"/>
                </a:lnTo>
                <a:lnTo>
                  <a:pt x="4057337" y="745266"/>
                </a:lnTo>
                <a:lnTo>
                  <a:pt x="4062476" y="747940"/>
                </a:lnTo>
                <a:lnTo>
                  <a:pt x="4071418" y="755862"/>
                </a:lnTo>
                <a:lnTo>
                  <a:pt x="4068849" y="761006"/>
                </a:lnTo>
                <a:lnTo>
                  <a:pt x="4067307" y="771809"/>
                </a:lnTo>
                <a:lnTo>
                  <a:pt x="4071829" y="782097"/>
                </a:lnTo>
                <a:lnTo>
                  <a:pt x="4079230" y="792488"/>
                </a:lnTo>
                <a:lnTo>
                  <a:pt x="4085294" y="803599"/>
                </a:lnTo>
                <a:lnTo>
                  <a:pt x="4086630" y="808948"/>
                </a:lnTo>
                <a:lnTo>
                  <a:pt x="4084266" y="820368"/>
                </a:lnTo>
                <a:lnTo>
                  <a:pt x="4082210" y="826027"/>
                </a:lnTo>
                <a:lnTo>
                  <a:pt x="4074810" y="835492"/>
                </a:lnTo>
                <a:lnTo>
                  <a:pt x="4070802" y="845780"/>
                </a:lnTo>
                <a:lnTo>
                  <a:pt x="4073371" y="858537"/>
                </a:lnTo>
                <a:lnTo>
                  <a:pt x="4074810" y="871294"/>
                </a:lnTo>
                <a:lnTo>
                  <a:pt x="4074605" y="883022"/>
                </a:lnTo>
                <a:lnTo>
                  <a:pt x="4075941" y="894545"/>
                </a:lnTo>
                <a:lnTo>
                  <a:pt x="4079949" y="906273"/>
                </a:lnTo>
                <a:lnTo>
                  <a:pt x="4097114" y="938372"/>
                </a:lnTo>
                <a:lnTo>
                  <a:pt x="4107187" y="960080"/>
                </a:lnTo>
                <a:lnTo>
                  <a:pt x="4110373" y="947940"/>
                </a:lnTo>
                <a:lnTo>
                  <a:pt x="4109551" y="934463"/>
                </a:lnTo>
                <a:lnTo>
                  <a:pt x="4113148" y="929627"/>
                </a:lnTo>
                <a:lnTo>
                  <a:pt x="4118184" y="926952"/>
                </a:lnTo>
                <a:lnTo>
                  <a:pt x="4124351" y="929730"/>
                </a:lnTo>
                <a:lnTo>
                  <a:pt x="4126201" y="935183"/>
                </a:lnTo>
                <a:lnTo>
                  <a:pt x="4126612" y="947117"/>
                </a:lnTo>
                <a:lnTo>
                  <a:pt x="4132060" y="970574"/>
                </a:lnTo>
                <a:lnTo>
                  <a:pt x="4139049" y="971602"/>
                </a:lnTo>
                <a:lnTo>
                  <a:pt x="4146552" y="968002"/>
                </a:lnTo>
                <a:lnTo>
                  <a:pt x="4147786" y="975203"/>
                </a:lnTo>
                <a:lnTo>
                  <a:pt x="4147580" y="988475"/>
                </a:lnTo>
                <a:lnTo>
                  <a:pt x="4151075" y="998969"/>
                </a:lnTo>
                <a:lnTo>
                  <a:pt x="4154158" y="1003084"/>
                </a:lnTo>
                <a:lnTo>
                  <a:pt x="4166492" y="1011623"/>
                </a:lnTo>
                <a:lnTo>
                  <a:pt x="4172145" y="1013269"/>
                </a:lnTo>
                <a:lnTo>
                  <a:pt x="4188590" y="1015327"/>
                </a:lnTo>
                <a:lnTo>
                  <a:pt x="4200924" y="1015944"/>
                </a:lnTo>
                <a:lnTo>
                  <a:pt x="4212744" y="1012857"/>
                </a:lnTo>
                <a:lnTo>
                  <a:pt x="4220350" y="1005039"/>
                </a:lnTo>
                <a:lnTo>
                  <a:pt x="4227236" y="996499"/>
                </a:lnTo>
                <a:lnTo>
                  <a:pt x="4250979" y="976849"/>
                </a:lnTo>
                <a:lnTo>
                  <a:pt x="4257866" y="967487"/>
                </a:lnTo>
                <a:lnTo>
                  <a:pt x="4264547" y="953084"/>
                </a:lnTo>
                <a:lnTo>
                  <a:pt x="4266808" y="949998"/>
                </a:lnTo>
                <a:lnTo>
                  <a:pt x="4290448" y="934463"/>
                </a:lnTo>
                <a:lnTo>
                  <a:pt x="4293223" y="928907"/>
                </a:lnTo>
                <a:lnTo>
                  <a:pt x="4296615" y="918310"/>
                </a:lnTo>
                <a:lnTo>
                  <a:pt x="4301651" y="907919"/>
                </a:lnTo>
                <a:lnTo>
                  <a:pt x="4305557" y="902570"/>
                </a:lnTo>
                <a:lnTo>
                  <a:pt x="4328374" y="897529"/>
                </a:lnTo>
                <a:lnTo>
                  <a:pt x="4352117" y="894854"/>
                </a:lnTo>
                <a:lnTo>
                  <a:pt x="4375654" y="885286"/>
                </a:lnTo>
                <a:lnTo>
                  <a:pt x="4385830" y="877055"/>
                </a:lnTo>
                <a:lnTo>
                  <a:pt x="4386344" y="871706"/>
                </a:lnTo>
                <a:lnTo>
                  <a:pt x="4381102" y="862241"/>
                </a:lnTo>
                <a:lnTo>
                  <a:pt x="4380896" y="858125"/>
                </a:lnTo>
                <a:lnTo>
                  <a:pt x="4386344" y="854113"/>
                </a:lnTo>
                <a:lnTo>
                  <a:pt x="4407414" y="842179"/>
                </a:lnTo>
                <a:lnTo>
                  <a:pt x="4431671" y="829833"/>
                </a:lnTo>
                <a:lnTo>
                  <a:pt x="4451097" y="821294"/>
                </a:lnTo>
                <a:lnTo>
                  <a:pt x="4461889" y="821397"/>
                </a:lnTo>
                <a:lnTo>
                  <a:pt x="4471859" y="828907"/>
                </a:lnTo>
                <a:lnTo>
                  <a:pt x="4482445" y="834977"/>
                </a:lnTo>
                <a:lnTo>
                  <a:pt x="4537845" y="852981"/>
                </a:lnTo>
                <a:lnTo>
                  <a:pt x="4546684" y="858640"/>
                </a:lnTo>
                <a:lnTo>
                  <a:pt x="4554393" y="866047"/>
                </a:lnTo>
                <a:lnTo>
                  <a:pt x="4565494" y="871191"/>
                </a:lnTo>
                <a:lnTo>
                  <a:pt x="4577827" y="873660"/>
                </a:lnTo>
                <a:lnTo>
                  <a:pt x="4589133" y="878496"/>
                </a:lnTo>
                <a:lnTo>
                  <a:pt x="4599823" y="884668"/>
                </a:lnTo>
                <a:lnTo>
                  <a:pt x="4623360" y="896294"/>
                </a:lnTo>
                <a:lnTo>
                  <a:pt x="4655017" y="910286"/>
                </a:lnTo>
                <a:lnTo>
                  <a:pt x="4663034" y="911109"/>
                </a:lnTo>
                <a:lnTo>
                  <a:pt x="4692533" y="910491"/>
                </a:lnTo>
                <a:lnTo>
                  <a:pt x="4697569" y="913166"/>
                </a:lnTo>
                <a:lnTo>
                  <a:pt x="4702400" y="916870"/>
                </a:lnTo>
                <a:lnTo>
                  <a:pt x="4706922" y="917693"/>
                </a:lnTo>
                <a:lnTo>
                  <a:pt x="4740635" y="920368"/>
                </a:lnTo>
                <a:lnTo>
                  <a:pt x="4745774" y="923043"/>
                </a:lnTo>
                <a:lnTo>
                  <a:pt x="4750707" y="926747"/>
                </a:lnTo>
                <a:lnTo>
                  <a:pt x="4753380" y="936932"/>
                </a:lnTo>
                <a:lnTo>
                  <a:pt x="4776609" y="937240"/>
                </a:lnTo>
                <a:close/>
              </a:path>
              <a:path w="4830775" h="1851847">
                <a:moveTo>
                  <a:pt x="4563027" y="1531786"/>
                </a:moveTo>
                <a:lnTo>
                  <a:pt x="4557990" y="1533124"/>
                </a:lnTo>
                <a:lnTo>
                  <a:pt x="4532089" y="1529934"/>
                </a:lnTo>
                <a:lnTo>
                  <a:pt x="4529314" y="1525716"/>
                </a:lnTo>
                <a:lnTo>
                  <a:pt x="4528903" y="1523556"/>
                </a:lnTo>
                <a:lnTo>
                  <a:pt x="4534864" y="1519338"/>
                </a:lnTo>
                <a:lnTo>
                  <a:pt x="4540620" y="1512239"/>
                </a:lnTo>
                <a:lnTo>
                  <a:pt x="4549459" y="1509564"/>
                </a:lnTo>
                <a:lnTo>
                  <a:pt x="4552851" y="1509667"/>
                </a:lnTo>
                <a:lnTo>
                  <a:pt x="4563335" y="1526539"/>
                </a:lnTo>
                <a:lnTo>
                  <a:pt x="4563027" y="1531786"/>
                </a:lnTo>
                <a:close/>
              </a:path>
              <a:path w="4830775" h="1851847">
                <a:moveTo>
                  <a:pt x="740856" y="454937"/>
                </a:moveTo>
                <a:lnTo>
                  <a:pt x="746406" y="463270"/>
                </a:lnTo>
                <a:lnTo>
                  <a:pt x="747640" y="468826"/>
                </a:lnTo>
                <a:lnTo>
                  <a:pt x="743528" y="474999"/>
                </a:lnTo>
                <a:lnTo>
                  <a:pt x="741986" y="484670"/>
                </a:lnTo>
                <a:lnTo>
                  <a:pt x="730064" y="492180"/>
                </a:lnTo>
                <a:lnTo>
                  <a:pt x="719580" y="490431"/>
                </a:lnTo>
                <a:lnTo>
                  <a:pt x="716188" y="487756"/>
                </a:lnTo>
                <a:lnTo>
                  <a:pt x="709507" y="473147"/>
                </a:lnTo>
                <a:lnTo>
                  <a:pt x="710227" y="460698"/>
                </a:lnTo>
                <a:lnTo>
                  <a:pt x="714338" y="455966"/>
                </a:lnTo>
                <a:lnTo>
                  <a:pt x="724102" y="456686"/>
                </a:lnTo>
                <a:lnTo>
                  <a:pt x="733969" y="449896"/>
                </a:lnTo>
                <a:lnTo>
                  <a:pt x="740856" y="454937"/>
                </a:lnTo>
                <a:close/>
              </a:path>
              <a:path w="4830775" h="1851847">
                <a:moveTo>
                  <a:pt x="814756" y="566871"/>
                </a:moveTo>
                <a:lnTo>
                  <a:pt x="810028" y="569957"/>
                </a:lnTo>
                <a:lnTo>
                  <a:pt x="804273" y="565122"/>
                </a:lnTo>
                <a:lnTo>
                  <a:pt x="799647" y="558023"/>
                </a:lnTo>
                <a:lnTo>
                  <a:pt x="797078" y="550719"/>
                </a:lnTo>
                <a:lnTo>
                  <a:pt x="794919" y="538682"/>
                </a:lnTo>
                <a:lnTo>
                  <a:pt x="794406" y="530040"/>
                </a:lnTo>
                <a:lnTo>
                  <a:pt x="797181" y="524999"/>
                </a:lnTo>
                <a:lnTo>
                  <a:pt x="799236" y="525204"/>
                </a:lnTo>
                <a:lnTo>
                  <a:pt x="807767" y="530246"/>
                </a:lnTo>
                <a:lnTo>
                  <a:pt x="813318" y="538990"/>
                </a:lnTo>
                <a:lnTo>
                  <a:pt x="816401" y="541768"/>
                </a:lnTo>
                <a:lnTo>
                  <a:pt x="817018" y="549793"/>
                </a:lnTo>
                <a:lnTo>
                  <a:pt x="814962" y="558949"/>
                </a:lnTo>
                <a:lnTo>
                  <a:pt x="814756" y="566871"/>
                </a:lnTo>
                <a:close/>
              </a:path>
              <a:path w="4830775" h="1851847">
                <a:moveTo>
                  <a:pt x="821437" y="518620"/>
                </a:moveTo>
                <a:lnTo>
                  <a:pt x="822157" y="531789"/>
                </a:lnTo>
                <a:lnTo>
                  <a:pt x="814551" y="528394"/>
                </a:lnTo>
                <a:lnTo>
                  <a:pt x="808590" y="523147"/>
                </a:lnTo>
                <a:lnTo>
                  <a:pt x="799031" y="519237"/>
                </a:lnTo>
                <a:lnTo>
                  <a:pt x="787416" y="518003"/>
                </a:lnTo>
                <a:lnTo>
                  <a:pt x="778988" y="514505"/>
                </a:lnTo>
                <a:lnTo>
                  <a:pt x="773027" y="508435"/>
                </a:lnTo>
                <a:lnTo>
                  <a:pt x="772718" y="505554"/>
                </a:lnTo>
                <a:lnTo>
                  <a:pt x="773335" y="503291"/>
                </a:lnTo>
                <a:lnTo>
                  <a:pt x="775185" y="501542"/>
                </a:lnTo>
                <a:lnTo>
                  <a:pt x="819176" y="513373"/>
                </a:lnTo>
                <a:lnTo>
                  <a:pt x="821437" y="518620"/>
                </a:lnTo>
                <a:close/>
              </a:path>
              <a:path w="4830775" h="1851847">
                <a:moveTo>
                  <a:pt x="876529" y="591871"/>
                </a:moveTo>
                <a:lnTo>
                  <a:pt x="874576" y="595883"/>
                </a:lnTo>
                <a:lnTo>
                  <a:pt x="870670" y="592900"/>
                </a:lnTo>
                <a:lnTo>
                  <a:pt x="850628" y="588476"/>
                </a:lnTo>
                <a:lnTo>
                  <a:pt x="843947" y="588064"/>
                </a:lnTo>
                <a:lnTo>
                  <a:pt x="826576" y="583126"/>
                </a:lnTo>
                <a:lnTo>
                  <a:pt x="821232" y="580554"/>
                </a:lnTo>
                <a:lnTo>
                  <a:pt x="817532" y="577159"/>
                </a:lnTo>
                <a:lnTo>
                  <a:pt x="818765" y="570986"/>
                </a:lnTo>
                <a:lnTo>
                  <a:pt x="821335" y="567180"/>
                </a:lnTo>
                <a:lnTo>
                  <a:pt x="822979" y="556686"/>
                </a:lnTo>
                <a:lnTo>
                  <a:pt x="827296" y="552468"/>
                </a:lnTo>
                <a:lnTo>
                  <a:pt x="835930" y="560287"/>
                </a:lnTo>
                <a:lnTo>
                  <a:pt x="845488" y="566974"/>
                </a:lnTo>
                <a:lnTo>
                  <a:pt x="851039" y="570060"/>
                </a:lnTo>
                <a:lnTo>
                  <a:pt x="867895" y="576850"/>
                </a:lnTo>
                <a:lnTo>
                  <a:pt x="873856" y="580348"/>
                </a:lnTo>
                <a:lnTo>
                  <a:pt x="876529" y="591871"/>
                </a:lnTo>
                <a:close/>
              </a:path>
              <a:path w="4830775" h="1851847">
                <a:moveTo>
                  <a:pt x="890713" y="579217"/>
                </a:moveTo>
                <a:lnTo>
                  <a:pt x="887732" y="582097"/>
                </a:lnTo>
                <a:lnTo>
                  <a:pt x="882593" y="581480"/>
                </a:lnTo>
                <a:lnTo>
                  <a:pt x="877043" y="577982"/>
                </a:lnTo>
                <a:lnTo>
                  <a:pt x="869951" y="571706"/>
                </a:lnTo>
                <a:lnTo>
                  <a:pt x="861934" y="566151"/>
                </a:lnTo>
                <a:lnTo>
                  <a:pt x="851861" y="562653"/>
                </a:lnTo>
                <a:lnTo>
                  <a:pt x="845488" y="561624"/>
                </a:lnTo>
                <a:lnTo>
                  <a:pt x="843022" y="560287"/>
                </a:lnTo>
                <a:lnTo>
                  <a:pt x="845488" y="549484"/>
                </a:lnTo>
                <a:lnTo>
                  <a:pt x="852066" y="548867"/>
                </a:lnTo>
                <a:lnTo>
                  <a:pt x="873548" y="558846"/>
                </a:lnTo>
                <a:lnTo>
                  <a:pt x="880640" y="564299"/>
                </a:lnTo>
                <a:lnTo>
                  <a:pt x="890713" y="579217"/>
                </a:lnTo>
                <a:close/>
              </a:path>
              <a:path w="4830775" h="1851847">
                <a:moveTo>
                  <a:pt x="902841" y="612961"/>
                </a:moveTo>
                <a:lnTo>
                  <a:pt x="891329" y="613579"/>
                </a:lnTo>
                <a:lnTo>
                  <a:pt x="888040" y="612241"/>
                </a:lnTo>
                <a:lnTo>
                  <a:pt x="889377" y="602570"/>
                </a:lnTo>
                <a:lnTo>
                  <a:pt x="892871" y="596706"/>
                </a:lnTo>
                <a:lnTo>
                  <a:pt x="898113" y="596809"/>
                </a:lnTo>
                <a:lnTo>
                  <a:pt x="903972" y="605554"/>
                </a:lnTo>
                <a:lnTo>
                  <a:pt x="902841" y="612961"/>
                </a:lnTo>
                <a:close/>
              </a:path>
              <a:path w="4830775" h="1851847">
                <a:moveTo>
                  <a:pt x="919903" y="600410"/>
                </a:moveTo>
                <a:lnTo>
                  <a:pt x="917847" y="601747"/>
                </a:lnTo>
                <a:lnTo>
                  <a:pt x="909008" y="588682"/>
                </a:lnTo>
                <a:lnTo>
                  <a:pt x="911269" y="581171"/>
                </a:lnTo>
                <a:lnTo>
                  <a:pt x="913325" y="579217"/>
                </a:lnTo>
                <a:lnTo>
                  <a:pt x="918156" y="583846"/>
                </a:lnTo>
                <a:lnTo>
                  <a:pt x="921959" y="588682"/>
                </a:lnTo>
                <a:lnTo>
                  <a:pt x="924734" y="594340"/>
                </a:lnTo>
                <a:lnTo>
                  <a:pt x="919903" y="600410"/>
                </a:lnTo>
                <a:close/>
              </a:path>
              <a:path w="4830775" h="1851847">
                <a:moveTo>
                  <a:pt x="979003" y="547221"/>
                </a:moveTo>
                <a:lnTo>
                  <a:pt x="985478" y="551748"/>
                </a:lnTo>
                <a:lnTo>
                  <a:pt x="990823" y="548764"/>
                </a:lnTo>
                <a:lnTo>
                  <a:pt x="990617" y="552673"/>
                </a:lnTo>
                <a:lnTo>
                  <a:pt x="989487" y="556377"/>
                </a:lnTo>
                <a:lnTo>
                  <a:pt x="983217" y="566871"/>
                </a:lnTo>
                <a:lnTo>
                  <a:pt x="972733" y="564505"/>
                </a:lnTo>
                <a:lnTo>
                  <a:pt x="970266" y="561110"/>
                </a:lnTo>
                <a:lnTo>
                  <a:pt x="969444" y="558538"/>
                </a:lnTo>
                <a:lnTo>
                  <a:pt x="970986" y="556892"/>
                </a:lnTo>
                <a:lnTo>
                  <a:pt x="971808" y="551748"/>
                </a:lnTo>
                <a:lnTo>
                  <a:pt x="976433" y="551748"/>
                </a:lnTo>
                <a:lnTo>
                  <a:pt x="979003" y="547221"/>
                </a:lnTo>
                <a:close/>
              </a:path>
              <a:path w="4830775" h="1851847">
                <a:moveTo>
                  <a:pt x="1036561" y="543620"/>
                </a:moveTo>
                <a:lnTo>
                  <a:pt x="1037178" y="551336"/>
                </a:lnTo>
                <a:lnTo>
                  <a:pt x="1043036" y="555040"/>
                </a:lnTo>
                <a:lnTo>
                  <a:pt x="1044578" y="560698"/>
                </a:lnTo>
                <a:lnTo>
                  <a:pt x="1043550" y="569854"/>
                </a:lnTo>
                <a:lnTo>
                  <a:pt x="1038000" y="580348"/>
                </a:lnTo>
                <a:lnTo>
                  <a:pt x="1035533" y="583126"/>
                </a:lnTo>
                <a:lnTo>
                  <a:pt x="1028236" y="580966"/>
                </a:lnTo>
                <a:lnTo>
                  <a:pt x="1025872" y="577468"/>
                </a:lnTo>
                <a:lnTo>
                  <a:pt x="1024844" y="574793"/>
                </a:lnTo>
                <a:lnTo>
                  <a:pt x="1025872" y="572735"/>
                </a:lnTo>
                <a:lnTo>
                  <a:pt x="1020527" y="570369"/>
                </a:lnTo>
                <a:lnTo>
                  <a:pt x="1023919" y="566254"/>
                </a:lnTo>
                <a:lnTo>
                  <a:pt x="1021555" y="560698"/>
                </a:lnTo>
                <a:lnTo>
                  <a:pt x="1006651" y="564196"/>
                </a:lnTo>
                <a:lnTo>
                  <a:pt x="1002334" y="564299"/>
                </a:lnTo>
                <a:lnTo>
                  <a:pt x="1001512" y="557920"/>
                </a:lnTo>
                <a:lnTo>
                  <a:pt x="1002129" y="555245"/>
                </a:lnTo>
                <a:lnTo>
                  <a:pt x="1013640" y="547221"/>
                </a:lnTo>
                <a:lnTo>
                  <a:pt x="1020424" y="545678"/>
                </a:lnTo>
                <a:lnTo>
                  <a:pt x="1027824" y="547324"/>
                </a:lnTo>
                <a:lnTo>
                  <a:pt x="1036561" y="543620"/>
                </a:lnTo>
                <a:close/>
              </a:path>
              <a:path w="4830775" h="1851847">
                <a:moveTo>
                  <a:pt x="1056501" y="686829"/>
                </a:moveTo>
                <a:lnTo>
                  <a:pt x="1059481" y="688476"/>
                </a:lnTo>
                <a:lnTo>
                  <a:pt x="1063079" y="683229"/>
                </a:lnTo>
                <a:lnTo>
                  <a:pt x="1069862" y="690533"/>
                </a:lnTo>
                <a:lnTo>
                  <a:pt x="1074077" y="694134"/>
                </a:lnTo>
                <a:lnTo>
                  <a:pt x="1079730" y="697838"/>
                </a:lnTo>
                <a:lnTo>
                  <a:pt x="1074179" y="697941"/>
                </a:lnTo>
                <a:lnTo>
                  <a:pt x="1071918" y="701336"/>
                </a:lnTo>
                <a:lnTo>
                  <a:pt x="1070376" y="701953"/>
                </a:lnTo>
                <a:lnTo>
                  <a:pt x="1048587" y="690225"/>
                </a:lnTo>
                <a:lnTo>
                  <a:pt x="1034711" y="694031"/>
                </a:lnTo>
                <a:lnTo>
                  <a:pt x="1025152" y="690533"/>
                </a:lnTo>
                <a:lnTo>
                  <a:pt x="1022377" y="688167"/>
                </a:lnTo>
                <a:lnTo>
                  <a:pt x="1027516" y="681685"/>
                </a:lnTo>
                <a:lnTo>
                  <a:pt x="1032244" y="666871"/>
                </a:lnTo>
                <a:lnTo>
                  <a:pt x="1041803" y="670574"/>
                </a:lnTo>
                <a:lnTo>
                  <a:pt x="1044064" y="675204"/>
                </a:lnTo>
                <a:lnTo>
                  <a:pt x="1043550" y="676541"/>
                </a:lnTo>
                <a:lnTo>
                  <a:pt x="1049717" y="679319"/>
                </a:lnTo>
                <a:lnTo>
                  <a:pt x="1056501" y="686829"/>
                </a:lnTo>
                <a:close/>
              </a:path>
              <a:path w="4830775" h="1851847">
                <a:moveTo>
                  <a:pt x="1025152" y="703187"/>
                </a:moveTo>
                <a:lnTo>
                  <a:pt x="1034814" y="713167"/>
                </a:lnTo>
                <a:lnTo>
                  <a:pt x="1037075" y="716768"/>
                </a:lnTo>
                <a:lnTo>
                  <a:pt x="1032347" y="722323"/>
                </a:lnTo>
                <a:lnTo>
                  <a:pt x="1028544" y="730142"/>
                </a:lnTo>
                <a:lnTo>
                  <a:pt x="1026283" y="731788"/>
                </a:lnTo>
                <a:lnTo>
                  <a:pt x="1018985" y="728805"/>
                </a:lnTo>
                <a:lnTo>
                  <a:pt x="1013743" y="736521"/>
                </a:lnTo>
                <a:lnTo>
                  <a:pt x="1010351" y="724175"/>
                </a:lnTo>
                <a:lnTo>
                  <a:pt x="1002848" y="716356"/>
                </a:lnTo>
                <a:lnTo>
                  <a:pt x="1007474" y="708434"/>
                </a:lnTo>
                <a:lnTo>
                  <a:pt x="1009221" y="707817"/>
                </a:lnTo>
                <a:lnTo>
                  <a:pt x="1011482" y="708126"/>
                </a:lnTo>
                <a:lnTo>
                  <a:pt x="1013846" y="710183"/>
                </a:lnTo>
                <a:lnTo>
                  <a:pt x="1025152" y="703187"/>
                </a:lnTo>
                <a:close/>
              </a:path>
              <a:path w="4830775" h="1851847">
                <a:moveTo>
                  <a:pt x="949401" y="704525"/>
                </a:moveTo>
                <a:lnTo>
                  <a:pt x="935937" y="708126"/>
                </a:lnTo>
                <a:lnTo>
                  <a:pt x="921034" y="705554"/>
                </a:lnTo>
                <a:lnTo>
                  <a:pt x="922884" y="699278"/>
                </a:lnTo>
                <a:lnTo>
                  <a:pt x="930078" y="692179"/>
                </a:lnTo>
                <a:lnTo>
                  <a:pt x="936451" y="692488"/>
                </a:lnTo>
                <a:lnTo>
                  <a:pt x="948065" y="697220"/>
                </a:lnTo>
                <a:lnTo>
                  <a:pt x="952177" y="701438"/>
                </a:lnTo>
                <a:lnTo>
                  <a:pt x="949401" y="704525"/>
                </a:lnTo>
                <a:close/>
              </a:path>
              <a:path w="4830775" h="1851847">
                <a:moveTo>
                  <a:pt x="1563321" y="790224"/>
                </a:moveTo>
                <a:lnTo>
                  <a:pt x="1542867" y="800718"/>
                </a:lnTo>
                <a:lnTo>
                  <a:pt x="1538037" y="800204"/>
                </a:lnTo>
                <a:lnTo>
                  <a:pt x="1534336" y="796397"/>
                </a:lnTo>
                <a:lnTo>
                  <a:pt x="1536598" y="776130"/>
                </a:lnTo>
                <a:lnTo>
                  <a:pt x="1539270" y="770060"/>
                </a:lnTo>
                <a:lnTo>
                  <a:pt x="1553557" y="769442"/>
                </a:lnTo>
                <a:lnTo>
                  <a:pt x="1562293" y="772323"/>
                </a:lnTo>
                <a:lnTo>
                  <a:pt x="1566713" y="775615"/>
                </a:lnTo>
                <a:lnTo>
                  <a:pt x="1568563" y="782405"/>
                </a:lnTo>
                <a:lnTo>
                  <a:pt x="1567535" y="786521"/>
                </a:lnTo>
                <a:lnTo>
                  <a:pt x="1563321" y="790224"/>
                </a:lnTo>
                <a:close/>
              </a:path>
              <a:path w="4830775" h="1851847">
                <a:moveTo>
                  <a:pt x="1988326" y="1399688"/>
                </a:moveTo>
                <a:lnTo>
                  <a:pt x="1986374" y="1401231"/>
                </a:lnTo>
                <a:lnTo>
                  <a:pt x="1968901" y="1400408"/>
                </a:lnTo>
                <a:lnTo>
                  <a:pt x="1957594" y="1408741"/>
                </a:lnTo>
                <a:lnTo>
                  <a:pt x="1949886" y="1411313"/>
                </a:lnTo>
                <a:lnTo>
                  <a:pt x="1921826" y="1411313"/>
                </a:lnTo>
                <a:lnTo>
                  <a:pt x="1918537" y="1410181"/>
                </a:lnTo>
                <a:lnTo>
                  <a:pt x="1916070" y="1410284"/>
                </a:lnTo>
                <a:lnTo>
                  <a:pt x="1914529" y="1411930"/>
                </a:lnTo>
                <a:lnTo>
                  <a:pt x="1905587" y="1410696"/>
                </a:lnTo>
                <a:lnTo>
                  <a:pt x="1877219" y="1403289"/>
                </a:lnTo>
                <a:lnTo>
                  <a:pt x="1873313" y="1396396"/>
                </a:lnTo>
                <a:lnTo>
                  <a:pt x="1877733" y="1388988"/>
                </a:lnTo>
                <a:lnTo>
                  <a:pt x="1887908" y="1378597"/>
                </a:lnTo>
                <a:lnTo>
                  <a:pt x="1908362" y="1376540"/>
                </a:lnTo>
                <a:lnTo>
                  <a:pt x="2001688" y="1375819"/>
                </a:lnTo>
                <a:lnTo>
                  <a:pt x="2011864" y="1384770"/>
                </a:lnTo>
                <a:lnTo>
                  <a:pt x="2012789" y="1387754"/>
                </a:lnTo>
                <a:lnTo>
                  <a:pt x="1992438" y="1393926"/>
                </a:lnTo>
                <a:lnTo>
                  <a:pt x="1988326" y="1399688"/>
                </a:lnTo>
                <a:close/>
              </a:path>
              <a:path w="4830775" h="1851847">
                <a:moveTo>
                  <a:pt x="4159092" y="783537"/>
                </a:moveTo>
                <a:lnTo>
                  <a:pt x="4154158" y="785389"/>
                </a:lnTo>
                <a:lnTo>
                  <a:pt x="4148505" y="783331"/>
                </a:lnTo>
                <a:lnTo>
                  <a:pt x="4143058" y="775512"/>
                </a:lnTo>
                <a:lnTo>
                  <a:pt x="4145011" y="769442"/>
                </a:lnTo>
                <a:lnTo>
                  <a:pt x="4151280" y="765224"/>
                </a:lnTo>
                <a:lnTo>
                  <a:pt x="4156625" y="769442"/>
                </a:lnTo>
                <a:lnTo>
                  <a:pt x="4158269" y="774792"/>
                </a:lnTo>
                <a:lnTo>
                  <a:pt x="4162278" y="775101"/>
                </a:lnTo>
                <a:lnTo>
                  <a:pt x="4159092" y="783537"/>
                </a:lnTo>
                <a:close/>
              </a:path>
              <a:path w="4830775" h="1851847">
                <a:moveTo>
                  <a:pt x="3366125" y="719648"/>
                </a:moveTo>
                <a:lnTo>
                  <a:pt x="3359650" y="722323"/>
                </a:lnTo>
                <a:lnTo>
                  <a:pt x="3352661" y="722323"/>
                </a:lnTo>
                <a:lnTo>
                  <a:pt x="3351119" y="711315"/>
                </a:lnTo>
                <a:lnTo>
                  <a:pt x="3353380" y="697426"/>
                </a:lnTo>
                <a:lnTo>
                  <a:pt x="3359958" y="695060"/>
                </a:lnTo>
                <a:lnTo>
                  <a:pt x="3370236" y="697941"/>
                </a:lnTo>
                <a:lnTo>
                  <a:pt x="3366433" y="701541"/>
                </a:lnTo>
                <a:lnTo>
                  <a:pt x="3369311" y="708949"/>
                </a:lnTo>
                <a:lnTo>
                  <a:pt x="3366125" y="719648"/>
                </a:lnTo>
                <a:close/>
              </a:path>
              <a:path w="4830775" h="1851847">
                <a:moveTo>
                  <a:pt x="3398707" y="701541"/>
                </a:moveTo>
                <a:lnTo>
                  <a:pt x="3410527" y="716871"/>
                </a:lnTo>
                <a:lnTo>
                  <a:pt x="3402613" y="731480"/>
                </a:lnTo>
                <a:lnTo>
                  <a:pt x="3408163" y="739607"/>
                </a:lnTo>
                <a:lnTo>
                  <a:pt x="3423067" y="740122"/>
                </a:lnTo>
                <a:lnTo>
                  <a:pt x="3426561" y="743208"/>
                </a:lnTo>
                <a:lnTo>
                  <a:pt x="3429131" y="746912"/>
                </a:lnTo>
                <a:lnTo>
                  <a:pt x="3430878" y="751953"/>
                </a:lnTo>
                <a:lnTo>
                  <a:pt x="3426972" y="755965"/>
                </a:lnTo>
                <a:lnTo>
                  <a:pt x="3418647" y="759669"/>
                </a:lnTo>
                <a:lnTo>
                  <a:pt x="3409088" y="754319"/>
                </a:lnTo>
                <a:lnTo>
                  <a:pt x="3406519" y="749381"/>
                </a:lnTo>
                <a:lnTo>
                  <a:pt x="3404566" y="747529"/>
                </a:lnTo>
                <a:lnTo>
                  <a:pt x="3391615" y="751233"/>
                </a:lnTo>
                <a:lnTo>
                  <a:pt x="3388018" y="751644"/>
                </a:lnTo>
                <a:lnTo>
                  <a:pt x="3385448" y="744751"/>
                </a:lnTo>
                <a:lnTo>
                  <a:pt x="3388634" y="734875"/>
                </a:lnTo>
                <a:lnTo>
                  <a:pt x="3379590" y="730451"/>
                </a:lnTo>
                <a:lnTo>
                  <a:pt x="3371264" y="720163"/>
                </a:lnTo>
                <a:lnTo>
                  <a:pt x="3370956" y="716048"/>
                </a:lnTo>
                <a:lnTo>
                  <a:pt x="3374245" y="708949"/>
                </a:lnTo>
                <a:lnTo>
                  <a:pt x="3373834" y="703290"/>
                </a:lnTo>
                <a:lnTo>
                  <a:pt x="3378562" y="702879"/>
                </a:lnTo>
                <a:lnTo>
                  <a:pt x="3387196" y="710492"/>
                </a:lnTo>
                <a:lnTo>
                  <a:pt x="3390998" y="703290"/>
                </a:lnTo>
                <a:lnTo>
                  <a:pt x="3394596" y="700307"/>
                </a:lnTo>
                <a:lnTo>
                  <a:pt x="3398707" y="701541"/>
                </a:lnTo>
                <a:close/>
              </a:path>
              <a:path w="4830775" h="1851847">
                <a:moveTo>
                  <a:pt x="3949518" y="1275923"/>
                </a:moveTo>
                <a:lnTo>
                  <a:pt x="3941193" y="1284770"/>
                </a:lnTo>
                <a:lnTo>
                  <a:pt x="3949107" y="1263886"/>
                </a:lnTo>
                <a:lnTo>
                  <a:pt x="3950752" y="1253392"/>
                </a:lnTo>
                <a:lnTo>
                  <a:pt x="3958049" y="1247013"/>
                </a:lnTo>
                <a:lnTo>
                  <a:pt x="3968944" y="1215120"/>
                </a:lnTo>
                <a:lnTo>
                  <a:pt x="3971308" y="1215840"/>
                </a:lnTo>
                <a:lnTo>
                  <a:pt x="3974906" y="1218927"/>
                </a:lnTo>
                <a:lnTo>
                  <a:pt x="3969458" y="1242384"/>
                </a:lnTo>
                <a:lnTo>
                  <a:pt x="3954144" y="1258844"/>
                </a:lnTo>
                <a:lnTo>
                  <a:pt x="3949518" y="1275923"/>
                </a:lnTo>
                <a:close/>
              </a:path>
              <a:path w="4830775" h="1851847">
                <a:moveTo>
                  <a:pt x="3937287" y="1270676"/>
                </a:moveTo>
                <a:lnTo>
                  <a:pt x="3931017" y="1280552"/>
                </a:lnTo>
                <a:lnTo>
                  <a:pt x="3926803" y="1277054"/>
                </a:lnTo>
                <a:lnTo>
                  <a:pt x="3924337" y="1277054"/>
                </a:lnTo>
                <a:lnTo>
                  <a:pt x="3922898" y="1271190"/>
                </a:lnTo>
                <a:lnTo>
                  <a:pt x="3924337" y="1259153"/>
                </a:lnTo>
                <a:lnTo>
                  <a:pt x="3919095" y="1245573"/>
                </a:lnTo>
                <a:lnTo>
                  <a:pt x="3926084" y="1245779"/>
                </a:lnTo>
                <a:lnTo>
                  <a:pt x="3928037" y="1249791"/>
                </a:lnTo>
                <a:lnTo>
                  <a:pt x="3930195" y="1251231"/>
                </a:lnTo>
                <a:lnTo>
                  <a:pt x="3936979" y="1264297"/>
                </a:lnTo>
                <a:lnTo>
                  <a:pt x="3937287" y="1270676"/>
                </a:lnTo>
                <a:close/>
              </a:path>
              <a:path w="4830775" h="1851847">
                <a:moveTo>
                  <a:pt x="3471580" y="1046808"/>
                </a:moveTo>
                <a:lnTo>
                  <a:pt x="3468908" y="1050512"/>
                </a:lnTo>
                <a:lnTo>
                  <a:pt x="3462946" y="1052981"/>
                </a:lnTo>
                <a:lnTo>
                  <a:pt x="3457910" y="1052775"/>
                </a:lnTo>
                <a:lnTo>
                  <a:pt x="3459554" y="1049174"/>
                </a:lnTo>
                <a:lnTo>
                  <a:pt x="3458321" y="1047014"/>
                </a:lnTo>
                <a:lnTo>
                  <a:pt x="3454621" y="1047940"/>
                </a:lnTo>
                <a:lnTo>
                  <a:pt x="3448557" y="1050923"/>
                </a:lnTo>
                <a:lnTo>
                  <a:pt x="3440951" y="1056684"/>
                </a:lnTo>
                <a:lnTo>
                  <a:pt x="3436428" y="1053804"/>
                </a:lnTo>
                <a:lnTo>
                  <a:pt x="3435503" y="1049277"/>
                </a:lnTo>
                <a:lnTo>
                  <a:pt x="3435812" y="1047219"/>
                </a:lnTo>
                <a:lnTo>
                  <a:pt x="3444856" y="1039195"/>
                </a:lnTo>
                <a:lnTo>
                  <a:pt x="3455443" y="1037754"/>
                </a:lnTo>
                <a:lnTo>
                  <a:pt x="3470347" y="1030038"/>
                </a:lnTo>
                <a:lnTo>
                  <a:pt x="3477027" y="1030450"/>
                </a:lnTo>
                <a:lnTo>
                  <a:pt x="3475486" y="1035388"/>
                </a:lnTo>
                <a:lnTo>
                  <a:pt x="3473122" y="1038886"/>
                </a:lnTo>
                <a:lnTo>
                  <a:pt x="3471683" y="1042487"/>
                </a:lnTo>
                <a:lnTo>
                  <a:pt x="3471580" y="1046808"/>
                </a:lnTo>
                <a:close/>
              </a:path>
              <a:path w="4830775" h="1851847">
                <a:moveTo>
                  <a:pt x="3321620" y="253806"/>
                </a:moveTo>
                <a:lnTo>
                  <a:pt x="3317406" y="255864"/>
                </a:lnTo>
                <a:lnTo>
                  <a:pt x="3310725" y="255143"/>
                </a:lnTo>
                <a:lnTo>
                  <a:pt x="3310006" y="249896"/>
                </a:lnTo>
                <a:lnTo>
                  <a:pt x="3316790" y="240534"/>
                </a:lnTo>
                <a:lnTo>
                  <a:pt x="3321312" y="230658"/>
                </a:lnTo>
                <a:lnTo>
                  <a:pt x="3316481" y="228086"/>
                </a:lnTo>
                <a:lnTo>
                  <a:pt x="3311856" y="221810"/>
                </a:lnTo>
                <a:lnTo>
                  <a:pt x="3311753" y="214403"/>
                </a:lnTo>
                <a:lnTo>
                  <a:pt x="3315453" y="200823"/>
                </a:lnTo>
                <a:lnTo>
                  <a:pt x="3321106" y="201954"/>
                </a:lnTo>
                <a:lnTo>
                  <a:pt x="3326554" y="207818"/>
                </a:lnTo>
                <a:lnTo>
                  <a:pt x="3328815" y="218827"/>
                </a:lnTo>
                <a:lnTo>
                  <a:pt x="3332310" y="227263"/>
                </a:lnTo>
                <a:lnTo>
                  <a:pt x="3324807" y="238683"/>
                </a:lnTo>
                <a:lnTo>
                  <a:pt x="3321620" y="253806"/>
                </a:lnTo>
                <a:close/>
              </a:path>
              <a:path w="4830775" h="1851847">
                <a:moveTo>
                  <a:pt x="3202495" y="315226"/>
                </a:moveTo>
                <a:lnTo>
                  <a:pt x="3199926" y="318415"/>
                </a:lnTo>
                <a:lnTo>
                  <a:pt x="3187489" y="312654"/>
                </a:lnTo>
                <a:lnTo>
                  <a:pt x="3188106" y="303497"/>
                </a:lnTo>
                <a:lnTo>
                  <a:pt x="3186359" y="299073"/>
                </a:lnTo>
                <a:lnTo>
                  <a:pt x="3183070" y="294341"/>
                </a:lnTo>
                <a:lnTo>
                  <a:pt x="3181631" y="289711"/>
                </a:lnTo>
                <a:lnTo>
                  <a:pt x="3183070" y="284670"/>
                </a:lnTo>
                <a:lnTo>
                  <a:pt x="3190675" y="291152"/>
                </a:lnTo>
                <a:lnTo>
                  <a:pt x="3195095" y="301337"/>
                </a:lnTo>
                <a:lnTo>
                  <a:pt x="3201057" y="311007"/>
                </a:lnTo>
                <a:lnTo>
                  <a:pt x="3202495" y="315226"/>
                </a:lnTo>
                <a:close/>
              </a:path>
              <a:path w="4830775" h="1851847">
                <a:moveTo>
                  <a:pt x="3737375" y="1524584"/>
                </a:moveTo>
                <a:lnTo>
                  <a:pt x="3728433" y="1527774"/>
                </a:lnTo>
                <a:lnTo>
                  <a:pt x="3734395" y="1519646"/>
                </a:lnTo>
                <a:lnTo>
                  <a:pt x="3753615" y="1501128"/>
                </a:lnTo>
                <a:lnTo>
                  <a:pt x="3760501" y="1504626"/>
                </a:lnTo>
                <a:lnTo>
                  <a:pt x="3769649" y="1505243"/>
                </a:lnTo>
                <a:lnTo>
                  <a:pt x="3756082" y="1513576"/>
                </a:lnTo>
                <a:lnTo>
                  <a:pt x="3742103" y="1517074"/>
                </a:lnTo>
                <a:lnTo>
                  <a:pt x="3737375" y="1524584"/>
                </a:lnTo>
                <a:close/>
              </a:path>
              <a:path w="4830775" h="1851847">
                <a:moveTo>
                  <a:pt x="3632229" y="1487136"/>
                </a:moveTo>
                <a:lnTo>
                  <a:pt x="3626165" y="1496498"/>
                </a:lnTo>
                <a:lnTo>
                  <a:pt x="3619278" y="1495984"/>
                </a:lnTo>
                <a:lnTo>
                  <a:pt x="3606842" y="1483227"/>
                </a:lnTo>
                <a:lnTo>
                  <a:pt x="3607561" y="1474379"/>
                </a:lnTo>
                <a:lnTo>
                  <a:pt x="3608589" y="1471498"/>
                </a:lnTo>
                <a:lnTo>
                  <a:pt x="3613317" y="1470675"/>
                </a:lnTo>
                <a:lnTo>
                  <a:pt x="3629557" y="1473247"/>
                </a:lnTo>
                <a:lnTo>
                  <a:pt x="3632743" y="1480346"/>
                </a:lnTo>
                <a:lnTo>
                  <a:pt x="3632229" y="1487136"/>
                </a:lnTo>
                <a:close/>
              </a:path>
              <a:path w="4830775" h="1851847">
                <a:moveTo>
                  <a:pt x="3425019" y="1501951"/>
                </a:moveTo>
                <a:lnTo>
                  <a:pt x="3443006" y="1506066"/>
                </a:lnTo>
                <a:lnTo>
                  <a:pt x="3453387" y="1505654"/>
                </a:lnTo>
                <a:lnTo>
                  <a:pt x="3455443" y="1509358"/>
                </a:lnTo>
                <a:lnTo>
                  <a:pt x="3445679" y="1518000"/>
                </a:lnTo>
                <a:lnTo>
                  <a:pt x="3424814" y="1511313"/>
                </a:lnTo>
                <a:lnTo>
                  <a:pt x="3421217" y="1504111"/>
                </a:lnTo>
                <a:lnTo>
                  <a:pt x="3425019" y="1501951"/>
                </a:lnTo>
                <a:close/>
              </a:path>
              <a:path w="4830775" h="1851847">
                <a:moveTo>
                  <a:pt x="3685059" y="842693"/>
                </a:moveTo>
                <a:lnTo>
                  <a:pt x="3686292" y="848763"/>
                </a:lnTo>
                <a:lnTo>
                  <a:pt x="3692459" y="854422"/>
                </a:lnTo>
                <a:lnTo>
                  <a:pt x="3690301" y="863166"/>
                </a:lnTo>
                <a:lnTo>
                  <a:pt x="3687937" y="864504"/>
                </a:lnTo>
                <a:lnTo>
                  <a:pt x="3689170" y="868516"/>
                </a:lnTo>
                <a:lnTo>
                  <a:pt x="3691843" y="871500"/>
                </a:lnTo>
                <a:lnTo>
                  <a:pt x="3687115" y="873660"/>
                </a:lnTo>
                <a:lnTo>
                  <a:pt x="3683620" y="872631"/>
                </a:lnTo>
                <a:lnTo>
                  <a:pt x="3677967" y="875409"/>
                </a:lnTo>
                <a:lnTo>
                  <a:pt x="3674267" y="879422"/>
                </a:lnTo>
                <a:lnTo>
                  <a:pt x="3662447" y="881068"/>
                </a:lnTo>
                <a:lnTo>
                  <a:pt x="3658336" y="877364"/>
                </a:lnTo>
                <a:lnTo>
                  <a:pt x="3637162" y="873043"/>
                </a:lnTo>
                <a:lnTo>
                  <a:pt x="3623492" y="863578"/>
                </a:lnTo>
                <a:lnTo>
                  <a:pt x="3621848" y="860800"/>
                </a:lnTo>
                <a:lnTo>
                  <a:pt x="3648160" y="849689"/>
                </a:lnTo>
                <a:lnTo>
                  <a:pt x="3659672" y="846706"/>
                </a:lnTo>
                <a:lnTo>
                  <a:pt x="3669333" y="846911"/>
                </a:lnTo>
                <a:lnTo>
                  <a:pt x="3681462" y="842796"/>
                </a:lnTo>
                <a:lnTo>
                  <a:pt x="3685059" y="842693"/>
                </a:lnTo>
                <a:close/>
              </a:path>
              <a:path w="4830775" h="1851847">
                <a:moveTo>
                  <a:pt x="808590" y="1232404"/>
                </a:moveTo>
                <a:lnTo>
                  <a:pt x="800264" y="1232816"/>
                </a:lnTo>
                <a:lnTo>
                  <a:pt x="784847" y="1220264"/>
                </a:lnTo>
                <a:lnTo>
                  <a:pt x="782277" y="1216355"/>
                </a:lnTo>
                <a:lnTo>
                  <a:pt x="786697" y="1212548"/>
                </a:lnTo>
                <a:lnTo>
                  <a:pt x="791219" y="1212857"/>
                </a:lnTo>
                <a:lnTo>
                  <a:pt x="809103" y="1220779"/>
                </a:lnTo>
                <a:lnTo>
                  <a:pt x="812495" y="1224791"/>
                </a:lnTo>
                <a:lnTo>
                  <a:pt x="808590" y="1232404"/>
                </a:lnTo>
                <a:close/>
              </a:path>
              <a:path w="4830775" h="1851847">
                <a:moveTo>
                  <a:pt x="608986" y="996191"/>
                </a:moveTo>
                <a:lnTo>
                  <a:pt x="613097" y="1011211"/>
                </a:lnTo>
                <a:lnTo>
                  <a:pt x="600866" y="1000923"/>
                </a:lnTo>
                <a:lnTo>
                  <a:pt x="601072" y="993722"/>
                </a:lnTo>
                <a:lnTo>
                  <a:pt x="599427" y="988989"/>
                </a:lnTo>
                <a:lnTo>
                  <a:pt x="592027" y="983228"/>
                </a:lnTo>
                <a:lnTo>
                  <a:pt x="586271" y="976026"/>
                </a:lnTo>
                <a:lnTo>
                  <a:pt x="583702" y="958845"/>
                </a:lnTo>
                <a:lnTo>
                  <a:pt x="585757" y="955347"/>
                </a:lnTo>
                <a:lnTo>
                  <a:pt x="590588" y="955039"/>
                </a:lnTo>
                <a:lnTo>
                  <a:pt x="612069" y="977569"/>
                </a:lnTo>
                <a:lnTo>
                  <a:pt x="613508" y="981376"/>
                </a:lnTo>
                <a:lnTo>
                  <a:pt x="612995" y="989401"/>
                </a:lnTo>
                <a:lnTo>
                  <a:pt x="609911" y="991870"/>
                </a:lnTo>
                <a:lnTo>
                  <a:pt x="608986" y="996191"/>
                </a:lnTo>
                <a:close/>
              </a:path>
              <a:path w="4830775" h="1851847">
                <a:moveTo>
                  <a:pt x="586271" y="950718"/>
                </a:moveTo>
                <a:lnTo>
                  <a:pt x="578974" y="958948"/>
                </a:lnTo>
                <a:lnTo>
                  <a:pt x="566845" y="958845"/>
                </a:lnTo>
                <a:lnTo>
                  <a:pt x="564481" y="953701"/>
                </a:lnTo>
                <a:lnTo>
                  <a:pt x="564995" y="941253"/>
                </a:lnTo>
                <a:lnTo>
                  <a:pt x="562014" y="937240"/>
                </a:lnTo>
                <a:lnTo>
                  <a:pt x="562117" y="935594"/>
                </a:lnTo>
                <a:lnTo>
                  <a:pt x="564070" y="928496"/>
                </a:lnTo>
                <a:lnTo>
                  <a:pt x="566537" y="926952"/>
                </a:lnTo>
                <a:lnTo>
                  <a:pt x="586066" y="944442"/>
                </a:lnTo>
                <a:lnTo>
                  <a:pt x="586271" y="950718"/>
                </a:lnTo>
                <a:close/>
              </a:path>
              <a:path w="4830775" h="1851847">
                <a:moveTo>
                  <a:pt x="549167" y="909771"/>
                </a:moveTo>
                <a:lnTo>
                  <a:pt x="549681" y="912549"/>
                </a:lnTo>
                <a:lnTo>
                  <a:pt x="532927" y="903496"/>
                </a:lnTo>
                <a:lnTo>
                  <a:pt x="524910" y="901026"/>
                </a:lnTo>
                <a:lnTo>
                  <a:pt x="517715" y="891150"/>
                </a:lnTo>
                <a:lnTo>
                  <a:pt x="519976" y="886315"/>
                </a:lnTo>
                <a:lnTo>
                  <a:pt x="520285" y="879730"/>
                </a:lnTo>
                <a:lnTo>
                  <a:pt x="521313" y="877158"/>
                </a:lnTo>
                <a:lnTo>
                  <a:pt x="526452" y="876232"/>
                </a:lnTo>
                <a:lnTo>
                  <a:pt x="533030" y="880965"/>
                </a:lnTo>
                <a:lnTo>
                  <a:pt x="538066" y="892796"/>
                </a:lnTo>
                <a:lnTo>
                  <a:pt x="546391" y="903701"/>
                </a:lnTo>
                <a:lnTo>
                  <a:pt x="549167" y="909771"/>
                </a:lnTo>
                <a:close/>
              </a:path>
              <a:path w="4830775" h="1851847">
                <a:moveTo>
                  <a:pt x="406916" y="723249"/>
                </a:moveTo>
                <a:lnTo>
                  <a:pt x="400852" y="728085"/>
                </a:lnTo>
                <a:lnTo>
                  <a:pt x="391601" y="723455"/>
                </a:lnTo>
                <a:lnTo>
                  <a:pt x="394685" y="716871"/>
                </a:lnTo>
                <a:lnTo>
                  <a:pt x="396226" y="707714"/>
                </a:lnTo>
                <a:lnTo>
                  <a:pt x="401777" y="700513"/>
                </a:lnTo>
                <a:lnTo>
                  <a:pt x="403627" y="691973"/>
                </a:lnTo>
                <a:lnTo>
                  <a:pt x="392937" y="668825"/>
                </a:lnTo>
                <a:lnTo>
                  <a:pt x="398282" y="668002"/>
                </a:lnTo>
                <a:lnTo>
                  <a:pt x="402393" y="670574"/>
                </a:lnTo>
                <a:lnTo>
                  <a:pt x="409485" y="686006"/>
                </a:lnTo>
                <a:lnTo>
                  <a:pt x="415652" y="695266"/>
                </a:lnTo>
                <a:lnTo>
                  <a:pt x="413185" y="707817"/>
                </a:lnTo>
                <a:lnTo>
                  <a:pt x="406916" y="723249"/>
                </a:lnTo>
                <a:close/>
              </a:path>
              <a:path w="4830775" h="1851847">
                <a:moveTo>
                  <a:pt x="201865" y="425925"/>
                </a:moveTo>
                <a:lnTo>
                  <a:pt x="195389" y="426851"/>
                </a:lnTo>
                <a:lnTo>
                  <a:pt x="189222" y="424690"/>
                </a:lnTo>
                <a:lnTo>
                  <a:pt x="183981" y="418723"/>
                </a:lnTo>
                <a:lnTo>
                  <a:pt x="156435" y="401645"/>
                </a:lnTo>
                <a:lnTo>
                  <a:pt x="147801" y="401439"/>
                </a:lnTo>
                <a:lnTo>
                  <a:pt x="141840" y="397015"/>
                </a:lnTo>
                <a:lnTo>
                  <a:pt x="134542" y="395472"/>
                </a:lnTo>
                <a:lnTo>
                  <a:pt x="126731" y="384052"/>
                </a:lnTo>
                <a:lnTo>
                  <a:pt x="125086" y="377983"/>
                </a:lnTo>
                <a:lnTo>
                  <a:pt x="130739" y="374999"/>
                </a:lnTo>
                <a:lnTo>
                  <a:pt x="134234" y="368723"/>
                </a:lnTo>
                <a:lnTo>
                  <a:pt x="143484" y="371501"/>
                </a:lnTo>
                <a:lnTo>
                  <a:pt x="153968" y="382612"/>
                </a:lnTo>
                <a:lnTo>
                  <a:pt x="164657" y="386727"/>
                </a:lnTo>
                <a:lnTo>
                  <a:pt x="167535" y="388785"/>
                </a:lnTo>
                <a:lnTo>
                  <a:pt x="172675" y="394958"/>
                </a:lnTo>
                <a:lnTo>
                  <a:pt x="197034" y="409978"/>
                </a:lnTo>
                <a:lnTo>
                  <a:pt x="199706" y="415019"/>
                </a:lnTo>
                <a:lnTo>
                  <a:pt x="201351" y="420164"/>
                </a:lnTo>
                <a:lnTo>
                  <a:pt x="201865" y="425925"/>
                </a:lnTo>
                <a:close/>
              </a:path>
              <a:path w="4830775" h="1851847">
                <a:moveTo>
                  <a:pt x="2830937" y="1228186"/>
                </a:moveTo>
                <a:lnTo>
                  <a:pt x="2824462" y="1230964"/>
                </a:lnTo>
                <a:lnTo>
                  <a:pt x="2812025" y="1219133"/>
                </a:lnTo>
                <a:lnTo>
                  <a:pt x="2806783" y="1209462"/>
                </a:lnTo>
                <a:lnTo>
                  <a:pt x="2808119" y="1204009"/>
                </a:lnTo>
                <a:lnTo>
                  <a:pt x="2811819" y="1199174"/>
                </a:lnTo>
                <a:lnTo>
                  <a:pt x="2813567" y="1198042"/>
                </a:lnTo>
                <a:lnTo>
                  <a:pt x="2812744" y="1193001"/>
                </a:lnTo>
                <a:lnTo>
                  <a:pt x="2817678" y="1190532"/>
                </a:lnTo>
                <a:lnTo>
                  <a:pt x="2823023" y="1190943"/>
                </a:lnTo>
                <a:lnTo>
                  <a:pt x="2826517" y="1197631"/>
                </a:lnTo>
                <a:lnTo>
                  <a:pt x="2830731" y="1199482"/>
                </a:lnTo>
                <a:lnTo>
                  <a:pt x="2832890" y="1205861"/>
                </a:lnTo>
                <a:lnTo>
                  <a:pt x="2830937" y="1228186"/>
                </a:lnTo>
                <a:close/>
              </a:path>
              <a:path w="4830775" h="1851847">
                <a:moveTo>
                  <a:pt x="2951090" y="789195"/>
                </a:moveTo>
                <a:lnTo>
                  <a:pt x="2953351" y="795677"/>
                </a:lnTo>
                <a:lnTo>
                  <a:pt x="2949651" y="801232"/>
                </a:lnTo>
                <a:lnTo>
                  <a:pt x="2953762" y="811623"/>
                </a:lnTo>
                <a:lnTo>
                  <a:pt x="2964143" y="797735"/>
                </a:lnTo>
                <a:lnTo>
                  <a:pt x="2974010" y="795986"/>
                </a:lnTo>
                <a:lnTo>
                  <a:pt x="2979560" y="798249"/>
                </a:lnTo>
                <a:lnTo>
                  <a:pt x="2983466" y="801027"/>
                </a:lnTo>
                <a:lnTo>
                  <a:pt x="2985522" y="806274"/>
                </a:lnTo>
                <a:lnTo>
                  <a:pt x="2981924" y="817590"/>
                </a:lnTo>
                <a:lnTo>
                  <a:pt x="2975449" y="822940"/>
                </a:lnTo>
                <a:lnTo>
                  <a:pt x="2967021" y="823763"/>
                </a:lnTo>
                <a:lnTo>
                  <a:pt x="2963115" y="817179"/>
                </a:lnTo>
                <a:lnTo>
                  <a:pt x="2957565" y="816562"/>
                </a:lnTo>
                <a:lnTo>
                  <a:pt x="2953659" y="830965"/>
                </a:lnTo>
                <a:lnTo>
                  <a:pt x="2952015" y="833125"/>
                </a:lnTo>
                <a:lnTo>
                  <a:pt x="2947081" y="834977"/>
                </a:lnTo>
                <a:lnTo>
                  <a:pt x="2942661" y="830965"/>
                </a:lnTo>
                <a:lnTo>
                  <a:pt x="2941942" y="828804"/>
                </a:lnTo>
                <a:lnTo>
                  <a:pt x="2948109" y="822323"/>
                </a:lnTo>
                <a:lnTo>
                  <a:pt x="2944717" y="802879"/>
                </a:lnTo>
                <a:lnTo>
                  <a:pt x="2940092" y="806582"/>
                </a:lnTo>
                <a:lnTo>
                  <a:pt x="2927655" y="824175"/>
                </a:lnTo>
                <a:lnTo>
                  <a:pt x="2917994" y="831994"/>
                </a:lnTo>
                <a:lnTo>
                  <a:pt x="2914705" y="827981"/>
                </a:lnTo>
                <a:lnTo>
                  <a:pt x="2909874" y="816047"/>
                </a:lnTo>
                <a:lnTo>
                  <a:pt x="2912032" y="800718"/>
                </a:lnTo>
                <a:lnTo>
                  <a:pt x="2919844" y="790327"/>
                </a:lnTo>
                <a:lnTo>
                  <a:pt x="2926422" y="791047"/>
                </a:lnTo>
                <a:lnTo>
                  <a:pt x="2945539" y="787858"/>
                </a:lnTo>
                <a:lnTo>
                  <a:pt x="2951090" y="789195"/>
                </a:lnTo>
                <a:close/>
              </a:path>
              <a:path w="4830775" h="1851847">
                <a:moveTo>
                  <a:pt x="2812539" y="710595"/>
                </a:moveTo>
                <a:lnTo>
                  <a:pt x="2816959" y="715122"/>
                </a:lnTo>
                <a:lnTo>
                  <a:pt x="2814286" y="720471"/>
                </a:lnTo>
                <a:lnTo>
                  <a:pt x="2810792" y="719134"/>
                </a:lnTo>
                <a:lnTo>
                  <a:pt x="2801438" y="719237"/>
                </a:lnTo>
                <a:lnTo>
                  <a:pt x="2797944" y="719648"/>
                </a:lnTo>
                <a:lnTo>
                  <a:pt x="2793730" y="722735"/>
                </a:lnTo>
                <a:lnTo>
                  <a:pt x="2791057" y="722838"/>
                </a:lnTo>
                <a:lnTo>
                  <a:pt x="2792805" y="718002"/>
                </a:lnTo>
                <a:lnTo>
                  <a:pt x="2800719" y="710595"/>
                </a:lnTo>
                <a:lnTo>
                  <a:pt x="2805652" y="711727"/>
                </a:lnTo>
                <a:lnTo>
                  <a:pt x="2812539" y="710595"/>
                </a:lnTo>
                <a:close/>
              </a:path>
              <a:path w="4830775" h="1851847">
                <a:moveTo>
                  <a:pt x="2675222" y="1316663"/>
                </a:moveTo>
                <a:lnTo>
                  <a:pt x="2671007" y="1333844"/>
                </a:lnTo>
                <a:lnTo>
                  <a:pt x="2669055" y="1327774"/>
                </a:lnTo>
                <a:lnTo>
                  <a:pt x="2668335" y="1312136"/>
                </a:lnTo>
                <a:lnTo>
                  <a:pt x="2665766" y="1304523"/>
                </a:lnTo>
                <a:lnTo>
                  <a:pt x="2667410" y="1295778"/>
                </a:lnTo>
                <a:lnTo>
                  <a:pt x="2666793" y="1273248"/>
                </a:lnTo>
                <a:lnTo>
                  <a:pt x="2669980" y="1262857"/>
                </a:lnTo>
                <a:lnTo>
                  <a:pt x="2675838" y="1276128"/>
                </a:lnTo>
                <a:lnTo>
                  <a:pt x="2677380" y="1282816"/>
                </a:lnTo>
                <a:lnTo>
                  <a:pt x="2675222" y="1316663"/>
                </a:lnTo>
                <a:close/>
              </a:path>
              <a:path w="4830775" h="1851847">
                <a:moveTo>
                  <a:pt x="2145789" y="1385902"/>
                </a:moveTo>
                <a:lnTo>
                  <a:pt x="2137464" y="1387651"/>
                </a:lnTo>
                <a:lnTo>
                  <a:pt x="2129652" y="1384050"/>
                </a:lnTo>
                <a:lnTo>
                  <a:pt x="2129858" y="1379112"/>
                </a:lnTo>
                <a:lnTo>
                  <a:pt x="2131811" y="1374585"/>
                </a:lnTo>
                <a:lnTo>
                  <a:pt x="2143425" y="1372219"/>
                </a:lnTo>
                <a:lnTo>
                  <a:pt x="2149592" y="1372424"/>
                </a:lnTo>
                <a:lnTo>
                  <a:pt x="2156273" y="1375511"/>
                </a:lnTo>
                <a:lnTo>
                  <a:pt x="2160898" y="1378803"/>
                </a:lnTo>
                <a:lnTo>
                  <a:pt x="2163159" y="1382610"/>
                </a:lnTo>
                <a:lnTo>
                  <a:pt x="2150620" y="1382815"/>
                </a:lnTo>
                <a:lnTo>
                  <a:pt x="2145789" y="1385902"/>
                </a:lnTo>
                <a:close/>
              </a:path>
              <a:path w="4830775" h="1851847">
                <a:moveTo>
                  <a:pt x="2240966" y="1066664"/>
                </a:moveTo>
                <a:lnTo>
                  <a:pt x="2219381" y="1085800"/>
                </a:lnTo>
                <a:lnTo>
                  <a:pt x="2215887" y="1080964"/>
                </a:lnTo>
                <a:lnTo>
                  <a:pt x="2217737" y="1061417"/>
                </a:lnTo>
                <a:lnTo>
                  <a:pt x="2211673" y="1049380"/>
                </a:lnTo>
                <a:lnTo>
                  <a:pt x="2212084" y="1040326"/>
                </a:lnTo>
                <a:lnTo>
                  <a:pt x="2216401" y="1024483"/>
                </a:lnTo>
                <a:lnTo>
                  <a:pt x="2221848" y="1012343"/>
                </a:lnTo>
                <a:lnTo>
                  <a:pt x="2234388" y="1004113"/>
                </a:lnTo>
                <a:lnTo>
                  <a:pt x="2237574" y="1003187"/>
                </a:lnTo>
                <a:lnTo>
                  <a:pt x="2236752" y="1018001"/>
                </a:lnTo>
                <a:lnTo>
                  <a:pt x="2239321" y="1023557"/>
                </a:lnTo>
                <a:lnTo>
                  <a:pt x="2240143" y="1028289"/>
                </a:lnTo>
                <a:lnTo>
                  <a:pt x="2238807" y="1032405"/>
                </a:lnTo>
                <a:lnTo>
                  <a:pt x="2241171" y="1051335"/>
                </a:lnTo>
                <a:lnTo>
                  <a:pt x="2242610" y="1055861"/>
                </a:lnTo>
                <a:lnTo>
                  <a:pt x="2239527" y="1061828"/>
                </a:lnTo>
                <a:lnTo>
                  <a:pt x="2240966" y="1066664"/>
                </a:lnTo>
                <a:close/>
              </a:path>
              <a:path w="4830775" h="1851847">
                <a:moveTo>
                  <a:pt x="2924058" y="1791045"/>
                </a:moveTo>
                <a:lnTo>
                  <a:pt x="2914499" y="1791148"/>
                </a:lnTo>
                <a:lnTo>
                  <a:pt x="2911416" y="1790016"/>
                </a:lnTo>
                <a:lnTo>
                  <a:pt x="2910593" y="1780962"/>
                </a:lnTo>
                <a:lnTo>
                  <a:pt x="2913471" y="1775921"/>
                </a:lnTo>
                <a:lnTo>
                  <a:pt x="2935569" y="1769337"/>
                </a:lnTo>
                <a:lnTo>
                  <a:pt x="2944306" y="1763370"/>
                </a:lnTo>
                <a:lnTo>
                  <a:pt x="2956537" y="1750818"/>
                </a:lnTo>
                <a:lnTo>
                  <a:pt x="2964246" y="1747526"/>
                </a:lnTo>
                <a:lnTo>
                  <a:pt x="2966096" y="1746086"/>
                </a:lnTo>
                <a:lnTo>
                  <a:pt x="2967432" y="1746395"/>
                </a:lnTo>
                <a:lnTo>
                  <a:pt x="2968665" y="1755962"/>
                </a:lnTo>
                <a:lnTo>
                  <a:pt x="2971749" y="1761621"/>
                </a:lnTo>
                <a:lnTo>
                  <a:pt x="2972263" y="1764502"/>
                </a:lnTo>
                <a:lnTo>
                  <a:pt x="2961265" y="1769337"/>
                </a:lnTo>
                <a:lnTo>
                  <a:pt x="2951398" y="1780448"/>
                </a:lnTo>
                <a:lnTo>
                  <a:pt x="2929814" y="1787650"/>
                </a:lnTo>
                <a:lnTo>
                  <a:pt x="2924058" y="1791045"/>
                </a:lnTo>
                <a:close/>
              </a:path>
              <a:path w="4830775" h="1851847">
                <a:moveTo>
                  <a:pt x="3061581" y="1525613"/>
                </a:moveTo>
                <a:lnTo>
                  <a:pt x="3055311" y="1531992"/>
                </a:lnTo>
                <a:lnTo>
                  <a:pt x="3050994" y="1543103"/>
                </a:lnTo>
                <a:lnTo>
                  <a:pt x="3047191" y="1546395"/>
                </a:lnTo>
                <a:lnTo>
                  <a:pt x="3038866" y="1548556"/>
                </a:lnTo>
                <a:lnTo>
                  <a:pt x="3033829" y="1537445"/>
                </a:lnTo>
                <a:lnTo>
                  <a:pt x="3024682" y="1537959"/>
                </a:lnTo>
                <a:lnTo>
                  <a:pt x="3029101" y="1528185"/>
                </a:lnTo>
                <a:lnTo>
                  <a:pt x="3033521" y="1524584"/>
                </a:lnTo>
                <a:lnTo>
                  <a:pt x="3039174" y="1524482"/>
                </a:lnTo>
                <a:lnTo>
                  <a:pt x="3041949" y="1528391"/>
                </a:lnTo>
                <a:lnTo>
                  <a:pt x="3043491" y="1529214"/>
                </a:lnTo>
                <a:lnTo>
                  <a:pt x="3056750" y="1512650"/>
                </a:lnTo>
                <a:lnTo>
                  <a:pt x="3059422" y="1512547"/>
                </a:lnTo>
                <a:lnTo>
                  <a:pt x="3061581" y="1513268"/>
                </a:lnTo>
                <a:lnTo>
                  <a:pt x="3063328" y="1515325"/>
                </a:lnTo>
                <a:lnTo>
                  <a:pt x="3061581" y="1525613"/>
                </a:lnTo>
                <a:close/>
              </a:path>
              <a:path w="4830775" h="1851847">
                <a:moveTo>
                  <a:pt x="3024373" y="1519749"/>
                </a:moveTo>
                <a:lnTo>
                  <a:pt x="3009881" y="1522630"/>
                </a:lnTo>
                <a:lnTo>
                  <a:pt x="3001042" y="1535387"/>
                </a:lnTo>
                <a:lnTo>
                  <a:pt x="2993950" y="1535181"/>
                </a:lnTo>
                <a:lnTo>
                  <a:pt x="2990147" y="1540942"/>
                </a:lnTo>
                <a:lnTo>
                  <a:pt x="2989222" y="1543412"/>
                </a:lnTo>
                <a:lnTo>
                  <a:pt x="2989736" y="1545675"/>
                </a:lnTo>
                <a:lnTo>
                  <a:pt x="2988914" y="1547835"/>
                </a:lnTo>
                <a:lnTo>
                  <a:pt x="2986138" y="1550099"/>
                </a:lnTo>
                <a:lnTo>
                  <a:pt x="2979560" y="1546498"/>
                </a:lnTo>
                <a:lnTo>
                  <a:pt x="2973907" y="1551025"/>
                </a:lnTo>
                <a:lnTo>
                  <a:pt x="2971543" y="1552156"/>
                </a:lnTo>
                <a:lnTo>
                  <a:pt x="2963218" y="1546910"/>
                </a:lnTo>
                <a:lnTo>
                  <a:pt x="2955304" y="1547218"/>
                </a:lnTo>
                <a:lnTo>
                  <a:pt x="2952940" y="1546395"/>
                </a:lnTo>
                <a:lnTo>
                  <a:pt x="2962704" y="1536930"/>
                </a:lnTo>
                <a:lnTo>
                  <a:pt x="2976066" y="1528185"/>
                </a:lnTo>
                <a:lnTo>
                  <a:pt x="2978224" y="1524893"/>
                </a:lnTo>
                <a:lnTo>
                  <a:pt x="2972982" y="1523967"/>
                </a:lnTo>
                <a:lnTo>
                  <a:pt x="2969899" y="1522733"/>
                </a:lnTo>
                <a:lnTo>
                  <a:pt x="2969488" y="1520572"/>
                </a:lnTo>
                <a:lnTo>
                  <a:pt x="2977916" y="1519235"/>
                </a:lnTo>
                <a:lnTo>
                  <a:pt x="2983774" y="1519029"/>
                </a:lnTo>
                <a:lnTo>
                  <a:pt x="2988194" y="1521807"/>
                </a:lnTo>
                <a:lnTo>
                  <a:pt x="2991072" y="1521704"/>
                </a:lnTo>
                <a:lnTo>
                  <a:pt x="3009059" y="1511313"/>
                </a:lnTo>
                <a:lnTo>
                  <a:pt x="3016254" y="1513679"/>
                </a:lnTo>
                <a:lnTo>
                  <a:pt x="3021393" y="1516354"/>
                </a:lnTo>
                <a:lnTo>
                  <a:pt x="3024373" y="1519749"/>
                </a:lnTo>
                <a:close/>
              </a:path>
              <a:path w="4830775" h="1851847">
                <a:moveTo>
                  <a:pt x="2961882" y="1528288"/>
                </a:moveTo>
                <a:lnTo>
                  <a:pt x="2959826" y="1532815"/>
                </a:lnTo>
                <a:lnTo>
                  <a:pt x="2931869" y="1532506"/>
                </a:lnTo>
                <a:lnTo>
                  <a:pt x="2932692" y="1526539"/>
                </a:lnTo>
                <a:lnTo>
                  <a:pt x="2940400" y="1520058"/>
                </a:lnTo>
                <a:lnTo>
                  <a:pt x="2942970" y="1517897"/>
                </a:lnTo>
                <a:lnTo>
                  <a:pt x="2951604" y="1515943"/>
                </a:lnTo>
                <a:lnTo>
                  <a:pt x="2963835" y="1519440"/>
                </a:lnTo>
                <a:lnTo>
                  <a:pt x="2961882" y="1528288"/>
                </a:lnTo>
                <a:close/>
              </a:path>
              <a:path w="4830775" h="1851847">
                <a:moveTo>
                  <a:pt x="1157330" y="374176"/>
                </a:moveTo>
                <a:lnTo>
                  <a:pt x="1153116" y="374587"/>
                </a:lnTo>
                <a:lnTo>
                  <a:pt x="1151780" y="371501"/>
                </a:lnTo>
                <a:lnTo>
                  <a:pt x="1151986" y="366254"/>
                </a:lnTo>
                <a:lnTo>
                  <a:pt x="1151575" y="362036"/>
                </a:lnTo>
                <a:lnTo>
                  <a:pt x="1150341" y="358950"/>
                </a:lnTo>
                <a:lnTo>
                  <a:pt x="1150341" y="353703"/>
                </a:lnTo>
                <a:lnTo>
                  <a:pt x="1154350" y="356275"/>
                </a:lnTo>
                <a:lnTo>
                  <a:pt x="1157330" y="358744"/>
                </a:lnTo>
                <a:lnTo>
                  <a:pt x="1160928" y="360493"/>
                </a:lnTo>
                <a:lnTo>
                  <a:pt x="1163703" y="361727"/>
                </a:lnTo>
                <a:lnTo>
                  <a:pt x="1165245" y="362448"/>
                </a:lnTo>
                <a:lnTo>
                  <a:pt x="1162367" y="369958"/>
                </a:lnTo>
                <a:lnTo>
                  <a:pt x="1157330" y="374176"/>
                </a:lnTo>
                <a:close/>
              </a:path>
              <a:path w="4830775" h="1851847">
                <a:moveTo>
                  <a:pt x="2990764" y="844031"/>
                </a:moveTo>
                <a:lnTo>
                  <a:pt x="2983672" y="844751"/>
                </a:lnTo>
                <a:lnTo>
                  <a:pt x="2978944" y="841664"/>
                </a:lnTo>
                <a:lnTo>
                  <a:pt x="2979355" y="826644"/>
                </a:lnTo>
                <a:lnTo>
                  <a:pt x="2983672" y="823352"/>
                </a:lnTo>
                <a:lnTo>
                  <a:pt x="2985727" y="823866"/>
                </a:lnTo>
                <a:lnTo>
                  <a:pt x="2986961" y="828393"/>
                </a:lnTo>
                <a:lnTo>
                  <a:pt x="2989119" y="832405"/>
                </a:lnTo>
                <a:lnTo>
                  <a:pt x="2992614" y="836109"/>
                </a:lnTo>
                <a:lnTo>
                  <a:pt x="2990764" y="844031"/>
                </a:lnTo>
                <a:close/>
              </a:path>
              <a:path w="4830775" h="1851847">
                <a:moveTo>
                  <a:pt x="2954173" y="1091870"/>
                </a:moveTo>
                <a:lnTo>
                  <a:pt x="2944203" y="1104215"/>
                </a:lnTo>
                <a:lnTo>
                  <a:pt x="2937111" y="1103598"/>
                </a:lnTo>
                <a:lnTo>
                  <a:pt x="2928786" y="1095470"/>
                </a:lnTo>
                <a:lnTo>
                  <a:pt x="2926319" y="1086520"/>
                </a:lnTo>
                <a:lnTo>
                  <a:pt x="2926113" y="1083330"/>
                </a:lnTo>
                <a:lnTo>
                  <a:pt x="2931869" y="1078289"/>
                </a:lnTo>
                <a:lnTo>
                  <a:pt x="2951090" y="1080038"/>
                </a:lnTo>
                <a:lnTo>
                  <a:pt x="2954687" y="1084462"/>
                </a:lnTo>
                <a:lnTo>
                  <a:pt x="2954173" y="1091870"/>
                </a:lnTo>
                <a:close/>
              </a:path>
              <a:path w="4830775" h="1851847">
                <a:moveTo>
                  <a:pt x="2565861" y="1568000"/>
                </a:moveTo>
                <a:lnTo>
                  <a:pt x="2561852" y="1568926"/>
                </a:lnTo>
                <a:lnTo>
                  <a:pt x="2557844" y="1567486"/>
                </a:lnTo>
                <a:lnTo>
                  <a:pt x="2559488" y="1558329"/>
                </a:lnTo>
                <a:lnTo>
                  <a:pt x="2557124" y="1552156"/>
                </a:lnTo>
                <a:lnTo>
                  <a:pt x="2561339" y="1547218"/>
                </a:lnTo>
                <a:lnTo>
                  <a:pt x="2562366" y="1538576"/>
                </a:lnTo>
                <a:lnTo>
                  <a:pt x="2564011" y="1535901"/>
                </a:lnTo>
                <a:lnTo>
                  <a:pt x="2566580" y="1538679"/>
                </a:lnTo>
                <a:lnTo>
                  <a:pt x="2567711" y="1540428"/>
                </a:lnTo>
                <a:lnTo>
                  <a:pt x="2569767" y="1541251"/>
                </a:lnTo>
                <a:lnTo>
                  <a:pt x="2574392" y="1541457"/>
                </a:lnTo>
                <a:lnTo>
                  <a:pt x="2575420" y="1545161"/>
                </a:lnTo>
                <a:lnTo>
                  <a:pt x="2575214" y="1548658"/>
                </a:lnTo>
                <a:lnTo>
                  <a:pt x="2573261" y="1552362"/>
                </a:lnTo>
                <a:lnTo>
                  <a:pt x="2567814" y="1556375"/>
                </a:lnTo>
                <a:lnTo>
                  <a:pt x="2563805" y="1560901"/>
                </a:lnTo>
                <a:lnTo>
                  <a:pt x="2565861" y="1568000"/>
                </a:lnTo>
                <a:close/>
              </a:path>
              <a:path w="4830775" h="1851847">
                <a:moveTo>
                  <a:pt x="2379311" y="239814"/>
                </a:moveTo>
                <a:lnTo>
                  <a:pt x="2389178" y="240020"/>
                </a:lnTo>
                <a:lnTo>
                  <a:pt x="2403568" y="238065"/>
                </a:lnTo>
                <a:lnTo>
                  <a:pt x="2406959" y="247839"/>
                </a:lnTo>
                <a:lnTo>
                  <a:pt x="2407473" y="251645"/>
                </a:lnTo>
                <a:lnTo>
                  <a:pt x="2388356" y="256789"/>
                </a:lnTo>
                <a:lnTo>
                  <a:pt x="2376844" y="244752"/>
                </a:lnTo>
                <a:lnTo>
                  <a:pt x="2379311" y="239814"/>
                </a:lnTo>
                <a:close/>
              </a:path>
              <a:path w="4830775" h="1851847">
                <a:moveTo>
                  <a:pt x="2380236" y="331172"/>
                </a:moveTo>
                <a:lnTo>
                  <a:pt x="2379003" y="334567"/>
                </a:lnTo>
                <a:lnTo>
                  <a:pt x="2370163" y="326337"/>
                </a:lnTo>
                <a:lnTo>
                  <a:pt x="2367799" y="320370"/>
                </a:lnTo>
                <a:lnTo>
                  <a:pt x="2368930" y="315637"/>
                </a:lnTo>
                <a:lnTo>
                  <a:pt x="2378077" y="315226"/>
                </a:lnTo>
                <a:lnTo>
                  <a:pt x="2382600" y="318106"/>
                </a:lnTo>
                <a:lnTo>
                  <a:pt x="2380236" y="331172"/>
                </a:lnTo>
                <a:close/>
              </a:path>
              <a:path w="4830775" h="1851847">
                <a:moveTo>
                  <a:pt x="2369752" y="1529523"/>
                </a:moveTo>
                <a:lnTo>
                  <a:pt x="2367491" y="1529626"/>
                </a:lnTo>
                <a:lnTo>
                  <a:pt x="2362968" y="1527671"/>
                </a:lnTo>
                <a:lnTo>
                  <a:pt x="2364613" y="1523350"/>
                </a:lnTo>
                <a:lnTo>
                  <a:pt x="2362146" y="1516354"/>
                </a:lnTo>
                <a:lnTo>
                  <a:pt x="2363071" y="1510593"/>
                </a:lnTo>
                <a:lnTo>
                  <a:pt x="2368724" y="1507403"/>
                </a:lnTo>
                <a:lnTo>
                  <a:pt x="2380955" y="1506992"/>
                </a:lnTo>
                <a:lnTo>
                  <a:pt x="2381367" y="1511210"/>
                </a:lnTo>
                <a:lnTo>
                  <a:pt x="2369752" y="1529523"/>
                </a:lnTo>
                <a:close/>
              </a:path>
              <a:path w="4830775" h="1851847">
                <a:moveTo>
                  <a:pt x="3741795" y="748661"/>
                </a:moveTo>
                <a:lnTo>
                  <a:pt x="3739225" y="753907"/>
                </a:lnTo>
                <a:lnTo>
                  <a:pt x="3734292" y="757508"/>
                </a:lnTo>
                <a:lnTo>
                  <a:pt x="3690095" y="763784"/>
                </a:lnTo>
                <a:lnTo>
                  <a:pt x="3693898" y="759977"/>
                </a:lnTo>
                <a:lnTo>
                  <a:pt x="3695748" y="756274"/>
                </a:lnTo>
                <a:lnTo>
                  <a:pt x="3698524" y="754422"/>
                </a:lnTo>
                <a:lnTo>
                  <a:pt x="3702943" y="754833"/>
                </a:lnTo>
                <a:lnTo>
                  <a:pt x="3705102" y="753702"/>
                </a:lnTo>
                <a:lnTo>
                  <a:pt x="3707363" y="753290"/>
                </a:lnTo>
                <a:lnTo>
                  <a:pt x="3709830" y="753805"/>
                </a:lnTo>
                <a:lnTo>
                  <a:pt x="3714044" y="752261"/>
                </a:lnTo>
                <a:lnTo>
                  <a:pt x="3723089" y="753290"/>
                </a:lnTo>
                <a:lnTo>
                  <a:pt x="3732339" y="752467"/>
                </a:lnTo>
                <a:lnTo>
                  <a:pt x="3731722" y="747426"/>
                </a:lnTo>
                <a:lnTo>
                  <a:pt x="3741795" y="748661"/>
                </a:lnTo>
                <a:close/>
              </a:path>
              <a:path w="4830775" h="1851847">
                <a:moveTo>
                  <a:pt x="3371264" y="749072"/>
                </a:moveTo>
                <a:lnTo>
                  <a:pt x="3370134" y="751233"/>
                </a:lnTo>
                <a:lnTo>
                  <a:pt x="3359444" y="748455"/>
                </a:lnTo>
                <a:lnTo>
                  <a:pt x="3356464" y="747015"/>
                </a:lnTo>
                <a:lnTo>
                  <a:pt x="3361911" y="732405"/>
                </a:lnTo>
                <a:lnTo>
                  <a:pt x="3366947" y="732817"/>
                </a:lnTo>
                <a:lnTo>
                  <a:pt x="3371367" y="746706"/>
                </a:lnTo>
                <a:lnTo>
                  <a:pt x="3371264" y="749072"/>
                </a:lnTo>
                <a:close/>
              </a:path>
              <a:path w="4830775" h="1851847">
                <a:moveTo>
                  <a:pt x="2814492" y="1758226"/>
                </a:moveTo>
                <a:lnTo>
                  <a:pt x="2809353" y="1759460"/>
                </a:lnTo>
                <a:lnTo>
                  <a:pt x="2798355" y="1756477"/>
                </a:lnTo>
                <a:lnTo>
                  <a:pt x="2796196" y="1754728"/>
                </a:lnTo>
                <a:lnTo>
                  <a:pt x="2805550" y="1749687"/>
                </a:lnTo>
                <a:lnTo>
                  <a:pt x="2812847" y="1742691"/>
                </a:lnTo>
                <a:lnTo>
                  <a:pt x="2821378" y="1742074"/>
                </a:lnTo>
                <a:lnTo>
                  <a:pt x="2826312" y="1743514"/>
                </a:lnTo>
                <a:lnTo>
                  <a:pt x="2824564" y="1751847"/>
                </a:lnTo>
                <a:lnTo>
                  <a:pt x="2814492" y="1758226"/>
                </a:lnTo>
                <a:close/>
              </a:path>
              <a:path w="4830775" h="1851847">
                <a:moveTo>
                  <a:pt x="2926936" y="1547835"/>
                </a:moveTo>
                <a:lnTo>
                  <a:pt x="2923749" y="1553905"/>
                </a:lnTo>
                <a:lnTo>
                  <a:pt x="2917788" y="1552156"/>
                </a:lnTo>
                <a:lnTo>
                  <a:pt x="2919433" y="1546395"/>
                </a:lnTo>
                <a:lnTo>
                  <a:pt x="2922413" y="1542897"/>
                </a:lnTo>
                <a:lnTo>
                  <a:pt x="2930430" y="1537856"/>
                </a:lnTo>
                <a:lnTo>
                  <a:pt x="2938447" y="1537033"/>
                </a:lnTo>
                <a:lnTo>
                  <a:pt x="2943484" y="1538782"/>
                </a:lnTo>
                <a:lnTo>
                  <a:pt x="2945025" y="1540737"/>
                </a:lnTo>
                <a:lnTo>
                  <a:pt x="2932383" y="1542691"/>
                </a:lnTo>
                <a:lnTo>
                  <a:pt x="2926936" y="1547835"/>
                </a:lnTo>
                <a:close/>
              </a:path>
            </a:pathLst>
          </a:custGeom>
          <a:solidFill>
            <a:srgbClr val="A9B8CC"/>
          </a:solidFill>
          <a:ln w="6350">
            <a:solidFill>
              <a:srgbClr val="E4EBF3"/>
            </a:solidFill>
            <a:prstDash val="solid"/>
          </a:ln>
        </p:spPr>
      </p:sp>
      <p:sp>
        <p:nvSpPr>
          <p:cNvPr id="26" name="Shape 22"/>
          <p:cNvSpPr/>
          <p:nvPr/>
        </p:nvSpPr>
        <p:spPr>
          <a:xfrm>
            <a:off x="7116502" y="1743656"/>
            <a:ext cx="254929" cy="254929"/>
          </a:xfrm>
          <a:prstGeom prst="ellipse">
            <a:avLst/>
          </a:prstGeom>
          <a:solidFill>
            <a:srgbClr val="C39B2A">
              <a:alpha val="75000"/>
            </a:srgbClr>
          </a:solidFill>
          <a:ln w="9525">
            <a:solidFill>
              <a:srgbClr val="9A7A1C"/>
            </a:solidFill>
            <a:prstDash val="solid"/>
          </a:ln>
        </p:spPr>
      </p:sp>
      <p:sp>
        <p:nvSpPr>
          <p:cNvPr id="27" name="Text 23"/>
          <p:cNvSpPr txBox="1"/>
          <p:nvPr/>
        </p:nvSpPr>
        <p:spPr>
          <a:xfrm>
            <a:off x="7445134" y="1596801"/>
            <a:ext cx="1463040" cy="182880"/>
          </a:xfrm>
          <a:prstGeom prst="rect">
            <a:avLst/>
          </a:prstGeom>
          <a:noFill/>
          <a:ln/>
        </p:spPr>
        <p:txBody>
          <a:bodyPr wrap="square" lIns="0" tIns="0" rIns="0" bIns="0" rtlCol="0" anchor="t"/>
          <a:lstStyle/>
          <a:p>
            <a:pPr algn="l" indent="0" marL="0">
              <a:buNone/>
            </a:pPr>
            <a:r>
              <a:rPr lang="en-US" sz="850" b="1" dirty="0">
                <a:solidFill>
                  <a:srgbClr val="0F2340"/>
                </a:solidFill>
                <a:latin typeface="Calibri" pitchFamily="34" charset="0"/>
                <a:ea typeface="Calibri" pitchFamily="34" charset="-122"/>
                <a:cs typeface="Calibri" pitchFamily="34" charset="-120"/>
              </a:rPr>
              <a:t>Medan</a:t>
            </a:r>
            <a:endParaRPr lang="en-US" sz="850" dirty="0"/>
          </a:p>
        </p:txBody>
      </p:sp>
      <p:sp>
        <p:nvSpPr>
          <p:cNvPr id="28" name="Text 24"/>
          <p:cNvSpPr txBox="1"/>
          <p:nvPr/>
        </p:nvSpPr>
        <p:spPr>
          <a:xfrm>
            <a:off x="7445134" y="1743105"/>
            <a:ext cx="1463040" cy="164592"/>
          </a:xfrm>
          <a:prstGeom prst="rect">
            <a:avLst/>
          </a:prstGeom>
          <a:noFill/>
          <a:ln/>
        </p:spPr>
        <p:txBody>
          <a:bodyPr wrap="square" lIns="0" tIns="0" rIns="0" bIns="0" rtlCol="0" anchor="t"/>
          <a:lstStyle/>
          <a:p>
            <a:pPr algn="l" indent="0" marL="0">
              <a:buNone/>
            </a:pPr>
            <a:r>
              <a:rPr lang="en-US" sz="750" dirty="0">
                <a:solidFill>
                  <a:srgbClr val="6B7280"/>
                </a:solidFill>
                <a:latin typeface="Calibri" pitchFamily="34" charset="0"/>
                <a:ea typeface="Calibri" pitchFamily="34" charset="-122"/>
                <a:cs typeface="Calibri" pitchFamily="34" charset="-120"/>
              </a:rPr>
              <a:t>flour + feed</a:t>
            </a:r>
            <a:endParaRPr lang="en-US" sz="750" dirty="0"/>
          </a:p>
        </p:txBody>
      </p:sp>
      <p:sp>
        <p:nvSpPr>
          <p:cNvPr id="29" name="Shape 25"/>
          <p:cNvSpPr/>
          <p:nvPr/>
        </p:nvSpPr>
        <p:spPr>
          <a:xfrm>
            <a:off x="7420207" y="1962240"/>
            <a:ext cx="212823" cy="212823"/>
          </a:xfrm>
          <a:prstGeom prst="ellipse">
            <a:avLst/>
          </a:prstGeom>
          <a:solidFill>
            <a:srgbClr val="C39B2A">
              <a:alpha val="75000"/>
            </a:srgbClr>
          </a:solidFill>
          <a:ln w="9525">
            <a:solidFill>
              <a:srgbClr val="9A7A1C"/>
            </a:solidFill>
            <a:prstDash val="solid"/>
          </a:ln>
        </p:spPr>
      </p:sp>
      <p:sp>
        <p:nvSpPr>
          <p:cNvPr id="30" name="Text 26"/>
          <p:cNvSpPr txBox="1"/>
          <p:nvPr/>
        </p:nvSpPr>
        <p:spPr>
          <a:xfrm>
            <a:off x="7654634" y="2086939"/>
            <a:ext cx="1463040" cy="182880"/>
          </a:xfrm>
          <a:prstGeom prst="rect">
            <a:avLst/>
          </a:prstGeom>
          <a:noFill/>
          <a:ln/>
        </p:spPr>
        <p:txBody>
          <a:bodyPr wrap="square" lIns="0" tIns="0" rIns="0" bIns="0" rtlCol="0" anchor="t"/>
          <a:lstStyle/>
          <a:p>
            <a:pPr algn="l" indent="0" marL="0">
              <a:buNone/>
            </a:pPr>
            <a:r>
              <a:rPr lang="en-US" sz="850" b="1" dirty="0">
                <a:solidFill>
                  <a:srgbClr val="0F2340"/>
                </a:solidFill>
                <a:latin typeface="Calibri" pitchFamily="34" charset="0"/>
                <a:ea typeface="Calibri" pitchFamily="34" charset="-122"/>
                <a:cs typeface="Calibri" pitchFamily="34" charset="-120"/>
              </a:rPr>
              <a:t>Dumai</a:t>
            </a:r>
            <a:endParaRPr lang="en-US" sz="850" dirty="0"/>
          </a:p>
        </p:txBody>
      </p:sp>
      <p:sp>
        <p:nvSpPr>
          <p:cNvPr id="31" name="Text 27"/>
          <p:cNvSpPr txBox="1"/>
          <p:nvPr/>
        </p:nvSpPr>
        <p:spPr>
          <a:xfrm>
            <a:off x="7654634" y="2233243"/>
            <a:ext cx="1463040" cy="164592"/>
          </a:xfrm>
          <a:prstGeom prst="rect">
            <a:avLst/>
          </a:prstGeom>
          <a:noFill/>
          <a:ln/>
        </p:spPr>
        <p:txBody>
          <a:bodyPr wrap="square" lIns="0" tIns="0" rIns="0" bIns="0" rtlCol="0" anchor="t"/>
          <a:lstStyle/>
          <a:p>
            <a:pPr algn="l" indent="0" marL="0">
              <a:buNone/>
            </a:pPr>
            <a:r>
              <a:rPr lang="en-US" sz="750" dirty="0">
                <a:solidFill>
                  <a:srgbClr val="6B7280"/>
                </a:solidFill>
                <a:latin typeface="Calibri" pitchFamily="34" charset="0"/>
                <a:ea typeface="Calibri" pitchFamily="34" charset="-122"/>
                <a:cs typeface="Calibri" pitchFamily="34" charset="-120"/>
              </a:rPr>
              <a:t>flour</a:t>
            </a:r>
            <a:endParaRPr lang="en-US" sz="750" dirty="0"/>
          </a:p>
        </p:txBody>
      </p:sp>
      <p:sp>
        <p:nvSpPr>
          <p:cNvPr id="32" name="Shape 28"/>
          <p:cNvSpPr/>
          <p:nvPr/>
        </p:nvSpPr>
        <p:spPr>
          <a:xfrm>
            <a:off x="7806241" y="2686099"/>
            <a:ext cx="232180" cy="232180"/>
          </a:xfrm>
          <a:prstGeom prst="ellipse">
            <a:avLst/>
          </a:prstGeom>
          <a:solidFill>
            <a:srgbClr val="C39B2A">
              <a:alpha val="75000"/>
            </a:srgbClr>
          </a:solidFill>
          <a:ln w="9525">
            <a:solidFill>
              <a:srgbClr val="9A7A1C"/>
            </a:solidFill>
            <a:prstDash val="solid"/>
          </a:ln>
        </p:spPr>
      </p:sp>
      <p:sp>
        <p:nvSpPr>
          <p:cNvPr id="33" name="Text 29"/>
          <p:cNvSpPr txBox="1"/>
          <p:nvPr/>
        </p:nvSpPr>
        <p:spPr>
          <a:xfrm>
            <a:off x="7355402" y="2381564"/>
            <a:ext cx="1463040" cy="182880"/>
          </a:xfrm>
          <a:prstGeom prst="rect">
            <a:avLst/>
          </a:prstGeom>
          <a:noFill/>
          <a:ln/>
        </p:spPr>
        <p:txBody>
          <a:bodyPr wrap="square" lIns="0" tIns="0" rIns="0" bIns="0" rtlCol="0" anchor="t"/>
          <a:lstStyle/>
          <a:p>
            <a:pPr algn="ctr" indent="0" marL="0">
              <a:buNone/>
            </a:pPr>
            <a:r>
              <a:rPr lang="en-US" sz="850" b="1" dirty="0">
                <a:solidFill>
                  <a:srgbClr val="0F2340"/>
                </a:solidFill>
                <a:latin typeface="Calibri" pitchFamily="34" charset="0"/>
                <a:ea typeface="Calibri" pitchFamily="34" charset="-122"/>
                <a:cs typeface="Calibri" pitchFamily="34" charset="-120"/>
              </a:rPr>
              <a:t>Lampung</a:t>
            </a:r>
            <a:endParaRPr lang="en-US" sz="850" dirty="0"/>
          </a:p>
        </p:txBody>
      </p:sp>
      <p:sp>
        <p:nvSpPr>
          <p:cNvPr id="34" name="Text 30"/>
          <p:cNvSpPr txBox="1"/>
          <p:nvPr/>
        </p:nvSpPr>
        <p:spPr>
          <a:xfrm>
            <a:off x="7355402" y="2527868"/>
            <a:ext cx="1463040" cy="164592"/>
          </a:xfrm>
          <a:prstGeom prst="rect">
            <a:avLst/>
          </a:prstGeom>
          <a:noFill/>
          <a:ln/>
        </p:spPr>
        <p:txBody>
          <a:bodyPr wrap="square" lIns="0" tIns="0" rIns="0" bIns="0" rtlCol="0" anchor="t"/>
          <a:lstStyle/>
          <a:p>
            <a:pPr algn="ctr" indent="0" marL="0">
              <a:buNone/>
            </a:pPr>
            <a:r>
              <a:rPr lang="en-US" sz="750" dirty="0">
                <a:solidFill>
                  <a:srgbClr val="6B7280"/>
                </a:solidFill>
                <a:latin typeface="Calibri" pitchFamily="34" charset="0"/>
                <a:ea typeface="Calibri" pitchFamily="34" charset="-122"/>
                <a:cs typeface="Calibri" pitchFamily="34" charset="-120"/>
              </a:rPr>
              <a:t>feed</a:t>
            </a:r>
            <a:endParaRPr lang="en-US" sz="750" dirty="0"/>
          </a:p>
        </p:txBody>
      </p:sp>
      <p:sp>
        <p:nvSpPr>
          <p:cNvPr id="35" name="Shape 31"/>
          <p:cNvSpPr/>
          <p:nvPr/>
        </p:nvSpPr>
        <p:spPr>
          <a:xfrm>
            <a:off x="7843704" y="2667095"/>
            <a:ext cx="403931" cy="403931"/>
          </a:xfrm>
          <a:prstGeom prst="ellipse">
            <a:avLst/>
          </a:prstGeom>
          <a:solidFill>
            <a:srgbClr val="C39B2A">
              <a:alpha val="75000"/>
            </a:srgbClr>
          </a:solidFill>
          <a:ln w="9525">
            <a:solidFill>
              <a:srgbClr val="9A7A1C"/>
            </a:solidFill>
            <a:prstDash val="solid"/>
          </a:ln>
        </p:spPr>
      </p:sp>
      <p:sp>
        <p:nvSpPr>
          <p:cNvPr id="36" name="Text 32"/>
          <p:cNvSpPr txBox="1"/>
          <p:nvPr/>
        </p:nvSpPr>
        <p:spPr>
          <a:xfrm>
            <a:off x="6354029" y="3051941"/>
            <a:ext cx="1463040" cy="182880"/>
          </a:xfrm>
          <a:prstGeom prst="rect">
            <a:avLst/>
          </a:prstGeom>
          <a:noFill/>
          <a:ln/>
        </p:spPr>
        <p:txBody>
          <a:bodyPr wrap="square" lIns="0" tIns="0" rIns="0" bIns="0" rtlCol="0" anchor="t"/>
          <a:lstStyle/>
          <a:p>
            <a:pPr algn="r" indent="0" marL="0">
              <a:buNone/>
            </a:pPr>
            <a:r>
              <a:rPr lang="en-US" sz="850" b="1" dirty="0">
                <a:solidFill>
                  <a:srgbClr val="0F2340"/>
                </a:solidFill>
                <a:latin typeface="Calibri" pitchFamily="34" charset="0"/>
                <a:ea typeface="Calibri" pitchFamily="34" charset="-122"/>
                <a:cs typeface="Calibri" pitchFamily="34" charset="-120"/>
              </a:rPr>
              <a:t>Banten – Greater Jakarta</a:t>
            </a:r>
            <a:endParaRPr lang="en-US" sz="850" dirty="0"/>
          </a:p>
        </p:txBody>
      </p:sp>
      <p:sp>
        <p:nvSpPr>
          <p:cNvPr id="37" name="Text 33"/>
          <p:cNvSpPr txBox="1"/>
          <p:nvPr/>
        </p:nvSpPr>
        <p:spPr>
          <a:xfrm>
            <a:off x="6354029" y="3198245"/>
            <a:ext cx="1463040" cy="164592"/>
          </a:xfrm>
          <a:prstGeom prst="rect">
            <a:avLst/>
          </a:prstGeom>
          <a:noFill/>
          <a:ln/>
        </p:spPr>
        <p:txBody>
          <a:bodyPr wrap="square" lIns="0" tIns="0" rIns="0" bIns="0" rtlCol="0" anchor="t"/>
          <a:lstStyle/>
          <a:p>
            <a:pPr algn="r" indent="0" marL="0">
              <a:buNone/>
            </a:pPr>
            <a:r>
              <a:rPr lang="en-US" sz="750" dirty="0">
                <a:solidFill>
                  <a:srgbClr val="6B7280"/>
                </a:solidFill>
                <a:latin typeface="Calibri" pitchFamily="34" charset="0"/>
                <a:ea typeface="Calibri" pitchFamily="34" charset="-122"/>
                <a:cs typeface="Calibri" pitchFamily="34" charset="-120"/>
              </a:rPr>
              <a:t>flour + feed + starch</a:t>
            </a:r>
            <a:endParaRPr lang="en-US" sz="750" dirty="0"/>
          </a:p>
        </p:txBody>
      </p:sp>
      <p:sp>
        <p:nvSpPr>
          <p:cNvPr id="38" name="Shape 34"/>
          <p:cNvSpPr/>
          <p:nvPr/>
        </p:nvSpPr>
        <p:spPr>
          <a:xfrm>
            <a:off x="8319056" y="2829044"/>
            <a:ext cx="254929" cy="254929"/>
          </a:xfrm>
          <a:prstGeom prst="ellipse">
            <a:avLst/>
          </a:prstGeom>
          <a:solidFill>
            <a:srgbClr val="C39B2A">
              <a:alpha val="75000"/>
            </a:srgbClr>
          </a:solidFill>
          <a:ln w="9525">
            <a:solidFill>
              <a:srgbClr val="9A7A1C"/>
            </a:solidFill>
            <a:prstDash val="solid"/>
          </a:ln>
        </p:spPr>
      </p:sp>
      <p:sp>
        <p:nvSpPr>
          <p:cNvPr id="39" name="Text 35"/>
          <p:cNvSpPr txBox="1"/>
          <p:nvPr/>
        </p:nvSpPr>
        <p:spPr>
          <a:xfrm>
            <a:off x="7577841" y="3212541"/>
            <a:ext cx="1463040" cy="182880"/>
          </a:xfrm>
          <a:prstGeom prst="rect">
            <a:avLst/>
          </a:prstGeom>
          <a:noFill/>
          <a:ln/>
        </p:spPr>
        <p:txBody>
          <a:bodyPr wrap="square" lIns="0" tIns="0" rIns="0" bIns="0" rtlCol="0" anchor="t"/>
          <a:lstStyle/>
          <a:p>
            <a:pPr algn="ctr" indent="0" marL="0">
              <a:buNone/>
            </a:pPr>
            <a:r>
              <a:rPr lang="en-US" sz="850" b="1" dirty="0">
                <a:solidFill>
                  <a:srgbClr val="0F2340"/>
                </a:solidFill>
                <a:latin typeface="Calibri" pitchFamily="34" charset="0"/>
                <a:ea typeface="Calibri" pitchFamily="34" charset="-122"/>
                <a:cs typeface="Calibri" pitchFamily="34" charset="-120"/>
              </a:rPr>
              <a:t>Semarang</a:t>
            </a:r>
            <a:endParaRPr lang="en-US" sz="850" dirty="0"/>
          </a:p>
        </p:txBody>
      </p:sp>
      <p:sp>
        <p:nvSpPr>
          <p:cNvPr id="40" name="Text 36"/>
          <p:cNvSpPr txBox="1"/>
          <p:nvPr/>
        </p:nvSpPr>
        <p:spPr>
          <a:xfrm>
            <a:off x="7577841" y="3358845"/>
            <a:ext cx="1463040" cy="164592"/>
          </a:xfrm>
          <a:prstGeom prst="rect">
            <a:avLst/>
          </a:prstGeom>
          <a:noFill/>
          <a:ln/>
        </p:spPr>
        <p:txBody>
          <a:bodyPr wrap="square" lIns="0" tIns="0" rIns="0" bIns="0" rtlCol="0" anchor="t"/>
          <a:lstStyle/>
          <a:p>
            <a:pPr algn="ctr" indent="0" marL="0">
              <a:buNone/>
            </a:pPr>
            <a:r>
              <a:rPr lang="en-US" sz="750" dirty="0">
                <a:solidFill>
                  <a:srgbClr val="6B7280"/>
                </a:solidFill>
                <a:latin typeface="Calibri" pitchFamily="34" charset="0"/>
                <a:ea typeface="Calibri" pitchFamily="34" charset="-122"/>
                <a:cs typeface="Calibri" pitchFamily="34" charset="-120"/>
              </a:rPr>
              <a:t>flour + feed</a:t>
            </a:r>
            <a:endParaRPr lang="en-US" sz="750" dirty="0"/>
          </a:p>
        </p:txBody>
      </p:sp>
      <p:sp>
        <p:nvSpPr>
          <p:cNvPr id="41" name="Shape 37"/>
          <p:cNvSpPr/>
          <p:nvPr/>
        </p:nvSpPr>
        <p:spPr>
          <a:xfrm>
            <a:off x="8504593" y="2803901"/>
            <a:ext cx="356656" cy="356656"/>
          </a:xfrm>
          <a:prstGeom prst="ellipse">
            <a:avLst/>
          </a:prstGeom>
          <a:solidFill>
            <a:srgbClr val="C39B2A">
              <a:alpha val="75000"/>
            </a:srgbClr>
          </a:solidFill>
          <a:ln w="9525">
            <a:solidFill>
              <a:srgbClr val="9A7A1C"/>
            </a:solidFill>
            <a:prstDash val="solid"/>
          </a:ln>
        </p:spPr>
      </p:sp>
      <p:sp>
        <p:nvSpPr>
          <p:cNvPr id="42" name="Text 38"/>
          <p:cNvSpPr txBox="1"/>
          <p:nvPr/>
        </p:nvSpPr>
        <p:spPr>
          <a:xfrm>
            <a:off x="8957241" y="2963941"/>
            <a:ext cx="1463040" cy="182880"/>
          </a:xfrm>
          <a:prstGeom prst="rect">
            <a:avLst/>
          </a:prstGeom>
          <a:noFill/>
          <a:ln/>
        </p:spPr>
        <p:txBody>
          <a:bodyPr wrap="square" lIns="0" tIns="0" rIns="0" bIns="0" rtlCol="0" anchor="t"/>
          <a:lstStyle/>
          <a:p>
            <a:pPr algn="l" indent="0" marL="0">
              <a:buNone/>
            </a:pPr>
            <a:r>
              <a:rPr lang="en-US" sz="850" b="1" dirty="0">
                <a:solidFill>
                  <a:srgbClr val="0F2340"/>
                </a:solidFill>
                <a:latin typeface="Calibri" pitchFamily="34" charset="0"/>
                <a:ea typeface="Calibri" pitchFamily="34" charset="-122"/>
                <a:cs typeface="Calibri" pitchFamily="34" charset="-120"/>
              </a:rPr>
              <a:t>Surabaya – Gresik</a:t>
            </a:r>
            <a:endParaRPr lang="en-US" sz="850" dirty="0"/>
          </a:p>
        </p:txBody>
      </p:sp>
      <p:sp>
        <p:nvSpPr>
          <p:cNvPr id="43" name="Text 39"/>
          <p:cNvSpPr txBox="1"/>
          <p:nvPr/>
        </p:nvSpPr>
        <p:spPr>
          <a:xfrm>
            <a:off x="8957241" y="3110245"/>
            <a:ext cx="1463040" cy="164592"/>
          </a:xfrm>
          <a:prstGeom prst="rect">
            <a:avLst/>
          </a:prstGeom>
          <a:noFill/>
          <a:ln/>
        </p:spPr>
        <p:txBody>
          <a:bodyPr wrap="square" lIns="0" tIns="0" rIns="0" bIns="0" rtlCol="0" anchor="t"/>
          <a:lstStyle/>
          <a:p>
            <a:pPr algn="l" indent="0" marL="0">
              <a:buNone/>
            </a:pPr>
            <a:r>
              <a:rPr lang="en-US" sz="750" dirty="0">
                <a:solidFill>
                  <a:srgbClr val="6B7280"/>
                </a:solidFill>
                <a:latin typeface="Calibri" pitchFamily="34" charset="0"/>
                <a:ea typeface="Calibri" pitchFamily="34" charset="-122"/>
                <a:cs typeface="Calibri" pitchFamily="34" charset="-120"/>
              </a:rPr>
              <a:t>flour + feed</a:t>
            </a:r>
            <a:endParaRPr lang="en-US" sz="750" dirty="0"/>
          </a:p>
        </p:txBody>
      </p:sp>
      <p:sp>
        <p:nvSpPr>
          <p:cNvPr id="44" name="Shape 40"/>
          <p:cNvSpPr/>
          <p:nvPr/>
        </p:nvSpPr>
        <p:spPr>
          <a:xfrm>
            <a:off x="9244098" y="2638716"/>
            <a:ext cx="254929" cy="254929"/>
          </a:xfrm>
          <a:prstGeom prst="ellipse">
            <a:avLst/>
          </a:prstGeom>
          <a:solidFill>
            <a:srgbClr val="C39B2A">
              <a:alpha val="75000"/>
            </a:srgbClr>
          </a:solidFill>
          <a:ln w="9525">
            <a:solidFill>
              <a:srgbClr val="9A7A1C"/>
            </a:solidFill>
            <a:prstDash val="solid"/>
          </a:ln>
        </p:spPr>
      </p:sp>
      <p:sp>
        <p:nvSpPr>
          <p:cNvPr id="45" name="Text 41"/>
          <p:cNvSpPr txBox="1"/>
          <p:nvPr/>
        </p:nvSpPr>
        <p:spPr>
          <a:xfrm>
            <a:off x="9517867" y="2656452"/>
            <a:ext cx="1463040" cy="182880"/>
          </a:xfrm>
          <a:prstGeom prst="rect">
            <a:avLst/>
          </a:prstGeom>
          <a:noFill/>
          <a:ln/>
        </p:spPr>
        <p:txBody>
          <a:bodyPr wrap="square" lIns="0" tIns="0" rIns="0" bIns="0" rtlCol="0" anchor="t"/>
          <a:lstStyle/>
          <a:p>
            <a:pPr algn="l" indent="0" marL="0">
              <a:buNone/>
            </a:pPr>
            <a:r>
              <a:rPr lang="en-US" sz="850" b="1" dirty="0">
                <a:solidFill>
                  <a:srgbClr val="0F2340"/>
                </a:solidFill>
                <a:latin typeface="Calibri" pitchFamily="34" charset="0"/>
                <a:ea typeface="Calibri" pitchFamily="34" charset="-122"/>
                <a:cs typeface="Calibri" pitchFamily="34" charset="-120"/>
              </a:rPr>
              <a:t>Makassar</a:t>
            </a:r>
            <a:endParaRPr lang="en-US" sz="850" dirty="0"/>
          </a:p>
        </p:txBody>
      </p:sp>
      <p:sp>
        <p:nvSpPr>
          <p:cNvPr id="46" name="Text 42"/>
          <p:cNvSpPr txBox="1"/>
          <p:nvPr/>
        </p:nvSpPr>
        <p:spPr>
          <a:xfrm>
            <a:off x="9517867" y="2802756"/>
            <a:ext cx="1463040" cy="164592"/>
          </a:xfrm>
          <a:prstGeom prst="rect">
            <a:avLst/>
          </a:prstGeom>
          <a:noFill/>
          <a:ln/>
        </p:spPr>
        <p:txBody>
          <a:bodyPr wrap="square" lIns="0" tIns="0" rIns="0" bIns="0" rtlCol="0" anchor="t"/>
          <a:lstStyle/>
          <a:p>
            <a:pPr algn="l" indent="0" marL="0">
              <a:buNone/>
            </a:pPr>
            <a:r>
              <a:rPr lang="en-US" sz="750" dirty="0">
                <a:solidFill>
                  <a:srgbClr val="6B7280"/>
                </a:solidFill>
                <a:latin typeface="Calibri" pitchFamily="34" charset="0"/>
                <a:ea typeface="Calibri" pitchFamily="34" charset="-122"/>
                <a:cs typeface="Calibri" pitchFamily="34" charset="-120"/>
              </a:rPr>
              <a:t>flour + feed</a:t>
            </a:r>
            <a:endParaRPr lang="en-US" sz="750" dirty="0"/>
          </a:p>
        </p:txBody>
      </p:sp>
      <p:sp>
        <p:nvSpPr>
          <p:cNvPr id="47" name="Text 43"/>
          <p:cNvSpPr txBox="1"/>
          <p:nvPr/>
        </p:nvSpPr>
        <p:spPr>
          <a:xfrm>
            <a:off x="6812280" y="3516055"/>
            <a:ext cx="4830775" cy="201168"/>
          </a:xfrm>
          <a:prstGeom prst="rect">
            <a:avLst/>
          </a:prstGeom>
          <a:noFill/>
          <a:ln/>
        </p:spPr>
        <p:txBody>
          <a:bodyPr wrap="square" lIns="0" tIns="0" rIns="0" bIns="0" rtlCol="0" anchor="t"/>
          <a:lstStyle/>
          <a:p>
            <a:pPr algn="l" indent="0" marL="0">
              <a:buNone/>
            </a:pPr>
            <a:r>
              <a:rPr lang="en-US" sz="850" b="1" spc="100" kern="0" dirty="0">
                <a:solidFill>
                  <a:srgbClr val="6B7280"/>
                </a:solidFill>
                <a:latin typeface="Calibri" pitchFamily="34" charset="0"/>
                <a:ea typeface="Calibri" pitchFamily="34" charset="-122"/>
                <a:cs typeface="Calibri" pitchFamily="34" charset="-120"/>
              </a:rPr>
              <a:t>MAIN FLOUR AND FEED MILLING CLUSTERS</a:t>
            </a:r>
            <a:endParaRPr lang="en-US" sz="850" dirty="0"/>
          </a:p>
        </p:txBody>
      </p:sp>
      <p:sp>
        <p:nvSpPr>
          <p:cNvPr id="48" name="Text 44"/>
          <p:cNvSpPr txBox="1"/>
          <p:nvPr/>
        </p:nvSpPr>
        <p:spPr>
          <a:xfrm>
            <a:off x="6812280" y="3717223"/>
            <a:ext cx="4830775" cy="457200"/>
          </a:xfrm>
          <a:prstGeom prst="rect">
            <a:avLst/>
          </a:prstGeom>
          <a:noFill/>
          <a:ln/>
        </p:spPr>
        <p:txBody>
          <a:bodyPr wrap="square" lIns="0" tIns="0" rIns="0" bIns="0" rtlCol="0" anchor="t"/>
          <a:lstStyle/>
          <a:p>
            <a:pPr algn="l" indent="0" marL="0">
              <a:lnSpc>
                <a:spcPct val="105000"/>
              </a:lnSpc>
              <a:buNone/>
            </a:pPr>
            <a:r>
              <a:rPr lang="en-US" sz="900" dirty="0">
                <a:solidFill>
                  <a:srgbClr val="1F2937"/>
                </a:solidFill>
                <a:latin typeface="Calibri" pitchFamily="34" charset="0"/>
                <a:ea typeface="Calibri" pitchFamily="34" charset="-122"/>
                <a:cs typeface="Calibri" pitchFamily="34" charset="-120"/>
              </a:rPr>
              <a:t>Greater Jakarta, the Cilegon coast of Banten and Surabaya–Gresik alone hold about three-quarters of flour milling capacity; feed milling follows the same poultry belts.</a:t>
            </a:r>
            <a:endParaRPr lang="en-US" sz="900" dirty="0"/>
          </a:p>
        </p:txBody>
      </p:sp>
      <p:sp>
        <p:nvSpPr>
          <p:cNvPr id="49" name="Shape 45"/>
          <p:cNvSpPr/>
          <p:nvPr/>
        </p:nvSpPr>
        <p:spPr>
          <a:xfrm>
            <a:off x="6858000" y="4229287"/>
            <a:ext cx="128016" cy="128016"/>
          </a:xfrm>
          <a:prstGeom prst="ellipse">
            <a:avLst/>
          </a:prstGeom>
          <a:solidFill>
            <a:srgbClr val="C39B2A">
              <a:alpha val="75000"/>
            </a:srgbClr>
          </a:solidFill>
          <a:ln w="9525">
            <a:solidFill>
              <a:srgbClr val="9A7A1C"/>
            </a:solidFill>
            <a:prstDash val="solid"/>
          </a:ln>
        </p:spPr>
      </p:sp>
      <p:sp>
        <p:nvSpPr>
          <p:cNvPr id="50" name="Text 46"/>
          <p:cNvSpPr txBox="1"/>
          <p:nvPr/>
        </p:nvSpPr>
        <p:spPr>
          <a:xfrm>
            <a:off x="7059168" y="4210999"/>
            <a:ext cx="4556455" cy="182880"/>
          </a:xfrm>
          <a:prstGeom prst="rect">
            <a:avLst/>
          </a:prstGeom>
          <a:noFill/>
          <a:ln/>
        </p:spPr>
        <p:txBody>
          <a:bodyPr wrap="square" lIns="0" tIns="0" rIns="0" bIns="0" rtlCol="0" anchor="t"/>
          <a:lstStyle/>
          <a:p>
            <a:pPr algn="l" indent="0" marL="0">
              <a:buNone/>
            </a:pPr>
            <a:r>
              <a:rPr lang="en-US" sz="750" dirty="0">
                <a:solidFill>
                  <a:srgbClr val="9CA3AF"/>
                </a:solidFill>
                <a:latin typeface="Calibri" pitchFamily="34" charset="0"/>
                <a:ea typeface="Calibri" pitchFamily="34" charset="-122"/>
                <a:cs typeface="Calibri" pitchFamily="34" charset="-120"/>
              </a:rPr>
              <a:t>Bubble size indicates relative processing capacity in the cluster (proxy, see notes)</a:t>
            </a:r>
            <a:endParaRPr lang="en-US" sz="750" dirty="0"/>
          </a:p>
        </p:txBody>
      </p:sp>
      <p:sp>
        <p:nvSpPr>
          <p:cNvPr id="51" name="Shape 47"/>
          <p:cNvSpPr/>
          <p:nvPr/>
        </p:nvSpPr>
        <p:spPr>
          <a:xfrm>
            <a:off x="548640" y="5230368"/>
            <a:ext cx="3442106" cy="786384"/>
          </a:xfrm>
          <a:prstGeom prst="rect">
            <a:avLst/>
          </a:prstGeom>
          <a:solidFill>
            <a:srgbClr val="F2F4F7"/>
          </a:solidFill>
          <a:ln w="12700">
            <a:solidFill>
              <a:srgbClr val="F2F4F7"/>
            </a:solidFill>
            <a:prstDash val="solid"/>
          </a:ln>
        </p:spPr>
      </p:sp>
      <p:sp>
        <p:nvSpPr>
          <p:cNvPr id="52" name="Text 48"/>
          <p:cNvSpPr txBox="1"/>
          <p:nvPr/>
        </p:nvSpPr>
        <p:spPr>
          <a:xfrm>
            <a:off x="731520" y="5321808"/>
            <a:ext cx="3076346" cy="201168"/>
          </a:xfrm>
          <a:prstGeom prst="rect">
            <a:avLst/>
          </a:prstGeom>
          <a:noFill/>
          <a:ln/>
        </p:spPr>
        <p:txBody>
          <a:bodyPr wrap="square" lIns="0" tIns="0" rIns="0" bIns="0" rtlCol="0" anchor="t"/>
          <a:lstStyle/>
          <a:p>
            <a:pPr algn="l" indent="0" marL="0">
              <a:buNone/>
            </a:pPr>
            <a:r>
              <a:rPr lang="en-US" sz="850" b="1" spc="100" kern="0" dirty="0">
                <a:solidFill>
                  <a:srgbClr val="6B7280"/>
                </a:solidFill>
                <a:latin typeface="Calibri" pitchFamily="34" charset="0"/>
                <a:ea typeface="Calibri" pitchFamily="34" charset="-122"/>
                <a:cs typeface="Calibri" pitchFamily="34" charset="-120"/>
              </a:rPr>
              <a:t>MARKET</a:t>
            </a:r>
            <a:endParaRPr lang="en-US" sz="850" dirty="0"/>
          </a:p>
        </p:txBody>
      </p:sp>
      <p:sp>
        <p:nvSpPr>
          <p:cNvPr id="53" name="Text 49"/>
          <p:cNvSpPr txBox="1"/>
          <p:nvPr/>
        </p:nvSpPr>
        <p:spPr>
          <a:xfrm>
            <a:off x="731520" y="5522976"/>
            <a:ext cx="3076346" cy="420624"/>
          </a:xfrm>
          <a:prstGeom prst="rect">
            <a:avLst/>
          </a:prstGeom>
          <a:noFill/>
          <a:ln/>
        </p:spPr>
        <p:txBody>
          <a:bodyPr wrap="square" lIns="0" tIns="0" rIns="0" bIns="0" rtlCol="0" anchor="t"/>
          <a:lstStyle/>
          <a:p>
            <a:pPr algn="l" indent="0" marL="0">
              <a:lnSpc>
                <a:spcPct val="105000"/>
              </a:lnSpc>
              <a:buNone/>
            </a:pPr>
            <a:r>
              <a:rPr lang="en-US" sz="1100" b="1" dirty="0">
                <a:solidFill>
                  <a:srgbClr val="0F2340"/>
                </a:solidFill>
                <a:latin typeface="Calibri" pitchFamily="34" charset="0"/>
                <a:ea typeface="Calibri" pitchFamily="34" charset="-122"/>
                <a:cs typeface="Calibri" pitchFamily="34" charset="-120"/>
              </a:rPr>
              <a:t>~22 Mt of grain, oilseed and feed imports every year</a:t>
            </a:r>
            <a:endParaRPr lang="en-US" sz="1100" dirty="0"/>
          </a:p>
        </p:txBody>
      </p:sp>
      <p:sp>
        <p:nvSpPr>
          <p:cNvPr id="54" name="Shape 50"/>
          <p:cNvSpPr/>
          <p:nvPr/>
        </p:nvSpPr>
        <p:spPr>
          <a:xfrm>
            <a:off x="4082186" y="5504688"/>
            <a:ext cx="201168" cy="237744"/>
          </a:xfrm>
          <a:prstGeom prst="chevron">
            <a:avLst/>
          </a:prstGeom>
          <a:solidFill>
            <a:srgbClr val="C39B2A"/>
          </a:solidFill>
          <a:ln w="12700">
            <a:solidFill>
              <a:srgbClr val="C39B2A"/>
            </a:solidFill>
            <a:prstDash val="solid"/>
          </a:ln>
        </p:spPr>
      </p:sp>
      <p:sp>
        <p:nvSpPr>
          <p:cNvPr id="55" name="Shape 51"/>
          <p:cNvSpPr/>
          <p:nvPr/>
        </p:nvSpPr>
        <p:spPr>
          <a:xfrm>
            <a:off x="4374794" y="5230368"/>
            <a:ext cx="3442106" cy="786384"/>
          </a:xfrm>
          <a:prstGeom prst="rect">
            <a:avLst/>
          </a:prstGeom>
          <a:solidFill>
            <a:srgbClr val="F2F4F7"/>
          </a:solidFill>
          <a:ln w="12700">
            <a:solidFill>
              <a:srgbClr val="F2F4F7"/>
            </a:solidFill>
            <a:prstDash val="solid"/>
          </a:ln>
        </p:spPr>
      </p:sp>
      <p:sp>
        <p:nvSpPr>
          <p:cNvPr id="56" name="Text 52"/>
          <p:cNvSpPr txBox="1"/>
          <p:nvPr/>
        </p:nvSpPr>
        <p:spPr>
          <a:xfrm>
            <a:off x="4557674" y="5321808"/>
            <a:ext cx="3076346" cy="201168"/>
          </a:xfrm>
          <a:prstGeom prst="rect">
            <a:avLst/>
          </a:prstGeom>
          <a:noFill/>
          <a:ln/>
        </p:spPr>
        <p:txBody>
          <a:bodyPr wrap="square" lIns="0" tIns="0" rIns="0" bIns="0" rtlCol="0" anchor="t"/>
          <a:lstStyle/>
          <a:p>
            <a:pPr algn="l" indent="0" marL="0">
              <a:buNone/>
            </a:pPr>
            <a:r>
              <a:rPr lang="en-US" sz="850" b="1" spc="100" kern="0" dirty="0">
                <a:solidFill>
                  <a:srgbClr val="6B7280"/>
                </a:solidFill>
                <a:latin typeface="Calibri" pitchFamily="34" charset="0"/>
                <a:ea typeface="Calibri" pitchFamily="34" charset="-122"/>
                <a:cs typeface="Calibri" pitchFamily="34" charset="-120"/>
              </a:rPr>
              <a:t>DEMAND</a:t>
            </a:r>
            <a:endParaRPr lang="en-US" sz="850" dirty="0"/>
          </a:p>
        </p:txBody>
      </p:sp>
      <p:sp>
        <p:nvSpPr>
          <p:cNvPr id="57" name="Text 53"/>
          <p:cNvSpPr txBox="1"/>
          <p:nvPr/>
        </p:nvSpPr>
        <p:spPr>
          <a:xfrm>
            <a:off x="4557674" y="5522976"/>
            <a:ext cx="3076346" cy="420624"/>
          </a:xfrm>
          <a:prstGeom prst="rect">
            <a:avLst/>
          </a:prstGeom>
          <a:noFill/>
          <a:ln/>
        </p:spPr>
        <p:txBody>
          <a:bodyPr wrap="square" lIns="0" tIns="0" rIns="0" bIns="0" rtlCol="0" anchor="t"/>
          <a:lstStyle/>
          <a:p>
            <a:pPr algn="l" indent="0" marL="0">
              <a:lnSpc>
                <a:spcPct val="105000"/>
              </a:lnSpc>
              <a:buNone/>
            </a:pPr>
            <a:r>
              <a:rPr lang="en-US" sz="1100" b="1" dirty="0">
                <a:solidFill>
                  <a:srgbClr val="0F2340"/>
                </a:solidFill>
                <a:latin typeface="Calibri" pitchFamily="34" charset="0"/>
                <a:ea typeface="Calibri" pitchFamily="34" charset="-122"/>
                <a:cs typeface="Calibri" pitchFamily="34" charset="-120"/>
              </a:rPr>
              <a:t>Processed by mills concentrated around a few coastal clusters, mainly on Java</a:t>
            </a:r>
            <a:endParaRPr lang="en-US" sz="1100" dirty="0"/>
          </a:p>
        </p:txBody>
      </p:sp>
      <p:sp>
        <p:nvSpPr>
          <p:cNvPr id="58" name="Shape 54"/>
          <p:cNvSpPr/>
          <p:nvPr/>
        </p:nvSpPr>
        <p:spPr>
          <a:xfrm>
            <a:off x="7908341" y="5504688"/>
            <a:ext cx="201168" cy="237744"/>
          </a:xfrm>
          <a:prstGeom prst="chevron">
            <a:avLst/>
          </a:prstGeom>
          <a:solidFill>
            <a:srgbClr val="C39B2A"/>
          </a:solidFill>
          <a:ln w="12700">
            <a:solidFill>
              <a:srgbClr val="C39B2A"/>
            </a:solidFill>
            <a:prstDash val="solid"/>
          </a:ln>
        </p:spPr>
      </p:sp>
      <p:sp>
        <p:nvSpPr>
          <p:cNvPr id="59" name="Shape 55"/>
          <p:cNvSpPr/>
          <p:nvPr/>
        </p:nvSpPr>
        <p:spPr>
          <a:xfrm>
            <a:off x="8200949" y="5230368"/>
            <a:ext cx="3442106" cy="786384"/>
          </a:xfrm>
          <a:prstGeom prst="rect">
            <a:avLst/>
          </a:prstGeom>
          <a:solidFill>
            <a:srgbClr val="0F2340"/>
          </a:solidFill>
          <a:ln w="12700">
            <a:solidFill>
              <a:srgbClr val="0F2340"/>
            </a:solidFill>
            <a:prstDash val="solid"/>
          </a:ln>
        </p:spPr>
      </p:sp>
      <p:sp>
        <p:nvSpPr>
          <p:cNvPr id="60" name="Text 56"/>
          <p:cNvSpPr txBox="1"/>
          <p:nvPr/>
        </p:nvSpPr>
        <p:spPr>
          <a:xfrm>
            <a:off x="8383829" y="5321808"/>
            <a:ext cx="3076346" cy="201168"/>
          </a:xfrm>
          <a:prstGeom prst="rect">
            <a:avLst/>
          </a:prstGeom>
          <a:noFill/>
          <a:ln/>
        </p:spPr>
        <p:txBody>
          <a:bodyPr wrap="square" lIns="0" tIns="0" rIns="0" bIns="0" rtlCol="0" anchor="t"/>
          <a:lstStyle/>
          <a:p>
            <a:pPr algn="l" indent="0" marL="0">
              <a:buNone/>
            </a:pPr>
            <a:r>
              <a:rPr lang="en-US" sz="850" b="1" spc="100" kern="0" dirty="0">
                <a:solidFill>
                  <a:srgbClr val="C39B2A"/>
                </a:solidFill>
                <a:latin typeface="Calibri" pitchFamily="34" charset="0"/>
                <a:ea typeface="Calibri" pitchFamily="34" charset="-122"/>
                <a:cs typeface="Calibri" pitchFamily="34" charset="-120"/>
              </a:rPr>
              <a:t>GATEWAY REQUIREMENT</a:t>
            </a:r>
            <a:endParaRPr lang="en-US" sz="850" dirty="0"/>
          </a:p>
        </p:txBody>
      </p:sp>
      <p:sp>
        <p:nvSpPr>
          <p:cNvPr id="61" name="Text 57"/>
          <p:cNvSpPr txBox="1"/>
          <p:nvPr/>
        </p:nvSpPr>
        <p:spPr>
          <a:xfrm>
            <a:off x="8383829" y="5522976"/>
            <a:ext cx="3076346" cy="420624"/>
          </a:xfrm>
          <a:prstGeom prst="rect">
            <a:avLst/>
          </a:prstGeom>
          <a:noFill/>
          <a:ln/>
        </p:spPr>
        <p:txBody>
          <a:bodyPr wrap="square" lIns="0" tIns="0" rIns="0" bIns="0" rtlCol="0" anchor="t"/>
          <a:lstStyle/>
          <a:p>
            <a:pPr algn="l" indent="0" marL="0">
              <a:lnSpc>
                <a:spcPct val="105000"/>
              </a:lnSpc>
              <a:buNone/>
            </a:pPr>
            <a:r>
              <a:rPr lang="en-US" sz="1100" b="1" dirty="0">
                <a:solidFill>
                  <a:srgbClr val="FFFFFF"/>
                </a:solidFill>
                <a:latin typeface="Calibri" pitchFamily="34" charset="0"/>
                <a:ea typeface="Calibri" pitchFamily="34" charset="-122"/>
                <a:cs typeface="Calibri" pitchFamily="34" charset="-120"/>
              </a:rPr>
              <a:t>A small number of gateways carry the flow, so their handling efficiency sets the landed cost</a:t>
            </a:r>
            <a:endParaRPr lang="en-US" sz="1100" dirty="0"/>
          </a:p>
        </p:txBody>
      </p:sp>
      <p:sp>
        <p:nvSpPr>
          <p:cNvPr id="62" name="Text 58"/>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63" name="Text 59"/>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2</a:t>
            </a:r>
            <a:endParaRPr lang="en-US" sz="800" dirty="0"/>
          </a:p>
        </p:txBody>
      </p:sp>
      <p:sp>
        <p:nvSpPr>
          <p:cNvPr id="64" name="Text 60"/>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Sources: BPS import statistics 2024-25; USDA FAS GAIN Indonesia Grain &amp; Feed Annual (Apr 2026) and Oilseeds Annual (Apr 2026); APTINDO; GPMT; company disclosures. Full basis and classification (fact / derived / proxy) in speaker notes.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OPPORTUNITY</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Only three gateways discharge grain with mechanised, integrated systems, all built with FKS; the rest still work by grab and truck, so the ship waits for the trucks</a:t>
            </a:r>
            <a:endParaRPr lang="en-US" sz="2200" dirty="0"/>
          </a:p>
        </p:txBody>
      </p:sp>
      <p:pic>
        <p:nvPicPr>
          <p:cNvPr id="4" name="Image 0" descr="/home/user/fks-danantara-deck./build/assets/logo_lockup_raw.png">    </p:cNvPr>
          <p:cNvPicPr>
            <a:picLocks noChangeAspect="1"/>
          </p:cNvPicPr>
          <p:nvPr/>
        </p:nvPicPr>
        <p:blipFill>
          <a:blip r:embed="rId1"/>
          <a:stretch>
            <a:fillRect/>
          </a:stretch>
        </p:blipFill>
        <p:spPr>
          <a:xfrm>
            <a:off x="10344607" y="347472"/>
            <a:ext cx="1298448" cy="436169"/>
          </a:xfrm>
          <a:prstGeom prst="rect">
            <a:avLst/>
          </a:prstGeom>
        </p:spPr>
      </p:pic>
      <p:sp>
        <p:nvSpPr>
          <p:cNvPr id="5" name="Shape 2"/>
          <p:cNvSpPr/>
          <p:nvPr/>
        </p:nvSpPr>
        <p:spPr>
          <a:xfrm>
            <a:off x="548640" y="1572768"/>
            <a:ext cx="3545738" cy="1170432"/>
          </a:xfrm>
          <a:prstGeom prst="rect">
            <a:avLst/>
          </a:prstGeom>
          <a:solidFill>
            <a:srgbClr val="F2F4F7"/>
          </a:solidFill>
          <a:ln w="12700">
            <a:solidFill>
              <a:srgbClr val="F2F4F7"/>
            </a:solidFill>
            <a:prstDash val="solid"/>
          </a:ln>
        </p:spPr>
      </p:sp>
      <p:sp>
        <p:nvSpPr>
          <p:cNvPr id="6" name="Text 3"/>
          <p:cNvSpPr txBox="1"/>
          <p:nvPr/>
        </p:nvSpPr>
        <p:spPr>
          <a:xfrm>
            <a:off x="777240" y="1682496"/>
            <a:ext cx="3088538" cy="566928"/>
          </a:xfrm>
          <a:prstGeom prst="rect">
            <a:avLst/>
          </a:prstGeom>
          <a:noFill/>
          <a:ln/>
        </p:spPr>
        <p:txBody>
          <a:bodyPr wrap="square" lIns="0" tIns="0" rIns="0" bIns="0" rtlCol="0" anchor="b"/>
          <a:lstStyle/>
          <a:p>
            <a:pPr algn="l" indent="0" marL="0">
              <a:buNone/>
            </a:pPr>
            <a:r>
              <a:rPr lang="en-US" sz="3400" b="1" dirty="0">
                <a:solidFill>
                  <a:srgbClr val="0F2340"/>
                </a:solidFill>
                <a:latin typeface="Calibri" pitchFamily="34" charset="0"/>
                <a:ea typeface="Calibri" pitchFamily="34" charset="-122"/>
                <a:cs typeface="Calibri" pitchFamily="34" charset="-120"/>
              </a:rPr>
              <a:t>~14</a:t>
            </a:r>
            <a:endParaRPr lang="en-US" sz="3400" dirty="0"/>
          </a:p>
        </p:txBody>
      </p:sp>
      <p:sp>
        <p:nvSpPr>
          <p:cNvPr id="7" name="Text 4"/>
          <p:cNvSpPr txBox="1"/>
          <p:nvPr/>
        </p:nvSpPr>
        <p:spPr>
          <a:xfrm>
            <a:off x="777240" y="2286000"/>
            <a:ext cx="3088538" cy="384048"/>
          </a:xfrm>
          <a:prstGeom prst="rect">
            <a:avLst/>
          </a:prstGeom>
          <a:noFill/>
          <a:ln/>
        </p:spPr>
        <p:txBody>
          <a:bodyPr wrap="square" lIns="0" tIns="0" rIns="0" bIns="0" rtlCol="0" anchor="t"/>
          <a:lstStyle/>
          <a:p>
            <a:pPr algn="l" indent="0" marL="0">
              <a:lnSpc>
                <a:spcPct val="105000"/>
              </a:lnSpc>
              <a:buNone/>
            </a:pPr>
            <a:r>
              <a:rPr lang="en-US" sz="1050" dirty="0">
                <a:solidFill>
                  <a:srgbClr val="1F2937"/>
                </a:solidFill>
                <a:latin typeface="Calibri" pitchFamily="34" charset="0"/>
                <a:ea typeface="Calibri" pitchFamily="34" charset="-122"/>
                <a:cs typeface="Calibri" pitchFamily="34" charset="-120"/>
              </a:rPr>
              <a:t>public gateways handle food &amp; feed dry bulk for the milling clusters</a:t>
            </a:r>
            <a:endParaRPr lang="en-US" sz="1050" dirty="0"/>
          </a:p>
        </p:txBody>
      </p:sp>
      <p:sp>
        <p:nvSpPr>
          <p:cNvPr id="8" name="Shape 5"/>
          <p:cNvSpPr/>
          <p:nvPr/>
        </p:nvSpPr>
        <p:spPr>
          <a:xfrm>
            <a:off x="4322978" y="1572768"/>
            <a:ext cx="3545738" cy="1170432"/>
          </a:xfrm>
          <a:prstGeom prst="rect">
            <a:avLst/>
          </a:prstGeom>
          <a:solidFill>
            <a:srgbClr val="0F2340"/>
          </a:solidFill>
          <a:ln w="12700">
            <a:solidFill>
              <a:srgbClr val="0F2340"/>
            </a:solidFill>
            <a:prstDash val="solid"/>
          </a:ln>
        </p:spPr>
      </p:sp>
      <p:sp>
        <p:nvSpPr>
          <p:cNvPr id="9" name="Text 6"/>
          <p:cNvSpPr txBox="1"/>
          <p:nvPr/>
        </p:nvSpPr>
        <p:spPr>
          <a:xfrm>
            <a:off x="4551578" y="1682496"/>
            <a:ext cx="3088538" cy="566928"/>
          </a:xfrm>
          <a:prstGeom prst="rect">
            <a:avLst/>
          </a:prstGeom>
          <a:noFill/>
          <a:ln/>
        </p:spPr>
        <p:txBody>
          <a:bodyPr wrap="square" lIns="0" tIns="0" rIns="0" bIns="0" rtlCol="0" anchor="b"/>
          <a:lstStyle/>
          <a:p>
            <a:pPr algn="l" indent="0" marL="0">
              <a:buNone/>
            </a:pPr>
            <a:r>
              <a:rPr lang="en-US" sz="3400" b="1" dirty="0">
                <a:solidFill>
                  <a:srgbClr val="FFFFFF"/>
                </a:solidFill>
                <a:latin typeface="Calibri" pitchFamily="34" charset="0"/>
                <a:ea typeface="Calibri" pitchFamily="34" charset="-122"/>
                <a:cs typeface="Calibri" pitchFamily="34" charset="-120"/>
              </a:rPr>
              <a:t>3</a:t>
            </a:r>
            <a:endParaRPr lang="en-US" sz="3400" dirty="0"/>
          </a:p>
        </p:txBody>
      </p:sp>
      <p:sp>
        <p:nvSpPr>
          <p:cNvPr id="10" name="Text 7"/>
          <p:cNvSpPr txBox="1"/>
          <p:nvPr/>
        </p:nvSpPr>
        <p:spPr>
          <a:xfrm>
            <a:off x="4551578" y="2286000"/>
            <a:ext cx="3088538" cy="384048"/>
          </a:xfrm>
          <a:prstGeom prst="rect">
            <a:avLst/>
          </a:prstGeom>
          <a:noFill/>
          <a:ln/>
        </p:spPr>
        <p:txBody>
          <a:bodyPr wrap="square" lIns="0" tIns="0" rIns="0" bIns="0" rtlCol="0" anchor="t"/>
          <a:lstStyle/>
          <a:p>
            <a:pPr algn="l" indent="0" marL="0">
              <a:lnSpc>
                <a:spcPct val="105000"/>
              </a:lnSpc>
              <a:buNone/>
            </a:pPr>
            <a:r>
              <a:rPr lang="en-US" sz="1050" dirty="0">
                <a:solidFill>
                  <a:srgbClr val="FFFFFF"/>
                </a:solidFill>
                <a:latin typeface="Calibri" pitchFamily="34" charset="0"/>
                <a:ea typeface="Calibri" pitchFamily="34" charset="-122"/>
                <a:cs typeface="Calibri" pitchFamily="34" charset="-120"/>
              </a:rPr>
              <a:t>have mechanised ship-to-warehouse grain discharge, all built and operated with FKS</a:t>
            </a:r>
            <a:endParaRPr lang="en-US" sz="1050" dirty="0"/>
          </a:p>
        </p:txBody>
      </p:sp>
      <p:sp>
        <p:nvSpPr>
          <p:cNvPr id="11" name="Shape 8"/>
          <p:cNvSpPr/>
          <p:nvPr/>
        </p:nvSpPr>
        <p:spPr>
          <a:xfrm>
            <a:off x="8097317" y="1572768"/>
            <a:ext cx="3545738" cy="1170432"/>
          </a:xfrm>
          <a:prstGeom prst="rect">
            <a:avLst/>
          </a:prstGeom>
          <a:solidFill>
            <a:srgbClr val="F2F4F7"/>
          </a:solidFill>
          <a:ln w="12700">
            <a:solidFill>
              <a:srgbClr val="F2F4F7"/>
            </a:solidFill>
            <a:prstDash val="solid"/>
          </a:ln>
        </p:spPr>
      </p:sp>
      <p:sp>
        <p:nvSpPr>
          <p:cNvPr id="12" name="Text 9"/>
          <p:cNvSpPr txBox="1"/>
          <p:nvPr/>
        </p:nvSpPr>
        <p:spPr>
          <a:xfrm>
            <a:off x="8325917" y="1682496"/>
            <a:ext cx="3088538" cy="566928"/>
          </a:xfrm>
          <a:prstGeom prst="rect">
            <a:avLst/>
          </a:prstGeom>
          <a:noFill/>
          <a:ln/>
        </p:spPr>
        <p:txBody>
          <a:bodyPr wrap="square" lIns="0" tIns="0" rIns="0" bIns="0" rtlCol="0" anchor="b"/>
          <a:lstStyle/>
          <a:p>
            <a:pPr algn="l" indent="0" marL="0">
              <a:buNone/>
            </a:pPr>
            <a:r>
              <a:rPr lang="en-US" sz="3400" b="1" dirty="0">
                <a:solidFill>
                  <a:srgbClr val="0F2340"/>
                </a:solidFill>
                <a:latin typeface="Calibri" pitchFamily="34" charset="0"/>
                <a:ea typeface="Calibri" pitchFamily="34" charset="-122"/>
                <a:cs typeface="Calibri" pitchFamily="34" charset="-120"/>
              </a:rPr>
              <a:t>~11</a:t>
            </a:r>
            <a:endParaRPr lang="en-US" sz="3400" dirty="0"/>
          </a:p>
        </p:txBody>
      </p:sp>
      <p:sp>
        <p:nvSpPr>
          <p:cNvPr id="13" name="Text 10"/>
          <p:cNvSpPr txBox="1"/>
          <p:nvPr/>
        </p:nvSpPr>
        <p:spPr>
          <a:xfrm>
            <a:off x="8325917" y="2286000"/>
            <a:ext cx="3088538" cy="384048"/>
          </a:xfrm>
          <a:prstGeom prst="rect">
            <a:avLst/>
          </a:prstGeom>
          <a:noFill/>
          <a:ln/>
        </p:spPr>
        <p:txBody>
          <a:bodyPr wrap="square" lIns="0" tIns="0" rIns="0" bIns="0" rtlCol="0" anchor="t"/>
          <a:lstStyle/>
          <a:p>
            <a:pPr algn="l" indent="0" marL="0">
              <a:lnSpc>
                <a:spcPct val="105000"/>
              </a:lnSpc>
              <a:buNone/>
            </a:pPr>
            <a:r>
              <a:rPr lang="en-US" sz="1050" dirty="0">
                <a:solidFill>
                  <a:srgbClr val="1F2937"/>
                </a:solidFill>
                <a:latin typeface="Calibri" pitchFamily="34" charset="0"/>
                <a:ea typeface="Calibri" pitchFamily="34" charset="-122"/>
                <a:cs typeface="Calibri" pitchFamily="34" charset="-120"/>
              </a:rPr>
              <a:t>still discharge conventionally, at roughly one-third to one-seventh of the speed</a:t>
            </a:r>
            <a:endParaRPr lang="en-US" sz="1050" dirty="0"/>
          </a:p>
        </p:txBody>
      </p:sp>
      <p:sp>
        <p:nvSpPr>
          <p:cNvPr id="14" name="Text 11"/>
          <p:cNvSpPr txBox="1"/>
          <p:nvPr/>
        </p:nvSpPr>
        <p:spPr>
          <a:xfrm>
            <a:off x="548640" y="2788920"/>
            <a:ext cx="11094415" cy="201168"/>
          </a:xfrm>
          <a:prstGeom prst="rect">
            <a:avLst/>
          </a:prstGeom>
          <a:noFill/>
          <a:ln/>
        </p:spPr>
        <p:txBody>
          <a:bodyPr wrap="square" lIns="0" tIns="0" rIns="0" bIns="0" rtlCol="0" anchor="t"/>
          <a:lstStyle/>
          <a:p>
            <a:pPr algn="l" indent="0" marL="0">
              <a:buNone/>
            </a:pPr>
            <a:r>
              <a:rPr lang="en-US" sz="750" dirty="0">
                <a:solidFill>
                  <a:srgbClr val="9CA3AF"/>
                </a:solidFill>
                <a:latin typeface="Calibri" pitchFamily="34" charset="0"/>
                <a:ea typeface="Calibri" pitchFamily="34" charset="-122"/>
                <a:cs typeface="Calibri" pitchFamily="34" charset="-120"/>
              </a:rPr>
              <a:t>FKS screening of 14 named public gateways (2026); captive flour-mill jetties excluded; several gateways classified by the absence of any published mechanised grain facility. Detail in notes.</a:t>
            </a:r>
            <a:endParaRPr lang="en-US" sz="750" dirty="0"/>
          </a:p>
        </p:txBody>
      </p:sp>
      <p:sp>
        <p:nvSpPr>
          <p:cNvPr id="15" name="Text 12"/>
          <p:cNvSpPr txBox="1"/>
          <p:nvPr/>
        </p:nvSpPr>
        <p:spPr>
          <a:xfrm>
            <a:off x="548640" y="3017520"/>
            <a:ext cx="4206240" cy="201168"/>
          </a:xfrm>
          <a:prstGeom prst="rect">
            <a:avLst/>
          </a:prstGeom>
          <a:noFill/>
          <a:ln/>
        </p:spPr>
        <p:txBody>
          <a:bodyPr wrap="square" lIns="0" tIns="0" rIns="0" bIns="0" rtlCol="0" anchor="t"/>
          <a:lstStyle/>
          <a:p>
            <a:pPr algn="l" indent="0" marL="0">
              <a:buNone/>
            </a:pPr>
            <a:r>
              <a:rPr lang="en-US" sz="850" b="1" spc="100" kern="0" dirty="0">
                <a:solidFill>
                  <a:srgbClr val="6B7280"/>
                </a:solidFill>
                <a:latin typeface="Calibri" pitchFamily="34" charset="0"/>
                <a:ea typeface="Calibri" pitchFamily="34" charset="-122"/>
                <a:cs typeface="Calibri" pitchFamily="34" charset="-120"/>
              </a:rPr>
              <a:t>WHAT HAPPENS TODAY AT A CONVENTIONAL GATEWAY</a:t>
            </a:r>
            <a:endParaRPr lang="en-US" sz="850" dirty="0"/>
          </a:p>
        </p:txBody>
      </p:sp>
      <p:sp>
        <p:nvSpPr>
          <p:cNvPr id="16" name="Shape 13"/>
          <p:cNvSpPr/>
          <p:nvPr/>
        </p:nvSpPr>
        <p:spPr>
          <a:xfrm flipV="1">
            <a:off x="594360" y="4188638"/>
            <a:ext cx="1874520" cy="417652"/>
          </a:xfrm>
          <a:prstGeom prst="trapezoid">
            <a:avLst/>
          </a:prstGeom>
          <a:solidFill>
            <a:srgbClr val="8A929E"/>
          </a:solidFill>
          <a:ln w="12700">
            <a:solidFill>
              <a:srgbClr val="8A929E"/>
            </a:solidFill>
            <a:prstDash val="solid"/>
          </a:ln>
        </p:spPr>
      </p:sp>
      <p:sp>
        <p:nvSpPr>
          <p:cNvPr id="17" name="Shape 14"/>
          <p:cNvSpPr/>
          <p:nvPr/>
        </p:nvSpPr>
        <p:spPr>
          <a:xfrm>
            <a:off x="1981505" y="3890315"/>
            <a:ext cx="299923" cy="318211"/>
          </a:xfrm>
          <a:prstGeom prst="rect">
            <a:avLst/>
          </a:prstGeom>
          <a:solidFill>
            <a:srgbClr val="8A929E"/>
          </a:solidFill>
          <a:ln w="12700">
            <a:solidFill>
              <a:srgbClr val="8A929E"/>
            </a:solidFill>
            <a:prstDash val="solid"/>
          </a:ln>
        </p:spPr>
      </p:sp>
      <p:sp>
        <p:nvSpPr>
          <p:cNvPr id="18" name="Shape 15"/>
          <p:cNvSpPr/>
          <p:nvPr/>
        </p:nvSpPr>
        <p:spPr>
          <a:xfrm>
            <a:off x="2037740" y="3711321"/>
            <a:ext cx="187452" cy="198882"/>
          </a:xfrm>
          <a:prstGeom prst="rect">
            <a:avLst/>
          </a:prstGeom>
          <a:solidFill>
            <a:srgbClr val="8A929E"/>
          </a:solidFill>
          <a:ln w="12700">
            <a:solidFill>
              <a:srgbClr val="8A929E"/>
            </a:solidFill>
            <a:prstDash val="solid"/>
          </a:ln>
        </p:spPr>
      </p:sp>
      <p:sp>
        <p:nvSpPr>
          <p:cNvPr id="19" name="Shape 16"/>
          <p:cNvSpPr/>
          <p:nvPr/>
        </p:nvSpPr>
        <p:spPr>
          <a:xfrm>
            <a:off x="773377" y="4069309"/>
            <a:ext cx="232440" cy="119329"/>
          </a:xfrm>
          <a:prstGeom prst="rect">
            <a:avLst/>
          </a:prstGeom>
          <a:solidFill>
            <a:srgbClr val="8A929E"/>
          </a:solidFill>
          <a:ln w="12700">
            <a:solidFill>
              <a:srgbClr val="8A929E"/>
            </a:solidFill>
            <a:prstDash val="solid"/>
          </a:ln>
        </p:spPr>
      </p:sp>
      <p:sp>
        <p:nvSpPr>
          <p:cNvPr id="20" name="Shape 17"/>
          <p:cNvSpPr/>
          <p:nvPr/>
        </p:nvSpPr>
        <p:spPr>
          <a:xfrm>
            <a:off x="1063927" y="4069309"/>
            <a:ext cx="232440" cy="119329"/>
          </a:xfrm>
          <a:prstGeom prst="rect">
            <a:avLst/>
          </a:prstGeom>
          <a:solidFill>
            <a:srgbClr val="8A929E"/>
          </a:solidFill>
          <a:ln w="12700">
            <a:solidFill>
              <a:srgbClr val="8A929E"/>
            </a:solidFill>
            <a:prstDash val="solid"/>
          </a:ln>
        </p:spPr>
      </p:sp>
      <p:sp>
        <p:nvSpPr>
          <p:cNvPr id="21" name="Shape 18"/>
          <p:cNvSpPr/>
          <p:nvPr/>
        </p:nvSpPr>
        <p:spPr>
          <a:xfrm>
            <a:off x="1354478" y="4069309"/>
            <a:ext cx="232440" cy="119329"/>
          </a:xfrm>
          <a:prstGeom prst="rect">
            <a:avLst/>
          </a:prstGeom>
          <a:solidFill>
            <a:srgbClr val="8A929E"/>
          </a:solidFill>
          <a:ln w="12700">
            <a:solidFill>
              <a:srgbClr val="8A929E"/>
            </a:solidFill>
            <a:prstDash val="solid"/>
          </a:ln>
        </p:spPr>
      </p:sp>
      <p:sp>
        <p:nvSpPr>
          <p:cNvPr id="22" name="Shape 19"/>
          <p:cNvSpPr/>
          <p:nvPr/>
        </p:nvSpPr>
        <p:spPr>
          <a:xfrm>
            <a:off x="1645028" y="4069309"/>
            <a:ext cx="232440" cy="119329"/>
          </a:xfrm>
          <a:prstGeom prst="rect">
            <a:avLst/>
          </a:prstGeom>
          <a:solidFill>
            <a:srgbClr val="8A929E"/>
          </a:solidFill>
          <a:ln w="12700">
            <a:solidFill>
              <a:srgbClr val="8A929E"/>
            </a:solidFill>
            <a:prstDash val="solid"/>
          </a:ln>
        </p:spPr>
      </p:sp>
      <p:sp>
        <p:nvSpPr>
          <p:cNvPr id="23" name="Shape 20"/>
          <p:cNvSpPr/>
          <p:nvPr/>
        </p:nvSpPr>
        <p:spPr>
          <a:xfrm>
            <a:off x="457200" y="4648810"/>
            <a:ext cx="2148840" cy="54864"/>
          </a:xfrm>
          <a:prstGeom prst="rect">
            <a:avLst/>
          </a:prstGeom>
          <a:solidFill>
            <a:srgbClr val="E4EBF3"/>
          </a:solidFill>
          <a:ln w="12700">
            <a:solidFill>
              <a:srgbClr val="E4EBF3"/>
            </a:solidFill>
            <a:prstDash val="solid"/>
          </a:ln>
        </p:spPr>
      </p:sp>
      <p:sp>
        <p:nvSpPr>
          <p:cNvPr id="24" name="Text 21"/>
          <p:cNvSpPr txBox="1"/>
          <p:nvPr/>
        </p:nvSpPr>
        <p:spPr>
          <a:xfrm>
            <a:off x="548640" y="4828032"/>
            <a:ext cx="1965960" cy="201168"/>
          </a:xfrm>
          <a:prstGeom prst="rect">
            <a:avLst/>
          </a:prstGeom>
          <a:noFill/>
          <a:ln/>
        </p:spPr>
        <p:txBody>
          <a:bodyPr wrap="square" lIns="0" tIns="0" rIns="0" bIns="0" rtlCol="0" anchor="t"/>
          <a:lstStyle/>
          <a:p>
            <a:pPr algn="ctr" indent="0" marL="0">
              <a:buNone/>
            </a:pPr>
            <a:r>
              <a:rPr lang="en-US" sz="1000" b="1" spc="100" kern="0" dirty="0">
                <a:solidFill>
                  <a:srgbClr val="0F2340"/>
                </a:solidFill>
                <a:latin typeface="Calibri" pitchFamily="34" charset="0"/>
                <a:ea typeface="Calibri" pitchFamily="34" charset="-122"/>
                <a:cs typeface="Calibri" pitchFamily="34" charset="-120"/>
              </a:rPr>
              <a:t>VESSEL</a:t>
            </a:r>
            <a:endParaRPr lang="en-US" sz="1000" dirty="0"/>
          </a:p>
        </p:txBody>
      </p:sp>
      <p:sp>
        <p:nvSpPr>
          <p:cNvPr id="25" name="Text 22"/>
          <p:cNvSpPr txBox="1"/>
          <p:nvPr/>
        </p:nvSpPr>
        <p:spPr>
          <a:xfrm>
            <a:off x="457200" y="5029200"/>
            <a:ext cx="2148840" cy="329184"/>
          </a:xfrm>
          <a:prstGeom prst="rect">
            <a:avLst/>
          </a:prstGeom>
          <a:noFill/>
          <a:ln/>
        </p:spPr>
        <p:txBody>
          <a:bodyPr wrap="square" lIns="0" tIns="0" rIns="0" bIns="0" rtlCol="0" anchor="t"/>
          <a:lstStyle/>
          <a:p>
            <a:pPr algn="ctr" indent="0" marL="0">
              <a:lnSpc>
                <a:spcPct val="100000"/>
              </a:lnSpc>
              <a:buNone/>
            </a:pPr>
            <a:r>
              <a:rPr lang="en-US" sz="900" dirty="0">
                <a:solidFill>
                  <a:srgbClr val="6B7280"/>
                </a:solidFill>
                <a:latin typeface="Calibri" pitchFamily="34" charset="0"/>
                <a:ea typeface="Calibri" pitchFamily="34" charset="-122"/>
                <a:cs typeface="Calibri" pitchFamily="34" charset="-120"/>
              </a:rPr>
              <a:t>Bulk carrier alongside</a:t>
            </a:r>
            <a:endParaRPr lang="en-US" sz="900" dirty="0"/>
          </a:p>
        </p:txBody>
      </p:sp>
      <p:sp>
        <p:nvSpPr>
          <p:cNvPr id="26" name="Shape 23"/>
          <p:cNvSpPr/>
          <p:nvPr/>
        </p:nvSpPr>
        <p:spPr>
          <a:xfrm>
            <a:off x="2569464" y="4158234"/>
            <a:ext cx="206426" cy="0"/>
          </a:xfrm>
          <a:prstGeom prst="line">
            <a:avLst/>
          </a:prstGeom>
          <a:noFill/>
          <a:ln w="15875">
            <a:solidFill>
              <a:srgbClr val="9CA3AF"/>
            </a:solidFill>
            <a:prstDash val="solid"/>
            <a:tailEnd type="triangle"/>
          </a:ln>
        </p:spPr>
      </p:sp>
      <p:sp>
        <p:nvSpPr>
          <p:cNvPr id="27" name="Shape 24"/>
          <p:cNvSpPr/>
          <p:nvPr/>
        </p:nvSpPr>
        <p:spPr>
          <a:xfrm>
            <a:off x="3205658" y="3474720"/>
            <a:ext cx="112014" cy="1193292"/>
          </a:xfrm>
          <a:prstGeom prst="rect">
            <a:avLst/>
          </a:prstGeom>
          <a:solidFill>
            <a:srgbClr val="8A929E"/>
          </a:solidFill>
          <a:ln w="12700">
            <a:solidFill>
              <a:srgbClr val="8A929E"/>
            </a:solidFill>
            <a:prstDash val="solid"/>
          </a:ln>
        </p:spPr>
      </p:sp>
      <p:sp>
        <p:nvSpPr>
          <p:cNvPr id="28" name="Shape 25"/>
          <p:cNvSpPr/>
          <p:nvPr/>
        </p:nvSpPr>
        <p:spPr>
          <a:xfrm>
            <a:off x="3205658" y="3474720"/>
            <a:ext cx="1280160" cy="83530"/>
          </a:xfrm>
          <a:prstGeom prst="rect">
            <a:avLst/>
          </a:prstGeom>
          <a:solidFill>
            <a:srgbClr val="8A929E"/>
          </a:solidFill>
          <a:ln w="12700">
            <a:solidFill>
              <a:srgbClr val="8A929E"/>
            </a:solidFill>
            <a:prstDash val="solid"/>
          </a:ln>
        </p:spPr>
      </p:sp>
      <p:sp>
        <p:nvSpPr>
          <p:cNvPr id="29" name="Shape 26"/>
          <p:cNvSpPr/>
          <p:nvPr/>
        </p:nvSpPr>
        <p:spPr>
          <a:xfrm>
            <a:off x="4293794" y="3558250"/>
            <a:ext cx="0" cy="536981"/>
          </a:xfrm>
          <a:prstGeom prst="line">
            <a:avLst/>
          </a:prstGeom>
          <a:noFill/>
          <a:ln w="15875">
            <a:solidFill>
              <a:srgbClr val="8A929E"/>
            </a:solidFill>
            <a:prstDash val="solid"/>
          </a:ln>
        </p:spPr>
      </p:sp>
      <p:sp>
        <p:nvSpPr>
          <p:cNvPr id="30" name="Shape 27"/>
          <p:cNvSpPr/>
          <p:nvPr/>
        </p:nvSpPr>
        <p:spPr>
          <a:xfrm>
            <a:off x="4069766" y="4095232"/>
            <a:ext cx="448056" cy="357988"/>
          </a:xfrm>
          <a:prstGeom prst="flowChartMerge">
            <a:avLst/>
          </a:prstGeom>
          <a:solidFill>
            <a:srgbClr val="8A929E"/>
          </a:solidFill>
          <a:ln w="12700">
            <a:solidFill>
              <a:srgbClr val="8A929E"/>
            </a:solidFill>
            <a:prstDash val="solid"/>
          </a:ln>
        </p:spPr>
      </p:sp>
      <p:sp>
        <p:nvSpPr>
          <p:cNvPr id="31" name="Text 28"/>
          <p:cNvSpPr txBox="1"/>
          <p:nvPr/>
        </p:nvSpPr>
        <p:spPr>
          <a:xfrm>
            <a:off x="2830754" y="4828032"/>
            <a:ext cx="1965960" cy="201168"/>
          </a:xfrm>
          <a:prstGeom prst="rect">
            <a:avLst/>
          </a:prstGeom>
          <a:noFill/>
          <a:ln/>
        </p:spPr>
        <p:txBody>
          <a:bodyPr wrap="square" lIns="0" tIns="0" rIns="0" bIns="0" rtlCol="0" anchor="t"/>
          <a:lstStyle/>
          <a:p>
            <a:pPr algn="ctr" indent="0" marL="0">
              <a:buNone/>
            </a:pPr>
            <a:r>
              <a:rPr lang="en-US" sz="1000" b="1" spc="100" kern="0" dirty="0">
                <a:solidFill>
                  <a:srgbClr val="0F2340"/>
                </a:solidFill>
                <a:latin typeface="Calibri" pitchFamily="34" charset="0"/>
                <a:ea typeface="Calibri" pitchFamily="34" charset="-122"/>
                <a:cs typeface="Calibri" pitchFamily="34" charset="-120"/>
              </a:rPr>
              <a:t>GRAB</a:t>
            </a:r>
            <a:endParaRPr lang="en-US" sz="1000" dirty="0"/>
          </a:p>
        </p:txBody>
      </p:sp>
      <p:sp>
        <p:nvSpPr>
          <p:cNvPr id="32" name="Text 29"/>
          <p:cNvSpPr txBox="1"/>
          <p:nvPr/>
        </p:nvSpPr>
        <p:spPr>
          <a:xfrm>
            <a:off x="2739314" y="5029200"/>
            <a:ext cx="2148840" cy="329184"/>
          </a:xfrm>
          <a:prstGeom prst="rect">
            <a:avLst/>
          </a:prstGeom>
          <a:noFill/>
          <a:ln/>
        </p:spPr>
        <p:txBody>
          <a:bodyPr wrap="square" lIns="0" tIns="0" rIns="0" bIns="0" rtlCol="0" anchor="t"/>
          <a:lstStyle/>
          <a:p>
            <a:pPr algn="ctr" indent="0" marL="0">
              <a:lnSpc>
                <a:spcPct val="100000"/>
              </a:lnSpc>
              <a:buNone/>
            </a:pPr>
            <a:r>
              <a:rPr lang="en-US" sz="900" dirty="0">
                <a:solidFill>
                  <a:srgbClr val="6B7280"/>
                </a:solidFill>
                <a:latin typeface="Calibri" pitchFamily="34" charset="0"/>
                <a:ea typeface="Calibri" pitchFamily="34" charset="-122"/>
                <a:cs typeface="Calibri" pitchFamily="34" charset="-120"/>
              </a:rPr>
              <a:t>Crane lifts ~10-20 t per cycle</a:t>
            </a:r>
            <a:endParaRPr lang="en-US" sz="900" dirty="0"/>
          </a:p>
        </p:txBody>
      </p:sp>
      <p:sp>
        <p:nvSpPr>
          <p:cNvPr id="33" name="Shape 30"/>
          <p:cNvSpPr/>
          <p:nvPr/>
        </p:nvSpPr>
        <p:spPr>
          <a:xfrm>
            <a:off x="4851578" y="4158234"/>
            <a:ext cx="206426" cy="0"/>
          </a:xfrm>
          <a:prstGeom prst="line">
            <a:avLst/>
          </a:prstGeom>
          <a:noFill/>
          <a:ln w="15875">
            <a:solidFill>
              <a:srgbClr val="9CA3AF"/>
            </a:solidFill>
            <a:prstDash val="solid"/>
            <a:tailEnd type="triangle"/>
          </a:ln>
        </p:spPr>
      </p:sp>
      <p:sp>
        <p:nvSpPr>
          <p:cNvPr id="34" name="Shape 31"/>
          <p:cNvSpPr/>
          <p:nvPr/>
        </p:nvSpPr>
        <p:spPr>
          <a:xfrm>
            <a:off x="5432908" y="3566160"/>
            <a:ext cx="1325880" cy="339425"/>
          </a:xfrm>
          <a:prstGeom prst="rect">
            <a:avLst/>
          </a:prstGeom>
          <a:solidFill>
            <a:srgbClr val="8A929E"/>
          </a:solidFill>
          <a:ln w="12700">
            <a:solidFill>
              <a:srgbClr val="8A929E"/>
            </a:solidFill>
            <a:prstDash val="solid"/>
          </a:ln>
        </p:spPr>
      </p:sp>
      <p:sp>
        <p:nvSpPr>
          <p:cNvPr id="35" name="Shape 32"/>
          <p:cNvSpPr/>
          <p:nvPr/>
        </p:nvSpPr>
        <p:spPr>
          <a:xfrm>
            <a:off x="5538978" y="3884371"/>
            <a:ext cx="1113739" cy="742493"/>
          </a:xfrm>
          <a:prstGeom prst="flowChartMerge">
            <a:avLst/>
          </a:prstGeom>
          <a:solidFill>
            <a:srgbClr val="8A929E"/>
          </a:solidFill>
          <a:ln w="12700">
            <a:solidFill>
              <a:srgbClr val="8A929E"/>
            </a:solidFill>
            <a:prstDash val="solid"/>
          </a:ln>
        </p:spPr>
      </p:sp>
      <p:sp>
        <p:nvSpPr>
          <p:cNvPr id="36" name="Shape 33"/>
          <p:cNvSpPr/>
          <p:nvPr/>
        </p:nvSpPr>
        <p:spPr>
          <a:xfrm>
            <a:off x="5565496" y="3884371"/>
            <a:ext cx="66294" cy="742493"/>
          </a:xfrm>
          <a:prstGeom prst="rect">
            <a:avLst/>
          </a:prstGeom>
          <a:solidFill>
            <a:srgbClr val="8A929E"/>
          </a:solidFill>
          <a:ln w="12700">
            <a:solidFill>
              <a:srgbClr val="8A929E"/>
            </a:solidFill>
            <a:prstDash val="solid"/>
          </a:ln>
        </p:spPr>
      </p:sp>
      <p:sp>
        <p:nvSpPr>
          <p:cNvPr id="37" name="Shape 34"/>
          <p:cNvSpPr/>
          <p:nvPr/>
        </p:nvSpPr>
        <p:spPr>
          <a:xfrm>
            <a:off x="6559906" y="3884371"/>
            <a:ext cx="66294" cy="742493"/>
          </a:xfrm>
          <a:prstGeom prst="rect">
            <a:avLst/>
          </a:prstGeom>
          <a:solidFill>
            <a:srgbClr val="8A929E"/>
          </a:solidFill>
          <a:ln w="12700">
            <a:solidFill>
              <a:srgbClr val="8A929E"/>
            </a:solidFill>
            <a:prstDash val="solid"/>
          </a:ln>
        </p:spPr>
      </p:sp>
      <p:sp>
        <p:nvSpPr>
          <p:cNvPr id="38" name="Text 35"/>
          <p:cNvSpPr txBox="1"/>
          <p:nvPr/>
        </p:nvSpPr>
        <p:spPr>
          <a:xfrm>
            <a:off x="5112868" y="4828032"/>
            <a:ext cx="1965960" cy="201168"/>
          </a:xfrm>
          <a:prstGeom prst="rect">
            <a:avLst/>
          </a:prstGeom>
          <a:noFill/>
          <a:ln/>
        </p:spPr>
        <p:txBody>
          <a:bodyPr wrap="square" lIns="0" tIns="0" rIns="0" bIns="0" rtlCol="0" anchor="t"/>
          <a:lstStyle/>
          <a:p>
            <a:pPr algn="ctr" indent="0" marL="0">
              <a:buNone/>
            </a:pPr>
            <a:r>
              <a:rPr lang="en-US" sz="1000" b="1" spc="100" kern="0" dirty="0">
                <a:solidFill>
                  <a:srgbClr val="0F2340"/>
                </a:solidFill>
                <a:latin typeface="Calibri" pitchFamily="34" charset="0"/>
                <a:ea typeface="Calibri" pitchFamily="34" charset="-122"/>
                <a:cs typeface="Calibri" pitchFamily="34" charset="-120"/>
              </a:rPr>
              <a:t>HOPPER</a:t>
            </a:r>
            <a:endParaRPr lang="en-US" sz="1000" dirty="0"/>
          </a:p>
        </p:txBody>
      </p:sp>
      <p:sp>
        <p:nvSpPr>
          <p:cNvPr id="39" name="Text 36"/>
          <p:cNvSpPr txBox="1"/>
          <p:nvPr/>
        </p:nvSpPr>
        <p:spPr>
          <a:xfrm>
            <a:off x="5021428" y="5029200"/>
            <a:ext cx="2148840" cy="329184"/>
          </a:xfrm>
          <a:prstGeom prst="rect">
            <a:avLst/>
          </a:prstGeom>
          <a:noFill/>
          <a:ln/>
        </p:spPr>
        <p:txBody>
          <a:bodyPr wrap="square" lIns="0" tIns="0" rIns="0" bIns="0" rtlCol="0" anchor="t"/>
          <a:lstStyle/>
          <a:p>
            <a:pPr algn="ctr" indent="0" marL="0">
              <a:lnSpc>
                <a:spcPct val="100000"/>
              </a:lnSpc>
              <a:buNone/>
            </a:pPr>
            <a:r>
              <a:rPr lang="en-US" sz="900" dirty="0">
                <a:solidFill>
                  <a:srgbClr val="6B7280"/>
                </a:solidFill>
                <a:latin typeface="Calibri" pitchFamily="34" charset="0"/>
                <a:ea typeface="Calibri" pitchFamily="34" charset="-122"/>
                <a:cs typeface="Calibri" pitchFamily="34" charset="-120"/>
              </a:rPr>
              <a:t>Open hopper feeds trucks one at a time</a:t>
            </a:r>
            <a:endParaRPr lang="en-US" sz="900" dirty="0"/>
          </a:p>
        </p:txBody>
      </p:sp>
      <p:sp>
        <p:nvSpPr>
          <p:cNvPr id="40" name="Shape 37"/>
          <p:cNvSpPr/>
          <p:nvPr/>
        </p:nvSpPr>
        <p:spPr>
          <a:xfrm>
            <a:off x="7133692" y="4158234"/>
            <a:ext cx="206426" cy="0"/>
          </a:xfrm>
          <a:prstGeom prst="line">
            <a:avLst/>
          </a:prstGeom>
          <a:noFill/>
          <a:ln w="15875">
            <a:solidFill>
              <a:srgbClr val="9CA3AF"/>
            </a:solidFill>
            <a:prstDash val="solid"/>
            <a:tailEnd type="triangle"/>
          </a:ln>
        </p:spPr>
      </p:sp>
      <p:sp>
        <p:nvSpPr>
          <p:cNvPr id="41" name="Shape 38"/>
          <p:cNvSpPr/>
          <p:nvPr/>
        </p:nvSpPr>
        <p:spPr>
          <a:xfrm>
            <a:off x="7532141" y="3769614"/>
            <a:ext cx="713643" cy="364617"/>
          </a:xfrm>
          <a:prstGeom prst="rect">
            <a:avLst/>
          </a:prstGeom>
          <a:solidFill>
            <a:srgbClr val="8A929E"/>
          </a:solidFill>
          <a:ln w="12700">
            <a:solidFill>
              <a:srgbClr val="8A929E"/>
            </a:solidFill>
            <a:prstDash val="solid"/>
          </a:ln>
        </p:spPr>
      </p:sp>
      <p:sp>
        <p:nvSpPr>
          <p:cNvPr id="42" name="Shape 39"/>
          <p:cNvSpPr/>
          <p:nvPr/>
        </p:nvSpPr>
        <p:spPr>
          <a:xfrm>
            <a:off x="8267410" y="3902202"/>
            <a:ext cx="324383" cy="232029"/>
          </a:xfrm>
          <a:prstGeom prst="roundRect">
            <a:avLst>
              <a:gd name="adj" fmla="val 11823"/>
            </a:avLst>
          </a:prstGeom>
          <a:solidFill>
            <a:srgbClr val="8A929E"/>
          </a:solidFill>
          <a:ln w="12700">
            <a:solidFill>
              <a:srgbClr val="8A929E"/>
            </a:solidFill>
            <a:prstDash val="solid"/>
          </a:ln>
        </p:spPr>
      </p:sp>
      <p:sp>
        <p:nvSpPr>
          <p:cNvPr id="43" name="Shape 40"/>
          <p:cNvSpPr/>
          <p:nvPr/>
        </p:nvSpPr>
        <p:spPr>
          <a:xfrm>
            <a:off x="7640269" y="4140860"/>
            <a:ext cx="225400" cy="225400"/>
          </a:xfrm>
          <a:prstGeom prst="ellipse">
            <a:avLst/>
          </a:prstGeom>
          <a:solidFill>
            <a:srgbClr val="8A929E"/>
          </a:solidFill>
          <a:ln w="12700">
            <a:solidFill>
              <a:srgbClr val="8A929E"/>
            </a:solidFill>
            <a:prstDash val="solid"/>
          </a:ln>
        </p:spPr>
      </p:sp>
      <p:sp>
        <p:nvSpPr>
          <p:cNvPr id="44" name="Shape 41"/>
          <p:cNvSpPr/>
          <p:nvPr/>
        </p:nvSpPr>
        <p:spPr>
          <a:xfrm>
            <a:off x="7921401" y="4140860"/>
            <a:ext cx="225400" cy="225400"/>
          </a:xfrm>
          <a:prstGeom prst="ellipse">
            <a:avLst/>
          </a:prstGeom>
          <a:solidFill>
            <a:srgbClr val="8A929E"/>
          </a:solidFill>
          <a:ln w="12700">
            <a:solidFill>
              <a:srgbClr val="8A929E"/>
            </a:solidFill>
            <a:prstDash val="solid"/>
          </a:ln>
        </p:spPr>
      </p:sp>
      <p:sp>
        <p:nvSpPr>
          <p:cNvPr id="45" name="Shape 42"/>
          <p:cNvSpPr/>
          <p:nvPr/>
        </p:nvSpPr>
        <p:spPr>
          <a:xfrm>
            <a:off x="8332287" y="4140860"/>
            <a:ext cx="225400" cy="225400"/>
          </a:xfrm>
          <a:prstGeom prst="ellipse">
            <a:avLst/>
          </a:prstGeom>
          <a:solidFill>
            <a:srgbClr val="8A929E"/>
          </a:solidFill>
          <a:ln w="12700">
            <a:solidFill>
              <a:srgbClr val="8A929E"/>
            </a:solidFill>
            <a:prstDash val="solid"/>
          </a:ln>
        </p:spPr>
      </p:sp>
      <p:sp>
        <p:nvSpPr>
          <p:cNvPr id="46" name="Shape 43"/>
          <p:cNvSpPr/>
          <p:nvPr/>
        </p:nvSpPr>
        <p:spPr>
          <a:xfrm>
            <a:off x="8711717" y="3769614"/>
            <a:ext cx="454137" cy="364617"/>
          </a:xfrm>
          <a:prstGeom prst="rect">
            <a:avLst/>
          </a:prstGeom>
          <a:solidFill>
            <a:srgbClr val="8A929E"/>
          </a:solidFill>
          <a:ln w="12700">
            <a:solidFill>
              <a:srgbClr val="8A929E"/>
            </a:solidFill>
            <a:prstDash val="solid"/>
          </a:ln>
        </p:spPr>
      </p:sp>
      <p:sp>
        <p:nvSpPr>
          <p:cNvPr id="47" name="Shape 44"/>
          <p:cNvSpPr/>
          <p:nvPr/>
        </p:nvSpPr>
        <p:spPr>
          <a:xfrm>
            <a:off x="9179616" y="3902202"/>
            <a:ext cx="206426" cy="232029"/>
          </a:xfrm>
          <a:prstGeom prst="roundRect">
            <a:avLst>
              <a:gd name="adj" fmla="val 13289"/>
            </a:avLst>
          </a:prstGeom>
          <a:solidFill>
            <a:srgbClr val="8A929E"/>
          </a:solidFill>
          <a:ln w="12700">
            <a:solidFill>
              <a:srgbClr val="8A929E"/>
            </a:solidFill>
            <a:prstDash val="solid"/>
          </a:ln>
        </p:spPr>
      </p:sp>
      <p:sp>
        <p:nvSpPr>
          <p:cNvPr id="48" name="Shape 45"/>
          <p:cNvSpPr/>
          <p:nvPr/>
        </p:nvSpPr>
        <p:spPr>
          <a:xfrm>
            <a:off x="8780526" y="4140860"/>
            <a:ext cx="225400" cy="225400"/>
          </a:xfrm>
          <a:prstGeom prst="ellipse">
            <a:avLst/>
          </a:prstGeom>
          <a:solidFill>
            <a:srgbClr val="8A929E"/>
          </a:solidFill>
          <a:ln w="12700">
            <a:solidFill>
              <a:srgbClr val="8A929E"/>
            </a:solidFill>
            <a:prstDash val="solid"/>
          </a:ln>
        </p:spPr>
      </p:sp>
      <p:sp>
        <p:nvSpPr>
          <p:cNvPr id="49" name="Shape 46"/>
          <p:cNvSpPr/>
          <p:nvPr/>
        </p:nvSpPr>
        <p:spPr>
          <a:xfrm>
            <a:off x="8959428" y="4140860"/>
            <a:ext cx="225400" cy="225400"/>
          </a:xfrm>
          <a:prstGeom prst="ellipse">
            <a:avLst/>
          </a:prstGeom>
          <a:solidFill>
            <a:srgbClr val="8A929E"/>
          </a:solidFill>
          <a:ln w="12700">
            <a:solidFill>
              <a:srgbClr val="8A929E"/>
            </a:solidFill>
            <a:prstDash val="solid"/>
          </a:ln>
        </p:spPr>
      </p:sp>
      <p:sp>
        <p:nvSpPr>
          <p:cNvPr id="50" name="Shape 47"/>
          <p:cNvSpPr/>
          <p:nvPr/>
        </p:nvSpPr>
        <p:spPr>
          <a:xfrm>
            <a:off x="9220901" y="4140860"/>
            <a:ext cx="225400" cy="225400"/>
          </a:xfrm>
          <a:prstGeom prst="ellipse">
            <a:avLst/>
          </a:prstGeom>
          <a:solidFill>
            <a:srgbClr val="8A929E"/>
          </a:solidFill>
          <a:ln w="12700">
            <a:solidFill>
              <a:srgbClr val="8A929E"/>
            </a:solidFill>
            <a:prstDash val="solid"/>
          </a:ln>
        </p:spPr>
      </p:sp>
      <p:sp>
        <p:nvSpPr>
          <p:cNvPr id="51" name="Text 48"/>
          <p:cNvSpPr txBox="1"/>
          <p:nvPr/>
        </p:nvSpPr>
        <p:spPr>
          <a:xfrm>
            <a:off x="7394981" y="4828032"/>
            <a:ext cx="1965960" cy="201168"/>
          </a:xfrm>
          <a:prstGeom prst="rect">
            <a:avLst/>
          </a:prstGeom>
          <a:noFill/>
          <a:ln/>
        </p:spPr>
        <p:txBody>
          <a:bodyPr wrap="square" lIns="0" tIns="0" rIns="0" bIns="0" rtlCol="0" anchor="t"/>
          <a:lstStyle/>
          <a:p>
            <a:pPr algn="ctr" indent="0" marL="0">
              <a:buNone/>
            </a:pPr>
            <a:r>
              <a:rPr lang="en-US" sz="1000" b="1" spc="100" kern="0" dirty="0">
                <a:solidFill>
                  <a:srgbClr val="0F2340"/>
                </a:solidFill>
                <a:latin typeface="Calibri" pitchFamily="34" charset="0"/>
                <a:ea typeface="Calibri" pitchFamily="34" charset="-122"/>
                <a:cs typeface="Calibri" pitchFamily="34" charset="-120"/>
              </a:rPr>
              <a:t>TRUCK</a:t>
            </a:r>
            <a:endParaRPr lang="en-US" sz="1000" dirty="0"/>
          </a:p>
        </p:txBody>
      </p:sp>
      <p:sp>
        <p:nvSpPr>
          <p:cNvPr id="52" name="Text 49"/>
          <p:cNvSpPr txBox="1"/>
          <p:nvPr/>
        </p:nvSpPr>
        <p:spPr>
          <a:xfrm>
            <a:off x="7303541" y="5029200"/>
            <a:ext cx="2148840" cy="329184"/>
          </a:xfrm>
          <a:prstGeom prst="rect">
            <a:avLst/>
          </a:prstGeom>
          <a:noFill/>
          <a:ln/>
        </p:spPr>
        <p:txBody>
          <a:bodyPr wrap="square" lIns="0" tIns="0" rIns="0" bIns="0" rtlCol="0" anchor="t"/>
          <a:lstStyle/>
          <a:p>
            <a:pPr algn="ctr" indent="0" marL="0">
              <a:lnSpc>
                <a:spcPct val="100000"/>
              </a:lnSpc>
              <a:buNone/>
            </a:pPr>
            <a:r>
              <a:rPr lang="en-US" sz="900" dirty="0">
                <a:solidFill>
                  <a:srgbClr val="6B7280"/>
                </a:solidFill>
                <a:latin typeface="Calibri" pitchFamily="34" charset="0"/>
                <a:ea typeface="Calibri" pitchFamily="34" charset="-122"/>
                <a:cs typeface="Calibri" pitchFamily="34" charset="-120"/>
              </a:rPr>
              <a:t>Road haulage to the mill</a:t>
            </a:r>
            <a:endParaRPr lang="en-US" sz="900" dirty="0"/>
          </a:p>
        </p:txBody>
      </p:sp>
      <p:sp>
        <p:nvSpPr>
          <p:cNvPr id="53" name="Shape 50"/>
          <p:cNvSpPr/>
          <p:nvPr/>
        </p:nvSpPr>
        <p:spPr>
          <a:xfrm>
            <a:off x="9415805" y="4158234"/>
            <a:ext cx="206426" cy="0"/>
          </a:xfrm>
          <a:prstGeom prst="line">
            <a:avLst/>
          </a:prstGeom>
          <a:noFill/>
          <a:ln w="15875">
            <a:solidFill>
              <a:srgbClr val="9CA3AF"/>
            </a:solidFill>
            <a:prstDash val="solid"/>
            <a:tailEnd type="triangle"/>
          </a:ln>
        </p:spPr>
      </p:sp>
      <p:sp>
        <p:nvSpPr>
          <p:cNvPr id="54" name="Shape 51"/>
          <p:cNvSpPr/>
          <p:nvPr/>
        </p:nvSpPr>
        <p:spPr>
          <a:xfrm>
            <a:off x="9951415" y="4029532"/>
            <a:ext cx="1417320" cy="576758"/>
          </a:xfrm>
          <a:prstGeom prst="rect">
            <a:avLst/>
          </a:prstGeom>
          <a:solidFill>
            <a:srgbClr val="8A929E"/>
          </a:solidFill>
          <a:ln w="12700">
            <a:solidFill>
              <a:srgbClr val="8A929E"/>
            </a:solidFill>
            <a:prstDash val="solid"/>
          </a:ln>
        </p:spPr>
      </p:sp>
      <p:sp>
        <p:nvSpPr>
          <p:cNvPr id="55" name="Shape 52"/>
          <p:cNvSpPr/>
          <p:nvPr/>
        </p:nvSpPr>
        <p:spPr>
          <a:xfrm flipH="1">
            <a:off x="9951415" y="3770986"/>
            <a:ext cx="472440" cy="268491"/>
          </a:xfrm>
          <a:prstGeom prst="rtTriangle">
            <a:avLst/>
          </a:prstGeom>
          <a:solidFill>
            <a:srgbClr val="8A929E"/>
          </a:solidFill>
          <a:ln w="12700">
            <a:solidFill>
              <a:srgbClr val="8A929E"/>
            </a:solidFill>
            <a:prstDash val="solid"/>
          </a:ln>
        </p:spPr>
      </p:sp>
      <p:sp>
        <p:nvSpPr>
          <p:cNvPr id="56" name="Shape 53"/>
          <p:cNvSpPr/>
          <p:nvPr/>
        </p:nvSpPr>
        <p:spPr>
          <a:xfrm flipH="1">
            <a:off x="10423855" y="3770986"/>
            <a:ext cx="472440" cy="268491"/>
          </a:xfrm>
          <a:prstGeom prst="rtTriangle">
            <a:avLst/>
          </a:prstGeom>
          <a:solidFill>
            <a:srgbClr val="8A929E"/>
          </a:solidFill>
          <a:ln w="12700">
            <a:solidFill>
              <a:srgbClr val="8A929E"/>
            </a:solidFill>
            <a:prstDash val="solid"/>
          </a:ln>
        </p:spPr>
      </p:sp>
      <p:sp>
        <p:nvSpPr>
          <p:cNvPr id="57" name="Shape 54"/>
          <p:cNvSpPr/>
          <p:nvPr/>
        </p:nvSpPr>
        <p:spPr>
          <a:xfrm flipH="1">
            <a:off x="10896295" y="3770986"/>
            <a:ext cx="472440" cy="268491"/>
          </a:xfrm>
          <a:prstGeom prst="rtTriangle">
            <a:avLst/>
          </a:prstGeom>
          <a:solidFill>
            <a:srgbClr val="8A929E"/>
          </a:solidFill>
          <a:ln w="12700">
            <a:solidFill>
              <a:srgbClr val="8A929E"/>
            </a:solidFill>
            <a:prstDash val="solid"/>
          </a:ln>
        </p:spPr>
      </p:sp>
      <p:sp>
        <p:nvSpPr>
          <p:cNvPr id="58" name="Shape 55"/>
          <p:cNvSpPr/>
          <p:nvPr/>
        </p:nvSpPr>
        <p:spPr>
          <a:xfrm>
            <a:off x="11085271" y="3611880"/>
            <a:ext cx="141732" cy="298323"/>
          </a:xfrm>
          <a:prstGeom prst="rect">
            <a:avLst/>
          </a:prstGeom>
          <a:solidFill>
            <a:srgbClr val="8A929E"/>
          </a:solidFill>
          <a:ln w="12700">
            <a:solidFill>
              <a:srgbClr val="8A929E"/>
            </a:solidFill>
            <a:prstDash val="solid"/>
          </a:ln>
        </p:spPr>
      </p:sp>
      <p:sp>
        <p:nvSpPr>
          <p:cNvPr id="59" name="Text 56"/>
          <p:cNvSpPr txBox="1"/>
          <p:nvPr/>
        </p:nvSpPr>
        <p:spPr>
          <a:xfrm>
            <a:off x="9677095" y="4828032"/>
            <a:ext cx="1965960" cy="201168"/>
          </a:xfrm>
          <a:prstGeom prst="rect">
            <a:avLst/>
          </a:prstGeom>
          <a:noFill/>
          <a:ln/>
        </p:spPr>
        <p:txBody>
          <a:bodyPr wrap="square" lIns="0" tIns="0" rIns="0" bIns="0" rtlCol="0" anchor="t"/>
          <a:lstStyle/>
          <a:p>
            <a:pPr algn="ctr" indent="0" marL="0">
              <a:buNone/>
            </a:pPr>
            <a:r>
              <a:rPr lang="en-US" sz="1000" b="1" spc="100" kern="0" dirty="0">
                <a:solidFill>
                  <a:srgbClr val="0F2340"/>
                </a:solidFill>
                <a:latin typeface="Calibri" pitchFamily="34" charset="0"/>
                <a:ea typeface="Calibri" pitchFamily="34" charset="-122"/>
                <a:cs typeface="Calibri" pitchFamily="34" charset="-120"/>
              </a:rPr>
              <a:t>CUSTOMER</a:t>
            </a:r>
            <a:endParaRPr lang="en-US" sz="1000" dirty="0"/>
          </a:p>
        </p:txBody>
      </p:sp>
      <p:sp>
        <p:nvSpPr>
          <p:cNvPr id="60" name="Text 57"/>
          <p:cNvSpPr txBox="1"/>
          <p:nvPr/>
        </p:nvSpPr>
        <p:spPr>
          <a:xfrm>
            <a:off x="9585655" y="5029200"/>
            <a:ext cx="2148840" cy="329184"/>
          </a:xfrm>
          <a:prstGeom prst="rect">
            <a:avLst/>
          </a:prstGeom>
          <a:noFill/>
          <a:ln/>
        </p:spPr>
        <p:txBody>
          <a:bodyPr wrap="square" lIns="0" tIns="0" rIns="0" bIns="0" rtlCol="0" anchor="t"/>
          <a:lstStyle/>
          <a:p>
            <a:pPr algn="ctr" indent="0" marL="0">
              <a:lnSpc>
                <a:spcPct val="100000"/>
              </a:lnSpc>
              <a:buNone/>
            </a:pPr>
            <a:r>
              <a:rPr lang="en-US" sz="900" dirty="0">
                <a:solidFill>
                  <a:srgbClr val="6B7280"/>
                </a:solidFill>
                <a:latin typeface="Calibri" pitchFamily="34" charset="0"/>
                <a:ea typeface="Calibri" pitchFamily="34" charset="-122"/>
                <a:cs typeface="Calibri" pitchFamily="34" charset="-120"/>
              </a:rPr>
              <a:t>Mill receives and weighs cargo</a:t>
            </a:r>
            <a:endParaRPr lang="en-US" sz="900" dirty="0"/>
          </a:p>
        </p:txBody>
      </p:sp>
      <p:sp>
        <p:nvSpPr>
          <p:cNvPr id="61" name="Shape 58"/>
          <p:cNvSpPr/>
          <p:nvPr/>
        </p:nvSpPr>
        <p:spPr>
          <a:xfrm>
            <a:off x="2830754" y="3337560"/>
            <a:ext cx="6530188" cy="0"/>
          </a:xfrm>
          <a:prstGeom prst="line">
            <a:avLst/>
          </a:prstGeom>
          <a:noFill/>
          <a:ln w="19050">
            <a:solidFill>
              <a:srgbClr val="C39B2A"/>
            </a:solidFill>
            <a:prstDash val="solid"/>
          </a:ln>
        </p:spPr>
      </p:sp>
      <p:sp>
        <p:nvSpPr>
          <p:cNvPr id="62" name="Shape 59"/>
          <p:cNvSpPr/>
          <p:nvPr/>
        </p:nvSpPr>
        <p:spPr>
          <a:xfrm>
            <a:off x="2830754" y="3337560"/>
            <a:ext cx="0" cy="118872"/>
          </a:xfrm>
          <a:prstGeom prst="line">
            <a:avLst/>
          </a:prstGeom>
          <a:noFill/>
          <a:ln w="19050">
            <a:solidFill>
              <a:srgbClr val="C39B2A"/>
            </a:solidFill>
            <a:prstDash val="solid"/>
          </a:ln>
        </p:spPr>
      </p:sp>
      <p:sp>
        <p:nvSpPr>
          <p:cNvPr id="63" name="Shape 60"/>
          <p:cNvSpPr/>
          <p:nvPr/>
        </p:nvSpPr>
        <p:spPr>
          <a:xfrm>
            <a:off x="9360941" y="3337560"/>
            <a:ext cx="0" cy="118872"/>
          </a:xfrm>
          <a:prstGeom prst="line">
            <a:avLst/>
          </a:prstGeom>
          <a:noFill/>
          <a:ln w="19050">
            <a:solidFill>
              <a:srgbClr val="C39B2A"/>
            </a:solidFill>
            <a:prstDash val="solid"/>
          </a:ln>
        </p:spPr>
      </p:sp>
      <p:sp>
        <p:nvSpPr>
          <p:cNvPr id="64" name="Shape 61"/>
          <p:cNvSpPr/>
          <p:nvPr/>
        </p:nvSpPr>
        <p:spPr>
          <a:xfrm>
            <a:off x="4678528" y="3191256"/>
            <a:ext cx="2834640" cy="292608"/>
          </a:xfrm>
          <a:prstGeom prst="roundRect">
            <a:avLst>
              <a:gd name="adj" fmla="val 50000"/>
            </a:avLst>
          </a:prstGeom>
          <a:solidFill>
            <a:srgbClr val="FFFFFF"/>
          </a:solidFill>
          <a:ln w="12700">
            <a:solidFill>
              <a:srgbClr val="FFFFFF"/>
            </a:solidFill>
            <a:prstDash val="solid"/>
          </a:ln>
        </p:spPr>
      </p:sp>
      <p:sp>
        <p:nvSpPr>
          <p:cNvPr id="65" name="Text 62"/>
          <p:cNvSpPr txBox="1"/>
          <p:nvPr/>
        </p:nvSpPr>
        <p:spPr>
          <a:xfrm>
            <a:off x="4678528" y="3191256"/>
            <a:ext cx="2834640" cy="292608"/>
          </a:xfrm>
          <a:prstGeom prst="rect">
            <a:avLst/>
          </a:prstGeom>
          <a:noFill/>
          <a:ln/>
        </p:spPr>
        <p:txBody>
          <a:bodyPr wrap="square" lIns="0" tIns="0" rIns="0" bIns="0" rtlCol="0" anchor="ctr"/>
          <a:lstStyle/>
          <a:p>
            <a:pPr algn="ctr" indent="0" marL="0">
              <a:buNone/>
            </a:pPr>
            <a:r>
              <a:rPr lang="en-US" sz="1100" b="1" dirty="0">
                <a:solidFill>
                  <a:srgbClr val="9A7A1C"/>
                </a:solidFill>
                <a:latin typeface="Calibri" pitchFamily="34" charset="0"/>
                <a:ea typeface="Calibri" pitchFamily="34" charset="-122"/>
                <a:cs typeface="Calibri" pitchFamily="34" charset="-120"/>
              </a:rPr>
              <a:t>The ship is paced by the trucks</a:t>
            </a:r>
            <a:endParaRPr lang="en-US" sz="1100" dirty="0"/>
          </a:p>
        </p:txBody>
      </p:sp>
      <p:sp>
        <p:nvSpPr>
          <p:cNvPr id="66" name="Shape 63"/>
          <p:cNvSpPr/>
          <p:nvPr/>
        </p:nvSpPr>
        <p:spPr>
          <a:xfrm>
            <a:off x="548640" y="5440680"/>
            <a:ext cx="11094415" cy="685800"/>
          </a:xfrm>
          <a:prstGeom prst="rect">
            <a:avLst/>
          </a:prstGeom>
          <a:solidFill>
            <a:srgbClr val="0F2340"/>
          </a:solidFill>
          <a:ln w="12700">
            <a:solidFill>
              <a:srgbClr val="0F2340"/>
            </a:solidFill>
            <a:prstDash val="solid"/>
          </a:ln>
        </p:spPr>
      </p:sp>
      <p:sp>
        <p:nvSpPr>
          <p:cNvPr id="67" name="Text 64"/>
          <p:cNvSpPr txBox="1"/>
          <p:nvPr/>
        </p:nvSpPr>
        <p:spPr>
          <a:xfrm>
            <a:off x="822960" y="5513832"/>
            <a:ext cx="2224964" cy="36576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~5 kt/day</a:t>
            </a:r>
            <a:endParaRPr lang="en-US" sz="2000" dirty="0"/>
          </a:p>
        </p:txBody>
      </p:sp>
      <p:sp>
        <p:nvSpPr>
          <p:cNvPr id="68" name="Text 65"/>
          <p:cNvSpPr txBox="1"/>
          <p:nvPr/>
        </p:nvSpPr>
        <p:spPr>
          <a:xfrm>
            <a:off x="822960" y="5861304"/>
            <a:ext cx="2224964" cy="237744"/>
          </a:xfrm>
          <a:prstGeom prst="rect">
            <a:avLst/>
          </a:prstGeom>
          <a:noFill/>
          <a:ln/>
        </p:spPr>
        <p:txBody>
          <a:bodyPr wrap="square" lIns="0" tIns="0" rIns="0" bIns="0" rtlCol="0" anchor="t"/>
          <a:lstStyle/>
          <a:p>
            <a:pPr algn="l" indent="0" marL="0">
              <a:buNone/>
            </a:pPr>
            <a:r>
              <a:rPr lang="en-US" sz="900" dirty="0">
                <a:solidFill>
                  <a:srgbClr val="C7D0DD"/>
                </a:solidFill>
                <a:latin typeface="Calibri" pitchFamily="34" charset="0"/>
                <a:ea typeface="Calibri" pitchFamily="34" charset="-122"/>
                <a:cs typeface="Calibri" pitchFamily="34" charset="-120"/>
              </a:rPr>
              <a:t>conventional discharge benchmark</a:t>
            </a:r>
            <a:endParaRPr lang="en-US" sz="900" dirty="0"/>
          </a:p>
        </p:txBody>
      </p:sp>
      <p:sp>
        <p:nvSpPr>
          <p:cNvPr id="69" name="Text 66"/>
          <p:cNvSpPr txBox="1"/>
          <p:nvPr/>
        </p:nvSpPr>
        <p:spPr>
          <a:xfrm>
            <a:off x="3093644" y="5513832"/>
            <a:ext cx="274320" cy="365760"/>
          </a:xfrm>
          <a:prstGeom prst="rect">
            <a:avLst/>
          </a:prstGeom>
          <a:noFill/>
          <a:ln/>
        </p:spPr>
        <p:txBody>
          <a:bodyPr wrap="square" lIns="0" tIns="0" rIns="0" bIns="0" rtlCol="0" anchor="ctr"/>
          <a:lstStyle/>
          <a:p>
            <a:pPr algn="ctr" indent="0" marL="0">
              <a:buNone/>
            </a:pPr>
            <a:r>
              <a:rPr lang="en-US" sz="1800" dirty="0">
                <a:solidFill>
                  <a:srgbClr val="C39B2A"/>
                </a:solidFill>
                <a:latin typeface="Calibri" pitchFamily="34" charset="0"/>
                <a:ea typeface="Calibri" pitchFamily="34" charset="-122"/>
                <a:cs typeface="Calibri" pitchFamily="34" charset="-120"/>
              </a:rPr>
              <a:t>→</a:t>
            </a:r>
            <a:endParaRPr lang="en-US" sz="1800" dirty="0"/>
          </a:p>
        </p:txBody>
      </p:sp>
      <p:sp>
        <p:nvSpPr>
          <p:cNvPr id="70" name="Text 67"/>
          <p:cNvSpPr txBox="1"/>
          <p:nvPr/>
        </p:nvSpPr>
        <p:spPr>
          <a:xfrm>
            <a:off x="3596564" y="5513832"/>
            <a:ext cx="2224964" cy="36576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60 kt cargo</a:t>
            </a:r>
            <a:endParaRPr lang="en-US" sz="2000" dirty="0"/>
          </a:p>
        </p:txBody>
      </p:sp>
      <p:sp>
        <p:nvSpPr>
          <p:cNvPr id="71" name="Text 68"/>
          <p:cNvSpPr txBox="1"/>
          <p:nvPr/>
        </p:nvSpPr>
        <p:spPr>
          <a:xfrm>
            <a:off x="3596564" y="5861304"/>
            <a:ext cx="2224964" cy="237744"/>
          </a:xfrm>
          <a:prstGeom prst="rect">
            <a:avLst/>
          </a:prstGeom>
          <a:noFill/>
          <a:ln/>
        </p:spPr>
        <p:txBody>
          <a:bodyPr wrap="square" lIns="0" tIns="0" rIns="0" bIns="0" rtlCol="0" anchor="t"/>
          <a:lstStyle/>
          <a:p>
            <a:pPr algn="l" indent="0" marL="0">
              <a:buNone/>
            </a:pPr>
            <a:r>
              <a:rPr lang="en-US" sz="900" dirty="0">
                <a:solidFill>
                  <a:srgbClr val="C7D0DD"/>
                </a:solidFill>
                <a:latin typeface="Calibri" pitchFamily="34" charset="0"/>
                <a:ea typeface="Calibri" pitchFamily="34" charset="-122"/>
                <a:cs typeface="Calibri" pitchFamily="34" charset="-120"/>
              </a:rPr>
              <a:t>one Panamax parcel, the case used throughout</a:t>
            </a:r>
            <a:endParaRPr lang="en-US" sz="900" dirty="0"/>
          </a:p>
        </p:txBody>
      </p:sp>
      <p:sp>
        <p:nvSpPr>
          <p:cNvPr id="72" name="Text 69"/>
          <p:cNvSpPr txBox="1"/>
          <p:nvPr/>
        </p:nvSpPr>
        <p:spPr>
          <a:xfrm>
            <a:off x="5867248" y="5513832"/>
            <a:ext cx="274320" cy="365760"/>
          </a:xfrm>
          <a:prstGeom prst="rect">
            <a:avLst/>
          </a:prstGeom>
          <a:noFill/>
          <a:ln/>
        </p:spPr>
        <p:txBody>
          <a:bodyPr wrap="square" lIns="0" tIns="0" rIns="0" bIns="0" rtlCol="0" anchor="ctr"/>
          <a:lstStyle/>
          <a:p>
            <a:pPr algn="ctr" indent="0" marL="0">
              <a:buNone/>
            </a:pPr>
            <a:r>
              <a:rPr lang="en-US" sz="1800" dirty="0">
                <a:solidFill>
                  <a:srgbClr val="C39B2A"/>
                </a:solidFill>
                <a:latin typeface="Calibri" pitchFamily="34" charset="0"/>
                <a:ea typeface="Calibri" pitchFamily="34" charset="-122"/>
                <a:cs typeface="Calibri" pitchFamily="34" charset="-120"/>
              </a:rPr>
              <a:t>→</a:t>
            </a:r>
            <a:endParaRPr lang="en-US" sz="1800" dirty="0"/>
          </a:p>
        </p:txBody>
      </p:sp>
      <p:sp>
        <p:nvSpPr>
          <p:cNvPr id="73" name="Text 70"/>
          <p:cNvSpPr txBox="1"/>
          <p:nvPr/>
        </p:nvSpPr>
        <p:spPr>
          <a:xfrm>
            <a:off x="6370168" y="5513832"/>
            <a:ext cx="2224964" cy="36576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≈12 days</a:t>
            </a:r>
            <a:endParaRPr lang="en-US" sz="2000" dirty="0"/>
          </a:p>
        </p:txBody>
      </p:sp>
      <p:sp>
        <p:nvSpPr>
          <p:cNvPr id="74" name="Text 71"/>
          <p:cNvSpPr txBox="1"/>
          <p:nvPr/>
        </p:nvSpPr>
        <p:spPr>
          <a:xfrm>
            <a:off x="6370168" y="5861304"/>
            <a:ext cx="2224964" cy="237744"/>
          </a:xfrm>
          <a:prstGeom prst="rect">
            <a:avLst/>
          </a:prstGeom>
          <a:noFill/>
          <a:ln/>
        </p:spPr>
        <p:txBody>
          <a:bodyPr wrap="square" lIns="0" tIns="0" rIns="0" bIns="0" rtlCol="0" anchor="t"/>
          <a:lstStyle/>
          <a:p>
            <a:pPr algn="l" indent="0" marL="0">
              <a:buNone/>
            </a:pPr>
            <a:r>
              <a:rPr lang="en-US" sz="900" dirty="0">
                <a:solidFill>
                  <a:srgbClr val="C7D0DD"/>
                </a:solidFill>
                <a:latin typeface="Calibri" pitchFamily="34" charset="0"/>
                <a:ea typeface="Calibri" pitchFamily="34" charset="-122"/>
                <a:cs typeface="Calibri" pitchFamily="34" charset="-120"/>
              </a:rPr>
              <a:t>alongside the berth</a:t>
            </a:r>
            <a:endParaRPr lang="en-US" sz="900" dirty="0"/>
          </a:p>
        </p:txBody>
      </p:sp>
      <p:sp>
        <p:nvSpPr>
          <p:cNvPr id="75" name="Text 72"/>
          <p:cNvSpPr txBox="1"/>
          <p:nvPr/>
        </p:nvSpPr>
        <p:spPr>
          <a:xfrm>
            <a:off x="8640851" y="5513832"/>
            <a:ext cx="274320" cy="365760"/>
          </a:xfrm>
          <a:prstGeom prst="rect">
            <a:avLst/>
          </a:prstGeom>
          <a:noFill/>
          <a:ln/>
        </p:spPr>
        <p:txBody>
          <a:bodyPr wrap="square" lIns="0" tIns="0" rIns="0" bIns="0" rtlCol="0" anchor="ctr"/>
          <a:lstStyle/>
          <a:p>
            <a:pPr algn="ctr" indent="0" marL="0">
              <a:buNone/>
            </a:pPr>
            <a:r>
              <a:rPr lang="en-US" sz="1800" dirty="0">
                <a:solidFill>
                  <a:srgbClr val="C39B2A"/>
                </a:solidFill>
                <a:latin typeface="Calibri" pitchFamily="34" charset="0"/>
                <a:ea typeface="Calibri" pitchFamily="34" charset="-122"/>
                <a:cs typeface="Calibri" pitchFamily="34" charset="-120"/>
              </a:rPr>
              <a:t>→</a:t>
            </a:r>
            <a:endParaRPr lang="en-US" sz="1800" dirty="0"/>
          </a:p>
        </p:txBody>
      </p:sp>
      <p:sp>
        <p:nvSpPr>
          <p:cNvPr id="76" name="Text 73"/>
          <p:cNvSpPr txBox="1"/>
          <p:nvPr/>
        </p:nvSpPr>
        <p:spPr>
          <a:xfrm>
            <a:off x="9143771" y="5513832"/>
            <a:ext cx="2224964" cy="365760"/>
          </a:xfrm>
          <a:prstGeom prst="rect">
            <a:avLst/>
          </a:prstGeom>
          <a:noFill/>
          <a:ln/>
        </p:spPr>
        <p:txBody>
          <a:bodyPr wrap="square" lIns="0" tIns="0" rIns="0" bIns="0" rtlCol="0" anchor="ctr"/>
          <a:lstStyle/>
          <a:p>
            <a:pPr algn="l" indent="0" marL="0">
              <a:buNone/>
            </a:pPr>
            <a:r>
              <a:rPr lang="en-US" sz="2000" b="1" dirty="0">
                <a:solidFill>
                  <a:srgbClr val="C39B2A"/>
                </a:solidFill>
                <a:latin typeface="Calibri" pitchFamily="34" charset="0"/>
                <a:ea typeface="Calibri" pitchFamily="34" charset="-122"/>
                <a:cs typeface="Calibri" pitchFamily="34" charset="-120"/>
              </a:rPr>
              <a:t>≈US$194k</a:t>
            </a:r>
            <a:endParaRPr lang="en-US" sz="2000" dirty="0"/>
          </a:p>
        </p:txBody>
      </p:sp>
      <p:sp>
        <p:nvSpPr>
          <p:cNvPr id="77" name="Text 74"/>
          <p:cNvSpPr txBox="1"/>
          <p:nvPr/>
        </p:nvSpPr>
        <p:spPr>
          <a:xfrm>
            <a:off x="9143771" y="5861304"/>
            <a:ext cx="2224964" cy="237744"/>
          </a:xfrm>
          <a:prstGeom prst="rect">
            <a:avLst/>
          </a:prstGeom>
          <a:noFill/>
          <a:ln/>
        </p:spPr>
        <p:txBody>
          <a:bodyPr wrap="square" lIns="0" tIns="0" rIns="0" bIns="0" rtlCol="0" anchor="t"/>
          <a:lstStyle/>
          <a:p>
            <a:pPr algn="l" indent="0" marL="0">
              <a:buNone/>
            </a:pPr>
            <a:r>
              <a:rPr lang="en-US" sz="900" dirty="0">
                <a:solidFill>
                  <a:srgbClr val="C7D0DD"/>
                </a:solidFill>
                <a:latin typeface="Calibri" pitchFamily="34" charset="0"/>
                <a:ea typeface="Calibri" pitchFamily="34" charset="-122"/>
                <a:cs typeface="Calibri" pitchFamily="34" charset="-120"/>
              </a:rPr>
              <a:t>of vessel time per cargo at US$16.2k/day</a:t>
            </a:r>
            <a:endParaRPr lang="en-US" sz="900" dirty="0"/>
          </a:p>
        </p:txBody>
      </p:sp>
      <p:sp>
        <p:nvSpPr>
          <p:cNvPr id="78" name="Text 75"/>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79" name="Text 76"/>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3</a:t>
            </a:r>
            <a:endParaRPr lang="en-US" sz="800" dirty="0"/>
          </a:p>
        </p:txBody>
      </p:sp>
      <p:sp>
        <p:nvSpPr>
          <p:cNvPr id="80" name="Text 77"/>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Sources: FKS gateway screening 2026; Pelindo Multi Terminal productivity releases (Jamrud, Tanjung Emas, Belawan, 2024-26); Krakatau Bandar Samudera; Kemenhub RIPN. Vessel-time value: Panamax/Supramax time-charter benchmark. Basis in notes.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FKS OPERATING MODEL</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FKS discharges at ship speed into an enclosed conveyor and transit buffer, so the vessel no longer waits for trucks</a:t>
            </a:r>
            <a:endParaRPr lang="en-US" sz="2200" dirty="0"/>
          </a:p>
        </p:txBody>
      </p:sp>
      <p:pic>
        <p:nvPicPr>
          <p:cNvPr id="4" name="Image 0" descr="/home/user/fks-danantara-deck./build/assets/logo_lockup_raw.png">    </p:cNvPr>
          <p:cNvPicPr>
            <a:picLocks noChangeAspect="1"/>
          </p:cNvPicPr>
          <p:nvPr/>
        </p:nvPicPr>
        <p:blipFill>
          <a:blip r:embed="rId1"/>
          <a:stretch>
            <a:fillRect/>
          </a:stretch>
        </p:blipFill>
        <p:spPr>
          <a:xfrm>
            <a:off x="10344607" y="347472"/>
            <a:ext cx="1298448" cy="436169"/>
          </a:xfrm>
          <a:prstGeom prst="rect">
            <a:avLst/>
          </a:prstGeom>
        </p:spPr>
      </p:pic>
      <p:sp>
        <p:nvSpPr>
          <p:cNvPr id="5" name="Shape 2"/>
          <p:cNvSpPr/>
          <p:nvPr/>
        </p:nvSpPr>
        <p:spPr>
          <a:xfrm>
            <a:off x="3063240" y="4160520"/>
            <a:ext cx="8579815" cy="82296"/>
          </a:xfrm>
          <a:prstGeom prst="rect">
            <a:avLst/>
          </a:prstGeom>
          <a:solidFill>
            <a:srgbClr val="E6EAF0"/>
          </a:solidFill>
          <a:ln w="12700">
            <a:solidFill>
              <a:srgbClr val="E6EAF0"/>
            </a:solidFill>
            <a:prstDash val="solid"/>
          </a:ln>
        </p:spPr>
      </p:sp>
      <p:sp>
        <p:nvSpPr>
          <p:cNvPr id="6" name="Shape 3"/>
          <p:cNvSpPr/>
          <p:nvPr/>
        </p:nvSpPr>
        <p:spPr>
          <a:xfrm>
            <a:off x="548640" y="4178808"/>
            <a:ext cx="2606040" cy="64008"/>
          </a:xfrm>
          <a:prstGeom prst="rect">
            <a:avLst/>
          </a:prstGeom>
          <a:solidFill>
            <a:srgbClr val="E4EBF3"/>
          </a:solidFill>
          <a:ln w="12700">
            <a:solidFill>
              <a:srgbClr val="E4EBF3"/>
            </a:solidFill>
            <a:prstDash val="solid"/>
          </a:ln>
        </p:spPr>
      </p:sp>
      <p:sp>
        <p:nvSpPr>
          <p:cNvPr id="7" name="Shape 4"/>
          <p:cNvSpPr/>
          <p:nvPr/>
        </p:nvSpPr>
        <p:spPr>
          <a:xfrm flipV="1">
            <a:off x="594360" y="3776472"/>
            <a:ext cx="2514600" cy="384048"/>
          </a:xfrm>
          <a:prstGeom prst="trapezoid">
            <a:avLst/>
          </a:prstGeom>
          <a:solidFill>
            <a:srgbClr val="1E3A5F"/>
          </a:solidFill>
          <a:ln w="12700">
            <a:solidFill>
              <a:srgbClr val="1E3A5F"/>
            </a:solidFill>
            <a:prstDash val="solid"/>
          </a:ln>
        </p:spPr>
      </p:sp>
      <p:sp>
        <p:nvSpPr>
          <p:cNvPr id="8" name="Shape 5"/>
          <p:cNvSpPr/>
          <p:nvPr/>
        </p:nvSpPr>
        <p:spPr>
          <a:xfrm>
            <a:off x="2455164" y="3502152"/>
            <a:ext cx="402336" cy="292608"/>
          </a:xfrm>
          <a:prstGeom prst="rect">
            <a:avLst/>
          </a:prstGeom>
          <a:solidFill>
            <a:srgbClr val="1E3A5F"/>
          </a:solidFill>
          <a:ln w="12700">
            <a:solidFill>
              <a:srgbClr val="1E3A5F"/>
            </a:solidFill>
            <a:prstDash val="solid"/>
          </a:ln>
        </p:spPr>
      </p:sp>
      <p:sp>
        <p:nvSpPr>
          <p:cNvPr id="9" name="Shape 6"/>
          <p:cNvSpPr/>
          <p:nvPr/>
        </p:nvSpPr>
        <p:spPr>
          <a:xfrm>
            <a:off x="2530602" y="3337560"/>
            <a:ext cx="251460" cy="182880"/>
          </a:xfrm>
          <a:prstGeom prst="rect">
            <a:avLst/>
          </a:prstGeom>
          <a:solidFill>
            <a:srgbClr val="1E3A5F"/>
          </a:solidFill>
          <a:ln w="12700">
            <a:solidFill>
              <a:srgbClr val="1E3A5F"/>
            </a:solidFill>
            <a:prstDash val="solid"/>
          </a:ln>
        </p:spPr>
      </p:sp>
      <p:sp>
        <p:nvSpPr>
          <p:cNvPr id="10" name="Shape 7"/>
          <p:cNvSpPr/>
          <p:nvPr/>
        </p:nvSpPr>
        <p:spPr>
          <a:xfrm>
            <a:off x="826709" y="3666744"/>
            <a:ext cx="249448" cy="109728"/>
          </a:xfrm>
          <a:prstGeom prst="rect">
            <a:avLst/>
          </a:prstGeom>
          <a:solidFill>
            <a:srgbClr val="1E3A5F"/>
          </a:solidFill>
          <a:ln w="12700">
            <a:solidFill>
              <a:srgbClr val="1E3A5F"/>
            </a:solidFill>
            <a:prstDash val="solid"/>
          </a:ln>
        </p:spPr>
      </p:sp>
      <p:sp>
        <p:nvSpPr>
          <p:cNvPr id="11" name="Shape 8"/>
          <p:cNvSpPr/>
          <p:nvPr/>
        </p:nvSpPr>
        <p:spPr>
          <a:xfrm>
            <a:off x="1138519" y="3666744"/>
            <a:ext cx="249448" cy="109728"/>
          </a:xfrm>
          <a:prstGeom prst="rect">
            <a:avLst/>
          </a:prstGeom>
          <a:solidFill>
            <a:srgbClr val="1E3A5F"/>
          </a:solidFill>
          <a:ln w="12700">
            <a:solidFill>
              <a:srgbClr val="1E3A5F"/>
            </a:solidFill>
            <a:prstDash val="solid"/>
          </a:ln>
        </p:spPr>
      </p:sp>
      <p:sp>
        <p:nvSpPr>
          <p:cNvPr id="12" name="Shape 9"/>
          <p:cNvSpPr/>
          <p:nvPr/>
        </p:nvSpPr>
        <p:spPr>
          <a:xfrm>
            <a:off x="1450330" y="3666744"/>
            <a:ext cx="249448" cy="109728"/>
          </a:xfrm>
          <a:prstGeom prst="rect">
            <a:avLst/>
          </a:prstGeom>
          <a:solidFill>
            <a:srgbClr val="1E3A5F"/>
          </a:solidFill>
          <a:ln w="12700">
            <a:solidFill>
              <a:srgbClr val="1E3A5F"/>
            </a:solidFill>
            <a:prstDash val="solid"/>
          </a:ln>
        </p:spPr>
      </p:sp>
      <p:sp>
        <p:nvSpPr>
          <p:cNvPr id="13" name="Shape 10"/>
          <p:cNvSpPr/>
          <p:nvPr/>
        </p:nvSpPr>
        <p:spPr>
          <a:xfrm>
            <a:off x="1762140" y="3666744"/>
            <a:ext cx="249448" cy="109728"/>
          </a:xfrm>
          <a:prstGeom prst="rect">
            <a:avLst/>
          </a:prstGeom>
          <a:solidFill>
            <a:srgbClr val="1E3A5F"/>
          </a:solidFill>
          <a:ln w="12700">
            <a:solidFill>
              <a:srgbClr val="1E3A5F"/>
            </a:solidFill>
            <a:prstDash val="solid"/>
          </a:ln>
        </p:spPr>
      </p:sp>
      <p:sp>
        <p:nvSpPr>
          <p:cNvPr id="14" name="Shape 11"/>
          <p:cNvSpPr/>
          <p:nvPr/>
        </p:nvSpPr>
        <p:spPr>
          <a:xfrm>
            <a:off x="2073951" y="3666744"/>
            <a:ext cx="249448" cy="109728"/>
          </a:xfrm>
          <a:prstGeom prst="rect">
            <a:avLst/>
          </a:prstGeom>
          <a:solidFill>
            <a:srgbClr val="1E3A5F"/>
          </a:solidFill>
          <a:ln w="12700">
            <a:solidFill>
              <a:srgbClr val="1E3A5F"/>
            </a:solidFill>
            <a:prstDash val="solid"/>
          </a:ln>
        </p:spPr>
      </p:sp>
      <p:sp>
        <p:nvSpPr>
          <p:cNvPr id="15" name="Shape 12"/>
          <p:cNvSpPr/>
          <p:nvPr/>
        </p:nvSpPr>
        <p:spPr>
          <a:xfrm>
            <a:off x="3060954" y="2761488"/>
            <a:ext cx="92812" cy="1399032"/>
          </a:xfrm>
          <a:prstGeom prst="rect">
            <a:avLst/>
          </a:prstGeom>
          <a:solidFill>
            <a:srgbClr val="0F2340"/>
          </a:solidFill>
          <a:ln w="12700">
            <a:solidFill>
              <a:srgbClr val="0F2340"/>
            </a:solidFill>
            <a:prstDash val="solid"/>
          </a:ln>
        </p:spPr>
      </p:sp>
      <p:sp>
        <p:nvSpPr>
          <p:cNvPr id="16" name="Shape 13"/>
          <p:cNvSpPr/>
          <p:nvPr/>
        </p:nvSpPr>
        <p:spPr>
          <a:xfrm>
            <a:off x="3458718" y="2761488"/>
            <a:ext cx="92812" cy="1399032"/>
          </a:xfrm>
          <a:prstGeom prst="rect">
            <a:avLst/>
          </a:prstGeom>
          <a:solidFill>
            <a:srgbClr val="0F2340"/>
          </a:solidFill>
          <a:ln w="12700">
            <a:solidFill>
              <a:srgbClr val="0F2340"/>
            </a:solidFill>
            <a:prstDash val="solid"/>
          </a:ln>
        </p:spPr>
      </p:sp>
      <p:sp>
        <p:nvSpPr>
          <p:cNvPr id="17" name="Shape 14"/>
          <p:cNvSpPr/>
          <p:nvPr/>
        </p:nvSpPr>
        <p:spPr>
          <a:xfrm>
            <a:off x="2994660" y="2712110"/>
            <a:ext cx="662940" cy="164592"/>
          </a:xfrm>
          <a:prstGeom prst="rect">
            <a:avLst/>
          </a:prstGeom>
          <a:solidFill>
            <a:srgbClr val="0F2340"/>
          </a:solidFill>
          <a:ln w="12700">
            <a:solidFill>
              <a:srgbClr val="0F2340"/>
            </a:solidFill>
            <a:prstDash val="solid"/>
          </a:ln>
        </p:spPr>
      </p:sp>
      <p:sp>
        <p:nvSpPr>
          <p:cNvPr id="18" name="Shape 15"/>
          <p:cNvSpPr/>
          <p:nvPr/>
        </p:nvSpPr>
        <p:spPr>
          <a:xfrm>
            <a:off x="2331720" y="2547518"/>
            <a:ext cx="822046" cy="131674"/>
          </a:xfrm>
          <a:prstGeom prst="rect">
            <a:avLst/>
          </a:prstGeom>
          <a:solidFill>
            <a:srgbClr val="0F2340"/>
          </a:solidFill>
          <a:ln w="12700">
            <a:solidFill>
              <a:srgbClr val="0F2340"/>
            </a:solidFill>
            <a:prstDash val="solid"/>
          </a:ln>
        </p:spPr>
      </p:sp>
      <p:sp>
        <p:nvSpPr>
          <p:cNvPr id="19" name="Shape 16"/>
          <p:cNvSpPr/>
          <p:nvPr/>
        </p:nvSpPr>
        <p:spPr>
          <a:xfrm>
            <a:off x="2437790" y="2646274"/>
            <a:ext cx="79553" cy="822960"/>
          </a:xfrm>
          <a:prstGeom prst="rect">
            <a:avLst/>
          </a:prstGeom>
          <a:solidFill>
            <a:srgbClr val="0F2340"/>
          </a:solidFill>
          <a:ln w="12700">
            <a:solidFill>
              <a:srgbClr val="0F2340"/>
            </a:solidFill>
            <a:prstDash val="solid"/>
          </a:ln>
        </p:spPr>
      </p:sp>
      <p:sp>
        <p:nvSpPr>
          <p:cNvPr id="20" name="Shape 17"/>
          <p:cNvSpPr/>
          <p:nvPr/>
        </p:nvSpPr>
        <p:spPr>
          <a:xfrm>
            <a:off x="3153766" y="2547518"/>
            <a:ext cx="66294" cy="329184"/>
          </a:xfrm>
          <a:prstGeom prst="rect">
            <a:avLst/>
          </a:prstGeom>
          <a:solidFill>
            <a:srgbClr val="0F2340"/>
          </a:solidFill>
          <a:ln w="12700">
            <a:solidFill>
              <a:srgbClr val="0F2340"/>
            </a:solidFill>
            <a:prstDash val="solid"/>
          </a:ln>
        </p:spPr>
      </p:sp>
      <p:sp>
        <p:nvSpPr>
          <p:cNvPr id="21" name="Shape 18"/>
          <p:cNvSpPr/>
          <p:nvPr/>
        </p:nvSpPr>
        <p:spPr>
          <a:xfrm>
            <a:off x="3291840" y="2697480"/>
            <a:ext cx="2514600" cy="91440"/>
          </a:xfrm>
          <a:prstGeom prst="rect">
            <a:avLst/>
          </a:prstGeom>
          <a:solidFill>
            <a:srgbClr val="2F5387"/>
          </a:solidFill>
          <a:ln w="12700">
            <a:solidFill>
              <a:srgbClr val="2F5387"/>
            </a:solidFill>
            <a:prstDash val="solid"/>
          </a:ln>
        </p:spPr>
      </p:sp>
      <p:sp>
        <p:nvSpPr>
          <p:cNvPr id="22" name="Shape 19"/>
          <p:cNvSpPr/>
          <p:nvPr/>
        </p:nvSpPr>
        <p:spPr>
          <a:xfrm>
            <a:off x="3296412" y="2788920"/>
            <a:ext cx="27432" cy="1463040"/>
          </a:xfrm>
          <a:prstGeom prst="rect">
            <a:avLst/>
          </a:prstGeom>
          <a:solidFill>
            <a:srgbClr val="2F5387"/>
          </a:solidFill>
          <a:ln w="12700">
            <a:solidFill>
              <a:srgbClr val="2F5387"/>
            </a:solidFill>
            <a:prstDash val="solid"/>
          </a:ln>
        </p:spPr>
      </p:sp>
      <p:sp>
        <p:nvSpPr>
          <p:cNvPr id="23" name="Shape 20"/>
          <p:cNvSpPr/>
          <p:nvPr/>
        </p:nvSpPr>
        <p:spPr>
          <a:xfrm>
            <a:off x="4535424" y="2788920"/>
            <a:ext cx="27432" cy="1463040"/>
          </a:xfrm>
          <a:prstGeom prst="rect">
            <a:avLst/>
          </a:prstGeom>
          <a:solidFill>
            <a:srgbClr val="2F5387"/>
          </a:solidFill>
          <a:ln w="12700">
            <a:solidFill>
              <a:srgbClr val="2F5387"/>
            </a:solidFill>
            <a:prstDash val="solid"/>
          </a:ln>
        </p:spPr>
      </p:sp>
      <p:sp>
        <p:nvSpPr>
          <p:cNvPr id="24" name="Shape 21"/>
          <p:cNvSpPr/>
          <p:nvPr/>
        </p:nvSpPr>
        <p:spPr>
          <a:xfrm>
            <a:off x="5774436" y="2788920"/>
            <a:ext cx="27432" cy="1463040"/>
          </a:xfrm>
          <a:prstGeom prst="rect">
            <a:avLst/>
          </a:prstGeom>
          <a:solidFill>
            <a:srgbClr val="2F5387"/>
          </a:solidFill>
          <a:ln w="12700">
            <a:solidFill>
              <a:srgbClr val="2F5387"/>
            </a:solidFill>
            <a:prstDash val="solid"/>
          </a:ln>
        </p:spPr>
      </p:sp>
      <p:sp>
        <p:nvSpPr>
          <p:cNvPr id="25" name="Shape 22"/>
          <p:cNvSpPr/>
          <p:nvPr/>
        </p:nvSpPr>
        <p:spPr>
          <a:xfrm>
            <a:off x="5669280" y="2331720"/>
            <a:ext cx="2606040" cy="1828800"/>
          </a:xfrm>
          <a:prstGeom prst="roundRect">
            <a:avLst>
              <a:gd name="adj" fmla="val 5000"/>
            </a:avLst>
          </a:prstGeom>
          <a:solidFill>
            <a:srgbClr val="F6EED3"/>
          </a:solidFill>
          <a:ln w="15875">
            <a:solidFill>
              <a:srgbClr val="C39B2A"/>
            </a:solidFill>
            <a:prstDash val="solid"/>
          </a:ln>
        </p:spPr>
      </p:sp>
      <p:sp>
        <p:nvSpPr>
          <p:cNvPr id="26" name="Shape 23"/>
          <p:cNvSpPr/>
          <p:nvPr/>
        </p:nvSpPr>
        <p:spPr>
          <a:xfrm>
            <a:off x="5852160" y="2606040"/>
            <a:ext cx="281635" cy="1554480"/>
          </a:xfrm>
          <a:prstGeom prst="can">
            <a:avLst/>
          </a:prstGeom>
          <a:solidFill>
            <a:srgbClr val="0F2340"/>
          </a:solidFill>
          <a:ln w="12700">
            <a:solidFill>
              <a:srgbClr val="0F2340"/>
            </a:solidFill>
            <a:prstDash val="solid"/>
          </a:ln>
        </p:spPr>
      </p:sp>
      <p:sp>
        <p:nvSpPr>
          <p:cNvPr id="27" name="Shape 24"/>
          <p:cNvSpPr/>
          <p:nvPr/>
        </p:nvSpPr>
        <p:spPr>
          <a:xfrm>
            <a:off x="6191402" y="2606040"/>
            <a:ext cx="281635" cy="1554480"/>
          </a:xfrm>
          <a:prstGeom prst="can">
            <a:avLst/>
          </a:prstGeom>
          <a:solidFill>
            <a:srgbClr val="0F2340"/>
          </a:solidFill>
          <a:ln w="12700">
            <a:solidFill>
              <a:srgbClr val="0F2340"/>
            </a:solidFill>
            <a:prstDash val="solid"/>
          </a:ln>
        </p:spPr>
      </p:sp>
      <p:sp>
        <p:nvSpPr>
          <p:cNvPr id="28" name="Shape 25"/>
          <p:cNvSpPr/>
          <p:nvPr/>
        </p:nvSpPr>
        <p:spPr>
          <a:xfrm>
            <a:off x="6530645" y="2606040"/>
            <a:ext cx="281635" cy="1554480"/>
          </a:xfrm>
          <a:prstGeom prst="can">
            <a:avLst/>
          </a:prstGeom>
          <a:solidFill>
            <a:srgbClr val="0F2340"/>
          </a:solidFill>
          <a:ln w="12700">
            <a:solidFill>
              <a:srgbClr val="0F2340"/>
            </a:solidFill>
            <a:prstDash val="solid"/>
          </a:ln>
        </p:spPr>
      </p:sp>
      <p:sp>
        <p:nvSpPr>
          <p:cNvPr id="29" name="Shape 26"/>
          <p:cNvSpPr/>
          <p:nvPr/>
        </p:nvSpPr>
        <p:spPr>
          <a:xfrm>
            <a:off x="6903720" y="2880360"/>
            <a:ext cx="1188720" cy="384048"/>
          </a:xfrm>
          <a:prstGeom prst="triangle">
            <a:avLst/>
          </a:prstGeom>
          <a:solidFill>
            <a:srgbClr val="0F2340"/>
          </a:solidFill>
          <a:ln w="12700">
            <a:solidFill>
              <a:srgbClr val="0F2340"/>
            </a:solidFill>
            <a:prstDash val="solid"/>
          </a:ln>
        </p:spPr>
      </p:sp>
      <p:sp>
        <p:nvSpPr>
          <p:cNvPr id="30" name="Shape 27"/>
          <p:cNvSpPr/>
          <p:nvPr/>
        </p:nvSpPr>
        <p:spPr>
          <a:xfrm>
            <a:off x="6903720" y="3238805"/>
            <a:ext cx="1188720" cy="921715"/>
          </a:xfrm>
          <a:prstGeom prst="rect">
            <a:avLst/>
          </a:prstGeom>
          <a:solidFill>
            <a:srgbClr val="0F2340"/>
          </a:solidFill>
          <a:ln w="12700">
            <a:solidFill>
              <a:srgbClr val="0F2340"/>
            </a:solidFill>
            <a:prstDash val="solid"/>
          </a:ln>
        </p:spPr>
      </p:sp>
      <p:sp>
        <p:nvSpPr>
          <p:cNvPr id="31" name="Shape 28"/>
          <p:cNvSpPr/>
          <p:nvPr/>
        </p:nvSpPr>
        <p:spPr>
          <a:xfrm>
            <a:off x="8275320" y="3200400"/>
            <a:ext cx="640080" cy="73152"/>
          </a:xfrm>
          <a:prstGeom prst="rect">
            <a:avLst/>
          </a:prstGeom>
          <a:solidFill>
            <a:srgbClr val="2F5387"/>
          </a:solidFill>
          <a:ln w="12700">
            <a:solidFill>
              <a:srgbClr val="2F5387"/>
            </a:solidFill>
            <a:prstDash val="solid"/>
          </a:ln>
        </p:spPr>
      </p:sp>
      <p:sp>
        <p:nvSpPr>
          <p:cNvPr id="32" name="Shape 29"/>
          <p:cNvSpPr/>
          <p:nvPr/>
        </p:nvSpPr>
        <p:spPr>
          <a:xfrm>
            <a:off x="8279892" y="3273552"/>
            <a:ext cx="27432" cy="960120"/>
          </a:xfrm>
          <a:prstGeom prst="rect">
            <a:avLst/>
          </a:prstGeom>
          <a:solidFill>
            <a:srgbClr val="2F5387"/>
          </a:solidFill>
          <a:ln w="12700">
            <a:solidFill>
              <a:srgbClr val="2F5387"/>
            </a:solidFill>
            <a:prstDash val="solid"/>
          </a:ln>
        </p:spPr>
      </p:sp>
      <p:sp>
        <p:nvSpPr>
          <p:cNvPr id="33" name="Shape 30"/>
          <p:cNvSpPr/>
          <p:nvPr/>
        </p:nvSpPr>
        <p:spPr>
          <a:xfrm>
            <a:off x="8883396" y="3273552"/>
            <a:ext cx="27432" cy="960120"/>
          </a:xfrm>
          <a:prstGeom prst="rect">
            <a:avLst/>
          </a:prstGeom>
          <a:solidFill>
            <a:srgbClr val="2F5387"/>
          </a:solidFill>
          <a:ln w="12700">
            <a:solidFill>
              <a:srgbClr val="2F5387"/>
            </a:solidFill>
            <a:prstDash val="solid"/>
          </a:ln>
        </p:spPr>
      </p:sp>
      <p:sp>
        <p:nvSpPr>
          <p:cNvPr id="34" name="Shape 31"/>
          <p:cNvSpPr/>
          <p:nvPr/>
        </p:nvSpPr>
        <p:spPr>
          <a:xfrm>
            <a:off x="8732520" y="3063240"/>
            <a:ext cx="1143000" cy="128016"/>
          </a:xfrm>
          <a:prstGeom prst="rect">
            <a:avLst/>
          </a:prstGeom>
          <a:solidFill>
            <a:srgbClr val="0F2340"/>
          </a:solidFill>
          <a:ln w="12700">
            <a:solidFill>
              <a:srgbClr val="0F2340"/>
            </a:solidFill>
            <a:prstDash val="solid"/>
          </a:ln>
        </p:spPr>
      </p:sp>
      <p:sp>
        <p:nvSpPr>
          <p:cNvPr id="35" name="Shape 32"/>
          <p:cNvSpPr/>
          <p:nvPr/>
        </p:nvSpPr>
        <p:spPr>
          <a:xfrm>
            <a:off x="8778240" y="3191256"/>
            <a:ext cx="54864" cy="502920"/>
          </a:xfrm>
          <a:prstGeom prst="rect">
            <a:avLst/>
          </a:prstGeom>
          <a:solidFill>
            <a:srgbClr val="0F2340"/>
          </a:solidFill>
          <a:ln w="12700">
            <a:solidFill>
              <a:srgbClr val="0F2340"/>
            </a:solidFill>
            <a:prstDash val="solid"/>
          </a:ln>
        </p:spPr>
      </p:sp>
      <p:sp>
        <p:nvSpPr>
          <p:cNvPr id="36" name="Shape 33"/>
          <p:cNvSpPr/>
          <p:nvPr/>
        </p:nvSpPr>
        <p:spPr>
          <a:xfrm>
            <a:off x="9774936" y="3191256"/>
            <a:ext cx="54864" cy="502920"/>
          </a:xfrm>
          <a:prstGeom prst="rect">
            <a:avLst/>
          </a:prstGeom>
          <a:solidFill>
            <a:srgbClr val="0F2340"/>
          </a:solidFill>
          <a:ln w="12700">
            <a:solidFill>
              <a:srgbClr val="0F2340"/>
            </a:solidFill>
            <a:prstDash val="solid"/>
          </a:ln>
        </p:spPr>
      </p:sp>
      <p:sp>
        <p:nvSpPr>
          <p:cNvPr id="37" name="Shape 34"/>
          <p:cNvSpPr/>
          <p:nvPr/>
        </p:nvSpPr>
        <p:spPr>
          <a:xfrm>
            <a:off x="8842248" y="3584448"/>
            <a:ext cx="603504" cy="352044"/>
          </a:xfrm>
          <a:prstGeom prst="rect">
            <a:avLst/>
          </a:prstGeom>
          <a:solidFill>
            <a:srgbClr val="1E3A5F"/>
          </a:solidFill>
          <a:ln w="12700">
            <a:solidFill>
              <a:srgbClr val="1E3A5F"/>
            </a:solidFill>
            <a:prstDash val="solid"/>
          </a:ln>
        </p:spPr>
      </p:sp>
      <p:sp>
        <p:nvSpPr>
          <p:cNvPr id="38" name="Shape 35"/>
          <p:cNvSpPr/>
          <p:nvPr/>
        </p:nvSpPr>
        <p:spPr>
          <a:xfrm>
            <a:off x="9464040" y="3712464"/>
            <a:ext cx="274320" cy="224028"/>
          </a:xfrm>
          <a:prstGeom prst="roundRect">
            <a:avLst>
              <a:gd name="adj" fmla="val 12245"/>
            </a:avLst>
          </a:prstGeom>
          <a:solidFill>
            <a:srgbClr val="1E3A5F"/>
          </a:solidFill>
          <a:ln w="12700">
            <a:solidFill>
              <a:srgbClr val="1E3A5F"/>
            </a:solidFill>
            <a:prstDash val="solid"/>
          </a:ln>
        </p:spPr>
      </p:sp>
      <p:sp>
        <p:nvSpPr>
          <p:cNvPr id="39" name="Shape 36"/>
          <p:cNvSpPr/>
          <p:nvPr/>
        </p:nvSpPr>
        <p:spPr>
          <a:xfrm>
            <a:off x="8933688" y="3942893"/>
            <a:ext cx="217627" cy="217627"/>
          </a:xfrm>
          <a:prstGeom prst="ellipse">
            <a:avLst/>
          </a:prstGeom>
          <a:solidFill>
            <a:srgbClr val="1E3A5F"/>
          </a:solidFill>
          <a:ln w="12700">
            <a:solidFill>
              <a:srgbClr val="1E3A5F"/>
            </a:solidFill>
            <a:prstDash val="solid"/>
          </a:ln>
        </p:spPr>
      </p:sp>
      <p:sp>
        <p:nvSpPr>
          <p:cNvPr id="40" name="Shape 37"/>
          <p:cNvSpPr/>
          <p:nvPr/>
        </p:nvSpPr>
        <p:spPr>
          <a:xfrm>
            <a:off x="9171432" y="3942893"/>
            <a:ext cx="217627" cy="217627"/>
          </a:xfrm>
          <a:prstGeom prst="ellipse">
            <a:avLst/>
          </a:prstGeom>
          <a:solidFill>
            <a:srgbClr val="1E3A5F"/>
          </a:solidFill>
          <a:ln w="12700">
            <a:solidFill>
              <a:srgbClr val="1E3A5F"/>
            </a:solidFill>
            <a:prstDash val="solid"/>
          </a:ln>
        </p:spPr>
      </p:sp>
      <p:sp>
        <p:nvSpPr>
          <p:cNvPr id="41" name="Shape 38"/>
          <p:cNvSpPr/>
          <p:nvPr/>
        </p:nvSpPr>
        <p:spPr>
          <a:xfrm>
            <a:off x="9518904" y="3942893"/>
            <a:ext cx="217627" cy="217627"/>
          </a:xfrm>
          <a:prstGeom prst="ellipse">
            <a:avLst/>
          </a:prstGeom>
          <a:solidFill>
            <a:srgbClr val="1E3A5F"/>
          </a:solidFill>
          <a:ln w="12700">
            <a:solidFill>
              <a:srgbClr val="1E3A5F"/>
            </a:solidFill>
            <a:prstDash val="solid"/>
          </a:ln>
        </p:spPr>
      </p:sp>
      <p:sp>
        <p:nvSpPr>
          <p:cNvPr id="42" name="Shape 39"/>
          <p:cNvSpPr/>
          <p:nvPr/>
        </p:nvSpPr>
        <p:spPr>
          <a:xfrm>
            <a:off x="10469880" y="3524098"/>
            <a:ext cx="1143000" cy="636422"/>
          </a:xfrm>
          <a:prstGeom prst="rect">
            <a:avLst/>
          </a:prstGeom>
          <a:solidFill>
            <a:srgbClr val="0F2340"/>
          </a:solidFill>
          <a:ln w="12700">
            <a:solidFill>
              <a:srgbClr val="0F2340"/>
            </a:solidFill>
            <a:prstDash val="solid"/>
          </a:ln>
        </p:spPr>
      </p:sp>
      <p:sp>
        <p:nvSpPr>
          <p:cNvPr id="43" name="Shape 40"/>
          <p:cNvSpPr/>
          <p:nvPr/>
        </p:nvSpPr>
        <p:spPr>
          <a:xfrm flipH="1">
            <a:off x="10469880" y="3238805"/>
            <a:ext cx="381000" cy="296266"/>
          </a:xfrm>
          <a:prstGeom prst="rtTriangle">
            <a:avLst/>
          </a:prstGeom>
          <a:solidFill>
            <a:srgbClr val="0F2340"/>
          </a:solidFill>
          <a:ln w="12700">
            <a:solidFill>
              <a:srgbClr val="0F2340"/>
            </a:solidFill>
            <a:prstDash val="solid"/>
          </a:ln>
        </p:spPr>
      </p:sp>
      <p:sp>
        <p:nvSpPr>
          <p:cNvPr id="44" name="Shape 41"/>
          <p:cNvSpPr/>
          <p:nvPr/>
        </p:nvSpPr>
        <p:spPr>
          <a:xfrm flipH="1">
            <a:off x="10850880" y="3238805"/>
            <a:ext cx="381000" cy="296266"/>
          </a:xfrm>
          <a:prstGeom prst="rtTriangle">
            <a:avLst/>
          </a:prstGeom>
          <a:solidFill>
            <a:srgbClr val="0F2340"/>
          </a:solidFill>
          <a:ln w="12700">
            <a:solidFill>
              <a:srgbClr val="0F2340"/>
            </a:solidFill>
            <a:prstDash val="solid"/>
          </a:ln>
        </p:spPr>
      </p:sp>
      <p:sp>
        <p:nvSpPr>
          <p:cNvPr id="45" name="Shape 42"/>
          <p:cNvSpPr/>
          <p:nvPr/>
        </p:nvSpPr>
        <p:spPr>
          <a:xfrm flipH="1">
            <a:off x="11231880" y="3238805"/>
            <a:ext cx="381000" cy="296266"/>
          </a:xfrm>
          <a:prstGeom prst="rtTriangle">
            <a:avLst/>
          </a:prstGeom>
          <a:solidFill>
            <a:srgbClr val="0F2340"/>
          </a:solidFill>
          <a:ln w="12700">
            <a:solidFill>
              <a:srgbClr val="0F2340"/>
            </a:solidFill>
            <a:prstDash val="solid"/>
          </a:ln>
        </p:spPr>
      </p:sp>
      <p:sp>
        <p:nvSpPr>
          <p:cNvPr id="46" name="Shape 43"/>
          <p:cNvSpPr/>
          <p:nvPr/>
        </p:nvSpPr>
        <p:spPr>
          <a:xfrm>
            <a:off x="11384280" y="3063240"/>
            <a:ext cx="114300" cy="329184"/>
          </a:xfrm>
          <a:prstGeom prst="rect">
            <a:avLst/>
          </a:prstGeom>
          <a:solidFill>
            <a:srgbClr val="0F2340"/>
          </a:solidFill>
          <a:ln w="12700">
            <a:solidFill>
              <a:srgbClr val="0F2340"/>
            </a:solidFill>
            <a:prstDash val="solid"/>
          </a:ln>
        </p:spPr>
      </p:sp>
      <p:sp>
        <p:nvSpPr>
          <p:cNvPr id="47" name="Shape 44"/>
          <p:cNvSpPr/>
          <p:nvPr/>
        </p:nvSpPr>
        <p:spPr>
          <a:xfrm>
            <a:off x="8275320" y="2788920"/>
            <a:ext cx="2240280" cy="0"/>
          </a:xfrm>
          <a:prstGeom prst="line">
            <a:avLst/>
          </a:prstGeom>
          <a:noFill/>
          <a:ln w="19050">
            <a:solidFill>
              <a:srgbClr val="C39B2A"/>
            </a:solidFill>
            <a:prstDash val="dash"/>
          </a:ln>
        </p:spPr>
      </p:sp>
      <p:sp>
        <p:nvSpPr>
          <p:cNvPr id="48" name="Shape 45"/>
          <p:cNvSpPr/>
          <p:nvPr/>
        </p:nvSpPr>
        <p:spPr>
          <a:xfrm>
            <a:off x="10515600" y="2788920"/>
            <a:ext cx="0" cy="274320"/>
          </a:xfrm>
          <a:prstGeom prst="line">
            <a:avLst/>
          </a:prstGeom>
          <a:noFill/>
          <a:ln w="19050">
            <a:solidFill>
              <a:srgbClr val="C39B2A"/>
            </a:solidFill>
            <a:prstDash val="dash"/>
          </a:ln>
        </p:spPr>
      </p:sp>
      <p:sp>
        <p:nvSpPr>
          <p:cNvPr id="49" name="Text 46"/>
          <p:cNvSpPr txBox="1"/>
          <p:nvPr/>
        </p:nvSpPr>
        <p:spPr>
          <a:xfrm>
            <a:off x="8366760" y="2487168"/>
            <a:ext cx="3200400" cy="256032"/>
          </a:xfrm>
          <a:prstGeom prst="rect">
            <a:avLst/>
          </a:prstGeom>
          <a:noFill/>
          <a:ln/>
        </p:spPr>
        <p:txBody>
          <a:bodyPr wrap="square" lIns="0" tIns="0" rIns="0" bIns="0" rtlCol="0" anchor="t"/>
          <a:lstStyle/>
          <a:p>
            <a:pPr algn="r" indent="0" marL="0">
              <a:buNone/>
            </a:pPr>
            <a:r>
              <a:rPr lang="en-US" sz="850" i="1" dirty="0">
                <a:solidFill>
                  <a:srgbClr val="9A7A1C"/>
                </a:solidFill>
                <a:latin typeface="Calibri" pitchFamily="34" charset="0"/>
                <a:ea typeface="Calibri" pitchFamily="34" charset="-122"/>
                <a:cs typeface="Calibri" pitchFamily="34" charset="-120"/>
              </a:rPr>
              <a:t>Direct conveyor to mill where applicable</a:t>
            </a:r>
            <a:endParaRPr lang="en-US" sz="850" dirty="0"/>
          </a:p>
        </p:txBody>
      </p:sp>
      <p:sp>
        <p:nvSpPr>
          <p:cNvPr id="50" name="Shape 47"/>
          <p:cNvSpPr/>
          <p:nvPr/>
        </p:nvSpPr>
        <p:spPr>
          <a:xfrm>
            <a:off x="2148840" y="4434840"/>
            <a:ext cx="274320" cy="0"/>
          </a:xfrm>
          <a:prstGeom prst="line">
            <a:avLst/>
          </a:prstGeom>
          <a:noFill/>
          <a:ln w="12700">
            <a:solidFill>
              <a:srgbClr val="9CA3AF"/>
            </a:solidFill>
            <a:prstDash val="solid"/>
            <a:tailEnd type="triangle"/>
          </a:ln>
        </p:spPr>
      </p:sp>
      <p:sp>
        <p:nvSpPr>
          <p:cNvPr id="51" name="Shape 48"/>
          <p:cNvSpPr/>
          <p:nvPr/>
        </p:nvSpPr>
        <p:spPr>
          <a:xfrm>
            <a:off x="548640" y="1627632"/>
            <a:ext cx="274320" cy="274320"/>
          </a:xfrm>
          <a:prstGeom prst="ellipse">
            <a:avLst/>
          </a:prstGeom>
          <a:solidFill>
            <a:srgbClr val="0F2340"/>
          </a:solidFill>
          <a:ln w="12700">
            <a:solidFill>
              <a:srgbClr val="0F2340"/>
            </a:solidFill>
            <a:prstDash val="solid"/>
          </a:ln>
        </p:spPr>
      </p:sp>
      <p:sp>
        <p:nvSpPr>
          <p:cNvPr id="52" name="Text 49"/>
          <p:cNvSpPr txBox="1"/>
          <p:nvPr/>
        </p:nvSpPr>
        <p:spPr>
          <a:xfrm>
            <a:off x="548640" y="1627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53" name="Text 50"/>
          <p:cNvSpPr txBox="1"/>
          <p:nvPr/>
        </p:nvSpPr>
        <p:spPr>
          <a:xfrm>
            <a:off x="896112" y="1627632"/>
            <a:ext cx="1755648" cy="274320"/>
          </a:xfrm>
          <a:prstGeom prst="rect">
            <a:avLst/>
          </a:prstGeom>
          <a:noFill/>
          <a:ln/>
        </p:spPr>
        <p:txBody>
          <a:bodyPr wrap="square" lIns="0" tIns="0" rIns="0" bIns="0" rtlCol="0" anchor="ctr"/>
          <a:lstStyle/>
          <a:p>
            <a:pPr algn="l" indent="0" marL="0">
              <a:buNone/>
            </a:pPr>
            <a:r>
              <a:rPr lang="en-US" sz="1000" b="1" dirty="0">
                <a:solidFill>
                  <a:srgbClr val="0F2340"/>
                </a:solidFill>
                <a:latin typeface="Calibri" pitchFamily="34" charset="0"/>
                <a:ea typeface="Calibri" pitchFamily="34" charset="-122"/>
                <a:cs typeface="Calibri" pitchFamily="34" charset="-120"/>
              </a:rPr>
              <a:t>High-capacity unloading</a:t>
            </a:r>
            <a:endParaRPr lang="en-US" sz="1000" dirty="0"/>
          </a:p>
        </p:txBody>
      </p:sp>
      <p:sp>
        <p:nvSpPr>
          <p:cNvPr id="54" name="Text 51"/>
          <p:cNvSpPr txBox="1"/>
          <p:nvPr/>
        </p:nvSpPr>
        <p:spPr>
          <a:xfrm>
            <a:off x="548640" y="1920240"/>
            <a:ext cx="2103120" cy="457200"/>
          </a:xfrm>
          <a:prstGeom prst="rect">
            <a:avLst/>
          </a:prstGeom>
          <a:noFill/>
          <a:ln/>
        </p:spPr>
        <p:txBody>
          <a:bodyPr wrap="square" lIns="0" tIns="0" rIns="0" bIns="0" rtlCol="0" anchor="t"/>
          <a:lstStyle/>
          <a:p>
            <a:pPr algn="l" indent="0" marL="0">
              <a:lnSpc>
                <a:spcPct val="100000"/>
              </a:lnSpc>
              <a:buNone/>
            </a:pPr>
            <a:r>
              <a:rPr lang="en-US" sz="850" dirty="0">
                <a:solidFill>
                  <a:srgbClr val="6B7280"/>
                </a:solidFill>
                <a:latin typeface="Calibri" pitchFamily="34" charset="0"/>
                <a:ea typeface="Calibri" pitchFamily="34" charset="-122"/>
                <a:cs typeface="Calibri" pitchFamily="34" charset="-120"/>
              </a:rPr>
              <a:t>Ship unloaders of up to 2,000 t/h; ~20 kt/day</a:t>
            </a:r>
            <a:endParaRPr lang="en-US" sz="850" dirty="0"/>
          </a:p>
        </p:txBody>
      </p:sp>
      <p:sp>
        <p:nvSpPr>
          <p:cNvPr id="55" name="Shape 52"/>
          <p:cNvSpPr/>
          <p:nvPr/>
        </p:nvSpPr>
        <p:spPr>
          <a:xfrm>
            <a:off x="2971800" y="1627632"/>
            <a:ext cx="274320" cy="274320"/>
          </a:xfrm>
          <a:prstGeom prst="ellipse">
            <a:avLst/>
          </a:prstGeom>
          <a:solidFill>
            <a:srgbClr val="0F2340"/>
          </a:solidFill>
          <a:ln w="12700">
            <a:solidFill>
              <a:srgbClr val="0F2340"/>
            </a:solidFill>
            <a:prstDash val="solid"/>
          </a:ln>
        </p:spPr>
      </p:sp>
      <p:sp>
        <p:nvSpPr>
          <p:cNvPr id="56" name="Text 53"/>
          <p:cNvSpPr txBox="1"/>
          <p:nvPr/>
        </p:nvSpPr>
        <p:spPr>
          <a:xfrm>
            <a:off x="2971800" y="1627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57" name="Text 54"/>
          <p:cNvSpPr txBox="1"/>
          <p:nvPr/>
        </p:nvSpPr>
        <p:spPr>
          <a:xfrm>
            <a:off x="3319272" y="1627632"/>
            <a:ext cx="1755648" cy="274320"/>
          </a:xfrm>
          <a:prstGeom prst="rect">
            <a:avLst/>
          </a:prstGeom>
          <a:noFill/>
          <a:ln/>
        </p:spPr>
        <p:txBody>
          <a:bodyPr wrap="square" lIns="0" tIns="0" rIns="0" bIns="0" rtlCol="0" anchor="ctr"/>
          <a:lstStyle/>
          <a:p>
            <a:pPr algn="l" indent="0" marL="0">
              <a:buNone/>
            </a:pPr>
            <a:r>
              <a:rPr lang="en-US" sz="1000" b="1" dirty="0">
                <a:solidFill>
                  <a:srgbClr val="0F2340"/>
                </a:solidFill>
                <a:latin typeface="Calibri" pitchFamily="34" charset="0"/>
                <a:ea typeface="Calibri" pitchFamily="34" charset="-122"/>
                <a:cs typeface="Calibri" pitchFamily="34" charset="-120"/>
              </a:rPr>
              <a:t>Enclosed conveyor</a:t>
            </a:r>
            <a:endParaRPr lang="en-US" sz="1000" dirty="0"/>
          </a:p>
        </p:txBody>
      </p:sp>
      <p:sp>
        <p:nvSpPr>
          <p:cNvPr id="58" name="Text 55"/>
          <p:cNvSpPr txBox="1"/>
          <p:nvPr/>
        </p:nvSpPr>
        <p:spPr>
          <a:xfrm>
            <a:off x="2971800" y="1920240"/>
            <a:ext cx="2103120" cy="457200"/>
          </a:xfrm>
          <a:prstGeom prst="rect">
            <a:avLst/>
          </a:prstGeom>
          <a:noFill/>
          <a:ln/>
        </p:spPr>
        <p:txBody>
          <a:bodyPr wrap="square" lIns="0" tIns="0" rIns="0" bIns="0" rtlCol="0" anchor="t"/>
          <a:lstStyle/>
          <a:p>
            <a:pPr algn="l" indent="0" marL="0">
              <a:lnSpc>
                <a:spcPct val="100000"/>
              </a:lnSpc>
              <a:buNone/>
            </a:pPr>
            <a:r>
              <a:rPr lang="en-US" sz="850" dirty="0">
                <a:solidFill>
                  <a:srgbClr val="6B7280"/>
                </a:solidFill>
                <a:latin typeface="Calibri" pitchFamily="34" charset="0"/>
                <a:ea typeface="Calibri" pitchFamily="34" charset="-122"/>
                <a:cs typeface="Calibri" pitchFamily="34" charset="-120"/>
              </a:rPr>
              <a:t>Covered and weighed, no double handling</a:t>
            </a:r>
            <a:endParaRPr lang="en-US" sz="850" dirty="0"/>
          </a:p>
        </p:txBody>
      </p:sp>
      <p:sp>
        <p:nvSpPr>
          <p:cNvPr id="59" name="Shape 56"/>
          <p:cNvSpPr/>
          <p:nvPr/>
        </p:nvSpPr>
        <p:spPr>
          <a:xfrm>
            <a:off x="5486400" y="1627632"/>
            <a:ext cx="274320" cy="274320"/>
          </a:xfrm>
          <a:prstGeom prst="ellipse">
            <a:avLst/>
          </a:prstGeom>
          <a:solidFill>
            <a:srgbClr val="C39B2A"/>
          </a:solidFill>
          <a:ln w="12700">
            <a:solidFill>
              <a:srgbClr val="0F2340"/>
            </a:solidFill>
            <a:prstDash val="solid"/>
          </a:ln>
        </p:spPr>
      </p:sp>
      <p:sp>
        <p:nvSpPr>
          <p:cNvPr id="60" name="Text 57"/>
          <p:cNvSpPr txBox="1"/>
          <p:nvPr/>
        </p:nvSpPr>
        <p:spPr>
          <a:xfrm>
            <a:off x="5486400" y="1627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61" name="Text 58"/>
          <p:cNvSpPr txBox="1"/>
          <p:nvPr/>
        </p:nvSpPr>
        <p:spPr>
          <a:xfrm>
            <a:off x="5833872" y="1627632"/>
            <a:ext cx="2304288" cy="274320"/>
          </a:xfrm>
          <a:prstGeom prst="rect">
            <a:avLst/>
          </a:prstGeom>
          <a:noFill/>
          <a:ln/>
        </p:spPr>
        <p:txBody>
          <a:bodyPr wrap="square" lIns="0" tIns="0" rIns="0" bIns="0" rtlCol="0" anchor="ctr"/>
          <a:lstStyle/>
          <a:p>
            <a:pPr algn="l" indent="0" marL="0">
              <a:buNone/>
            </a:pPr>
            <a:r>
              <a:rPr lang="en-US" sz="1000" b="1" dirty="0">
                <a:solidFill>
                  <a:srgbClr val="0F2340"/>
                </a:solidFill>
                <a:latin typeface="Calibri" pitchFamily="34" charset="0"/>
                <a:ea typeface="Calibri" pitchFamily="34" charset="-122"/>
                <a:cs typeface="Calibri" pitchFamily="34" charset="-120"/>
              </a:rPr>
              <a:t>Transit warehouse &amp; silos</a:t>
            </a:r>
            <a:endParaRPr lang="en-US" sz="1000" dirty="0"/>
          </a:p>
        </p:txBody>
      </p:sp>
      <p:sp>
        <p:nvSpPr>
          <p:cNvPr id="62" name="Text 59"/>
          <p:cNvSpPr txBox="1"/>
          <p:nvPr/>
        </p:nvSpPr>
        <p:spPr>
          <a:xfrm>
            <a:off x="5486400" y="1920240"/>
            <a:ext cx="2651760" cy="457200"/>
          </a:xfrm>
          <a:prstGeom prst="rect">
            <a:avLst/>
          </a:prstGeom>
          <a:noFill/>
          <a:ln/>
        </p:spPr>
        <p:txBody>
          <a:bodyPr wrap="square" lIns="0" tIns="0" rIns="0" bIns="0" rtlCol="0" anchor="t"/>
          <a:lstStyle/>
          <a:p>
            <a:pPr algn="l" indent="0" marL="0">
              <a:lnSpc>
                <a:spcPct val="100000"/>
              </a:lnSpc>
              <a:buNone/>
            </a:pPr>
            <a:r>
              <a:rPr lang="en-US" sz="850" dirty="0">
                <a:solidFill>
                  <a:srgbClr val="6B7280"/>
                </a:solidFill>
                <a:latin typeface="Calibri" pitchFamily="34" charset="0"/>
                <a:ea typeface="Calibri" pitchFamily="34" charset="-122"/>
                <a:cs typeface="Calibri" pitchFamily="34" charset="-120"/>
              </a:rPr>
              <a:t>Up to 200,000 t of covered storage takes the whole cargo</a:t>
            </a:r>
            <a:endParaRPr lang="en-US" sz="850" dirty="0"/>
          </a:p>
        </p:txBody>
      </p:sp>
      <p:sp>
        <p:nvSpPr>
          <p:cNvPr id="63" name="Shape 60"/>
          <p:cNvSpPr/>
          <p:nvPr/>
        </p:nvSpPr>
        <p:spPr>
          <a:xfrm>
            <a:off x="8229600" y="1627632"/>
            <a:ext cx="274320" cy="274320"/>
          </a:xfrm>
          <a:prstGeom prst="ellipse">
            <a:avLst/>
          </a:prstGeom>
          <a:solidFill>
            <a:srgbClr val="0F2340"/>
          </a:solidFill>
          <a:ln w="12700">
            <a:solidFill>
              <a:srgbClr val="0F2340"/>
            </a:solidFill>
            <a:prstDash val="solid"/>
          </a:ln>
        </p:spPr>
      </p:sp>
      <p:sp>
        <p:nvSpPr>
          <p:cNvPr id="64" name="Text 61"/>
          <p:cNvSpPr txBox="1"/>
          <p:nvPr/>
        </p:nvSpPr>
        <p:spPr>
          <a:xfrm>
            <a:off x="8229600" y="1627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65" name="Text 62"/>
          <p:cNvSpPr txBox="1"/>
          <p:nvPr/>
        </p:nvSpPr>
        <p:spPr>
          <a:xfrm>
            <a:off x="8577072" y="1627632"/>
            <a:ext cx="1664208" cy="274320"/>
          </a:xfrm>
          <a:prstGeom prst="rect">
            <a:avLst/>
          </a:prstGeom>
          <a:noFill/>
          <a:ln/>
        </p:spPr>
        <p:txBody>
          <a:bodyPr wrap="square" lIns="0" tIns="0" rIns="0" bIns="0" rtlCol="0" anchor="ctr"/>
          <a:lstStyle/>
          <a:p>
            <a:pPr algn="l" indent="0" marL="0">
              <a:buNone/>
            </a:pPr>
            <a:r>
              <a:rPr lang="en-US" sz="1000" b="1" dirty="0">
                <a:solidFill>
                  <a:srgbClr val="0F2340"/>
                </a:solidFill>
                <a:latin typeface="Calibri" pitchFamily="34" charset="0"/>
                <a:ea typeface="Calibri" pitchFamily="34" charset="-122"/>
                <a:cs typeface="Calibri" pitchFamily="34" charset="-120"/>
              </a:rPr>
              <a:t>Controlled loading</a:t>
            </a:r>
            <a:endParaRPr lang="en-US" sz="1000" dirty="0"/>
          </a:p>
        </p:txBody>
      </p:sp>
      <p:sp>
        <p:nvSpPr>
          <p:cNvPr id="66" name="Text 63"/>
          <p:cNvSpPr txBox="1"/>
          <p:nvPr/>
        </p:nvSpPr>
        <p:spPr>
          <a:xfrm>
            <a:off x="8229600" y="1920240"/>
            <a:ext cx="2011680" cy="457200"/>
          </a:xfrm>
          <a:prstGeom prst="rect">
            <a:avLst/>
          </a:prstGeom>
          <a:noFill/>
          <a:ln/>
        </p:spPr>
        <p:txBody>
          <a:bodyPr wrap="square" lIns="0" tIns="0" rIns="0" bIns="0" rtlCol="0" anchor="t"/>
          <a:lstStyle/>
          <a:p>
            <a:pPr algn="l" indent="0" marL="0">
              <a:lnSpc>
                <a:spcPct val="100000"/>
              </a:lnSpc>
              <a:buNone/>
            </a:pPr>
            <a:r>
              <a:rPr lang="en-US" sz="850" dirty="0">
                <a:solidFill>
                  <a:srgbClr val="6B7280"/>
                </a:solidFill>
                <a:latin typeface="Calibri" pitchFamily="34" charset="0"/>
                <a:ea typeface="Calibri" pitchFamily="34" charset="-122"/>
                <a:cs typeface="Calibri" pitchFamily="34" charset="-120"/>
              </a:rPr>
              <a:t>Trucks and bagging run to mill schedule</a:t>
            </a:r>
            <a:endParaRPr lang="en-US" sz="850" dirty="0"/>
          </a:p>
        </p:txBody>
      </p:sp>
      <p:sp>
        <p:nvSpPr>
          <p:cNvPr id="67" name="Shape 64"/>
          <p:cNvSpPr/>
          <p:nvPr/>
        </p:nvSpPr>
        <p:spPr>
          <a:xfrm>
            <a:off x="10469880" y="1627632"/>
            <a:ext cx="274320" cy="274320"/>
          </a:xfrm>
          <a:prstGeom prst="ellipse">
            <a:avLst/>
          </a:prstGeom>
          <a:solidFill>
            <a:srgbClr val="0F2340"/>
          </a:solidFill>
          <a:ln w="12700">
            <a:solidFill>
              <a:srgbClr val="0F2340"/>
            </a:solidFill>
            <a:prstDash val="solid"/>
          </a:ln>
        </p:spPr>
      </p:sp>
      <p:sp>
        <p:nvSpPr>
          <p:cNvPr id="68" name="Text 65"/>
          <p:cNvSpPr txBox="1"/>
          <p:nvPr/>
        </p:nvSpPr>
        <p:spPr>
          <a:xfrm>
            <a:off x="10469880" y="1627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69" name="Text 66"/>
          <p:cNvSpPr txBox="1"/>
          <p:nvPr/>
        </p:nvSpPr>
        <p:spPr>
          <a:xfrm>
            <a:off x="10817352" y="1627632"/>
            <a:ext cx="841248" cy="274320"/>
          </a:xfrm>
          <a:prstGeom prst="rect">
            <a:avLst/>
          </a:prstGeom>
          <a:noFill/>
          <a:ln/>
        </p:spPr>
        <p:txBody>
          <a:bodyPr wrap="square" lIns="0" tIns="0" rIns="0" bIns="0" rtlCol="0" anchor="ctr"/>
          <a:lstStyle/>
          <a:p>
            <a:pPr algn="l" indent="0" marL="0">
              <a:buNone/>
            </a:pPr>
            <a:r>
              <a:rPr lang="en-US" sz="1000" b="1" dirty="0">
                <a:solidFill>
                  <a:srgbClr val="0F2340"/>
                </a:solidFill>
                <a:latin typeface="Calibri" pitchFamily="34" charset="0"/>
                <a:ea typeface="Calibri" pitchFamily="34" charset="-122"/>
                <a:cs typeface="Calibri" pitchFamily="34" charset="-120"/>
              </a:rPr>
              <a:t>Customer / mill</a:t>
            </a:r>
            <a:endParaRPr lang="en-US" sz="1000" dirty="0"/>
          </a:p>
        </p:txBody>
      </p:sp>
      <p:sp>
        <p:nvSpPr>
          <p:cNvPr id="70" name="Text 67"/>
          <p:cNvSpPr txBox="1"/>
          <p:nvPr/>
        </p:nvSpPr>
        <p:spPr>
          <a:xfrm>
            <a:off x="10469880" y="1920240"/>
            <a:ext cx="1188720" cy="457200"/>
          </a:xfrm>
          <a:prstGeom prst="rect">
            <a:avLst/>
          </a:prstGeom>
          <a:noFill/>
          <a:ln/>
        </p:spPr>
        <p:txBody>
          <a:bodyPr wrap="square" lIns="0" tIns="0" rIns="0" bIns="0" rtlCol="0" anchor="t"/>
          <a:lstStyle/>
          <a:p>
            <a:pPr algn="l" indent="0" marL="0">
              <a:lnSpc>
                <a:spcPct val="100000"/>
              </a:lnSpc>
              <a:buNone/>
            </a:pPr>
            <a:r>
              <a:rPr lang="en-US" sz="850" dirty="0">
                <a:solidFill>
                  <a:srgbClr val="6B7280"/>
                </a:solidFill>
                <a:latin typeface="Calibri" pitchFamily="34" charset="0"/>
                <a:ea typeface="Calibri" pitchFamily="34" charset="-122"/>
                <a:cs typeface="Calibri" pitchFamily="34" charset="-120"/>
              </a:rPr>
              <a:t>Delivered on demand</a:t>
            </a:r>
            <a:endParaRPr lang="en-US" sz="850" dirty="0"/>
          </a:p>
        </p:txBody>
      </p:sp>
      <p:sp>
        <p:nvSpPr>
          <p:cNvPr id="71" name="Shape 68"/>
          <p:cNvSpPr/>
          <p:nvPr/>
        </p:nvSpPr>
        <p:spPr>
          <a:xfrm>
            <a:off x="548640" y="4434840"/>
            <a:ext cx="5029200" cy="0"/>
          </a:xfrm>
          <a:prstGeom prst="line">
            <a:avLst/>
          </a:prstGeom>
          <a:noFill/>
          <a:ln w="15875">
            <a:solidFill>
              <a:srgbClr val="0F2340"/>
            </a:solidFill>
            <a:prstDash val="solid"/>
          </a:ln>
        </p:spPr>
      </p:sp>
      <p:sp>
        <p:nvSpPr>
          <p:cNvPr id="72" name="Shape 69"/>
          <p:cNvSpPr/>
          <p:nvPr/>
        </p:nvSpPr>
        <p:spPr>
          <a:xfrm>
            <a:off x="548640" y="4343400"/>
            <a:ext cx="0" cy="91440"/>
          </a:xfrm>
          <a:prstGeom prst="line">
            <a:avLst/>
          </a:prstGeom>
          <a:noFill/>
          <a:ln w="15875">
            <a:solidFill>
              <a:srgbClr val="0F2340"/>
            </a:solidFill>
            <a:prstDash val="solid"/>
          </a:ln>
        </p:spPr>
      </p:sp>
      <p:sp>
        <p:nvSpPr>
          <p:cNvPr id="73" name="Shape 70"/>
          <p:cNvSpPr/>
          <p:nvPr/>
        </p:nvSpPr>
        <p:spPr>
          <a:xfrm>
            <a:off x="5577840" y="4343400"/>
            <a:ext cx="0" cy="91440"/>
          </a:xfrm>
          <a:prstGeom prst="line">
            <a:avLst/>
          </a:prstGeom>
          <a:noFill/>
          <a:ln w="15875">
            <a:solidFill>
              <a:srgbClr val="0F2340"/>
            </a:solidFill>
            <a:prstDash val="solid"/>
          </a:ln>
        </p:spPr>
      </p:sp>
      <p:sp>
        <p:nvSpPr>
          <p:cNvPr id="74" name="Text 71"/>
          <p:cNvSpPr txBox="1"/>
          <p:nvPr/>
        </p:nvSpPr>
        <p:spPr>
          <a:xfrm>
            <a:off x="548640" y="4489704"/>
            <a:ext cx="5029200" cy="219456"/>
          </a:xfrm>
          <a:prstGeom prst="rect">
            <a:avLst/>
          </a:prstGeom>
          <a:noFill/>
          <a:ln/>
        </p:spPr>
        <p:txBody>
          <a:bodyPr wrap="square" lIns="0" tIns="0" rIns="0" bIns="0" rtlCol="0" anchor="t"/>
          <a:lstStyle/>
          <a:p>
            <a:pPr algn="ctr" indent="0" marL="0">
              <a:buNone/>
            </a:pPr>
            <a:r>
              <a:rPr lang="en-US" sz="900" b="1" spc="100" kern="0" dirty="0">
                <a:solidFill>
                  <a:srgbClr val="0F2340"/>
                </a:solidFill>
                <a:latin typeface="Calibri" pitchFamily="34" charset="0"/>
                <a:ea typeface="Calibri" pitchFamily="34" charset="-122"/>
                <a:cs typeface="Calibri" pitchFamily="34" charset="-120"/>
              </a:rPr>
              <a:t>MARINE SIDE  —  runs at ship speed</a:t>
            </a:r>
            <a:endParaRPr lang="en-US" sz="900" dirty="0"/>
          </a:p>
        </p:txBody>
      </p:sp>
      <p:sp>
        <p:nvSpPr>
          <p:cNvPr id="75" name="Shape 72"/>
          <p:cNvSpPr/>
          <p:nvPr/>
        </p:nvSpPr>
        <p:spPr>
          <a:xfrm>
            <a:off x="8366760" y="4434840"/>
            <a:ext cx="3276295" cy="0"/>
          </a:xfrm>
          <a:prstGeom prst="line">
            <a:avLst/>
          </a:prstGeom>
          <a:noFill/>
          <a:ln w="15875">
            <a:solidFill>
              <a:srgbClr val="0F2340"/>
            </a:solidFill>
            <a:prstDash val="solid"/>
          </a:ln>
        </p:spPr>
      </p:sp>
      <p:sp>
        <p:nvSpPr>
          <p:cNvPr id="76" name="Shape 73"/>
          <p:cNvSpPr/>
          <p:nvPr/>
        </p:nvSpPr>
        <p:spPr>
          <a:xfrm>
            <a:off x="8366760" y="4343400"/>
            <a:ext cx="0" cy="91440"/>
          </a:xfrm>
          <a:prstGeom prst="line">
            <a:avLst/>
          </a:prstGeom>
          <a:noFill/>
          <a:ln w="15875">
            <a:solidFill>
              <a:srgbClr val="0F2340"/>
            </a:solidFill>
            <a:prstDash val="solid"/>
          </a:ln>
        </p:spPr>
      </p:sp>
      <p:sp>
        <p:nvSpPr>
          <p:cNvPr id="77" name="Shape 74"/>
          <p:cNvSpPr/>
          <p:nvPr/>
        </p:nvSpPr>
        <p:spPr>
          <a:xfrm>
            <a:off x="11643055" y="4343400"/>
            <a:ext cx="0" cy="91440"/>
          </a:xfrm>
          <a:prstGeom prst="line">
            <a:avLst/>
          </a:prstGeom>
          <a:noFill/>
          <a:ln w="15875">
            <a:solidFill>
              <a:srgbClr val="0F2340"/>
            </a:solidFill>
            <a:prstDash val="solid"/>
          </a:ln>
        </p:spPr>
      </p:sp>
      <p:sp>
        <p:nvSpPr>
          <p:cNvPr id="78" name="Text 75"/>
          <p:cNvSpPr txBox="1"/>
          <p:nvPr/>
        </p:nvSpPr>
        <p:spPr>
          <a:xfrm>
            <a:off x="8366760" y="4489704"/>
            <a:ext cx="3276295" cy="219456"/>
          </a:xfrm>
          <a:prstGeom prst="rect">
            <a:avLst/>
          </a:prstGeom>
          <a:noFill/>
          <a:ln/>
        </p:spPr>
        <p:txBody>
          <a:bodyPr wrap="square" lIns="0" tIns="0" rIns="0" bIns="0" rtlCol="0" anchor="t"/>
          <a:lstStyle/>
          <a:p>
            <a:pPr algn="ctr" indent="0" marL="0">
              <a:buNone/>
            </a:pPr>
            <a:r>
              <a:rPr lang="en-US" sz="900" b="1" spc="100" kern="0" dirty="0">
                <a:solidFill>
                  <a:srgbClr val="0F2340"/>
                </a:solidFill>
                <a:latin typeface="Calibri" pitchFamily="34" charset="0"/>
                <a:ea typeface="Calibri" pitchFamily="34" charset="-122"/>
                <a:cs typeface="Calibri" pitchFamily="34" charset="-120"/>
              </a:rPr>
              <a:t>INLAND SIDE  —  runs at mill demand</a:t>
            </a:r>
            <a:endParaRPr lang="en-US" sz="900" dirty="0"/>
          </a:p>
        </p:txBody>
      </p:sp>
      <p:sp>
        <p:nvSpPr>
          <p:cNvPr id="79" name="Shape 76"/>
          <p:cNvSpPr/>
          <p:nvPr/>
        </p:nvSpPr>
        <p:spPr>
          <a:xfrm>
            <a:off x="5623560" y="4315968"/>
            <a:ext cx="2697480" cy="246888"/>
          </a:xfrm>
          <a:prstGeom prst="roundRect">
            <a:avLst>
              <a:gd name="adj" fmla="val 48148"/>
            </a:avLst>
          </a:prstGeom>
          <a:solidFill>
            <a:srgbClr val="C39B2A"/>
          </a:solidFill>
          <a:ln w="12700">
            <a:solidFill>
              <a:srgbClr val="C39B2A"/>
            </a:solidFill>
            <a:prstDash val="solid"/>
          </a:ln>
        </p:spPr>
      </p:sp>
      <p:sp>
        <p:nvSpPr>
          <p:cNvPr id="80" name="Text 77"/>
          <p:cNvSpPr txBox="1"/>
          <p:nvPr/>
        </p:nvSpPr>
        <p:spPr>
          <a:xfrm>
            <a:off x="5623560" y="4315968"/>
            <a:ext cx="2697480" cy="24688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DECOUPLED BY THE BUFFER</a:t>
            </a:r>
            <a:endParaRPr lang="en-US" sz="800" dirty="0"/>
          </a:p>
        </p:txBody>
      </p:sp>
      <p:sp>
        <p:nvSpPr>
          <p:cNvPr id="81" name="Shape 78"/>
          <p:cNvSpPr/>
          <p:nvPr/>
        </p:nvSpPr>
        <p:spPr>
          <a:xfrm>
            <a:off x="548640" y="5074920"/>
            <a:ext cx="3545738" cy="960120"/>
          </a:xfrm>
          <a:prstGeom prst="rect">
            <a:avLst/>
          </a:prstGeom>
          <a:solidFill>
            <a:srgbClr val="F2F4F7"/>
          </a:solidFill>
          <a:ln w="12700">
            <a:solidFill>
              <a:srgbClr val="F2F4F7"/>
            </a:solidFill>
            <a:prstDash val="solid"/>
          </a:ln>
        </p:spPr>
      </p:sp>
      <p:sp>
        <p:nvSpPr>
          <p:cNvPr id="82" name="Text 79"/>
          <p:cNvSpPr txBox="1"/>
          <p:nvPr/>
        </p:nvSpPr>
        <p:spPr>
          <a:xfrm>
            <a:off x="777240" y="5166360"/>
            <a:ext cx="3088538" cy="411480"/>
          </a:xfrm>
          <a:prstGeom prst="rect">
            <a:avLst/>
          </a:prstGeom>
          <a:noFill/>
          <a:ln/>
        </p:spPr>
        <p:txBody>
          <a:bodyPr wrap="square" lIns="0" tIns="0" rIns="0" bIns="0" rtlCol="0" anchor="ctr"/>
          <a:lstStyle/>
          <a:p>
            <a:pPr algn="l" indent="0" marL="0">
              <a:buNone/>
            </a:pPr>
            <a:r>
              <a:rPr lang="en-US" sz="2000" b="1" dirty="0">
                <a:solidFill>
                  <a:srgbClr val="0F2340"/>
                </a:solidFill>
                <a:latin typeface="Calibri" pitchFamily="34" charset="0"/>
                <a:ea typeface="Calibri" pitchFamily="34" charset="-122"/>
                <a:cs typeface="Calibri" pitchFamily="34" charset="-120"/>
              </a:rPr>
              <a:t>~3 days</a:t>
            </a:r>
            <a:endParaRPr lang="en-US" sz="2000" dirty="0"/>
          </a:p>
        </p:txBody>
      </p:sp>
      <p:sp>
        <p:nvSpPr>
          <p:cNvPr id="83" name="Text 80"/>
          <p:cNvSpPr txBox="1"/>
          <p:nvPr/>
        </p:nvSpPr>
        <p:spPr>
          <a:xfrm>
            <a:off x="777240" y="5577840"/>
            <a:ext cx="3088538" cy="411480"/>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to discharge a 60 kt cargo instead of ~12</a:t>
            </a:r>
            <a:endParaRPr lang="en-US" sz="1000" dirty="0"/>
          </a:p>
        </p:txBody>
      </p:sp>
      <p:sp>
        <p:nvSpPr>
          <p:cNvPr id="84" name="Shape 81"/>
          <p:cNvSpPr/>
          <p:nvPr/>
        </p:nvSpPr>
        <p:spPr>
          <a:xfrm>
            <a:off x="4322978" y="5074920"/>
            <a:ext cx="3545738" cy="960120"/>
          </a:xfrm>
          <a:prstGeom prst="rect">
            <a:avLst/>
          </a:prstGeom>
          <a:solidFill>
            <a:srgbClr val="F2F4F7"/>
          </a:solidFill>
          <a:ln w="12700">
            <a:solidFill>
              <a:srgbClr val="F2F4F7"/>
            </a:solidFill>
            <a:prstDash val="solid"/>
          </a:ln>
        </p:spPr>
      </p:sp>
      <p:sp>
        <p:nvSpPr>
          <p:cNvPr id="85" name="Text 82"/>
          <p:cNvSpPr txBox="1"/>
          <p:nvPr/>
        </p:nvSpPr>
        <p:spPr>
          <a:xfrm>
            <a:off x="4551578" y="5166360"/>
            <a:ext cx="3088538" cy="411480"/>
          </a:xfrm>
          <a:prstGeom prst="rect">
            <a:avLst/>
          </a:prstGeom>
          <a:noFill/>
          <a:ln/>
        </p:spPr>
        <p:txBody>
          <a:bodyPr wrap="square" lIns="0" tIns="0" rIns="0" bIns="0" rtlCol="0" anchor="ctr"/>
          <a:lstStyle/>
          <a:p>
            <a:pPr algn="l" indent="0" marL="0">
              <a:buNone/>
            </a:pPr>
            <a:r>
              <a:rPr lang="en-US" sz="2000" b="1" dirty="0">
                <a:solidFill>
                  <a:srgbClr val="0F2340"/>
                </a:solidFill>
                <a:latin typeface="Calibri" pitchFamily="34" charset="0"/>
                <a:ea typeface="Calibri" pitchFamily="34" charset="-122"/>
                <a:cs typeface="Calibri" pitchFamily="34" charset="-120"/>
              </a:rPr>
              <a:t>Covered</a:t>
            </a:r>
            <a:endParaRPr lang="en-US" sz="2000" dirty="0"/>
          </a:p>
        </p:txBody>
      </p:sp>
      <p:sp>
        <p:nvSpPr>
          <p:cNvPr id="86" name="Text 83"/>
          <p:cNvSpPr txBox="1"/>
          <p:nvPr/>
        </p:nvSpPr>
        <p:spPr>
          <a:xfrm>
            <a:off x="4551578" y="5577840"/>
            <a:ext cx="3088538" cy="411480"/>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cargo is enclosed, weighed and traceable from hold to mill</a:t>
            </a:r>
            <a:endParaRPr lang="en-US" sz="1000" dirty="0"/>
          </a:p>
        </p:txBody>
      </p:sp>
      <p:sp>
        <p:nvSpPr>
          <p:cNvPr id="87" name="Shape 84"/>
          <p:cNvSpPr/>
          <p:nvPr/>
        </p:nvSpPr>
        <p:spPr>
          <a:xfrm>
            <a:off x="8097317" y="5074920"/>
            <a:ext cx="3545738" cy="960120"/>
          </a:xfrm>
          <a:prstGeom prst="rect">
            <a:avLst/>
          </a:prstGeom>
          <a:solidFill>
            <a:srgbClr val="F2F4F7"/>
          </a:solidFill>
          <a:ln w="12700">
            <a:solidFill>
              <a:srgbClr val="F2F4F7"/>
            </a:solidFill>
            <a:prstDash val="solid"/>
          </a:ln>
        </p:spPr>
      </p:sp>
      <p:sp>
        <p:nvSpPr>
          <p:cNvPr id="88" name="Text 85"/>
          <p:cNvSpPr txBox="1"/>
          <p:nvPr/>
        </p:nvSpPr>
        <p:spPr>
          <a:xfrm>
            <a:off x="8325917" y="5166360"/>
            <a:ext cx="3088538" cy="411480"/>
          </a:xfrm>
          <a:prstGeom prst="rect">
            <a:avLst/>
          </a:prstGeom>
          <a:noFill/>
          <a:ln/>
        </p:spPr>
        <p:txBody>
          <a:bodyPr wrap="square" lIns="0" tIns="0" rIns="0" bIns="0" rtlCol="0" anchor="ctr"/>
          <a:lstStyle/>
          <a:p>
            <a:pPr algn="l" indent="0" marL="0">
              <a:buNone/>
            </a:pPr>
            <a:r>
              <a:rPr lang="en-US" sz="2000" b="1" dirty="0">
                <a:solidFill>
                  <a:srgbClr val="0F2340"/>
                </a:solidFill>
                <a:latin typeface="Calibri" pitchFamily="34" charset="0"/>
                <a:ea typeface="Calibri" pitchFamily="34" charset="-122"/>
                <a:cs typeface="Calibri" pitchFamily="34" charset="-120"/>
              </a:rPr>
              <a:t>On demand</a:t>
            </a:r>
            <a:endParaRPr lang="en-US" sz="2000" dirty="0"/>
          </a:p>
        </p:txBody>
      </p:sp>
      <p:sp>
        <p:nvSpPr>
          <p:cNvPr id="89" name="Text 86"/>
          <p:cNvSpPr txBox="1"/>
          <p:nvPr/>
        </p:nvSpPr>
        <p:spPr>
          <a:xfrm>
            <a:off x="8325917" y="5577840"/>
            <a:ext cx="3088538" cy="411480"/>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trucks load to the mill’s schedule, not the ship’s</a:t>
            </a:r>
            <a:endParaRPr lang="en-US" sz="1000" dirty="0"/>
          </a:p>
        </p:txBody>
      </p:sp>
      <p:sp>
        <p:nvSpPr>
          <p:cNvPr id="90" name="Text 87"/>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91" name="Text 88"/>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4</a:t>
            </a:r>
            <a:endParaRPr lang="en-US" sz="800" dirty="0"/>
          </a:p>
        </p:txBody>
      </p:sp>
      <p:sp>
        <p:nvSpPr>
          <p:cNvPr id="92" name="Text 89"/>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Sources: FKS facilities at Teluk Lamong (2 x 2,000 t/h unloaders, 200,000 t storage), Cigading (1,300 t/h continuous ship unloader, 200,000 t warehouse plus silos) and Belawan. ~20 kt/day is the FKS integrated benchmark. Schematic is illustrative, not to scale.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VALUE CREATED</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On a single 60 kt cargo the integrated model saves about nine vessel-days and protects cargo value</a:t>
            </a:r>
            <a:endParaRPr lang="en-US" sz="2200" dirty="0"/>
          </a:p>
        </p:txBody>
      </p:sp>
      <p:pic>
        <p:nvPicPr>
          <p:cNvPr id="4" name="Image 0" descr="/home/user/fks-danantara-deck./build/assets/logo_lockup_raw.png">    </p:cNvPr>
          <p:cNvPicPr>
            <a:picLocks noChangeAspect="1"/>
          </p:cNvPicPr>
          <p:nvPr/>
        </p:nvPicPr>
        <p:blipFill>
          <a:blip r:embed="rId1"/>
          <a:stretch>
            <a:fillRect/>
          </a:stretch>
        </p:blipFill>
        <p:spPr>
          <a:xfrm>
            <a:off x="10344607" y="347472"/>
            <a:ext cx="1298448" cy="436169"/>
          </a:xfrm>
          <a:prstGeom prst="rect">
            <a:avLst/>
          </a:prstGeom>
        </p:spPr>
      </p:pic>
      <p:sp>
        <p:nvSpPr>
          <p:cNvPr id="5" name="Text 2"/>
          <p:cNvSpPr txBox="1"/>
          <p:nvPr/>
        </p:nvSpPr>
        <p:spPr>
          <a:xfrm>
            <a:off x="548640" y="1600200"/>
            <a:ext cx="3931920" cy="219456"/>
          </a:xfrm>
          <a:prstGeom prst="rect">
            <a:avLst/>
          </a:prstGeom>
          <a:noFill/>
          <a:ln/>
        </p:spPr>
        <p:txBody>
          <a:bodyPr wrap="square" lIns="0" tIns="0" rIns="0" bIns="0" rtlCol="0" anchor="t"/>
          <a:lstStyle/>
          <a:p>
            <a:pPr algn="l" indent="0" marL="0">
              <a:buNone/>
            </a:pPr>
            <a:r>
              <a:rPr lang="en-US" sz="900" b="1" spc="100" kern="0" dirty="0">
                <a:solidFill>
                  <a:srgbClr val="6B7280"/>
                </a:solidFill>
                <a:latin typeface="Calibri" pitchFamily="34" charset="0"/>
                <a:ea typeface="Calibri" pitchFamily="34" charset="-122"/>
                <a:cs typeface="Calibri" pitchFamily="34" charset="-120"/>
              </a:rPr>
              <a:t>DAYS ALONGSIDE PER 60 KT CARGO</a:t>
            </a:r>
            <a:endParaRPr lang="en-US" sz="900" dirty="0"/>
          </a:p>
        </p:txBody>
      </p:sp>
      <p:sp>
        <p:nvSpPr>
          <p:cNvPr id="6" name="Text 3"/>
          <p:cNvSpPr txBox="1"/>
          <p:nvPr/>
        </p:nvSpPr>
        <p:spPr>
          <a:xfrm>
            <a:off x="548640" y="1965960"/>
            <a:ext cx="3931920" cy="219456"/>
          </a:xfrm>
          <a:prstGeom prst="rect">
            <a:avLst/>
          </a:prstGeom>
          <a:noFill/>
          <a:ln/>
        </p:spPr>
        <p:txBody>
          <a:bodyPr wrap="square" lIns="0" tIns="0" rIns="0" bIns="0" rtlCol="0" anchor="t"/>
          <a:lstStyle/>
          <a:p>
            <a:pPr algn="l" indent="0" marL="0">
              <a:buNone/>
            </a:pPr>
            <a:r>
              <a:rPr lang="en-US" sz="1100" b="1" dirty="0">
                <a:solidFill>
                  <a:srgbClr val="0F2340"/>
                </a:solidFill>
                <a:latin typeface="Calibri" pitchFamily="34" charset="0"/>
                <a:ea typeface="Calibri" pitchFamily="34" charset="-122"/>
                <a:cs typeface="Calibri" pitchFamily="34" charset="-120"/>
              </a:rPr>
              <a:t>Conventional gateway</a:t>
            </a:r>
            <a:endParaRPr lang="en-US" sz="1100" dirty="0"/>
          </a:p>
        </p:txBody>
      </p:sp>
      <p:sp>
        <p:nvSpPr>
          <p:cNvPr id="7" name="Text 4"/>
          <p:cNvSpPr txBox="1"/>
          <p:nvPr/>
        </p:nvSpPr>
        <p:spPr>
          <a:xfrm>
            <a:off x="548640" y="2167128"/>
            <a:ext cx="3931920" cy="182880"/>
          </a:xfrm>
          <a:prstGeom prst="rect">
            <a:avLst/>
          </a:prstGeom>
          <a:noFill/>
          <a:ln/>
        </p:spPr>
        <p:txBody>
          <a:bodyPr wrap="square" lIns="0" tIns="0" rIns="0" bIns="0" rtlCol="0" anchor="t"/>
          <a:lstStyle/>
          <a:p>
            <a:pPr algn="l" indent="0" marL="0">
              <a:buNone/>
            </a:pPr>
            <a:r>
              <a:rPr lang="en-US" sz="850" dirty="0">
                <a:solidFill>
                  <a:srgbClr val="6B7280"/>
                </a:solidFill>
                <a:latin typeface="Calibri" pitchFamily="34" charset="0"/>
                <a:ea typeface="Calibri" pitchFamily="34" charset="-122"/>
                <a:cs typeface="Calibri" pitchFamily="34" charset="-120"/>
              </a:rPr>
              <a:t>~5 kt/day discharge</a:t>
            </a:r>
            <a:endParaRPr lang="en-US" sz="850" dirty="0"/>
          </a:p>
        </p:txBody>
      </p:sp>
      <p:sp>
        <p:nvSpPr>
          <p:cNvPr id="8" name="Shape 5"/>
          <p:cNvSpPr/>
          <p:nvPr/>
        </p:nvSpPr>
        <p:spPr>
          <a:xfrm>
            <a:off x="548640" y="2386584"/>
            <a:ext cx="3063240" cy="329184"/>
          </a:xfrm>
          <a:prstGeom prst="rect">
            <a:avLst/>
          </a:prstGeom>
          <a:solidFill>
            <a:srgbClr val="8A929E"/>
          </a:solidFill>
          <a:ln w="12700">
            <a:solidFill>
              <a:srgbClr val="8A929E"/>
            </a:solidFill>
            <a:prstDash val="solid"/>
          </a:ln>
        </p:spPr>
      </p:sp>
      <p:sp>
        <p:nvSpPr>
          <p:cNvPr id="9" name="Text 6"/>
          <p:cNvSpPr txBox="1"/>
          <p:nvPr/>
        </p:nvSpPr>
        <p:spPr>
          <a:xfrm>
            <a:off x="3703320" y="2386584"/>
            <a:ext cx="1097280" cy="329184"/>
          </a:xfrm>
          <a:prstGeom prst="rect">
            <a:avLst/>
          </a:prstGeom>
          <a:noFill/>
          <a:ln/>
        </p:spPr>
        <p:txBody>
          <a:bodyPr wrap="square" lIns="0" tIns="0" rIns="0" bIns="0" rtlCol="0" anchor="ctr"/>
          <a:lstStyle/>
          <a:p>
            <a:pPr algn="l" indent="0" marL="0">
              <a:buNone/>
            </a:pPr>
            <a:r>
              <a:rPr lang="en-US" sz="1200" b="1" dirty="0">
                <a:solidFill>
                  <a:srgbClr val="1F2937"/>
                </a:solidFill>
                <a:latin typeface="Calibri" pitchFamily="34" charset="0"/>
                <a:ea typeface="Calibri" pitchFamily="34" charset="-122"/>
                <a:cs typeface="Calibri" pitchFamily="34" charset="-120"/>
              </a:rPr>
              <a:t>~12 days</a:t>
            </a:r>
            <a:endParaRPr lang="en-US" sz="1200" dirty="0"/>
          </a:p>
        </p:txBody>
      </p:sp>
      <p:sp>
        <p:nvSpPr>
          <p:cNvPr id="10" name="Text 7"/>
          <p:cNvSpPr txBox="1"/>
          <p:nvPr/>
        </p:nvSpPr>
        <p:spPr>
          <a:xfrm>
            <a:off x="548640" y="2926080"/>
            <a:ext cx="3931920" cy="219456"/>
          </a:xfrm>
          <a:prstGeom prst="rect">
            <a:avLst/>
          </a:prstGeom>
          <a:noFill/>
          <a:ln/>
        </p:spPr>
        <p:txBody>
          <a:bodyPr wrap="square" lIns="0" tIns="0" rIns="0" bIns="0" rtlCol="0" anchor="t"/>
          <a:lstStyle/>
          <a:p>
            <a:pPr algn="l" indent="0" marL="0">
              <a:buNone/>
            </a:pPr>
            <a:r>
              <a:rPr lang="en-US" sz="1100" b="1" dirty="0">
                <a:solidFill>
                  <a:srgbClr val="0F2340"/>
                </a:solidFill>
                <a:latin typeface="Calibri" pitchFamily="34" charset="0"/>
                <a:ea typeface="Calibri" pitchFamily="34" charset="-122"/>
                <a:cs typeface="Calibri" pitchFamily="34" charset="-120"/>
              </a:rPr>
              <a:t>FKS integrated gateway</a:t>
            </a:r>
            <a:endParaRPr lang="en-US" sz="1100" dirty="0"/>
          </a:p>
        </p:txBody>
      </p:sp>
      <p:sp>
        <p:nvSpPr>
          <p:cNvPr id="11" name="Text 8"/>
          <p:cNvSpPr txBox="1"/>
          <p:nvPr/>
        </p:nvSpPr>
        <p:spPr>
          <a:xfrm>
            <a:off x="548640" y="3127248"/>
            <a:ext cx="3931920" cy="182880"/>
          </a:xfrm>
          <a:prstGeom prst="rect">
            <a:avLst/>
          </a:prstGeom>
          <a:noFill/>
          <a:ln/>
        </p:spPr>
        <p:txBody>
          <a:bodyPr wrap="square" lIns="0" tIns="0" rIns="0" bIns="0" rtlCol="0" anchor="t"/>
          <a:lstStyle/>
          <a:p>
            <a:pPr algn="l" indent="0" marL="0">
              <a:buNone/>
            </a:pPr>
            <a:r>
              <a:rPr lang="en-US" sz="850" dirty="0">
                <a:solidFill>
                  <a:srgbClr val="6B7280"/>
                </a:solidFill>
                <a:latin typeface="Calibri" pitchFamily="34" charset="0"/>
                <a:ea typeface="Calibri" pitchFamily="34" charset="-122"/>
                <a:cs typeface="Calibri" pitchFamily="34" charset="-120"/>
              </a:rPr>
              <a:t>~20 kt/day discharge</a:t>
            </a:r>
            <a:endParaRPr lang="en-US" sz="850" dirty="0"/>
          </a:p>
        </p:txBody>
      </p:sp>
      <p:sp>
        <p:nvSpPr>
          <p:cNvPr id="12" name="Shape 9"/>
          <p:cNvSpPr/>
          <p:nvPr/>
        </p:nvSpPr>
        <p:spPr>
          <a:xfrm>
            <a:off x="548640" y="3346704"/>
            <a:ext cx="765810" cy="329184"/>
          </a:xfrm>
          <a:prstGeom prst="rect">
            <a:avLst/>
          </a:prstGeom>
          <a:solidFill>
            <a:srgbClr val="0F2340"/>
          </a:solidFill>
          <a:ln w="12700">
            <a:solidFill>
              <a:srgbClr val="0F2340"/>
            </a:solidFill>
            <a:prstDash val="solid"/>
          </a:ln>
        </p:spPr>
      </p:sp>
      <p:sp>
        <p:nvSpPr>
          <p:cNvPr id="13" name="Text 10"/>
          <p:cNvSpPr txBox="1"/>
          <p:nvPr/>
        </p:nvSpPr>
        <p:spPr>
          <a:xfrm>
            <a:off x="1405890" y="3346704"/>
            <a:ext cx="1097280" cy="329184"/>
          </a:xfrm>
          <a:prstGeom prst="rect">
            <a:avLst/>
          </a:prstGeom>
          <a:noFill/>
          <a:ln/>
        </p:spPr>
        <p:txBody>
          <a:bodyPr wrap="square" lIns="0" tIns="0" rIns="0" bIns="0" rtlCol="0" anchor="ctr"/>
          <a:lstStyle/>
          <a:p>
            <a:pPr algn="l" indent="0" marL="0">
              <a:buNone/>
            </a:pPr>
            <a:r>
              <a:rPr lang="en-US" sz="1200" b="1" dirty="0">
                <a:solidFill>
                  <a:srgbClr val="0F2340"/>
                </a:solidFill>
                <a:latin typeface="Calibri" pitchFamily="34" charset="0"/>
                <a:ea typeface="Calibri" pitchFamily="34" charset="-122"/>
                <a:cs typeface="Calibri" pitchFamily="34" charset="-120"/>
              </a:rPr>
              <a:t>~3 days</a:t>
            </a:r>
            <a:endParaRPr lang="en-US" sz="1200" dirty="0"/>
          </a:p>
        </p:txBody>
      </p:sp>
      <p:sp>
        <p:nvSpPr>
          <p:cNvPr id="14" name="Shape 11"/>
          <p:cNvSpPr/>
          <p:nvPr/>
        </p:nvSpPr>
        <p:spPr>
          <a:xfrm>
            <a:off x="548640" y="3931920"/>
            <a:ext cx="0" cy="73152"/>
          </a:xfrm>
          <a:prstGeom prst="line">
            <a:avLst/>
          </a:prstGeom>
          <a:noFill/>
          <a:ln w="9525">
            <a:solidFill>
              <a:srgbClr val="9CA3AF"/>
            </a:solidFill>
            <a:prstDash val="solid"/>
          </a:ln>
        </p:spPr>
      </p:sp>
      <p:sp>
        <p:nvSpPr>
          <p:cNvPr id="15" name="Text 12"/>
          <p:cNvSpPr txBox="1"/>
          <p:nvPr/>
        </p:nvSpPr>
        <p:spPr>
          <a:xfrm>
            <a:off x="365760" y="4023360"/>
            <a:ext cx="365760" cy="164592"/>
          </a:xfrm>
          <a:prstGeom prst="rect">
            <a:avLst/>
          </a:prstGeom>
          <a:noFill/>
          <a:ln/>
        </p:spPr>
        <p:txBody>
          <a:bodyPr wrap="square" lIns="0" tIns="0" rIns="0" bIns="0" rtlCol="0" anchor="t"/>
          <a:lstStyle/>
          <a:p>
            <a:pPr algn="ctr" indent="0" marL="0">
              <a:buNone/>
            </a:pPr>
            <a:r>
              <a:rPr lang="en-US" sz="750" dirty="0">
                <a:solidFill>
                  <a:srgbClr val="9CA3AF"/>
                </a:solidFill>
                <a:latin typeface="Calibri" pitchFamily="34" charset="0"/>
                <a:ea typeface="Calibri" pitchFamily="34" charset="-122"/>
                <a:cs typeface="Calibri" pitchFamily="34" charset="-120"/>
              </a:rPr>
              <a:t>0</a:t>
            </a:r>
            <a:endParaRPr lang="en-US" sz="750" dirty="0"/>
          </a:p>
        </p:txBody>
      </p:sp>
      <p:sp>
        <p:nvSpPr>
          <p:cNvPr id="16" name="Shape 13"/>
          <p:cNvSpPr/>
          <p:nvPr/>
        </p:nvSpPr>
        <p:spPr>
          <a:xfrm>
            <a:off x="1314450" y="3931920"/>
            <a:ext cx="0" cy="73152"/>
          </a:xfrm>
          <a:prstGeom prst="line">
            <a:avLst/>
          </a:prstGeom>
          <a:noFill/>
          <a:ln w="9525">
            <a:solidFill>
              <a:srgbClr val="9CA3AF"/>
            </a:solidFill>
            <a:prstDash val="solid"/>
          </a:ln>
        </p:spPr>
      </p:sp>
      <p:sp>
        <p:nvSpPr>
          <p:cNvPr id="17" name="Text 14"/>
          <p:cNvSpPr txBox="1"/>
          <p:nvPr/>
        </p:nvSpPr>
        <p:spPr>
          <a:xfrm>
            <a:off x="1131570" y="4023360"/>
            <a:ext cx="365760" cy="164592"/>
          </a:xfrm>
          <a:prstGeom prst="rect">
            <a:avLst/>
          </a:prstGeom>
          <a:noFill/>
          <a:ln/>
        </p:spPr>
        <p:txBody>
          <a:bodyPr wrap="square" lIns="0" tIns="0" rIns="0" bIns="0" rtlCol="0" anchor="t"/>
          <a:lstStyle/>
          <a:p>
            <a:pPr algn="ctr" indent="0" marL="0">
              <a:buNone/>
            </a:pPr>
            <a:r>
              <a:rPr lang="en-US" sz="750" dirty="0">
                <a:solidFill>
                  <a:srgbClr val="9CA3AF"/>
                </a:solidFill>
                <a:latin typeface="Calibri" pitchFamily="34" charset="0"/>
                <a:ea typeface="Calibri" pitchFamily="34" charset="-122"/>
                <a:cs typeface="Calibri" pitchFamily="34" charset="-120"/>
              </a:rPr>
              <a:t>3</a:t>
            </a:r>
            <a:endParaRPr lang="en-US" sz="750" dirty="0"/>
          </a:p>
        </p:txBody>
      </p:sp>
      <p:sp>
        <p:nvSpPr>
          <p:cNvPr id="18" name="Shape 15"/>
          <p:cNvSpPr/>
          <p:nvPr/>
        </p:nvSpPr>
        <p:spPr>
          <a:xfrm>
            <a:off x="2080260" y="3931920"/>
            <a:ext cx="0" cy="73152"/>
          </a:xfrm>
          <a:prstGeom prst="line">
            <a:avLst/>
          </a:prstGeom>
          <a:noFill/>
          <a:ln w="9525">
            <a:solidFill>
              <a:srgbClr val="9CA3AF"/>
            </a:solidFill>
            <a:prstDash val="solid"/>
          </a:ln>
        </p:spPr>
      </p:sp>
      <p:sp>
        <p:nvSpPr>
          <p:cNvPr id="19" name="Text 16"/>
          <p:cNvSpPr txBox="1"/>
          <p:nvPr/>
        </p:nvSpPr>
        <p:spPr>
          <a:xfrm>
            <a:off x="1897380" y="4023360"/>
            <a:ext cx="365760" cy="164592"/>
          </a:xfrm>
          <a:prstGeom prst="rect">
            <a:avLst/>
          </a:prstGeom>
          <a:noFill/>
          <a:ln/>
        </p:spPr>
        <p:txBody>
          <a:bodyPr wrap="square" lIns="0" tIns="0" rIns="0" bIns="0" rtlCol="0" anchor="t"/>
          <a:lstStyle/>
          <a:p>
            <a:pPr algn="ctr" indent="0" marL="0">
              <a:buNone/>
            </a:pPr>
            <a:r>
              <a:rPr lang="en-US" sz="750" dirty="0">
                <a:solidFill>
                  <a:srgbClr val="9CA3AF"/>
                </a:solidFill>
                <a:latin typeface="Calibri" pitchFamily="34" charset="0"/>
                <a:ea typeface="Calibri" pitchFamily="34" charset="-122"/>
                <a:cs typeface="Calibri" pitchFamily="34" charset="-120"/>
              </a:rPr>
              <a:t>6</a:t>
            </a:r>
            <a:endParaRPr lang="en-US" sz="750" dirty="0"/>
          </a:p>
        </p:txBody>
      </p:sp>
      <p:sp>
        <p:nvSpPr>
          <p:cNvPr id="20" name="Shape 17"/>
          <p:cNvSpPr/>
          <p:nvPr/>
        </p:nvSpPr>
        <p:spPr>
          <a:xfrm>
            <a:off x="2846070" y="3931920"/>
            <a:ext cx="0" cy="73152"/>
          </a:xfrm>
          <a:prstGeom prst="line">
            <a:avLst/>
          </a:prstGeom>
          <a:noFill/>
          <a:ln w="9525">
            <a:solidFill>
              <a:srgbClr val="9CA3AF"/>
            </a:solidFill>
            <a:prstDash val="solid"/>
          </a:ln>
        </p:spPr>
      </p:sp>
      <p:sp>
        <p:nvSpPr>
          <p:cNvPr id="21" name="Text 18"/>
          <p:cNvSpPr txBox="1"/>
          <p:nvPr/>
        </p:nvSpPr>
        <p:spPr>
          <a:xfrm>
            <a:off x="2663190" y="4023360"/>
            <a:ext cx="365760" cy="164592"/>
          </a:xfrm>
          <a:prstGeom prst="rect">
            <a:avLst/>
          </a:prstGeom>
          <a:noFill/>
          <a:ln/>
        </p:spPr>
        <p:txBody>
          <a:bodyPr wrap="square" lIns="0" tIns="0" rIns="0" bIns="0" rtlCol="0" anchor="t"/>
          <a:lstStyle/>
          <a:p>
            <a:pPr algn="ctr" indent="0" marL="0">
              <a:buNone/>
            </a:pPr>
            <a:r>
              <a:rPr lang="en-US" sz="750" dirty="0">
                <a:solidFill>
                  <a:srgbClr val="9CA3AF"/>
                </a:solidFill>
                <a:latin typeface="Calibri" pitchFamily="34" charset="0"/>
                <a:ea typeface="Calibri" pitchFamily="34" charset="-122"/>
                <a:cs typeface="Calibri" pitchFamily="34" charset="-120"/>
              </a:rPr>
              <a:t>9</a:t>
            </a:r>
            <a:endParaRPr lang="en-US" sz="750" dirty="0"/>
          </a:p>
        </p:txBody>
      </p:sp>
      <p:sp>
        <p:nvSpPr>
          <p:cNvPr id="22" name="Shape 19"/>
          <p:cNvSpPr/>
          <p:nvPr/>
        </p:nvSpPr>
        <p:spPr>
          <a:xfrm>
            <a:off x="3611880" y="3931920"/>
            <a:ext cx="0" cy="73152"/>
          </a:xfrm>
          <a:prstGeom prst="line">
            <a:avLst/>
          </a:prstGeom>
          <a:noFill/>
          <a:ln w="9525">
            <a:solidFill>
              <a:srgbClr val="9CA3AF"/>
            </a:solidFill>
            <a:prstDash val="solid"/>
          </a:ln>
        </p:spPr>
      </p:sp>
      <p:sp>
        <p:nvSpPr>
          <p:cNvPr id="23" name="Text 20"/>
          <p:cNvSpPr txBox="1"/>
          <p:nvPr/>
        </p:nvSpPr>
        <p:spPr>
          <a:xfrm>
            <a:off x="3429000" y="4023360"/>
            <a:ext cx="365760" cy="164592"/>
          </a:xfrm>
          <a:prstGeom prst="rect">
            <a:avLst/>
          </a:prstGeom>
          <a:noFill/>
          <a:ln/>
        </p:spPr>
        <p:txBody>
          <a:bodyPr wrap="square" lIns="0" tIns="0" rIns="0" bIns="0" rtlCol="0" anchor="t"/>
          <a:lstStyle/>
          <a:p>
            <a:pPr algn="ctr" indent="0" marL="0">
              <a:buNone/>
            </a:pPr>
            <a:r>
              <a:rPr lang="en-US" sz="750" dirty="0">
                <a:solidFill>
                  <a:srgbClr val="9CA3AF"/>
                </a:solidFill>
                <a:latin typeface="Calibri" pitchFamily="34" charset="0"/>
                <a:ea typeface="Calibri" pitchFamily="34" charset="-122"/>
                <a:cs typeface="Calibri" pitchFamily="34" charset="-120"/>
              </a:rPr>
              <a:t>12</a:t>
            </a:r>
            <a:endParaRPr lang="en-US" sz="750" dirty="0"/>
          </a:p>
        </p:txBody>
      </p:sp>
      <p:sp>
        <p:nvSpPr>
          <p:cNvPr id="24" name="Shape 21"/>
          <p:cNvSpPr/>
          <p:nvPr/>
        </p:nvSpPr>
        <p:spPr>
          <a:xfrm>
            <a:off x="548640" y="3931920"/>
            <a:ext cx="3063240" cy="0"/>
          </a:xfrm>
          <a:prstGeom prst="line">
            <a:avLst/>
          </a:prstGeom>
          <a:noFill/>
          <a:ln w="9525">
            <a:solidFill>
              <a:srgbClr val="D5DBE3"/>
            </a:solidFill>
            <a:prstDash val="solid"/>
          </a:ln>
        </p:spPr>
      </p:sp>
      <p:sp>
        <p:nvSpPr>
          <p:cNvPr id="25" name="Text 22"/>
          <p:cNvSpPr txBox="1"/>
          <p:nvPr/>
        </p:nvSpPr>
        <p:spPr>
          <a:xfrm>
            <a:off x="3703320" y="4005072"/>
            <a:ext cx="457200" cy="182880"/>
          </a:xfrm>
          <a:prstGeom prst="rect">
            <a:avLst/>
          </a:prstGeom>
          <a:noFill/>
          <a:ln/>
        </p:spPr>
        <p:txBody>
          <a:bodyPr wrap="square" lIns="0" tIns="0" rIns="0" bIns="0" rtlCol="0" anchor="t"/>
          <a:lstStyle/>
          <a:p>
            <a:pPr algn="l" indent="0" marL="0">
              <a:buNone/>
            </a:pPr>
            <a:r>
              <a:rPr lang="en-US" sz="750" dirty="0">
                <a:solidFill>
                  <a:srgbClr val="9CA3AF"/>
                </a:solidFill>
                <a:latin typeface="Calibri" pitchFamily="34" charset="0"/>
                <a:ea typeface="Calibri" pitchFamily="34" charset="-122"/>
                <a:cs typeface="Calibri" pitchFamily="34" charset="-120"/>
              </a:rPr>
              <a:t>days</a:t>
            </a:r>
            <a:endParaRPr lang="en-US" sz="750" dirty="0"/>
          </a:p>
        </p:txBody>
      </p:sp>
      <p:sp>
        <p:nvSpPr>
          <p:cNvPr id="26" name="Shape 23"/>
          <p:cNvSpPr/>
          <p:nvPr/>
        </p:nvSpPr>
        <p:spPr>
          <a:xfrm>
            <a:off x="548640" y="4434840"/>
            <a:ext cx="3931920" cy="1325880"/>
          </a:xfrm>
          <a:prstGeom prst="rect">
            <a:avLst/>
          </a:prstGeom>
          <a:solidFill>
            <a:srgbClr val="F2F4F7"/>
          </a:solidFill>
          <a:ln w="12700">
            <a:solidFill>
              <a:srgbClr val="F2F4F7"/>
            </a:solidFill>
            <a:prstDash val="solid"/>
          </a:ln>
        </p:spPr>
      </p:sp>
      <p:sp>
        <p:nvSpPr>
          <p:cNvPr id="27" name="Text 24"/>
          <p:cNvSpPr txBox="1"/>
          <p:nvPr/>
        </p:nvSpPr>
        <p:spPr>
          <a:xfrm>
            <a:off x="777240" y="4498848"/>
            <a:ext cx="1188720" cy="822960"/>
          </a:xfrm>
          <a:prstGeom prst="rect">
            <a:avLst/>
          </a:prstGeom>
          <a:noFill/>
          <a:ln/>
        </p:spPr>
        <p:txBody>
          <a:bodyPr wrap="square" lIns="0" tIns="0" rIns="0" bIns="0" rtlCol="0" anchor="ctr"/>
          <a:lstStyle/>
          <a:p>
            <a:pPr algn="l" indent="0" marL="0">
              <a:buNone/>
            </a:pPr>
            <a:r>
              <a:rPr lang="en-US" sz="4800" b="1" dirty="0">
                <a:solidFill>
                  <a:srgbClr val="0F2340"/>
                </a:solidFill>
                <a:latin typeface="Calibri" pitchFamily="34" charset="0"/>
                <a:ea typeface="Calibri" pitchFamily="34" charset="-122"/>
                <a:cs typeface="Calibri" pitchFamily="34" charset="-120"/>
              </a:rPr>
              <a:t>~9</a:t>
            </a:r>
            <a:endParaRPr lang="en-US" sz="4800" dirty="0"/>
          </a:p>
        </p:txBody>
      </p:sp>
      <p:sp>
        <p:nvSpPr>
          <p:cNvPr id="28" name="Text 25"/>
          <p:cNvSpPr txBox="1"/>
          <p:nvPr/>
        </p:nvSpPr>
        <p:spPr>
          <a:xfrm>
            <a:off x="1965960" y="4553712"/>
            <a:ext cx="2331720" cy="457200"/>
          </a:xfrm>
          <a:prstGeom prst="rect">
            <a:avLst/>
          </a:prstGeom>
          <a:noFill/>
          <a:ln/>
        </p:spPr>
        <p:txBody>
          <a:bodyPr wrap="square" lIns="0" tIns="0" rIns="0" bIns="0" rtlCol="0" anchor="ctr"/>
          <a:lstStyle/>
          <a:p>
            <a:pPr algn="l" indent="0" marL="0">
              <a:lnSpc>
                <a:spcPct val="105000"/>
              </a:lnSpc>
              <a:buNone/>
            </a:pPr>
            <a:r>
              <a:rPr lang="en-US" sz="1300" b="1" dirty="0">
                <a:solidFill>
                  <a:srgbClr val="0F2340"/>
                </a:solidFill>
                <a:latin typeface="Calibri" pitchFamily="34" charset="0"/>
                <a:ea typeface="Calibri" pitchFamily="34" charset="-122"/>
                <a:cs typeface="Calibri" pitchFamily="34" charset="-120"/>
              </a:rPr>
              <a:t>vessel-days saved per 60 kt cargo</a:t>
            </a:r>
            <a:endParaRPr lang="en-US" sz="1300" dirty="0"/>
          </a:p>
        </p:txBody>
      </p:sp>
      <p:sp>
        <p:nvSpPr>
          <p:cNvPr id="29" name="Text 26"/>
          <p:cNvSpPr txBox="1"/>
          <p:nvPr/>
        </p:nvSpPr>
        <p:spPr>
          <a:xfrm>
            <a:off x="1965960" y="5029200"/>
            <a:ext cx="2331720" cy="594360"/>
          </a:xfrm>
          <a:prstGeom prst="rect">
            <a:avLst/>
          </a:prstGeom>
          <a:noFill/>
          <a:ln/>
        </p:spPr>
        <p:txBody>
          <a:bodyPr wrap="square" lIns="0" tIns="0" rIns="0" bIns="0" rtlCol="0" anchor="t"/>
          <a:lstStyle/>
          <a:p>
            <a:pPr algn="l" indent="0" marL="0">
              <a:lnSpc>
                <a:spcPct val="105000"/>
              </a:lnSpc>
              <a:buNone/>
            </a:pPr>
            <a:r>
              <a:rPr lang="en-US" sz="850" dirty="0">
                <a:solidFill>
                  <a:srgbClr val="6B7280"/>
                </a:solidFill>
                <a:latin typeface="Calibri" pitchFamily="34" charset="0"/>
                <a:ea typeface="Calibri" pitchFamily="34" charset="-122"/>
                <a:cs typeface="Calibri" pitchFamily="34" charset="-120"/>
              </a:rPr>
              <a:t>12 days conventional less 3 days integrated, at the illustrative discharge rates shown</a:t>
            </a:r>
            <a:endParaRPr lang="en-US" sz="850" dirty="0"/>
          </a:p>
        </p:txBody>
      </p:sp>
      <p:sp>
        <p:nvSpPr>
          <p:cNvPr id="30" name="Shape 27"/>
          <p:cNvSpPr/>
          <p:nvPr/>
        </p:nvSpPr>
        <p:spPr>
          <a:xfrm>
            <a:off x="4892040" y="1600200"/>
            <a:ext cx="2116226" cy="4160520"/>
          </a:xfrm>
          <a:prstGeom prst="rect">
            <a:avLst/>
          </a:prstGeom>
          <a:solidFill>
            <a:srgbClr val="0F2340"/>
          </a:solidFill>
          <a:ln w="12700">
            <a:solidFill>
              <a:srgbClr val="0F2340"/>
            </a:solidFill>
            <a:prstDash val="solid"/>
          </a:ln>
        </p:spPr>
      </p:sp>
      <p:sp>
        <p:nvSpPr>
          <p:cNvPr id="31" name="Text 28"/>
          <p:cNvSpPr txBox="1"/>
          <p:nvPr/>
        </p:nvSpPr>
        <p:spPr>
          <a:xfrm>
            <a:off x="5120640" y="1801368"/>
            <a:ext cx="1659026" cy="237744"/>
          </a:xfrm>
          <a:prstGeom prst="rect">
            <a:avLst/>
          </a:prstGeom>
          <a:noFill/>
          <a:ln/>
        </p:spPr>
        <p:txBody>
          <a:bodyPr wrap="square" lIns="0" tIns="0" rIns="0" bIns="0" rtlCol="0" anchor="t"/>
          <a:lstStyle/>
          <a:p>
            <a:pPr algn="l" indent="0" marL="0">
              <a:buNone/>
            </a:pPr>
            <a:r>
              <a:rPr lang="en-US" sz="1000" b="1" spc="200" kern="0" dirty="0">
                <a:solidFill>
                  <a:srgbClr val="C39B2A"/>
                </a:solidFill>
                <a:latin typeface="Calibri" pitchFamily="34" charset="0"/>
                <a:ea typeface="Calibri" pitchFamily="34" charset="-122"/>
                <a:cs typeface="Calibri" pitchFamily="34" charset="-120"/>
              </a:rPr>
              <a:t>FASTER</a:t>
            </a:r>
            <a:endParaRPr lang="en-US" sz="1000" dirty="0"/>
          </a:p>
        </p:txBody>
      </p:sp>
      <p:sp>
        <p:nvSpPr>
          <p:cNvPr id="32" name="Text 29"/>
          <p:cNvSpPr txBox="1"/>
          <p:nvPr/>
        </p:nvSpPr>
        <p:spPr>
          <a:xfrm>
            <a:off x="5120640" y="2057400"/>
            <a:ext cx="1659026" cy="548640"/>
          </a:xfrm>
          <a:prstGeom prst="rect">
            <a:avLst/>
          </a:prstGeom>
          <a:noFill/>
          <a:ln/>
        </p:spPr>
        <p:txBody>
          <a:bodyPr wrap="square" lIns="0" tIns="0" rIns="0" bIns="0" rtlCol="0" anchor="t"/>
          <a:lstStyle/>
          <a:p>
            <a:pPr algn="l" indent="0" marL="0">
              <a:lnSpc>
                <a:spcPct val="105000"/>
              </a:lnSpc>
              <a:buNone/>
            </a:pPr>
            <a:r>
              <a:rPr lang="en-US" sz="1100" dirty="0">
                <a:solidFill>
                  <a:srgbClr val="C7D0DD"/>
                </a:solidFill>
                <a:latin typeface="Calibri" pitchFamily="34" charset="0"/>
                <a:ea typeface="Calibri" pitchFamily="34" charset="-122"/>
                <a:cs typeface="Calibri" pitchFamily="34" charset="-120"/>
              </a:rPr>
              <a:t>Vessel time released by faster discharge</a:t>
            </a:r>
            <a:endParaRPr lang="en-US" sz="1100" dirty="0"/>
          </a:p>
        </p:txBody>
      </p:sp>
      <p:sp>
        <p:nvSpPr>
          <p:cNvPr id="33" name="Text 30"/>
          <p:cNvSpPr txBox="1"/>
          <p:nvPr/>
        </p:nvSpPr>
        <p:spPr>
          <a:xfrm>
            <a:off x="5120640" y="2606040"/>
            <a:ext cx="1659026" cy="731520"/>
          </a:xfrm>
          <a:prstGeom prst="rect">
            <a:avLst/>
          </a:prstGeom>
          <a:noFill/>
          <a:ln/>
        </p:spPr>
        <p:txBody>
          <a:bodyPr wrap="square" lIns="0" tIns="0" rIns="0" bIns="0" rtlCol="0" anchor="ctr"/>
          <a:lstStyle/>
          <a:p>
            <a:pPr algn="l" indent="0" marL="0">
              <a:lnSpc>
                <a:spcPct val="100000"/>
              </a:lnSpc>
              <a:buNone/>
            </a:pPr>
            <a:r>
              <a:rPr lang="en-US" sz="2800" b="1" dirty="0">
                <a:solidFill>
                  <a:srgbClr val="FFFFFF"/>
                </a:solidFill>
                <a:latin typeface="Calibri" pitchFamily="34" charset="0"/>
                <a:ea typeface="Calibri" pitchFamily="34" charset="-122"/>
                <a:cs typeface="Calibri" pitchFamily="34" charset="-120"/>
              </a:rPr>
              <a:t>≈US$146k</a:t>
            </a:r>
            <a:endParaRPr lang="en-US" sz="2800" dirty="0"/>
          </a:p>
        </p:txBody>
      </p:sp>
      <p:sp>
        <p:nvSpPr>
          <p:cNvPr id="34" name="Text 31"/>
          <p:cNvSpPr txBox="1"/>
          <p:nvPr/>
        </p:nvSpPr>
        <p:spPr>
          <a:xfrm>
            <a:off x="5120640" y="3355848"/>
            <a:ext cx="1659026" cy="457200"/>
          </a:xfrm>
          <a:prstGeom prst="rect">
            <a:avLst/>
          </a:prstGeom>
          <a:noFill/>
          <a:ln/>
        </p:spPr>
        <p:txBody>
          <a:bodyPr wrap="square" lIns="0" tIns="0" rIns="0" bIns="0" rtlCol="0" anchor="t"/>
          <a:lstStyle/>
          <a:p>
            <a:pPr algn="l" indent="0" marL="0">
              <a:lnSpc>
                <a:spcPct val="105000"/>
              </a:lnSpc>
              <a:buNone/>
            </a:pPr>
            <a:r>
              <a:rPr lang="en-US" sz="1050" b="1" dirty="0">
                <a:solidFill>
                  <a:srgbClr val="FFFFFF"/>
                </a:solidFill>
                <a:latin typeface="Calibri" pitchFamily="34" charset="0"/>
                <a:ea typeface="Calibri" pitchFamily="34" charset="-122"/>
                <a:cs typeface="Calibri" pitchFamily="34" charset="-120"/>
              </a:rPr>
              <a:t>vessel-time value per 60 kt cargo</a:t>
            </a:r>
            <a:endParaRPr lang="en-US" sz="1050" dirty="0"/>
          </a:p>
        </p:txBody>
      </p:sp>
      <p:sp>
        <p:nvSpPr>
          <p:cNvPr id="35" name="Text 32"/>
          <p:cNvSpPr txBox="1"/>
          <p:nvPr/>
        </p:nvSpPr>
        <p:spPr>
          <a:xfrm>
            <a:off x="5120640" y="3840480"/>
            <a:ext cx="1659026" cy="868680"/>
          </a:xfrm>
          <a:prstGeom prst="rect">
            <a:avLst/>
          </a:prstGeom>
          <a:noFill/>
          <a:ln/>
        </p:spPr>
        <p:txBody>
          <a:bodyPr wrap="square" lIns="0" tIns="0" rIns="0" bIns="0" rtlCol="0" anchor="t"/>
          <a:lstStyle/>
          <a:p>
            <a:pPr algn="l" indent="0" marL="0">
              <a:lnSpc>
                <a:spcPct val="105000"/>
              </a:lnSpc>
              <a:buNone/>
            </a:pPr>
            <a:r>
              <a:rPr lang="en-US" sz="900" dirty="0">
                <a:solidFill>
                  <a:srgbClr val="C7D0DD"/>
                </a:solidFill>
                <a:latin typeface="Calibri" pitchFamily="34" charset="0"/>
                <a:ea typeface="Calibri" pitchFamily="34" charset="-122"/>
                <a:cs typeface="Calibri" pitchFamily="34" charset="-120"/>
              </a:rPr>
              <a:t>~9 vessel-days saved (12 days conventional less 3 days integrated) at a US$16.2k/day benchmark. About US$2.4 per tonne.</a:t>
            </a:r>
            <a:endParaRPr lang="en-US" sz="900" dirty="0"/>
          </a:p>
        </p:txBody>
      </p:sp>
      <p:sp>
        <p:nvSpPr>
          <p:cNvPr id="36" name="Shape 33"/>
          <p:cNvSpPr/>
          <p:nvPr/>
        </p:nvSpPr>
        <p:spPr>
          <a:xfrm>
            <a:off x="5120640" y="5212080"/>
            <a:ext cx="1659026" cy="274320"/>
          </a:xfrm>
          <a:prstGeom prst="roundRect">
            <a:avLst>
              <a:gd name="adj" fmla="val 43333"/>
            </a:avLst>
          </a:prstGeom>
          <a:solidFill>
            <a:srgbClr val="1E3A5F"/>
          </a:solidFill>
          <a:ln w="12700">
            <a:solidFill>
              <a:srgbClr val="1E3A5F"/>
            </a:solidFill>
            <a:prstDash val="solid"/>
          </a:ln>
        </p:spPr>
      </p:sp>
      <p:sp>
        <p:nvSpPr>
          <p:cNvPr id="37" name="Text 34"/>
          <p:cNvSpPr txBox="1"/>
          <p:nvPr/>
        </p:nvSpPr>
        <p:spPr>
          <a:xfrm>
            <a:off x="5120640" y="5212080"/>
            <a:ext cx="1659026" cy="274320"/>
          </a:xfrm>
          <a:prstGeom prst="rect">
            <a:avLst/>
          </a:prstGeom>
          <a:noFill/>
          <a:ln/>
        </p:spPr>
        <p:txBody>
          <a:bodyPr wrap="square" lIns="0" tIns="0" rIns="0" bIns="0" rtlCol="0" anchor="ctr"/>
          <a:lstStyle/>
          <a:p>
            <a:pPr algn="ctr" indent="0" marL="0">
              <a:buNone/>
            </a:pPr>
            <a:r>
              <a:rPr lang="en-US" sz="750" b="1" spc="100" kern="0" dirty="0">
                <a:solidFill>
                  <a:srgbClr val="C39B2A"/>
                </a:solidFill>
                <a:latin typeface="Calibri" pitchFamily="34" charset="0"/>
                <a:ea typeface="Calibri" pitchFamily="34" charset="-122"/>
                <a:cs typeface="Calibri" pitchFamily="34" charset="-120"/>
              </a:rPr>
              <a:t>PUBLIC BENCHMARK BASIS</a:t>
            </a:r>
            <a:endParaRPr lang="en-US" sz="750" dirty="0"/>
          </a:p>
        </p:txBody>
      </p:sp>
      <p:sp>
        <p:nvSpPr>
          <p:cNvPr id="38" name="Shape 35"/>
          <p:cNvSpPr/>
          <p:nvPr/>
        </p:nvSpPr>
        <p:spPr>
          <a:xfrm>
            <a:off x="7209434" y="1600200"/>
            <a:ext cx="2116226" cy="4160520"/>
          </a:xfrm>
          <a:prstGeom prst="rect">
            <a:avLst/>
          </a:prstGeom>
          <a:solidFill>
            <a:srgbClr val="F2F4F7"/>
          </a:solidFill>
          <a:ln w="12700">
            <a:solidFill>
              <a:srgbClr val="F2F4F7"/>
            </a:solidFill>
            <a:prstDash val="solid"/>
          </a:ln>
        </p:spPr>
      </p:sp>
      <p:sp>
        <p:nvSpPr>
          <p:cNvPr id="39" name="Text 36"/>
          <p:cNvSpPr txBox="1"/>
          <p:nvPr/>
        </p:nvSpPr>
        <p:spPr>
          <a:xfrm>
            <a:off x="7438034" y="1801368"/>
            <a:ext cx="1659026" cy="237744"/>
          </a:xfrm>
          <a:prstGeom prst="rect">
            <a:avLst/>
          </a:prstGeom>
          <a:noFill/>
          <a:ln/>
        </p:spPr>
        <p:txBody>
          <a:bodyPr wrap="square" lIns="0" tIns="0" rIns="0" bIns="0" rtlCol="0" anchor="t"/>
          <a:lstStyle/>
          <a:p>
            <a:pPr algn="l" indent="0" marL="0">
              <a:buNone/>
            </a:pPr>
            <a:r>
              <a:rPr lang="en-US" sz="1000" b="1" spc="200" kern="0" dirty="0">
                <a:solidFill>
                  <a:srgbClr val="9A7A1C"/>
                </a:solidFill>
                <a:latin typeface="Calibri" pitchFamily="34" charset="0"/>
                <a:ea typeface="Calibri" pitchFamily="34" charset="-122"/>
                <a:cs typeface="Calibri" pitchFamily="34" charset="-120"/>
              </a:rPr>
              <a:t>BETTER ECONOMICS</a:t>
            </a:r>
            <a:endParaRPr lang="en-US" sz="1000" dirty="0"/>
          </a:p>
        </p:txBody>
      </p:sp>
      <p:sp>
        <p:nvSpPr>
          <p:cNvPr id="40" name="Text 37"/>
          <p:cNvSpPr txBox="1"/>
          <p:nvPr/>
        </p:nvSpPr>
        <p:spPr>
          <a:xfrm>
            <a:off x="7438034" y="2057400"/>
            <a:ext cx="1659026" cy="548640"/>
          </a:xfrm>
          <a:prstGeom prst="rect">
            <a:avLst/>
          </a:prstGeom>
          <a:noFill/>
          <a:ln/>
        </p:spPr>
        <p:txBody>
          <a:bodyPr wrap="square" lIns="0" tIns="0" rIns="0" bIns="0" rtlCol="0" anchor="t"/>
          <a:lstStyle/>
          <a:p>
            <a:pPr algn="l" indent="0" marL="0">
              <a:lnSpc>
                <a:spcPct val="105000"/>
              </a:lnSpc>
              <a:buNone/>
            </a:pPr>
            <a:r>
              <a:rPr lang="en-US" sz="1100" dirty="0">
                <a:solidFill>
                  <a:srgbClr val="1F2937"/>
                </a:solidFill>
                <a:latin typeface="Calibri" pitchFamily="34" charset="0"/>
                <a:ea typeface="Calibri" pitchFamily="34" charset="-122"/>
                <a:cs typeface="Calibri" pitchFamily="34" charset="-120"/>
              </a:rPr>
              <a:t>Freight and port cost from larger parcels</a:t>
            </a:r>
            <a:endParaRPr lang="en-US" sz="1100" dirty="0"/>
          </a:p>
        </p:txBody>
      </p:sp>
      <p:sp>
        <p:nvSpPr>
          <p:cNvPr id="41" name="Text 38"/>
          <p:cNvSpPr txBox="1"/>
          <p:nvPr/>
        </p:nvSpPr>
        <p:spPr>
          <a:xfrm>
            <a:off x="7438034" y="2606040"/>
            <a:ext cx="1659026" cy="731520"/>
          </a:xfrm>
          <a:prstGeom prst="rect">
            <a:avLst/>
          </a:prstGeom>
          <a:noFill/>
          <a:ln/>
        </p:spPr>
        <p:txBody>
          <a:bodyPr wrap="square" lIns="0" tIns="0" rIns="0" bIns="0" rtlCol="0" anchor="ctr"/>
          <a:lstStyle/>
          <a:p>
            <a:pPr algn="l" indent="0" marL="0">
              <a:lnSpc>
                <a:spcPct val="100000"/>
              </a:lnSpc>
              <a:buNone/>
            </a:pPr>
            <a:r>
              <a:rPr lang="en-US" sz="2000" b="1" dirty="0">
                <a:solidFill>
                  <a:srgbClr val="0F2340"/>
                </a:solidFill>
                <a:latin typeface="Calibri" pitchFamily="34" charset="0"/>
                <a:ea typeface="Calibri" pitchFamily="34" charset="-122"/>
                <a:cs typeface="Calibri" pitchFamily="34" charset="-120"/>
              </a:rPr>
              <a:t>Potential freight saving</a:t>
            </a:r>
            <a:endParaRPr lang="en-US" sz="2000" dirty="0"/>
          </a:p>
        </p:txBody>
      </p:sp>
      <p:sp>
        <p:nvSpPr>
          <p:cNvPr id="42" name="Text 39"/>
          <p:cNvSpPr txBox="1"/>
          <p:nvPr/>
        </p:nvSpPr>
        <p:spPr>
          <a:xfrm>
            <a:off x="7438034" y="3355848"/>
            <a:ext cx="1659026" cy="457200"/>
          </a:xfrm>
          <a:prstGeom prst="rect">
            <a:avLst/>
          </a:prstGeom>
          <a:noFill/>
          <a:ln/>
        </p:spPr>
        <p:txBody>
          <a:bodyPr wrap="square" lIns="0" tIns="0" rIns="0" bIns="0" rtlCol="0" anchor="t"/>
          <a:lstStyle/>
          <a:p>
            <a:pPr algn="l" indent="0" marL="0">
              <a:lnSpc>
                <a:spcPct val="105000"/>
              </a:lnSpc>
              <a:buNone/>
            </a:pPr>
            <a:r>
              <a:rPr lang="en-US" sz="1050" b="1" dirty="0">
                <a:solidFill>
                  <a:srgbClr val="0F2340"/>
                </a:solidFill>
                <a:latin typeface="Calibri" pitchFamily="34" charset="0"/>
                <a:ea typeface="Calibri" pitchFamily="34" charset="-122"/>
                <a:cs typeface="Calibri" pitchFamily="34" charset="-120"/>
              </a:rPr>
              <a:t>to be quantified from FKS voyage data</a:t>
            </a:r>
            <a:endParaRPr lang="en-US" sz="1050" dirty="0"/>
          </a:p>
        </p:txBody>
      </p:sp>
      <p:sp>
        <p:nvSpPr>
          <p:cNvPr id="43" name="Text 40"/>
          <p:cNvSpPr txBox="1"/>
          <p:nvPr/>
        </p:nvSpPr>
        <p:spPr>
          <a:xfrm>
            <a:off x="7438034" y="3840480"/>
            <a:ext cx="1659026" cy="868680"/>
          </a:xfrm>
          <a:prstGeom prst="rect">
            <a:avLst/>
          </a:prstGeom>
          <a:noFill/>
          <a:ln/>
        </p:spPr>
        <p:txBody>
          <a:bodyPr wrap="square" lIns="0" tIns="0" rIns="0" bIns="0" rtlCol="0" anchor="t"/>
          <a:lstStyle/>
          <a:p>
            <a:pPr algn="l" indent="0" marL="0">
              <a:lnSpc>
                <a:spcPct val="105000"/>
              </a:lnSpc>
              <a:buNone/>
            </a:pPr>
            <a:r>
              <a:rPr lang="en-US" sz="900" dirty="0">
                <a:solidFill>
                  <a:srgbClr val="6B7280"/>
                </a:solidFill>
                <a:latin typeface="Calibri" pitchFamily="34" charset="0"/>
                <a:ea typeface="Calibri" pitchFamily="34" charset="-122"/>
                <a:cs typeface="Calibri" pitchFamily="34" charset="-120"/>
              </a:rPr>
              <a:t>Deep berths (-14 m at Teluk Lamong, -21 m at Cigading) and a buffer allow one 60 kt Panamax call instead of two smaller parcels, with fewer port calls and lower freight per tonne.</a:t>
            </a:r>
            <a:endParaRPr lang="en-US" sz="900" dirty="0"/>
          </a:p>
        </p:txBody>
      </p:sp>
      <p:sp>
        <p:nvSpPr>
          <p:cNvPr id="44" name="Shape 41"/>
          <p:cNvSpPr/>
          <p:nvPr/>
        </p:nvSpPr>
        <p:spPr>
          <a:xfrm>
            <a:off x="7438034" y="5212080"/>
            <a:ext cx="1659026" cy="274320"/>
          </a:xfrm>
          <a:prstGeom prst="roundRect">
            <a:avLst>
              <a:gd name="adj" fmla="val 43333"/>
            </a:avLst>
          </a:prstGeom>
          <a:solidFill>
            <a:srgbClr val="FFFFFF"/>
          </a:solidFill>
          <a:ln w="12700">
            <a:solidFill>
              <a:srgbClr val="FFFFFF"/>
            </a:solidFill>
            <a:prstDash val="solid"/>
          </a:ln>
        </p:spPr>
      </p:sp>
      <p:sp>
        <p:nvSpPr>
          <p:cNvPr id="45" name="Text 42"/>
          <p:cNvSpPr txBox="1"/>
          <p:nvPr/>
        </p:nvSpPr>
        <p:spPr>
          <a:xfrm>
            <a:off x="7438034" y="5212080"/>
            <a:ext cx="1659026" cy="274320"/>
          </a:xfrm>
          <a:prstGeom prst="rect">
            <a:avLst/>
          </a:prstGeom>
          <a:noFill/>
          <a:ln/>
        </p:spPr>
        <p:txBody>
          <a:bodyPr wrap="square" lIns="0" tIns="0" rIns="0" bIns="0" rtlCol="0" anchor="ctr"/>
          <a:lstStyle/>
          <a:p>
            <a:pPr algn="ctr" indent="0" marL="0">
              <a:buNone/>
            </a:pPr>
            <a:r>
              <a:rPr lang="en-US" sz="750" b="1" spc="100" kern="0" dirty="0">
                <a:solidFill>
                  <a:srgbClr val="9A7A1C"/>
                </a:solidFill>
                <a:latin typeface="Calibri" pitchFamily="34" charset="0"/>
                <a:ea typeface="Calibri" pitchFamily="34" charset="-122"/>
                <a:cs typeface="Calibri" pitchFamily="34" charset="-120"/>
              </a:rPr>
              <a:t>NOT YET QUANTIFIED</a:t>
            </a:r>
            <a:endParaRPr lang="en-US" sz="750" dirty="0"/>
          </a:p>
        </p:txBody>
      </p:sp>
      <p:sp>
        <p:nvSpPr>
          <p:cNvPr id="46" name="Shape 43"/>
          <p:cNvSpPr/>
          <p:nvPr/>
        </p:nvSpPr>
        <p:spPr>
          <a:xfrm flipV="1">
            <a:off x="7438034" y="4875947"/>
            <a:ext cx="640080" cy="107533"/>
          </a:xfrm>
          <a:prstGeom prst="trapezoid">
            <a:avLst/>
          </a:prstGeom>
          <a:solidFill>
            <a:srgbClr val="9CA3AF"/>
          </a:solidFill>
          <a:ln w="12700">
            <a:solidFill>
              <a:srgbClr val="9CA3AF"/>
            </a:solidFill>
            <a:prstDash val="solid"/>
          </a:ln>
        </p:spPr>
      </p:sp>
      <p:sp>
        <p:nvSpPr>
          <p:cNvPr id="47" name="Shape 44"/>
          <p:cNvSpPr/>
          <p:nvPr/>
        </p:nvSpPr>
        <p:spPr>
          <a:xfrm>
            <a:off x="7911694" y="4799137"/>
            <a:ext cx="102413" cy="81930"/>
          </a:xfrm>
          <a:prstGeom prst="rect">
            <a:avLst/>
          </a:prstGeom>
          <a:solidFill>
            <a:srgbClr val="9CA3AF"/>
          </a:solidFill>
          <a:ln w="12700">
            <a:solidFill>
              <a:srgbClr val="9CA3AF"/>
            </a:solidFill>
            <a:prstDash val="solid"/>
          </a:ln>
        </p:spPr>
      </p:sp>
      <p:sp>
        <p:nvSpPr>
          <p:cNvPr id="48" name="Shape 45"/>
          <p:cNvSpPr/>
          <p:nvPr/>
        </p:nvSpPr>
        <p:spPr>
          <a:xfrm>
            <a:off x="7930896" y="4753051"/>
            <a:ext cx="64008" cy="51206"/>
          </a:xfrm>
          <a:prstGeom prst="rect">
            <a:avLst/>
          </a:prstGeom>
          <a:solidFill>
            <a:srgbClr val="9CA3AF"/>
          </a:solidFill>
          <a:ln w="12700">
            <a:solidFill>
              <a:srgbClr val="9CA3AF"/>
            </a:solidFill>
            <a:prstDash val="solid"/>
          </a:ln>
        </p:spPr>
      </p:sp>
      <p:sp>
        <p:nvSpPr>
          <p:cNvPr id="49" name="Shape 46"/>
          <p:cNvSpPr/>
          <p:nvPr/>
        </p:nvSpPr>
        <p:spPr>
          <a:xfrm>
            <a:off x="7509083" y="4845223"/>
            <a:ext cx="158740" cy="30724"/>
          </a:xfrm>
          <a:prstGeom prst="rect">
            <a:avLst/>
          </a:prstGeom>
          <a:solidFill>
            <a:srgbClr val="9CA3AF"/>
          </a:solidFill>
          <a:ln w="12700">
            <a:solidFill>
              <a:srgbClr val="9CA3AF"/>
            </a:solidFill>
            <a:prstDash val="solid"/>
          </a:ln>
        </p:spPr>
      </p:sp>
      <p:sp>
        <p:nvSpPr>
          <p:cNvPr id="50" name="Shape 47"/>
          <p:cNvSpPr/>
          <p:nvPr/>
        </p:nvSpPr>
        <p:spPr>
          <a:xfrm>
            <a:off x="7707508" y="4845223"/>
            <a:ext cx="158740" cy="30724"/>
          </a:xfrm>
          <a:prstGeom prst="rect">
            <a:avLst/>
          </a:prstGeom>
          <a:solidFill>
            <a:srgbClr val="9CA3AF"/>
          </a:solidFill>
          <a:ln w="12700">
            <a:solidFill>
              <a:srgbClr val="9CA3AF"/>
            </a:solidFill>
            <a:prstDash val="solid"/>
          </a:ln>
        </p:spPr>
      </p:sp>
      <p:sp>
        <p:nvSpPr>
          <p:cNvPr id="51" name="Shape 48"/>
          <p:cNvSpPr/>
          <p:nvPr/>
        </p:nvSpPr>
        <p:spPr>
          <a:xfrm flipV="1">
            <a:off x="8169554" y="4875947"/>
            <a:ext cx="640080" cy="107533"/>
          </a:xfrm>
          <a:prstGeom prst="trapezoid">
            <a:avLst/>
          </a:prstGeom>
          <a:solidFill>
            <a:srgbClr val="9CA3AF"/>
          </a:solidFill>
          <a:ln w="12700">
            <a:solidFill>
              <a:srgbClr val="9CA3AF"/>
            </a:solidFill>
            <a:prstDash val="solid"/>
          </a:ln>
        </p:spPr>
      </p:sp>
      <p:sp>
        <p:nvSpPr>
          <p:cNvPr id="52" name="Shape 49"/>
          <p:cNvSpPr/>
          <p:nvPr/>
        </p:nvSpPr>
        <p:spPr>
          <a:xfrm>
            <a:off x="8643214" y="4799137"/>
            <a:ext cx="102413" cy="81930"/>
          </a:xfrm>
          <a:prstGeom prst="rect">
            <a:avLst/>
          </a:prstGeom>
          <a:solidFill>
            <a:srgbClr val="9CA3AF"/>
          </a:solidFill>
          <a:ln w="12700">
            <a:solidFill>
              <a:srgbClr val="9CA3AF"/>
            </a:solidFill>
            <a:prstDash val="solid"/>
          </a:ln>
        </p:spPr>
      </p:sp>
      <p:sp>
        <p:nvSpPr>
          <p:cNvPr id="53" name="Shape 50"/>
          <p:cNvSpPr/>
          <p:nvPr/>
        </p:nvSpPr>
        <p:spPr>
          <a:xfrm>
            <a:off x="8662416" y="4753051"/>
            <a:ext cx="64008" cy="51206"/>
          </a:xfrm>
          <a:prstGeom prst="rect">
            <a:avLst/>
          </a:prstGeom>
          <a:solidFill>
            <a:srgbClr val="9CA3AF"/>
          </a:solidFill>
          <a:ln w="12700">
            <a:solidFill>
              <a:srgbClr val="9CA3AF"/>
            </a:solidFill>
            <a:prstDash val="solid"/>
          </a:ln>
        </p:spPr>
      </p:sp>
      <p:sp>
        <p:nvSpPr>
          <p:cNvPr id="54" name="Shape 51"/>
          <p:cNvSpPr/>
          <p:nvPr/>
        </p:nvSpPr>
        <p:spPr>
          <a:xfrm>
            <a:off x="8240603" y="4845223"/>
            <a:ext cx="158740" cy="30724"/>
          </a:xfrm>
          <a:prstGeom prst="rect">
            <a:avLst/>
          </a:prstGeom>
          <a:solidFill>
            <a:srgbClr val="9CA3AF"/>
          </a:solidFill>
          <a:ln w="12700">
            <a:solidFill>
              <a:srgbClr val="9CA3AF"/>
            </a:solidFill>
            <a:prstDash val="solid"/>
          </a:ln>
        </p:spPr>
      </p:sp>
      <p:sp>
        <p:nvSpPr>
          <p:cNvPr id="55" name="Shape 52"/>
          <p:cNvSpPr/>
          <p:nvPr/>
        </p:nvSpPr>
        <p:spPr>
          <a:xfrm>
            <a:off x="8439028" y="4845223"/>
            <a:ext cx="158740" cy="30724"/>
          </a:xfrm>
          <a:prstGeom prst="rect">
            <a:avLst/>
          </a:prstGeom>
          <a:solidFill>
            <a:srgbClr val="9CA3AF"/>
          </a:solidFill>
          <a:ln w="12700">
            <a:solidFill>
              <a:srgbClr val="9CA3AF"/>
            </a:solidFill>
            <a:prstDash val="solid"/>
          </a:ln>
        </p:spPr>
      </p:sp>
      <p:sp>
        <p:nvSpPr>
          <p:cNvPr id="56" name="Text 53"/>
          <p:cNvSpPr txBox="1"/>
          <p:nvPr/>
        </p:nvSpPr>
        <p:spPr>
          <a:xfrm>
            <a:off x="7438034" y="5001768"/>
            <a:ext cx="1371600" cy="164592"/>
          </a:xfrm>
          <a:prstGeom prst="rect">
            <a:avLst/>
          </a:prstGeom>
          <a:noFill/>
          <a:ln/>
        </p:spPr>
        <p:txBody>
          <a:bodyPr wrap="square" lIns="0" tIns="0" rIns="0" bIns="0" rtlCol="0" anchor="t"/>
          <a:lstStyle/>
          <a:p>
            <a:pPr algn="l" indent="0" marL="0">
              <a:buNone/>
            </a:pPr>
            <a:r>
              <a:rPr lang="en-US" sz="750" dirty="0">
                <a:solidFill>
                  <a:srgbClr val="6B7280"/>
                </a:solidFill>
                <a:latin typeface="Calibri" pitchFamily="34" charset="0"/>
                <a:ea typeface="Calibri" pitchFamily="34" charset="-122"/>
                <a:cs typeface="Calibri" pitchFamily="34" charset="-120"/>
              </a:rPr>
              <a:t>2 × 30 kt</a:t>
            </a:r>
            <a:endParaRPr lang="en-US" sz="750" dirty="0"/>
          </a:p>
        </p:txBody>
      </p:sp>
      <p:sp>
        <p:nvSpPr>
          <p:cNvPr id="57" name="Text 54"/>
          <p:cNvSpPr txBox="1"/>
          <p:nvPr/>
        </p:nvSpPr>
        <p:spPr>
          <a:xfrm>
            <a:off x="8855354" y="4754880"/>
            <a:ext cx="274320" cy="228600"/>
          </a:xfrm>
          <a:prstGeom prst="rect">
            <a:avLst/>
          </a:prstGeom>
          <a:noFill/>
          <a:ln/>
        </p:spPr>
        <p:txBody>
          <a:bodyPr wrap="square" lIns="0" tIns="0" rIns="0" bIns="0" rtlCol="0" anchor="t"/>
          <a:lstStyle/>
          <a:p>
            <a:pPr algn="ctr" indent="0" marL="0">
              <a:buNone/>
            </a:pPr>
            <a:r>
              <a:rPr lang="en-US" sz="900" dirty="0">
                <a:solidFill>
                  <a:srgbClr val="6B7280"/>
                </a:solidFill>
                <a:latin typeface="Calibri" pitchFamily="34" charset="0"/>
                <a:ea typeface="Calibri" pitchFamily="34" charset="-122"/>
                <a:cs typeface="Calibri" pitchFamily="34" charset="-120"/>
              </a:rPr>
              <a:t>vs</a:t>
            </a:r>
            <a:endParaRPr lang="en-US" sz="900" dirty="0"/>
          </a:p>
        </p:txBody>
      </p:sp>
      <p:sp>
        <p:nvSpPr>
          <p:cNvPr id="58" name="Shape 55"/>
          <p:cNvSpPr/>
          <p:nvPr/>
        </p:nvSpPr>
        <p:spPr>
          <a:xfrm flipV="1">
            <a:off x="9175394" y="4874118"/>
            <a:ext cx="960120" cy="145938"/>
          </a:xfrm>
          <a:prstGeom prst="trapezoid">
            <a:avLst/>
          </a:prstGeom>
          <a:solidFill>
            <a:srgbClr val="0F2340"/>
          </a:solidFill>
          <a:ln w="12700">
            <a:solidFill>
              <a:srgbClr val="0F2340"/>
            </a:solidFill>
            <a:prstDash val="solid"/>
          </a:ln>
        </p:spPr>
      </p:sp>
      <p:sp>
        <p:nvSpPr>
          <p:cNvPr id="59" name="Shape 56"/>
          <p:cNvSpPr/>
          <p:nvPr/>
        </p:nvSpPr>
        <p:spPr>
          <a:xfrm>
            <a:off x="9885883" y="4769876"/>
            <a:ext cx="153619" cy="111191"/>
          </a:xfrm>
          <a:prstGeom prst="rect">
            <a:avLst/>
          </a:prstGeom>
          <a:solidFill>
            <a:srgbClr val="0F2340"/>
          </a:solidFill>
          <a:ln w="12700">
            <a:solidFill>
              <a:srgbClr val="0F2340"/>
            </a:solidFill>
            <a:prstDash val="solid"/>
          </a:ln>
        </p:spPr>
      </p:sp>
      <p:sp>
        <p:nvSpPr>
          <p:cNvPr id="60" name="Shape 57"/>
          <p:cNvSpPr/>
          <p:nvPr/>
        </p:nvSpPr>
        <p:spPr>
          <a:xfrm>
            <a:off x="9914687" y="4707331"/>
            <a:ext cx="96012" cy="69494"/>
          </a:xfrm>
          <a:prstGeom prst="rect">
            <a:avLst/>
          </a:prstGeom>
          <a:solidFill>
            <a:srgbClr val="0F2340"/>
          </a:solidFill>
          <a:ln w="12700">
            <a:solidFill>
              <a:srgbClr val="0F2340"/>
            </a:solidFill>
            <a:prstDash val="solid"/>
          </a:ln>
        </p:spPr>
      </p:sp>
      <p:sp>
        <p:nvSpPr>
          <p:cNvPr id="61" name="Shape 58"/>
          <p:cNvSpPr/>
          <p:nvPr/>
        </p:nvSpPr>
        <p:spPr>
          <a:xfrm>
            <a:off x="9267086" y="4832421"/>
            <a:ext cx="119055" cy="41697"/>
          </a:xfrm>
          <a:prstGeom prst="rect">
            <a:avLst/>
          </a:prstGeom>
          <a:solidFill>
            <a:srgbClr val="0F2340"/>
          </a:solidFill>
          <a:ln w="12700">
            <a:solidFill>
              <a:srgbClr val="0F2340"/>
            </a:solidFill>
            <a:prstDash val="solid"/>
          </a:ln>
        </p:spPr>
      </p:sp>
      <p:sp>
        <p:nvSpPr>
          <p:cNvPr id="62" name="Shape 59"/>
          <p:cNvSpPr/>
          <p:nvPr/>
        </p:nvSpPr>
        <p:spPr>
          <a:xfrm>
            <a:off x="9415904" y="4832421"/>
            <a:ext cx="119055" cy="41697"/>
          </a:xfrm>
          <a:prstGeom prst="rect">
            <a:avLst/>
          </a:prstGeom>
          <a:solidFill>
            <a:srgbClr val="0F2340"/>
          </a:solidFill>
          <a:ln w="12700">
            <a:solidFill>
              <a:srgbClr val="0F2340"/>
            </a:solidFill>
            <a:prstDash val="solid"/>
          </a:ln>
        </p:spPr>
      </p:sp>
      <p:sp>
        <p:nvSpPr>
          <p:cNvPr id="63" name="Shape 60"/>
          <p:cNvSpPr/>
          <p:nvPr/>
        </p:nvSpPr>
        <p:spPr>
          <a:xfrm>
            <a:off x="9564723" y="4832421"/>
            <a:ext cx="119055" cy="41697"/>
          </a:xfrm>
          <a:prstGeom prst="rect">
            <a:avLst/>
          </a:prstGeom>
          <a:solidFill>
            <a:srgbClr val="0F2340"/>
          </a:solidFill>
          <a:ln w="12700">
            <a:solidFill>
              <a:srgbClr val="0F2340"/>
            </a:solidFill>
            <a:prstDash val="solid"/>
          </a:ln>
        </p:spPr>
      </p:sp>
      <p:sp>
        <p:nvSpPr>
          <p:cNvPr id="64" name="Shape 61"/>
          <p:cNvSpPr/>
          <p:nvPr/>
        </p:nvSpPr>
        <p:spPr>
          <a:xfrm>
            <a:off x="9713542" y="4832421"/>
            <a:ext cx="119055" cy="41697"/>
          </a:xfrm>
          <a:prstGeom prst="rect">
            <a:avLst/>
          </a:prstGeom>
          <a:solidFill>
            <a:srgbClr val="0F2340"/>
          </a:solidFill>
          <a:ln w="12700">
            <a:solidFill>
              <a:srgbClr val="0F2340"/>
            </a:solidFill>
            <a:prstDash val="solid"/>
          </a:ln>
        </p:spPr>
      </p:sp>
      <p:sp>
        <p:nvSpPr>
          <p:cNvPr id="65" name="Text 62"/>
          <p:cNvSpPr txBox="1"/>
          <p:nvPr/>
        </p:nvSpPr>
        <p:spPr>
          <a:xfrm>
            <a:off x="9175394" y="5001768"/>
            <a:ext cx="1097280" cy="164592"/>
          </a:xfrm>
          <a:prstGeom prst="rect">
            <a:avLst/>
          </a:prstGeom>
          <a:noFill/>
          <a:ln/>
        </p:spPr>
        <p:txBody>
          <a:bodyPr wrap="square" lIns="0" tIns="0" rIns="0" bIns="0" rtlCol="0" anchor="t"/>
          <a:lstStyle/>
          <a:p>
            <a:pPr algn="l" indent="0" marL="0">
              <a:buNone/>
            </a:pPr>
            <a:r>
              <a:rPr lang="en-US" sz="750" b="1" dirty="0">
                <a:solidFill>
                  <a:srgbClr val="0F2340"/>
                </a:solidFill>
                <a:latin typeface="Calibri" pitchFamily="34" charset="0"/>
                <a:ea typeface="Calibri" pitchFamily="34" charset="-122"/>
                <a:cs typeface="Calibri" pitchFamily="34" charset="-120"/>
              </a:rPr>
              <a:t>1 × 60 kt</a:t>
            </a:r>
            <a:endParaRPr lang="en-US" sz="750" dirty="0"/>
          </a:p>
        </p:txBody>
      </p:sp>
      <p:sp>
        <p:nvSpPr>
          <p:cNvPr id="66" name="Shape 63"/>
          <p:cNvSpPr/>
          <p:nvPr/>
        </p:nvSpPr>
        <p:spPr>
          <a:xfrm>
            <a:off x="9526829" y="1600200"/>
            <a:ext cx="2116226" cy="4160520"/>
          </a:xfrm>
          <a:prstGeom prst="rect">
            <a:avLst/>
          </a:prstGeom>
          <a:solidFill>
            <a:srgbClr val="F2F4F7"/>
          </a:solidFill>
          <a:ln w="12700">
            <a:solidFill>
              <a:srgbClr val="F2F4F7"/>
            </a:solidFill>
            <a:prstDash val="solid"/>
          </a:ln>
        </p:spPr>
      </p:sp>
      <p:sp>
        <p:nvSpPr>
          <p:cNvPr id="67" name="Text 64"/>
          <p:cNvSpPr txBox="1"/>
          <p:nvPr/>
        </p:nvSpPr>
        <p:spPr>
          <a:xfrm>
            <a:off x="9755429" y="1801368"/>
            <a:ext cx="1659026" cy="237744"/>
          </a:xfrm>
          <a:prstGeom prst="rect">
            <a:avLst/>
          </a:prstGeom>
          <a:noFill/>
          <a:ln/>
        </p:spPr>
        <p:txBody>
          <a:bodyPr wrap="square" lIns="0" tIns="0" rIns="0" bIns="0" rtlCol="0" anchor="t"/>
          <a:lstStyle/>
          <a:p>
            <a:pPr algn="l" indent="0" marL="0">
              <a:buNone/>
            </a:pPr>
            <a:r>
              <a:rPr lang="en-US" sz="1000" b="1" spc="200" kern="0" dirty="0">
                <a:solidFill>
                  <a:srgbClr val="9A7A1C"/>
                </a:solidFill>
                <a:latin typeface="Calibri" pitchFamily="34" charset="0"/>
                <a:ea typeface="Calibri" pitchFamily="34" charset="-122"/>
                <a:cs typeface="Calibri" pitchFamily="34" charset="-120"/>
              </a:rPr>
              <a:t>MORE SECURE</a:t>
            </a:r>
            <a:endParaRPr lang="en-US" sz="1000" dirty="0"/>
          </a:p>
        </p:txBody>
      </p:sp>
      <p:sp>
        <p:nvSpPr>
          <p:cNvPr id="68" name="Text 65"/>
          <p:cNvSpPr txBox="1"/>
          <p:nvPr/>
        </p:nvSpPr>
        <p:spPr>
          <a:xfrm>
            <a:off x="9755429" y="2057400"/>
            <a:ext cx="1659026" cy="548640"/>
          </a:xfrm>
          <a:prstGeom prst="rect">
            <a:avLst/>
          </a:prstGeom>
          <a:noFill/>
          <a:ln/>
        </p:spPr>
        <p:txBody>
          <a:bodyPr wrap="square" lIns="0" tIns="0" rIns="0" bIns="0" rtlCol="0" anchor="t"/>
          <a:lstStyle/>
          <a:p>
            <a:pPr algn="l" indent="0" marL="0">
              <a:lnSpc>
                <a:spcPct val="105000"/>
              </a:lnSpc>
              <a:buNone/>
            </a:pPr>
            <a:r>
              <a:rPr lang="en-US" sz="1100" dirty="0">
                <a:solidFill>
                  <a:srgbClr val="1F2937"/>
                </a:solidFill>
                <a:latin typeface="Calibri" pitchFamily="34" charset="0"/>
                <a:ea typeface="Calibri" pitchFamily="34" charset="-122"/>
                <a:cs typeface="Calibri" pitchFamily="34" charset="-120"/>
              </a:rPr>
              <a:t>Cargo value preserved by enclosed handling</a:t>
            </a:r>
            <a:endParaRPr lang="en-US" sz="1100" dirty="0"/>
          </a:p>
        </p:txBody>
      </p:sp>
      <p:sp>
        <p:nvSpPr>
          <p:cNvPr id="69" name="Text 66"/>
          <p:cNvSpPr txBox="1"/>
          <p:nvPr/>
        </p:nvSpPr>
        <p:spPr>
          <a:xfrm>
            <a:off x="9755429" y="2606040"/>
            <a:ext cx="1659026" cy="731520"/>
          </a:xfrm>
          <a:prstGeom prst="rect">
            <a:avLst/>
          </a:prstGeom>
          <a:noFill/>
          <a:ln/>
        </p:spPr>
        <p:txBody>
          <a:bodyPr wrap="square" lIns="0" tIns="0" rIns="0" bIns="0" rtlCol="0" anchor="ctr"/>
          <a:lstStyle/>
          <a:p>
            <a:pPr algn="l" indent="0" marL="0">
              <a:lnSpc>
                <a:spcPct val="100000"/>
              </a:lnSpc>
              <a:buNone/>
            </a:pPr>
            <a:r>
              <a:rPr lang="en-US" sz="2800" b="1" dirty="0">
                <a:solidFill>
                  <a:srgbClr val="0F2340"/>
                </a:solidFill>
                <a:latin typeface="Calibri" pitchFamily="34" charset="0"/>
                <a:ea typeface="Calibri" pitchFamily="34" charset="-122"/>
                <a:cs typeface="Calibri" pitchFamily="34" charset="-120"/>
              </a:rPr>
              <a:t>≈US$36k</a:t>
            </a:r>
            <a:endParaRPr lang="en-US" sz="2800" dirty="0"/>
          </a:p>
        </p:txBody>
      </p:sp>
      <p:sp>
        <p:nvSpPr>
          <p:cNvPr id="70" name="Text 67"/>
          <p:cNvSpPr txBox="1"/>
          <p:nvPr/>
        </p:nvSpPr>
        <p:spPr>
          <a:xfrm>
            <a:off x="9755429" y="3355848"/>
            <a:ext cx="1659026" cy="457200"/>
          </a:xfrm>
          <a:prstGeom prst="rect">
            <a:avLst/>
          </a:prstGeom>
          <a:noFill/>
          <a:ln/>
        </p:spPr>
        <p:txBody>
          <a:bodyPr wrap="square" lIns="0" tIns="0" rIns="0" bIns="0" rtlCol="0" anchor="t"/>
          <a:lstStyle/>
          <a:p>
            <a:pPr algn="l" indent="0" marL="0">
              <a:lnSpc>
                <a:spcPct val="105000"/>
              </a:lnSpc>
              <a:buNone/>
            </a:pPr>
            <a:r>
              <a:rPr lang="en-US" sz="1050" b="1" dirty="0">
                <a:solidFill>
                  <a:srgbClr val="0F2340"/>
                </a:solidFill>
                <a:latin typeface="Calibri" pitchFamily="34" charset="0"/>
                <a:ea typeface="Calibri" pitchFamily="34" charset="-122"/>
                <a:cs typeface="Calibri" pitchFamily="34" charset="-120"/>
              </a:rPr>
              <a:t>cargo value preserved per 60 kt cargo</a:t>
            </a:r>
            <a:endParaRPr lang="en-US" sz="1050" dirty="0"/>
          </a:p>
        </p:txBody>
      </p:sp>
      <p:sp>
        <p:nvSpPr>
          <p:cNvPr id="71" name="Text 68"/>
          <p:cNvSpPr txBox="1"/>
          <p:nvPr/>
        </p:nvSpPr>
        <p:spPr>
          <a:xfrm>
            <a:off x="9755429" y="3840480"/>
            <a:ext cx="1659026" cy="868680"/>
          </a:xfrm>
          <a:prstGeom prst="rect">
            <a:avLst/>
          </a:prstGeom>
          <a:noFill/>
          <a:ln/>
        </p:spPr>
        <p:txBody>
          <a:bodyPr wrap="square" lIns="0" tIns="0" rIns="0" bIns="0" rtlCol="0" anchor="t"/>
          <a:lstStyle/>
          <a:p>
            <a:pPr algn="l" indent="0" marL="0">
              <a:lnSpc>
                <a:spcPct val="105000"/>
              </a:lnSpc>
              <a:buNone/>
            </a:pPr>
            <a:r>
              <a:rPr lang="en-US" sz="900" dirty="0">
                <a:solidFill>
                  <a:srgbClr val="6B7280"/>
                </a:solidFill>
                <a:latin typeface="Calibri" pitchFamily="34" charset="0"/>
                <a:ea typeface="Calibri" pitchFamily="34" charset="-122"/>
                <a:cs typeface="Calibri" pitchFamily="34" charset="-120"/>
              </a:rPr>
              <a:t>0.2 percentage points less cargo loss on a US$18.0m wheat cargo (60 kt at ~US$300/t). About US$0.6 per tonne.</a:t>
            </a:r>
            <a:endParaRPr lang="en-US" sz="900" dirty="0"/>
          </a:p>
        </p:txBody>
      </p:sp>
      <p:sp>
        <p:nvSpPr>
          <p:cNvPr id="72" name="Shape 69"/>
          <p:cNvSpPr/>
          <p:nvPr/>
        </p:nvSpPr>
        <p:spPr>
          <a:xfrm>
            <a:off x="9755429" y="5212080"/>
            <a:ext cx="1659026" cy="274320"/>
          </a:xfrm>
          <a:prstGeom prst="roundRect">
            <a:avLst>
              <a:gd name="adj" fmla="val 43333"/>
            </a:avLst>
          </a:prstGeom>
          <a:solidFill>
            <a:srgbClr val="FFFFFF"/>
          </a:solidFill>
          <a:ln w="12700">
            <a:solidFill>
              <a:srgbClr val="FFFFFF"/>
            </a:solidFill>
            <a:prstDash val="solid"/>
          </a:ln>
        </p:spPr>
      </p:sp>
      <p:sp>
        <p:nvSpPr>
          <p:cNvPr id="73" name="Text 70"/>
          <p:cNvSpPr txBox="1"/>
          <p:nvPr/>
        </p:nvSpPr>
        <p:spPr>
          <a:xfrm>
            <a:off x="9755429" y="5212080"/>
            <a:ext cx="1659026" cy="274320"/>
          </a:xfrm>
          <a:prstGeom prst="rect">
            <a:avLst/>
          </a:prstGeom>
          <a:noFill/>
          <a:ln/>
        </p:spPr>
        <p:txBody>
          <a:bodyPr wrap="square" lIns="0" tIns="0" rIns="0" bIns="0" rtlCol="0" anchor="ctr"/>
          <a:lstStyle/>
          <a:p>
            <a:pPr algn="ctr" indent="0" marL="0">
              <a:buNone/>
            </a:pPr>
            <a:r>
              <a:rPr lang="en-US" sz="750" b="1" spc="100" kern="0" dirty="0">
                <a:solidFill>
                  <a:srgbClr val="9A7A1C"/>
                </a:solidFill>
                <a:latin typeface="Calibri" pitchFamily="34" charset="0"/>
                <a:ea typeface="Calibri" pitchFamily="34" charset="-122"/>
                <a:cs typeface="Calibri" pitchFamily="34" charset="-120"/>
              </a:rPr>
              <a:t>ILLUSTRATIVE — LOSS RATE TO BE VALIDATED</a:t>
            </a:r>
            <a:endParaRPr lang="en-US" sz="750" dirty="0"/>
          </a:p>
        </p:txBody>
      </p:sp>
      <p:sp>
        <p:nvSpPr>
          <p:cNvPr id="74" name="Text 71"/>
          <p:cNvSpPr txBox="1"/>
          <p:nvPr/>
        </p:nvSpPr>
        <p:spPr>
          <a:xfrm>
            <a:off x="548640" y="5870448"/>
            <a:ext cx="11094415" cy="256032"/>
          </a:xfrm>
          <a:prstGeom prst="rect">
            <a:avLst/>
          </a:prstGeom>
          <a:noFill/>
          <a:ln/>
        </p:spPr>
        <p:txBody>
          <a:bodyPr wrap="square" lIns="0" tIns="0" rIns="0" bIns="0" rtlCol="0" anchor="t"/>
          <a:lstStyle/>
          <a:p>
            <a:pPr algn="l" indent="0" marL="0">
              <a:buNone/>
            </a:pPr>
            <a:r>
              <a:rPr lang="en-US" sz="900" dirty="0">
                <a:solidFill>
                  <a:srgbClr val="6B7280"/>
                </a:solidFill>
                <a:latin typeface="Calibri" pitchFamily="34" charset="0"/>
                <a:ea typeface="Calibri" pitchFamily="34" charset="-122"/>
                <a:cs typeface="Calibri" pitchFamily="34" charset="-120"/>
              </a:rPr>
              <a:t>Per-tonne equivalents: about US$2.4/t of vessel time and US$0.6/t of cargo preserved, before any freight saving. Full arithmetic in the speaker notes.</a:t>
            </a:r>
            <a:endParaRPr lang="en-US" sz="900" dirty="0"/>
          </a:p>
        </p:txBody>
      </p:sp>
      <p:sp>
        <p:nvSpPr>
          <p:cNvPr id="75" name="Text 72"/>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76" name="Text 73"/>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5</a:t>
            </a:r>
            <a:endParaRPr lang="en-US" sz="800" dirty="0"/>
          </a:p>
        </p:txBody>
      </p:sp>
      <p:sp>
        <p:nvSpPr>
          <p:cNvPr id="77" name="Text 74"/>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Basis: 60 kt cargo; discharge 5 kt/day conventional vs 20 kt/day integrated (FKS benchmarks, see slide 3 notes); vessel time US$16.2k/day (Panamax/Supramax TC benchmark); wheat ~US$300/t; loss differential 0.2 pp (illustrative). Notes give the arithmetic.</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OPERATING PLATFORM</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FKS already runs the integrated model at three gateways on Java and Sumatra</a:t>
            </a:r>
            <a:endParaRPr lang="en-US" sz="2200" dirty="0"/>
          </a:p>
        </p:txBody>
      </p:sp>
      <p:pic>
        <p:nvPicPr>
          <p:cNvPr id="4" name="Image 0" descr="/home/user/fks-danantara-deck./build/assets/logo_lockup_raw.png">    </p:cNvPr>
          <p:cNvPicPr>
            <a:picLocks noChangeAspect="1"/>
          </p:cNvPicPr>
          <p:nvPr/>
        </p:nvPicPr>
        <p:blipFill>
          <a:blip r:embed="rId1"/>
          <a:stretch>
            <a:fillRect/>
          </a:stretch>
        </p:blipFill>
        <p:spPr>
          <a:xfrm>
            <a:off x="10344607" y="347472"/>
            <a:ext cx="1298448" cy="436169"/>
          </a:xfrm>
          <a:prstGeom prst="rect">
            <a:avLst/>
          </a:prstGeom>
        </p:spPr>
      </p:pic>
      <p:sp>
        <p:nvSpPr>
          <p:cNvPr id="5" name="Text 2"/>
          <p:cNvSpPr txBox="1"/>
          <p:nvPr/>
        </p:nvSpPr>
        <p:spPr>
          <a:xfrm>
            <a:off x="548640" y="1572768"/>
            <a:ext cx="2499284" cy="514350"/>
          </a:xfrm>
          <a:prstGeom prst="rect">
            <a:avLst/>
          </a:prstGeom>
          <a:noFill/>
          <a:ln/>
        </p:spPr>
        <p:txBody>
          <a:bodyPr wrap="square" lIns="0" tIns="0" rIns="0" bIns="0" rtlCol="0" anchor="b"/>
          <a:lstStyle/>
          <a:p>
            <a:pPr algn="l" indent="0" marL="0">
              <a:buNone/>
            </a:pPr>
            <a:r>
              <a:rPr lang="en-US" sz="3000" b="1" dirty="0">
                <a:solidFill>
                  <a:srgbClr val="0F2340"/>
                </a:solidFill>
                <a:latin typeface="Calibri" pitchFamily="34" charset="0"/>
                <a:ea typeface="Calibri" pitchFamily="34" charset="-122"/>
                <a:cs typeface="Calibri" pitchFamily="34" charset="-120"/>
              </a:rPr>
              <a:t>3</a:t>
            </a:r>
            <a:endParaRPr lang="en-US" sz="3000" dirty="0"/>
          </a:p>
        </p:txBody>
      </p:sp>
      <p:sp>
        <p:nvSpPr>
          <p:cNvPr id="6" name="Text 3"/>
          <p:cNvSpPr txBox="1"/>
          <p:nvPr/>
        </p:nvSpPr>
        <p:spPr>
          <a:xfrm>
            <a:off x="548640" y="2123694"/>
            <a:ext cx="2499284" cy="274320"/>
          </a:xfrm>
          <a:prstGeom prst="rect">
            <a:avLst/>
          </a:prstGeom>
          <a:noFill/>
          <a:ln/>
        </p:spPr>
        <p:txBody>
          <a:bodyPr wrap="square" lIns="0" tIns="0" rIns="0" bIns="0" rtlCol="0" anchor="t"/>
          <a:lstStyle/>
          <a:p>
            <a:pPr algn="l" indent="0" marL="0">
              <a:lnSpc>
                <a:spcPct val="105000"/>
              </a:lnSpc>
              <a:buNone/>
            </a:pPr>
            <a:r>
              <a:rPr lang="en-US" sz="1050" dirty="0">
                <a:solidFill>
                  <a:srgbClr val="1F2937"/>
                </a:solidFill>
                <a:latin typeface="Calibri" pitchFamily="34" charset="0"/>
                <a:ea typeface="Calibri" pitchFamily="34" charset="-122"/>
                <a:cs typeface="Calibri" pitchFamily="34" charset="-120"/>
              </a:rPr>
              <a:t>integrated gateways in operation since 2017, 2020 and 2021</a:t>
            </a:r>
            <a:endParaRPr lang="en-US" sz="1050" dirty="0"/>
          </a:p>
        </p:txBody>
      </p:sp>
      <p:sp>
        <p:nvSpPr>
          <p:cNvPr id="7" name="Text 4"/>
          <p:cNvSpPr txBox="1"/>
          <p:nvPr/>
        </p:nvSpPr>
        <p:spPr>
          <a:xfrm>
            <a:off x="3322244" y="1572768"/>
            <a:ext cx="2499284" cy="514350"/>
          </a:xfrm>
          <a:prstGeom prst="rect">
            <a:avLst/>
          </a:prstGeom>
          <a:noFill/>
          <a:ln/>
        </p:spPr>
        <p:txBody>
          <a:bodyPr wrap="square" lIns="0" tIns="0" rIns="0" bIns="0" rtlCol="0" anchor="b"/>
          <a:lstStyle/>
          <a:p>
            <a:pPr algn="l" indent="0" marL="0">
              <a:buNone/>
            </a:pPr>
            <a:r>
              <a:rPr lang="en-US" sz="3000" b="1" dirty="0">
                <a:solidFill>
                  <a:srgbClr val="0F2340"/>
                </a:solidFill>
                <a:latin typeface="Calibri" pitchFamily="34" charset="0"/>
                <a:ea typeface="Calibri" pitchFamily="34" charset="-122"/>
                <a:cs typeface="Calibri" pitchFamily="34" charset="-120"/>
              </a:rPr>
              <a:t>~430 kt</a:t>
            </a:r>
            <a:endParaRPr lang="en-US" sz="3000" dirty="0"/>
          </a:p>
        </p:txBody>
      </p:sp>
      <p:sp>
        <p:nvSpPr>
          <p:cNvPr id="8" name="Text 5"/>
          <p:cNvSpPr txBox="1"/>
          <p:nvPr/>
        </p:nvSpPr>
        <p:spPr>
          <a:xfrm>
            <a:off x="3322244" y="2123694"/>
            <a:ext cx="2499284" cy="274320"/>
          </a:xfrm>
          <a:prstGeom prst="rect">
            <a:avLst/>
          </a:prstGeom>
          <a:noFill/>
          <a:ln/>
        </p:spPr>
        <p:txBody>
          <a:bodyPr wrap="square" lIns="0" tIns="0" rIns="0" bIns="0" rtlCol="0" anchor="t"/>
          <a:lstStyle/>
          <a:p>
            <a:pPr algn="l" indent="0" marL="0">
              <a:lnSpc>
                <a:spcPct val="105000"/>
              </a:lnSpc>
              <a:buNone/>
            </a:pPr>
            <a:r>
              <a:rPr lang="en-US" sz="1050" dirty="0">
                <a:solidFill>
                  <a:srgbClr val="1F2937"/>
                </a:solidFill>
                <a:latin typeface="Calibri" pitchFamily="34" charset="0"/>
                <a:ea typeface="Calibri" pitchFamily="34" charset="-122"/>
                <a:cs typeface="Calibri" pitchFamily="34" charset="-120"/>
              </a:rPr>
              <a:t>of covered transit storage across the three sites</a:t>
            </a:r>
            <a:endParaRPr lang="en-US" sz="1050" dirty="0"/>
          </a:p>
        </p:txBody>
      </p:sp>
      <p:sp>
        <p:nvSpPr>
          <p:cNvPr id="9" name="Text 6"/>
          <p:cNvSpPr txBox="1"/>
          <p:nvPr/>
        </p:nvSpPr>
        <p:spPr>
          <a:xfrm>
            <a:off x="6095848" y="1572768"/>
            <a:ext cx="2499284" cy="514350"/>
          </a:xfrm>
          <a:prstGeom prst="rect">
            <a:avLst/>
          </a:prstGeom>
          <a:noFill/>
          <a:ln/>
        </p:spPr>
        <p:txBody>
          <a:bodyPr wrap="square" lIns="0" tIns="0" rIns="0" bIns="0" rtlCol="0" anchor="b"/>
          <a:lstStyle/>
          <a:p>
            <a:pPr algn="l" indent="0" marL="0">
              <a:buNone/>
            </a:pPr>
            <a:r>
              <a:rPr lang="en-US" sz="3000" b="1" dirty="0">
                <a:solidFill>
                  <a:srgbClr val="0F2340"/>
                </a:solidFill>
                <a:latin typeface="Calibri" pitchFamily="34" charset="0"/>
                <a:ea typeface="Calibri" pitchFamily="34" charset="-122"/>
                <a:cs typeface="Calibri" pitchFamily="34" charset="-120"/>
              </a:rPr>
              <a:t>24 kt/day</a:t>
            </a:r>
            <a:endParaRPr lang="en-US" sz="3000" dirty="0"/>
          </a:p>
        </p:txBody>
      </p:sp>
      <p:sp>
        <p:nvSpPr>
          <p:cNvPr id="10" name="Text 7"/>
          <p:cNvSpPr txBox="1"/>
          <p:nvPr/>
        </p:nvSpPr>
        <p:spPr>
          <a:xfrm>
            <a:off x="6095848" y="2123694"/>
            <a:ext cx="2499284" cy="274320"/>
          </a:xfrm>
          <a:prstGeom prst="rect">
            <a:avLst/>
          </a:prstGeom>
          <a:noFill/>
          <a:ln/>
        </p:spPr>
        <p:txBody>
          <a:bodyPr wrap="square" lIns="0" tIns="0" rIns="0" bIns="0" rtlCol="0" anchor="t"/>
          <a:lstStyle/>
          <a:p>
            <a:pPr algn="l" indent="0" marL="0">
              <a:lnSpc>
                <a:spcPct val="105000"/>
              </a:lnSpc>
              <a:buNone/>
            </a:pPr>
            <a:r>
              <a:rPr lang="en-US" sz="1050" dirty="0">
                <a:solidFill>
                  <a:srgbClr val="1F2937"/>
                </a:solidFill>
                <a:latin typeface="Calibri" pitchFamily="34" charset="0"/>
                <a:ea typeface="Calibri" pitchFamily="34" charset="-122"/>
                <a:cs typeface="Calibri" pitchFamily="34" charset="-120"/>
              </a:rPr>
              <a:t>discharge capacity at Teluk Lamong; ~20 kt/day at Cigading</a:t>
            </a:r>
            <a:endParaRPr lang="en-US" sz="1050" dirty="0"/>
          </a:p>
        </p:txBody>
      </p:sp>
      <p:sp>
        <p:nvSpPr>
          <p:cNvPr id="11" name="Text 8"/>
          <p:cNvSpPr txBox="1"/>
          <p:nvPr/>
        </p:nvSpPr>
        <p:spPr>
          <a:xfrm>
            <a:off x="8869451" y="1572768"/>
            <a:ext cx="2499284" cy="514350"/>
          </a:xfrm>
          <a:prstGeom prst="rect">
            <a:avLst/>
          </a:prstGeom>
          <a:noFill/>
          <a:ln/>
        </p:spPr>
        <p:txBody>
          <a:bodyPr wrap="square" lIns="0" tIns="0" rIns="0" bIns="0" rtlCol="0" anchor="b"/>
          <a:lstStyle/>
          <a:p>
            <a:pPr algn="l" indent="0" marL="0">
              <a:buNone/>
            </a:pPr>
            <a:r>
              <a:rPr lang="en-US" sz="3000" b="1" dirty="0">
                <a:solidFill>
                  <a:srgbClr val="0F2340"/>
                </a:solidFill>
                <a:latin typeface="Calibri" pitchFamily="34" charset="0"/>
                <a:ea typeface="Calibri" pitchFamily="34" charset="-122"/>
                <a:cs typeface="Calibri" pitchFamily="34" charset="-120"/>
              </a:rPr>
              <a:t>2</a:t>
            </a:r>
            <a:endParaRPr lang="en-US" sz="3000" dirty="0"/>
          </a:p>
        </p:txBody>
      </p:sp>
      <p:sp>
        <p:nvSpPr>
          <p:cNvPr id="12" name="Text 9"/>
          <p:cNvSpPr txBox="1"/>
          <p:nvPr/>
        </p:nvSpPr>
        <p:spPr>
          <a:xfrm>
            <a:off x="8869451" y="2123694"/>
            <a:ext cx="2499284" cy="274320"/>
          </a:xfrm>
          <a:prstGeom prst="rect">
            <a:avLst/>
          </a:prstGeom>
          <a:noFill/>
          <a:ln/>
        </p:spPr>
        <p:txBody>
          <a:bodyPr wrap="square" lIns="0" tIns="0" rIns="0" bIns="0" rtlCol="0" anchor="t"/>
          <a:lstStyle/>
          <a:p>
            <a:pPr algn="l" indent="0" marL="0">
              <a:lnSpc>
                <a:spcPct val="105000"/>
              </a:lnSpc>
              <a:buNone/>
            </a:pPr>
            <a:r>
              <a:rPr lang="en-US" sz="1050" dirty="0">
                <a:solidFill>
                  <a:srgbClr val="1F2937"/>
                </a:solidFill>
                <a:latin typeface="Calibri" pitchFamily="34" charset="0"/>
                <a:ea typeface="Calibri" pitchFamily="34" charset="-122"/>
                <a:cs typeface="Calibri" pitchFamily="34" charset="-120"/>
              </a:rPr>
              <a:t>port partners: Pelindo and Krakatau Bandar Samudera</a:t>
            </a:r>
            <a:endParaRPr lang="en-US" sz="1050" dirty="0"/>
          </a:p>
        </p:txBody>
      </p:sp>
      <p:sp>
        <p:nvSpPr>
          <p:cNvPr id="13" name="Shape 10"/>
          <p:cNvSpPr/>
          <p:nvPr/>
        </p:nvSpPr>
        <p:spPr>
          <a:xfrm>
            <a:off x="548640" y="2606040"/>
            <a:ext cx="11094415" cy="0"/>
          </a:xfrm>
          <a:prstGeom prst="line">
            <a:avLst/>
          </a:prstGeom>
          <a:noFill/>
          <a:ln w="9525">
            <a:solidFill>
              <a:srgbClr val="D5DBE3"/>
            </a:solidFill>
            <a:prstDash val="solid"/>
          </a:ln>
        </p:spPr>
      </p:sp>
      <p:sp>
        <p:nvSpPr>
          <p:cNvPr id="14" name="Shape 11"/>
          <p:cNvSpPr/>
          <p:nvPr/>
        </p:nvSpPr>
        <p:spPr>
          <a:xfrm>
            <a:off x="548640" y="2788920"/>
            <a:ext cx="3515258" cy="3246120"/>
          </a:xfrm>
          <a:prstGeom prst="rect">
            <a:avLst/>
          </a:prstGeom>
          <a:solidFill>
            <a:srgbClr val="F2F4F7"/>
          </a:solidFill>
          <a:ln w="12700">
            <a:solidFill>
              <a:srgbClr val="F2F4F7"/>
            </a:solidFill>
            <a:prstDash val="solid"/>
          </a:ln>
        </p:spPr>
      </p:sp>
      <p:pic>
        <p:nvPicPr>
          <p:cNvPr id="15" name="Image 1" descr="/home/user/fks-danantara-deck./build/assets/photo_tl2025.png">    </p:cNvPr>
          <p:cNvPicPr>
            <a:picLocks noChangeAspect="1"/>
          </p:cNvPicPr>
          <p:nvPr/>
        </p:nvPicPr>
        <p:blipFill>
          <a:blip r:embed="rId2"/>
          <a:srcRect l="0" r="0" t="0" b="0"/>
          <a:stretch/>
        </p:blipFill>
        <p:spPr>
          <a:xfrm>
            <a:off x="548640" y="2788920"/>
            <a:ext cx="3515258" cy="1371600"/>
          </a:xfrm>
          <a:prstGeom prst="rect">
            <a:avLst/>
          </a:prstGeom>
        </p:spPr>
      </p:pic>
      <p:sp>
        <p:nvSpPr>
          <p:cNvPr id="16" name="Text 12"/>
          <p:cNvSpPr txBox="1"/>
          <p:nvPr/>
        </p:nvSpPr>
        <p:spPr>
          <a:xfrm>
            <a:off x="777240" y="4297680"/>
            <a:ext cx="3058058" cy="237744"/>
          </a:xfrm>
          <a:prstGeom prst="rect">
            <a:avLst/>
          </a:prstGeom>
          <a:noFill/>
          <a:ln/>
        </p:spPr>
        <p:txBody>
          <a:bodyPr wrap="square" lIns="0" tIns="0" rIns="0" bIns="0" rtlCol="0" anchor="t"/>
          <a:lstStyle/>
          <a:p>
            <a:pPr algn="l" indent="0" marL="0">
              <a:buNone/>
            </a:pPr>
            <a:r>
              <a:rPr lang="en-US" sz="1200" b="1" spc="100" kern="0" dirty="0">
                <a:solidFill>
                  <a:srgbClr val="0F2340"/>
                </a:solidFill>
                <a:latin typeface="Calibri" pitchFamily="34" charset="0"/>
                <a:ea typeface="Calibri" pitchFamily="34" charset="-122"/>
                <a:cs typeface="Calibri" pitchFamily="34" charset="-120"/>
              </a:rPr>
              <a:t>TELUK LAMONG</a:t>
            </a:r>
            <a:endParaRPr lang="en-US" sz="1200" dirty="0"/>
          </a:p>
        </p:txBody>
      </p:sp>
      <p:sp>
        <p:nvSpPr>
          <p:cNvPr id="17" name="Text 13"/>
          <p:cNvSpPr txBox="1"/>
          <p:nvPr/>
        </p:nvSpPr>
        <p:spPr>
          <a:xfrm>
            <a:off x="777240" y="4526280"/>
            <a:ext cx="3058058" cy="201168"/>
          </a:xfrm>
          <a:prstGeom prst="rect">
            <a:avLst/>
          </a:prstGeom>
          <a:noFill/>
          <a:ln/>
        </p:spPr>
        <p:txBody>
          <a:bodyPr wrap="square" lIns="0" tIns="0" rIns="0" bIns="0" rtlCol="0" anchor="t"/>
          <a:lstStyle/>
          <a:p>
            <a:pPr algn="l" indent="0" marL="0">
              <a:buNone/>
            </a:pPr>
            <a:r>
              <a:rPr lang="en-US" sz="900" dirty="0">
                <a:solidFill>
                  <a:srgbClr val="6B7280"/>
                </a:solidFill>
                <a:latin typeface="Calibri" pitchFamily="34" charset="0"/>
                <a:ea typeface="Calibri" pitchFamily="34" charset="-122"/>
                <a:cs typeface="Calibri" pitchFamily="34" charset="-120"/>
              </a:rPr>
              <a:t>Surabaya, East Java  |  with Pelindo</a:t>
            </a:r>
            <a:endParaRPr lang="en-US" sz="900" dirty="0"/>
          </a:p>
        </p:txBody>
      </p:sp>
      <p:sp>
        <p:nvSpPr>
          <p:cNvPr id="18" name="Text 14"/>
          <p:cNvSpPr txBox="1"/>
          <p:nvPr/>
        </p:nvSpPr>
        <p:spPr>
          <a:xfrm>
            <a:off x="777240" y="4818888"/>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SINCE</a:t>
            </a:r>
            <a:endParaRPr lang="en-US" sz="800" dirty="0"/>
          </a:p>
        </p:txBody>
      </p:sp>
      <p:sp>
        <p:nvSpPr>
          <p:cNvPr id="19" name="Text 15"/>
          <p:cNvSpPr txBox="1"/>
          <p:nvPr/>
        </p:nvSpPr>
        <p:spPr>
          <a:xfrm>
            <a:off x="1554480" y="4818888"/>
            <a:ext cx="2280818" cy="329184"/>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2017; bagging facility added 2025</a:t>
            </a:r>
            <a:endParaRPr lang="en-US" sz="950" dirty="0"/>
          </a:p>
        </p:txBody>
      </p:sp>
      <p:sp>
        <p:nvSpPr>
          <p:cNvPr id="20" name="Text 16"/>
          <p:cNvSpPr txBox="1"/>
          <p:nvPr/>
        </p:nvSpPr>
        <p:spPr>
          <a:xfrm>
            <a:off x="777240" y="5111496"/>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FACILITIES</a:t>
            </a:r>
            <a:endParaRPr lang="en-US" sz="800" dirty="0"/>
          </a:p>
        </p:txBody>
      </p:sp>
      <p:sp>
        <p:nvSpPr>
          <p:cNvPr id="21" name="Text 17"/>
          <p:cNvSpPr txBox="1"/>
          <p:nvPr/>
        </p:nvSpPr>
        <p:spPr>
          <a:xfrm>
            <a:off x="1554480" y="5111496"/>
            <a:ext cx="2280818" cy="457200"/>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2 x 2,000 t/h ship unloaders, 1.3 km conveyors, 200,000 t of silos and flat storage, berth -14 m</a:t>
            </a:r>
            <a:endParaRPr lang="en-US" sz="950" dirty="0"/>
          </a:p>
        </p:txBody>
      </p:sp>
      <p:sp>
        <p:nvSpPr>
          <p:cNvPr id="22" name="Text 18"/>
          <p:cNvSpPr txBox="1"/>
          <p:nvPr/>
        </p:nvSpPr>
        <p:spPr>
          <a:xfrm>
            <a:off x="777240" y="5641848"/>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SERVES</a:t>
            </a:r>
            <a:endParaRPr lang="en-US" sz="800" dirty="0"/>
          </a:p>
        </p:txBody>
      </p:sp>
      <p:sp>
        <p:nvSpPr>
          <p:cNvPr id="23" name="Text 19"/>
          <p:cNvSpPr txBox="1"/>
          <p:nvPr/>
        </p:nvSpPr>
        <p:spPr>
          <a:xfrm>
            <a:off x="1554480" y="5641848"/>
            <a:ext cx="2280818" cy="329184"/>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Surabaya–Gresik flour and feed cluster</a:t>
            </a:r>
            <a:endParaRPr lang="en-US" sz="950" dirty="0"/>
          </a:p>
        </p:txBody>
      </p:sp>
      <p:sp>
        <p:nvSpPr>
          <p:cNvPr id="24" name="Shape 20"/>
          <p:cNvSpPr/>
          <p:nvPr/>
        </p:nvSpPr>
        <p:spPr>
          <a:xfrm>
            <a:off x="4338218" y="2788920"/>
            <a:ext cx="3515258" cy="3246120"/>
          </a:xfrm>
          <a:prstGeom prst="rect">
            <a:avLst/>
          </a:prstGeom>
          <a:solidFill>
            <a:srgbClr val="F2F4F7"/>
          </a:solidFill>
          <a:ln w="12700">
            <a:solidFill>
              <a:srgbClr val="F2F4F7"/>
            </a:solidFill>
            <a:prstDash val="solid"/>
          </a:ln>
        </p:spPr>
      </p:sp>
      <p:pic>
        <p:nvPicPr>
          <p:cNvPr id="25" name="Image 2" descr="/home/user/fks-danantara-deck./build/assets/photo_cg2020.png">    </p:cNvPr>
          <p:cNvPicPr>
            <a:picLocks noChangeAspect="1"/>
          </p:cNvPicPr>
          <p:nvPr/>
        </p:nvPicPr>
        <p:blipFill>
          <a:blip r:embed="rId3"/>
          <a:srcRect l="0" r="0" t="0" b="0"/>
          <a:stretch/>
        </p:blipFill>
        <p:spPr>
          <a:xfrm>
            <a:off x="4338218" y="2788920"/>
            <a:ext cx="3515258" cy="1371600"/>
          </a:xfrm>
          <a:prstGeom prst="rect">
            <a:avLst/>
          </a:prstGeom>
        </p:spPr>
      </p:pic>
      <p:sp>
        <p:nvSpPr>
          <p:cNvPr id="26" name="Text 21"/>
          <p:cNvSpPr txBox="1"/>
          <p:nvPr/>
        </p:nvSpPr>
        <p:spPr>
          <a:xfrm>
            <a:off x="4566818" y="4297680"/>
            <a:ext cx="3058058" cy="237744"/>
          </a:xfrm>
          <a:prstGeom prst="rect">
            <a:avLst/>
          </a:prstGeom>
          <a:noFill/>
          <a:ln/>
        </p:spPr>
        <p:txBody>
          <a:bodyPr wrap="square" lIns="0" tIns="0" rIns="0" bIns="0" rtlCol="0" anchor="t"/>
          <a:lstStyle/>
          <a:p>
            <a:pPr algn="l" indent="0" marL="0">
              <a:buNone/>
            </a:pPr>
            <a:r>
              <a:rPr lang="en-US" sz="1200" b="1" spc="100" kern="0" dirty="0">
                <a:solidFill>
                  <a:srgbClr val="0F2340"/>
                </a:solidFill>
                <a:latin typeface="Calibri" pitchFamily="34" charset="0"/>
                <a:ea typeface="Calibri" pitchFamily="34" charset="-122"/>
                <a:cs typeface="Calibri" pitchFamily="34" charset="-120"/>
              </a:rPr>
              <a:t>CIGADING</a:t>
            </a:r>
            <a:endParaRPr lang="en-US" sz="1200" dirty="0"/>
          </a:p>
        </p:txBody>
      </p:sp>
      <p:sp>
        <p:nvSpPr>
          <p:cNvPr id="27" name="Text 22"/>
          <p:cNvSpPr txBox="1"/>
          <p:nvPr/>
        </p:nvSpPr>
        <p:spPr>
          <a:xfrm>
            <a:off x="4566818" y="4526280"/>
            <a:ext cx="3058058" cy="201168"/>
          </a:xfrm>
          <a:prstGeom prst="rect">
            <a:avLst/>
          </a:prstGeom>
          <a:noFill/>
          <a:ln/>
        </p:spPr>
        <p:txBody>
          <a:bodyPr wrap="square" lIns="0" tIns="0" rIns="0" bIns="0" rtlCol="0" anchor="t"/>
          <a:lstStyle/>
          <a:p>
            <a:pPr algn="l" indent="0" marL="0">
              <a:buNone/>
            </a:pPr>
            <a:r>
              <a:rPr lang="en-US" sz="900" dirty="0">
                <a:solidFill>
                  <a:srgbClr val="6B7280"/>
                </a:solidFill>
                <a:latin typeface="Calibri" pitchFamily="34" charset="0"/>
                <a:ea typeface="Calibri" pitchFamily="34" charset="-122"/>
                <a:cs typeface="Calibri" pitchFamily="34" charset="-120"/>
              </a:rPr>
              <a:t>Cilegon, Banten  |  with Krakatau Bandar Samudera</a:t>
            </a:r>
            <a:endParaRPr lang="en-US" sz="900" dirty="0"/>
          </a:p>
        </p:txBody>
      </p:sp>
      <p:sp>
        <p:nvSpPr>
          <p:cNvPr id="28" name="Text 23"/>
          <p:cNvSpPr txBox="1"/>
          <p:nvPr/>
        </p:nvSpPr>
        <p:spPr>
          <a:xfrm>
            <a:off x="4566818" y="4818888"/>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SINCE</a:t>
            </a:r>
            <a:endParaRPr lang="en-US" sz="800" dirty="0"/>
          </a:p>
        </p:txBody>
      </p:sp>
      <p:sp>
        <p:nvSpPr>
          <p:cNvPr id="29" name="Text 24"/>
          <p:cNvSpPr txBox="1"/>
          <p:nvPr/>
        </p:nvSpPr>
        <p:spPr>
          <a:xfrm>
            <a:off x="5344058" y="4818888"/>
            <a:ext cx="2280818" cy="329184"/>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2020; Jetty 2 linked 2024, factory links 2026</a:t>
            </a:r>
            <a:endParaRPr lang="en-US" sz="950" dirty="0"/>
          </a:p>
        </p:txBody>
      </p:sp>
      <p:sp>
        <p:nvSpPr>
          <p:cNvPr id="30" name="Text 25"/>
          <p:cNvSpPr txBox="1"/>
          <p:nvPr/>
        </p:nvSpPr>
        <p:spPr>
          <a:xfrm>
            <a:off x="4566818" y="5111496"/>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FACILITIES</a:t>
            </a:r>
            <a:endParaRPr lang="en-US" sz="800" dirty="0"/>
          </a:p>
        </p:txBody>
      </p:sp>
      <p:sp>
        <p:nvSpPr>
          <p:cNvPr id="31" name="Text 26"/>
          <p:cNvSpPr txBox="1"/>
          <p:nvPr/>
        </p:nvSpPr>
        <p:spPr>
          <a:xfrm>
            <a:off x="5344058" y="5111496"/>
            <a:ext cx="2280818" cy="457200"/>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1,300 t/h continuous ship unloader, 200,000 t integrated warehouse plus silos, port -21 m</a:t>
            </a:r>
            <a:endParaRPr lang="en-US" sz="950" dirty="0"/>
          </a:p>
        </p:txBody>
      </p:sp>
      <p:sp>
        <p:nvSpPr>
          <p:cNvPr id="32" name="Text 27"/>
          <p:cNvSpPr txBox="1"/>
          <p:nvPr/>
        </p:nvSpPr>
        <p:spPr>
          <a:xfrm>
            <a:off x="4566818" y="5641848"/>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SERVES</a:t>
            </a:r>
            <a:endParaRPr lang="en-US" sz="800" dirty="0"/>
          </a:p>
        </p:txBody>
      </p:sp>
      <p:sp>
        <p:nvSpPr>
          <p:cNvPr id="33" name="Text 28"/>
          <p:cNvSpPr txBox="1"/>
          <p:nvPr/>
        </p:nvSpPr>
        <p:spPr>
          <a:xfrm>
            <a:off x="5344058" y="5641848"/>
            <a:ext cx="2280818" cy="329184"/>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Banten cluster incl. Bungasari and Tereos FKS</a:t>
            </a:r>
            <a:endParaRPr lang="en-US" sz="950" dirty="0"/>
          </a:p>
        </p:txBody>
      </p:sp>
      <p:sp>
        <p:nvSpPr>
          <p:cNvPr id="34" name="Shape 29"/>
          <p:cNvSpPr/>
          <p:nvPr/>
        </p:nvSpPr>
        <p:spPr>
          <a:xfrm>
            <a:off x="8127797" y="2788920"/>
            <a:ext cx="3515258" cy="3246120"/>
          </a:xfrm>
          <a:prstGeom prst="rect">
            <a:avLst/>
          </a:prstGeom>
          <a:solidFill>
            <a:srgbClr val="F2F4F7"/>
          </a:solidFill>
          <a:ln w="12700">
            <a:solidFill>
              <a:srgbClr val="F2F4F7"/>
            </a:solidFill>
            <a:prstDash val="solid"/>
          </a:ln>
        </p:spPr>
      </p:sp>
      <p:pic>
        <p:nvPicPr>
          <p:cNvPr id="35" name="Image 3" descr="/home/user/fks-danantara-deck./build/assets/photo_bw2021.png">    </p:cNvPr>
          <p:cNvPicPr>
            <a:picLocks noChangeAspect="1"/>
          </p:cNvPicPr>
          <p:nvPr/>
        </p:nvPicPr>
        <p:blipFill>
          <a:blip r:embed="rId4"/>
          <a:srcRect l="0" r="0" t="0" b="0"/>
          <a:stretch/>
        </p:blipFill>
        <p:spPr>
          <a:xfrm>
            <a:off x="8127797" y="2788920"/>
            <a:ext cx="3515258" cy="1371600"/>
          </a:xfrm>
          <a:prstGeom prst="rect">
            <a:avLst/>
          </a:prstGeom>
        </p:spPr>
      </p:pic>
      <p:sp>
        <p:nvSpPr>
          <p:cNvPr id="36" name="Text 30"/>
          <p:cNvSpPr txBox="1"/>
          <p:nvPr/>
        </p:nvSpPr>
        <p:spPr>
          <a:xfrm>
            <a:off x="8356397" y="4297680"/>
            <a:ext cx="3058058" cy="237744"/>
          </a:xfrm>
          <a:prstGeom prst="rect">
            <a:avLst/>
          </a:prstGeom>
          <a:noFill/>
          <a:ln/>
        </p:spPr>
        <p:txBody>
          <a:bodyPr wrap="square" lIns="0" tIns="0" rIns="0" bIns="0" rtlCol="0" anchor="t"/>
          <a:lstStyle/>
          <a:p>
            <a:pPr algn="l" indent="0" marL="0">
              <a:buNone/>
            </a:pPr>
            <a:r>
              <a:rPr lang="en-US" sz="1200" b="1" spc="100" kern="0" dirty="0">
                <a:solidFill>
                  <a:srgbClr val="0F2340"/>
                </a:solidFill>
                <a:latin typeface="Calibri" pitchFamily="34" charset="0"/>
                <a:ea typeface="Calibri" pitchFamily="34" charset="-122"/>
                <a:cs typeface="Calibri" pitchFamily="34" charset="-120"/>
              </a:rPr>
              <a:t>BELAWAN</a:t>
            </a:r>
            <a:endParaRPr lang="en-US" sz="1200" dirty="0"/>
          </a:p>
        </p:txBody>
      </p:sp>
      <p:sp>
        <p:nvSpPr>
          <p:cNvPr id="37" name="Text 31"/>
          <p:cNvSpPr txBox="1"/>
          <p:nvPr/>
        </p:nvSpPr>
        <p:spPr>
          <a:xfrm>
            <a:off x="8356397" y="4526280"/>
            <a:ext cx="3058058" cy="201168"/>
          </a:xfrm>
          <a:prstGeom prst="rect">
            <a:avLst/>
          </a:prstGeom>
          <a:noFill/>
          <a:ln/>
        </p:spPr>
        <p:txBody>
          <a:bodyPr wrap="square" lIns="0" tIns="0" rIns="0" bIns="0" rtlCol="0" anchor="t"/>
          <a:lstStyle/>
          <a:p>
            <a:pPr algn="l" indent="0" marL="0">
              <a:buNone/>
            </a:pPr>
            <a:r>
              <a:rPr lang="en-US" sz="900" dirty="0">
                <a:solidFill>
                  <a:srgbClr val="6B7280"/>
                </a:solidFill>
                <a:latin typeface="Calibri" pitchFamily="34" charset="0"/>
                <a:ea typeface="Calibri" pitchFamily="34" charset="-122"/>
                <a:cs typeface="Calibri" pitchFamily="34" charset="-120"/>
              </a:rPr>
              <a:t>Medan, North Sumatra  |  with Pelindo</a:t>
            </a:r>
            <a:endParaRPr lang="en-US" sz="900" dirty="0"/>
          </a:p>
        </p:txBody>
      </p:sp>
      <p:sp>
        <p:nvSpPr>
          <p:cNvPr id="38" name="Text 32"/>
          <p:cNvSpPr txBox="1"/>
          <p:nvPr/>
        </p:nvSpPr>
        <p:spPr>
          <a:xfrm>
            <a:off x="8356397" y="4818888"/>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SINCE</a:t>
            </a:r>
            <a:endParaRPr lang="en-US" sz="800" dirty="0"/>
          </a:p>
        </p:txBody>
      </p:sp>
      <p:sp>
        <p:nvSpPr>
          <p:cNvPr id="39" name="Text 33"/>
          <p:cNvSpPr txBox="1"/>
          <p:nvPr/>
        </p:nvSpPr>
        <p:spPr>
          <a:xfrm>
            <a:off x="9133637" y="4818888"/>
            <a:ext cx="2280818" cy="329184"/>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2021; Pelindo warehouse revitalised</a:t>
            </a:r>
            <a:endParaRPr lang="en-US" sz="950" dirty="0"/>
          </a:p>
        </p:txBody>
      </p:sp>
      <p:sp>
        <p:nvSpPr>
          <p:cNvPr id="40" name="Text 34"/>
          <p:cNvSpPr txBox="1"/>
          <p:nvPr/>
        </p:nvSpPr>
        <p:spPr>
          <a:xfrm>
            <a:off x="8356397" y="5111496"/>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FACILITIES</a:t>
            </a:r>
            <a:endParaRPr lang="en-US" sz="800" dirty="0"/>
          </a:p>
        </p:txBody>
      </p:sp>
      <p:sp>
        <p:nvSpPr>
          <p:cNvPr id="41" name="Text 35"/>
          <p:cNvSpPr txBox="1"/>
          <p:nvPr/>
        </p:nvSpPr>
        <p:spPr>
          <a:xfrm>
            <a:off x="9133637" y="5111496"/>
            <a:ext cx="2280818" cy="457200"/>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388 m conveyor at 850-900 t/h, 30,000 t warehouse, four truck-loading lines</a:t>
            </a:r>
            <a:endParaRPr lang="en-US" sz="950" dirty="0"/>
          </a:p>
        </p:txBody>
      </p:sp>
      <p:sp>
        <p:nvSpPr>
          <p:cNvPr id="42" name="Text 36"/>
          <p:cNvSpPr txBox="1"/>
          <p:nvPr/>
        </p:nvSpPr>
        <p:spPr>
          <a:xfrm>
            <a:off x="8356397" y="5641848"/>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SERVES</a:t>
            </a:r>
            <a:endParaRPr lang="en-US" sz="800" dirty="0"/>
          </a:p>
        </p:txBody>
      </p:sp>
      <p:sp>
        <p:nvSpPr>
          <p:cNvPr id="43" name="Text 37"/>
          <p:cNvSpPr txBox="1"/>
          <p:nvPr/>
        </p:nvSpPr>
        <p:spPr>
          <a:xfrm>
            <a:off x="9133637" y="5641848"/>
            <a:ext cx="2280818" cy="329184"/>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Medan flour and feed cluster; SBM vessels turned in 2 days, not 4-5</a:t>
            </a:r>
            <a:endParaRPr lang="en-US" sz="950" dirty="0"/>
          </a:p>
        </p:txBody>
      </p:sp>
      <p:sp>
        <p:nvSpPr>
          <p:cNvPr id="44" name="Text 38"/>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45" name="Text 39"/>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6</a:t>
            </a:r>
            <a:endParaRPr lang="en-US" sz="800" dirty="0"/>
          </a:p>
        </p:txBody>
      </p:sp>
      <p:sp>
        <p:nvSpPr>
          <p:cNvPr id="46" name="Text 40"/>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Sources: FKS infrastructure development journey 2015-2026; Pelindo / Terminal Teluk Lamong; Krakatau Bandar Samudera; FKS Multi Agro; trade press (Bisnis.com, Kompas, Majalah Dermaga). Figures as published; to be confirmed against FKS operating data.</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TRACK RECORD</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Eleven years of building, operating and extending the platform</a:t>
            </a:r>
            <a:endParaRPr lang="en-US" sz="2200" dirty="0"/>
          </a:p>
        </p:txBody>
      </p:sp>
      <p:pic>
        <p:nvPicPr>
          <p:cNvPr id="4" name="Image 0" descr="/home/user/fks-danantara-deck./build/assets/logo_lockup_raw.png">    </p:cNvPr>
          <p:cNvPicPr>
            <a:picLocks noChangeAspect="1"/>
          </p:cNvPicPr>
          <p:nvPr/>
        </p:nvPicPr>
        <p:blipFill>
          <a:blip r:embed="rId1"/>
          <a:stretch>
            <a:fillRect/>
          </a:stretch>
        </p:blipFill>
        <p:spPr>
          <a:xfrm>
            <a:off x="10344607" y="347472"/>
            <a:ext cx="1298448" cy="436169"/>
          </a:xfrm>
          <a:prstGeom prst="rect">
            <a:avLst/>
          </a:prstGeom>
        </p:spPr>
      </p:pic>
      <p:sp>
        <p:nvSpPr>
          <p:cNvPr id="5" name="Shape 2"/>
          <p:cNvSpPr/>
          <p:nvPr/>
        </p:nvSpPr>
        <p:spPr>
          <a:xfrm>
            <a:off x="548640" y="4224528"/>
            <a:ext cx="11094415" cy="0"/>
          </a:xfrm>
          <a:prstGeom prst="line">
            <a:avLst/>
          </a:prstGeom>
          <a:noFill/>
          <a:ln w="19050">
            <a:solidFill>
              <a:srgbClr val="D5DBE3"/>
            </a:solidFill>
            <a:prstDash val="solid"/>
          </a:ln>
        </p:spPr>
      </p:sp>
      <p:pic>
        <p:nvPicPr>
          <p:cNvPr id="6" name="Image 1" descr="/home/user/fks-danantara-deck./build/assets/photo_tl2017.png">    </p:cNvPr>
          <p:cNvPicPr>
            <a:picLocks noChangeAspect="1"/>
          </p:cNvPicPr>
          <p:nvPr/>
        </p:nvPicPr>
        <p:blipFill>
          <a:blip r:embed="rId2"/>
          <a:srcRect l="0" r="0" t="0" b="0"/>
          <a:stretch/>
        </p:blipFill>
        <p:spPr>
          <a:xfrm>
            <a:off x="548640" y="1691640"/>
            <a:ext cx="2014057" cy="1965960"/>
          </a:xfrm>
          <a:prstGeom prst="rect">
            <a:avLst/>
          </a:prstGeom>
        </p:spPr>
      </p:pic>
      <p:sp>
        <p:nvSpPr>
          <p:cNvPr id="7" name="Shape 3"/>
          <p:cNvSpPr/>
          <p:nvPr/>
        </p:nvSpPr>
        <p:spPr>
          <a:xfrm>
            <a:off x="1098469" y="4069080"/>
            <a:ext cx="914400" cy="310896"/>
          </a:xfrm>
          <a:prstGeom prst="roundRect">
            <a:avLst>
              <a:gd name="adj" fmla="val 50000"/>
            </a:avLst>
          </a:prstGeom>
          <a:solidFill>
            <a:srgbClr val="0F2340"/>
          </a:solidFill>
          <a:ln w="12700">
            <a:solidFill>
              <a:srgbClr val="0F2340"/>
            </a:solidFill>
            <a:prstDash val="solid"/>
          </a:ln>
        </p:spPr>
      </p:sp>
      <p:sp>
        <p:nvSpPr>
          <p:cNvPr id="8" name="Text 4"/>
          <p:cNvSpPr txBox="1"/>
          <p:nvPr/>
        </p:nvSpPr>
        <p:spPr>
          <a:xfrm>
            <a:off x="1098469" y="4069080"/>
            <a:ext cx="9144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2015–17</a:t>
            </a:r>
            <a:endParaRPr lang="en-US" sz="1000" dirty="0"/>
          </a:p>
        </p:txBody>
      </p:sp>
      <p:sp>
        <p:nvSpPr>
          <p:cNvPr id="9" name="Shape 5"/>
          <p:cNvSpPr/>
          <p:nvPr/>
        </p:nvSpPr>
        <p:spPr>
          <a:xfrm>
            <a:off x="1555669" y="3657600"/>
            <a:ext cx="0" cy="411480"/>
          </a:xfrm>
          <a:prstGeom prst="line">
            <a:avLst/>
          </a:prstGeom>
          <a:noFill/>
          <a:ln w="12700">
            <a:solidFill>
              <a:srgbClr val="D5DBE3"/>
            </a:solidFill>
            <a:prstDash val="solid"/>
          </a:ln>
        </p:spPr>
      </p:sp>
      <p:sp>
        <p:nvSpPr>
          <p:cNvPr id="10" name="Text 6"/>
          <p:cNvSpPr txBox="1"/>
          <p:nvPr/>
        </p:nvSpPr>
        <p:spPr>
          <a:xfrm>
            <a:off x="548640" y="4544568"/>
            <a:ext cx="2014057" cy="256032"/>
          </a:xfrm>
          <a:prstGeom prst="rect">
            <a:avLst/>
          </a:prstGeom>
          <a:noFill/>
          <a:ln/>
        </p:spPr>
        <p:txBody>
          <a:bodyPr wrap="square" lIns="0" tIns="0" rIns="0" bIns="0" rtlCol="0" anchor="t"/>
          <a:lstStyle/>
          <a:p>
            <a:pPr algn="ctr" indent="0" marL="0">
              <a:buNone/>
            </a:pPr>
            <a:r>
              <a:rPr lang="en-US" sz="1150" b="1" spc="100" kern="0" dirty="0">
                <a:solidFill>
                  <a:srgbClr val="0F2340"/>
                </a:solidFill>
                <a:latin typeface="Calibri" pitchFamily="34" charset="0"/>
                <a:ea typeface="Calibri" pitchFamily="34" charset="-122"/>
                <a:cs typeface="Calibri" pitchFamily="34" charset="-120"/>
              </a:rPr>
              <a:t>TELUK LAMONG</a:t>
            </a:r>
            <a:endParaRPr lang="en-US" sz="1150" dirty="0"/>
          </a:p>
        </p:txBody>
      </p:sp>
      <p:sp>
        <p:nvSpPr>
          <p:cNvPr id="11" name="Text 7"/>
          <p:cNvSpPr txBox="1"/>
          <p:nvPr/>
        </p:nvSpPr>
        <p:spPr>
          <a:xfrm>
            <a:off x="548640" y="4818888"/>
            <a:ext cx="2014057" cy="274320"/>
          </a:xfrm>
          <a:prstGeom prst="rect">
            <a:avLst/>
          </a:prstGeom>
          <a:noFill/>
          <a:ln/>
        </p:spPr>
        <p:txBody>
          <a:bodyPr wrap="square" lIns="0" tIns="0" rIns="0" bIns="0" rtlCol="0" anchor="t"/>
          <a:lstStyle/>
          <a:p>
            <a:pPr algn="ctr" indent="0" marL="0">
              <a:buNone/>
            </a:pPr>
            <a:r>
              <a:rPr lang="en-US" sz="1050" b="1" dirty="0">
                <a:solidFill>
                  <a:srgbClr val="1F2937"/>
                </a:solidFill>
                <a:latin typeface="Calibri" pitchFamily="34" charset="0"/>
                <a:ea typeface="Calibri" pitchFamily="34" charset="-122"/>
                <a:cs typeface="Calibri" pitchFamily="34" charset="-120"/>
              </a:rPr>
              <a:t>Platform established</a:t>
            </a:r>
            <a:endParaRPr lang="en-US" sz="1050" dirty="0"/>
          </a:p>
        </p:txBody>
      </p:sp>
      <p:sp>
        <p:nvSpPr>
          <p:cNvPr id="12" name="Text 8"/>
          <p:cNvSpPr txBox="1"/>
          <p:nvPr/>
        </p:nvSpPr>
        <p:spPr>
          <a:xfrm>
            <a:off x="594360" y="5120640"/>
            <a:ext cx="1922617" cy="822960"/>
          </a:xfrm>
          <a:prstGeom prst="rect">
            <a:avLst/>
          </a:prstGeom>
          <a:noFill/>
          <a:ln/>
        </p:spPr>
        <p:txBody>
          <a:bodyPr wrap="square" lIns="0" tIns="0" rIns="0" bIns="0" rtlCol="0" anchor="t"/>
          <a:lstStyle/>
          <a:p>
            <a:pPr algn="ctr" indent="0" marL="0">
              <a:lnSpc>
                <a:spcPct val="105000"/>
              </a:lnSpc>
              <a:buNone/>
            </a:pPr>
            <a:r>
              <a:rPr lang="en-US" sz="850" dirty="0">
                <a:solidFill>
                  <a:srgbClr val="6B7280"/>
                </a:solidFill>
                <a:latin typeface="Calibri" pitchFamily="34" charset="0"/>
                <a:ea typeface="Calibri" pitchFamily="34" charset="-122"/>
                <a:cs typeface="Calibri" pitchFamily="34" charset="-120"/>
              </a:rPr>
              <a:t>Transit warehouse terminal built from 2015; warehouse and conveyor in commercial operation from 2017</a:t>
            </a:r>
            <a:endParaRPr lang="en-US" sz="850" dirty="0"/>
          </a:p>
        </p:txBody>
      </p:sp>
      <p:pic>
        <p:nvPicPr>
          <p:cNvPr id="13" name="Image 2" descr="/home/user/fks-danantara-deck./build/assets/photo_cg2020.png">    </p:cNvPr>
          <p:cNvPicPr>
            <a:picLocks noChangeAspect="1"/>
          </p:cNvPicPr>
          <p:nvPr/>
        </p:nvPicPr>
        <p:blipFill>
          <a:blip r:embed="rId3"/>
          <a:srcRect l="0" r="0" t="0" b="0"/>
          <a:stretch/>
        </p:blipFill>
        <p:spPr>
          <a:xfrm>
            <a:off x="2818729" y="1691640"/>
            <a:ext cx="2014057" cy="1965960"/>
          </a:xfrm>
          <a:prstGeom prst="rect">
            <a:avLst/>
          </a:prstGeom>
        </p:spPr>
      </p:pic>
      <p:sp>
        <p:nvSpPr>
          <p:cNvPr id="14" name="Shape 9"/>
          <p:cNvSpPr/>
          <p:nvPr/>
        </p:nvSpPr>
        <p:spPr>
          <a:xfrm>
            <a:off x="3368558" y="4069080"/>
            <a:ext cx="914400" cy="310896"/>
          </a:xfrm>
          <a:prstGeom prst="roundRect">
            <a:avLst>
              <a:gd name="adj" fmla="val 50000"/>
            </a:avLst>
          </a:prstGeom>
          <a:solidFill>
            <a:srgbClr val="0F2340"/>
          </a:solidFill>
          <a:ln w="12700">
            <a:solidFill>
              <a:srgbClr val="0F2340"/>
            </a:solidFill>
            <a:prstDash val="solid"/>
          </a:ln>
        </p:spPr>
      </p:sp>
      <p:sp>
        <p:nvSpPr>
          <p:cNvPr id="15" name="Text 10"/>
          <p:cNvSpPr txBox="1"/>
          <p:nvPr/>
        </p:nvSpPr>
        <p:spPr>
          <a:xfrm>
            <a:off x="3368558" y="4069080"/>
            <a:ext cx="9144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2019–20</a:t>
            </a:r>
            <a:endParaRPr lang="en-US" sz="1000" dirty="0"/>
          </a:p>
        </p:txBody>
      </p:sp>
      <p:sp>
        <p:nvSpPr>
          <p:cNvPr id="16" name="Shape 11"/>
          <p:cNvSpPr/>
          <p:nvPr/>
        </p:nvSpPr>
        <p:spPr>
          <a:xfrm>
            <a:off x="3825758" y="3657600"/>
            <a:ext cx="0" cy="411480"/>
          </a:xfrm>
          <a:prstGeom prst="line">
            <a:avLst/>
          </a:prstGeom>
          <a:noFill/>
          <a:ln w="12700">
            <a:solidFill>
              <a:srgbClr val="D5DBE3"/>
            </a:solidFill>
            <a:prstDash val="solid"/>
          </a:ln>
        </p:spPr>
      </p:sp>
      <p:sp>
        <p:nvSpPr>
          <p:cNvPr id="17" name="Text 12"/>
          <p:cNvSpPr txBox="1"/>
          <p:nvPr/>
        </p:nvSpPr>
        <p:spPr>
          <a:xfrm>
            <a:off x="2818729" y="4544568"/>
            <a:ext cx="2014057" cy="256032"/>
          </a:xfrm>
          <a:prstGeom prst="rect">
            <a:avLst/>
          </a:prstGeom>
          <a:noFill/>
          <a:ln/>
        </p:spPr>
        <p:txBody>
          <a:bodyPr wrap="square" lIns="0" tIns="0" rIns="0" bIns="0" rtlCol="0" anchor="t"/>
          <a:lstStyle/>
          <a:p>
            <a:pPr algn="ctr" indent="0" marL="0">
              <a:buNone/>
            </a:pPr>
            <a:r>
              <a:rPr lang="en-US" sz="1150" b="1" spc="100" kern="0" dirty="0">
                <a:solidFill>
                  <a:srgbClr val="0F2340"/>
                </a:solidFill>
                <a:latin typeface="Calibri" pitchFamily="34" charset="0"/>
                <a:ea typeface="Calibri" pitchFamily="34" charset="-122"/>
                <a:cs typeface="Calibri" pitchFamily="34" charset="-120"/>
              </a:rPr>
              <a:t>CIGADING</a:t>
            </a:r>
            <a:endParaRPr lang="en-US" sz="1150" dirty="0"/>
          </a:p>
        </p:txBody>
      </p:sp>
      <p:sp>
        <p:nvSpPr>
          <p:cNvPr id="18" name="Text 13"/>
          <p:cNvSpPr txBox="1"/>
          <p:nvPr/>
        </p:nvSpPr>
        <p:spPr>
          <a:xfrm>
            <a:off x="2818729" y="4818888"/>
            <a:ext cx="2014057" cy="274320"/>
          </a:xfrm>
          <a:prstGeom prst="rect">
            <a:avLst/>
          </a:prstGeom>
          <a:noFill/>
          <a:ln/>
        </p:spPr>
        <p:txBody>
          <a:bodyPr wrap="square" lIns="0" tIns="0" rIns="0" bIns="0" rtlCol="0" anchor="t"/>
          <a:lstStyle/>
          <a:p>
            <a:pPr algn="ctr" indent="0" marL="0">
              <a:buNone/>
            </a:pPr>
            <a:r>
              <a:rPr lang="en-US" sz="1050" b="1" dirty="0">
                <a:solidFill>
                  <a:srgbClr val="1F2937"/>
                </a:solidFill>
                <a:latin typeface="Calibri" pitchFamily="34" charset="0"/>
                <a:ea typeface="Calibri" pitchFamily="34" charset="-122"/>
                <a:cs typeface="Calibri" pitchFamily="34" charset="-120"/>
              </a:rPr>
              <a:t>Integrated terminal developed</a:t>
            </a:r>
            <a:endParaRPr lang="en-US" sz="1050" dirty="0"/>
          </a:p>
        </p:txBody>
      </p:sp>
      <p:sp>
        <p:nvSpPr>
          <p:cNvPr id="19" name="Text 14"/>
          <p:cNvSpPr txBox="1"/>
          <p:nvPr/>
        </p:nvSpPr>
        <p:spPr>
          <a:xfrm>
            <a:off x="2864449" y="5120640"/>
            <a:ext cx="1922617" cy="822960"/>
          </a:xfrm>
          <a:prstGeom prst="rect">
            <a:avLst/>
          </a:prstGeom>
          <a:noFill/>
          <a:ln/>
        </p:spPr>
        <p:txBody>
          <a:bodyPr wrap="square" lIns="0" tIns="0" rIns="0" bIns="0" rtlCol="0" anchor="t"/>
          <a:lstStyle/>
          <a:p>
            <a:pPr algn="ctr" indent="0" marL="0">
              <a:lnSpc>
                <a:spcPct val="105000"/>
              </a:lnSpc>
              <a:buNone/>
            </a:pPr>
            <a:r>
              <a:rPr lang="en-US" sz="850" dirty="0">
                <a:solidFill>
                  <a:srgbClr val="6B7280"/>
                </a:solidFill>
                <a:latin typeface="Calibri" pitchFamily="34" charset="0"/>
                <a:ea typeface="Calibri" pitchFamily="34" charset="-122"/>
                <a:cs typeface="Calibri" pitchFamily="34" charset="-120"/>
              </a:rPr>
              <a:t>Integrated warehouse built from 2019; commercial operations with conveyor from Jetty 1 in 2020</a:t>
            </a:r>
            <a:endParaRPr lang="en-US" sz="850" dirty="0"/>
          </a:p>
        </p:txBody>
      </p:sp>
      <p:pic>
        <p:nvPicPr>
          <p:cNvPr id="20" name="Image 3" descr="/home/user/fks-danantara-deck./build/assets/photo_bw2021.png">    </p:cNvPr>
          <p:cNvPicPr>
            <a:picLocks noChangeAspect="1"/>
          </p:cNvPicPr>
          <p:nvPr/>
        </p:nvPicPr>
        <p:blipFill>
          <a:blip r:embed="rId4"/>
          <a:srcRect l="0" r="0" t="0" b="0"/>
          <a:stretch/>
        </p:blipFill>
        <p:spPr>
          <a:xfrm>
            <a:off x="5088819" y="1691640"/>
            <a:ext cx="2014057" cy="1965960"/>
          </a:xfrm>
          <a:prstGeom prst="rect">
            <a:avLst/>
          </a:prstGeom>
        </p:spPr>
      </p:pic>
      <p:sp>
        <p:nvSpPr>
          <p:cNvPr id="21" name="Shape 15"/>
          <p:cNvSpPr/>
          <p:nvPr/>
        </p:nvSpPr>
        <p:spPr>
          <a:xfrm>
            <a:off x="5638648" y="4069080"/>
            <a:ext cx="914400" cy="310896"/>
          </a:xfrm>
          <a:prstGeom prst="roundRect">
            <a:avLst>
              <a:gd name="adj" fmla="val 50000"/>
            </a:avLst>
          </a:prstGeom>
          <a:solidFill>
            <a:srgbClr val="0F2340"/>
          </a:solidFill>
          <a:ln w="12700">
            <a:solidFill>
              <a:srgbClr val="0F2340"/>
            </a:solidFill>
            <a:prstDash val="solid"/>
          </a:ln>
        </p:spPr>
      </p:sp>
      <p:sp>
        <p:nvSpPr>
          <p:cNvPr id="22" name="Text 16"/>
          <p:cNvSpPr txBox="1"/>
          <p:nvPr/>
        </p:nvSpPr>
        <p:spPr>
          <a:xfrm>
            <a:off x="5638648" y="4069080"/>
            <a:ext cx="9144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2020–21</a:t>
            </a:r>
            <a:endParaRPr lang="en-US" sz="1000" dirty="0"/>
          </a:p>
        </p:txBody>
      </p:sp>
      <p:sp>
        <p:nvSpPr>
          <p:cNvPr id="23" name="Shape 17"/>
          <p:cNvSpPr/>
          <p:nvPr/>
        </p:nvSpPr>
        <p:spPr>
          <a:xfrm>
            <a:off x="6095848" y="3657600"/>
            <a:ext cx="0" cy="411480"/>
          </a:xfrm>
          <a:prstGeom prst="line">
            <a:avLst/>
          </a:prstGeom>
          <a:noFill/>
          <a:ln w="12700">
            <a:solidFill>
              <a:srgbClr val="D5DBE3"/>
            </a:solidFill>
            <a:prstDash val="solid"/>
          </a:ln>
        </p:spPr>
      </p:sp>
      <p:sp>
        <p:nvSpPr>
          <p:cNvPr id="24" name="Text 18"/>
          <p:cNvSpPr txBox="1"/>
          <p:nvPr/>
        </p:nvSpPr>
        <p:spPr>
          <a:xfrm>
            <a:off x="5088819" y="4544568"/>
            <a:ext cx="2014057" cy="256032"/>
          </a:xfrm>
          <a:prstGeom prst="rect">
            <a:avLst/>
          </a:prstGeom>
          <a:noFill/>
          <a:ln/>
        </p:spPr>
        <p:txBody>
          <a:bodyPr wrap="square" lIns="0" tIns="0" rIns="0" bIns="0" rtlCol="0" anchor="t"/>
          <a:lstStyle/>
          <a:p>
            <a:pPr algn="ctr" indent="0" marL="0">
              <a:buNone/>
            </a:pPr>
            <a:r>
              <a:rPr lang="en-US" sz="1150" b="1" spc="100" kern="0" dirty="0">
                <a:solidFill>
                  <a:srgbClr val="0F2340"/>
                </a:solidFill>
                <a:latin typeface="Calibri" pitchFamily="34" charset="0"/>
                <a:ea typeface="Calibri" pitchFamily="34" charset="-122"/>
                <a:cs typeface="Calibri" pitchFamily="34" charset="-120"/>
              </a:rPr>
              <a:t>BELAWAN</a:t>
            </a:r>
            <a:endParaRPr lang="en-US" sz="1150" dirty="0"/>
          </a:p>
        </p:txBody>
      </p:sp>
      <p:sp>
        <p:nvSpPr>
          <p:cNvPr id="25" name="Text 19"/>
          <p:cNvSpPr txBox="1"/>
          <p:nvPr/>
        </p:nvSpPr>
        <p:spPr>
          <a:xfrm>
            <a:off x="5088819" y="4818888"/>
            <a:ext cx="2014057" cy="274320"/>
          </a:xfrm>
          <a:prstGeom prst="rect">
            <a:avLst/>
          </a:prstGeom>
          <a:noFill/>
          <a:ln/>
        </p:spPr>
        <p:txBody>
          <a:bodyPr wrap="square" lIns="0" tIns="0" rIns="0" bIns="0" rtlCol="0" anchor="t"/>
          <a:lstStyle/>
          <a:p>
            <a:pPr algn="ctr" indent="0" marL="0">
              <a:buNone/>
            </a:pPr>
            <a:r>
              <a:rPr lang="en-US" sz="1050" b="1" dirty="0">
                <a:solidFill>
                  <a:srgbClr val="1F2937"/>
                </a:solidFill>
                <a:latin typeface="Calibri" pitchFamily="34" charset="0"/>
                <a:ea typeface="Calibri" pitchFamily="34" charset="-122"/>
                <a:cs typeface="Calibri" pitchFamily="34" charset="-120"/>
              </a:rPr>
              <a:t>Pelindo facility revitalised</a:t>
            </a:r>
            <a:endParaRPr lang="en-US" sz="1050" dirty="0"/>
          </a:p>
        </p:txBody>
      </p:sp>
      <p:sp>
        <p:nvSpPr>
          <p:cNvPr id="26" name="Text 20"/>
          <p:cNvSpPr txBox="1"/>
          <p:nvPr/>
        </p:nvSpPr>
        <p:spPr>
          <a:xfrm>
            <a:off x="5134539" y="5120640"/>
            <a:ext cx="1922617" cy="822960"/>
          </a:xfrm>
          <a:prstGeom prst="rect">
            <a:avLst/>
          </a:prstGeom>
          <a:noFill/>
          <a:ln/>
        </p:spPr>
        <p:txBody>
          <a:bodyPr wrap="square" lIns="0" tIns="0" rIns="0" bIns="0" rtlCol="0" anchor="t"/>
          <a:lstStyle/>
          <a:p>
            <a:pPr algn="ctr" indent="0" marL="0">
              <a:lnSpc>
                <a:spcPct val="105000"/>
              </a:lnSpc>
              <a:buNone/>
            </a:pPr>
            <a:r>
              <a:rPr lang="en-US" sz="850" dirty="0">
                <a:solidFill>
                  <a:srgbClr val="6B7280"/>
                </a:solidFill>
                <a:latin typeface="Calibri" pitchFamily="34" charset="0"/>
                <a:ea typeface="Calibri" pitchFamily="34" charset="-122"/>
                <a:cs typeface="Calibri" pitchFamily="34" charset="-120"/>
              </a:rPr>
              <a:t>Warehouse revitalisation started 2020; warehouse and conveyor system operating from 2021</a:t>
            </a:r>
            <a:endParaRPr lang="en-US" sz="850" dirty="0"/>
          </a:p>
        </p:txBody>
      </p:sp>
      <p:pic>
        <p:nvPicPr>
          <p:cNvPr id="27" name="Image 4" descr="/home/user/fks-danantara-deck./build/assets/photo_cg2026.png">    </p:cNvPr>
          <p:cNvPicPr>
            <a:picLocks noChangeAspect="1"/>
          </p:cNvPicPr>
          <p:nvPr/>
        </p:nvPicPr>
        <p:blipFill>
          <a:blip r:embed="rId5"/>
          <a:srcRect l="0" r="0" t="0" b="0"/>
          <a:stretch/>
        </p:blipFill>
        <p:spPr>
          <a:xfrm>
            <a:off x="7358908" y="1691640"/>
            <a:ext cx="2014057" cy="1965960"/>
          </a:xfrm>
          <a:prstGeom prst="rect">
            <a:avLst/>
          </a:prstGeom>
        </p:spPr>
      </p:pic>
      <p:sp>
        <p:nvSpPr>
          <p:cNvPr id="28" name="Shape 21"/>
          <p:cNvSpPr/>
          <p:nvPr/>
        </p:nvSpPr>
        <p:spPr>
          <a:xfrm>
            <a:off x="7908737" y="4069080"/>
            <a:ext cx="914400" cy="310896"/>
          </a:xfrm>
          <a:prstGeom prst="roundRect">
            <a:avLst>
              <a:gd name="adj" fmla="val 50000"/>
            </a:avLst>
          </a:prstGeom>
          <a:solidFill>
            <a:srgbClr val="0F2340"/>
          </a:solidFill>
          <a:ln w="12700">
            <a:solidFill>
              <a:srgbClr val="0F2340"/>
            </a:solidFill>
            <a:prstDash val="solid"/>
          </a:ln>
        </p:spPr>
      </p:sp>
      <p:sp>
        <p:nvSpPr>
          <p:cNvPr id="29" name="Text 22"/>
          <p:cNvSpPr txBox="1"/>
          <p:nvPr/>
        </p:nvSpPr>
        <p:spPr>
          <a:xfrm>
            <a:off x="7908737" y="4069080"/>
            <a:ext cx="9144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2024–26</a:t>
            </a:r>
            <a:endParaRPr lang="en-US" sz="1000" dirty="0"/>
          </a:p>
        </p:txBody>
      </p:sp>
      <p:sp>
        <p:nvSpPr>
          <p:cNvPr id="30" name="Shape 23"/>
          <p:cNvSpPr/>
          <p:nvPr/>
        </p:nvSpPr>
        <p:spPr>
          <a:xfrm>
            <a:off x="8365937" y="3657600"/>
            <a:ext cx="0" cy="411480"/>
          </a:xfrm>
          <a:prstGeom prst="line">
            <a:avLst/>
          </a:prstGeom>
          <a:noFill/>
          <a:ln w="12700">
            <a:solidFill>
              <a:srgbClr val="D5DBE3"/>
            </a:solidFill>
            <a:prstDash val="solid"/>
          </a:ln>
        </p:spPr>
      </p:sp>
      <p:sp>
        <p:nvSpPr>
          <p:cNvPr id="31" name="Text 24"/>
          <p:cNvSpPr txBox="1"/>
          <p:nvPr/>
        </p:nvSpPr>
        <p:spPr>
          <a:xfrm>
            <a:off x="7358908" y="4544568"/>
            <a:ext cx="2014057" cy="256032"/>
          </a:xfrm>
          <a:prstGeom prst="rect">
            <a:avLst/>
          </a:prstGeom>
          <a:noFill/>
          <a:ln/>
        </p:spPr>
        <p:txBody>
          <a:bodyPr wrap="square" lIns="0" tIns="0" rIns="0" bIns="0" rtlCol="0" anchor="t"/>
          <a:lstStyle/>
          <a:p>
            <a:pPr algn="ctr" indent="0" marL="0">
              <a:buNone/>
            </a:pPr>
            <a:r>
              <a:rPr lang="en-US" sz="1150" b="1" spc="100" kern="0" dirty="0">
                <a:solidFill>
                  <a:srgbClr val="0F2340"/>
                </a:solidFill>
                <a:latin typeface="Calibri" pitchFamily="34" charset="0"/>
                <a:ea typeface="Calibri" pitchFamily="34" charset="-122"/>
                <a:cs typeface="Calibri" pitchFamily="34" charset="-120"/>
              </a:rPr>
              <a:t>NETWORK INTEGRATION</a:t>
            </a:r>
            <a:endParaRPr lang="en-US" sz="1150" dirty="0"/>
          </a:p>
        </p:txBody>
      </p:sp>
      <p:sp>
        <p:nvSpPr>
          <p:cNvPr id="32" name="Text 25"/>
          <p:cNvSpPr txBox="1"/>
          <p:nvPr/>
        </p:nvSpPr>
        <p:spPr>
          <a:xfrm>
            <a:off x="7358908" y="4818888"/>
            <a:ext cx="2014057" cy="274320"/>
          </a:xfrm>
          <a:prstGeom prst="rect">
            <a:avLst/>
          </a:prstGeom>
          <a:noFill/>
          <a:ln/>
        </p:spPr>
        <p:txBody>
          <a:bodyPr wrap="square" lIns="0" tIns="0" rIns="0" bIns="0" rtlCol="0" anchor="t"/>
          <a:lstStyle/>
          <a:p>
            <a:pPr algn="ctr" indent="0" marL="0">
              <a:buNone/>
            </a:pPr>
            <a:r>
              <a:rPr lang="en-US" sz="1050" b="1" dirty="0">
                <a:solidFill>
                  <a:srgbClr val="1F2937"/>
                </a:solidFill>
                <a:latin typeface="Calibri" pitchFamily="34" charset="0"/>
                <a:ea typeface="Calibri" pitchFamily="34" charset="-122"/>
                <a:cs typeface="Calibri" pitchFamily="34" charset="-120"/>
              </a:rPr>
              <a:t>Conveyor links to customers</a:t>
            </a:r>
            <a:endParaRPr lang="en-US" sz="1050" dirty="0"/>
          </a:p>
        </p:txBody>
      </p:sp>
      <p:sp>
        <p:nvSpPr>
          <p:cNvPr id="33" name="Text 26"/>
          <p:cNvSpPr txBox="1"/>
          <p:nvPr/>
        </p:nvSpPr>
        <p:spPr>
          <a:xfrm>
            <a:off x="7404628" y="5120640"/>
            <a:ext cx="1922617" cy="822960"/>
          </a:xfrm>
          <a:prstGeom prst="rect">
            <a:avLst/>
          </a:prstGeom>
          <a:noFill/>
          <a:ln/>
        </p:spPr>
        <p:txBody>
          <a:bodyPr wrap="square" lIns="0" tIns="0" rIns="0" bIns="0" rtlCol="0" anchor="t"/>
          <a:lstStyle/>
          <a:p>
            <a:pPr algn="ctr" indent="0" marL="0">
              <a:lnSpc>
                <a:spcPct val="105000"/>
              </a:lnSpc>
              <a:buNone/>
            </a:pPr>
            <a:r>
              <a:rPr lang="en-US" sz="850" dirty="0">
                <a:solidFill>
                  <a:srgbClr val="6B7280"/>
                </a:solidFill>
                <a:latin typeface="Calibri" pitchFamily="34" charset="0"/>
                <a:ea typeface="Calibri" pitchFamily="34" charset="-122"/>
                <a:cs typeface="Calibri" pitchFamily="34" charset="-120"/>
              </a:rPr>
              <a:t>Cigading: conveyor from Jetty 2 (2024) and extension into the Bungasari and Tereos factories (2026)</a:t>
            </a:r>
            <a:endParaRPr lang="en-US" sz="850" dirty="0"/>
          </a:p>
        </p:txBody>
      </p:sp>
      <p:pic>
        <p:nvPicPr>
          <p:cNvPr id="34" name="Image 5" descr="/home/user/fks-danantara-deck./build/assets/photo_tl2025.png">    </p:cNvPr>
          <p:cNvPicPr>
            <a:picLocks noChangeAspect="1"/>
          </p:cNvPicPr>
          <p:nvPr/>
        </p:nvPicPr>
        <p:blipFill>
          <a:blip r:embed="rId6"/>
          <a:srcRect l="0" r="0" t="0" b="0"/>
          <a:stretch/>
        </p:blipFill>
        <p:spPr>
          <a:xfrm>
            <a:off x="9628998" y="1691640"/>
            <a:ext cx="2014057" cy="1965960"/>
          </a:xfrm>
          <a:prstGeom prst="rect">
            <a:avLst/>
          </a:prstGeom>
        </p:spPr>
      </p:pic>
      <p:sp>
        <p:nvSpPr>
          <p:cNvPr id="35" name="Shape 27"/>
          <p:cNvSpPr/>
          <p:nvPr/>
        </p:nvSpPr>
        <p:spPr>
          <a:xfrm>
            <a:off x="10178826" y="4069080"/>
            <a:ext cx="914400" cy="310896"/>
          </a:xfrm>
          <a:prstGeom prst="roundRect">
            <a:avLst>
              <a:gd name="adj" fmla="val 50000"/>
            </a:avLst>
          </a:prstGeom>
          <a:solidFill>
            <a:srgbClr val="C39B2A"/>
          </a:solidFill>
          <a:ln w="12700">
            <a:solidFill>
              <a:srgbClr val="C39B2A"/>
            </a:solidFill>
            <a:prstDash val="solid"/>
          </a:ln>
        </p:spPr>
      </p:sp>
      <p:sp>
        <p:nvSpPr>
          <p:cNvPr id="36" name="Text 28"/>
          <p:cNvSpPr txBox="1"/>
          <p:nvPr/>
        </p:nvSpPr>
        <p:spPr>
          <a:xfrm>
            <a:off x="10178826" y="4069080"/>
            <a:ext cx="9144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2025+</a:t>
            </a:r>
            <a:endParaRPr lang="en-US" sz="1000" dirty="0"/>
          </a:p>
        </p:txBody>
      </p:sp>
      <p:sp>
        <p:nvSpPr>
          <p:cNvPr id="37" name="Shape 29"/>
          <p:cNvSpPr/>
          <p:nvPr/>
        </p:nvSpPr>
        <p:spPr>
          <a:xfrm>
            <a:off x="10636026" y="3657600"/>
            <a:ext cx="0" cy="411480"/>
          </a:xfrm>
          <a:prstGeom prst="line">
            <a:avLst/>
          </a:prstGeom>
          <a:noFill/>
          <a:ln w="12700">
            <a:solidFill>
              <a:srgbClr val="D5DBE3"/>
            </a:solidFill>
            <a:prstDash val="solid"/>
          </a:ln>
        </p:spPr>
      </p:sp>
      <p:sp>
        <p:nvSpPr>
          <p:cNvPr id="38" name="Text 30"/>
          <p:cNvSpPr txBox="1"/>
          <p:nvPr/>
        </p:nvSpPr>
        <p:spPr>
          <a:xfrm>
            <a:off x="9628998" y="4544568"/>
            <a:ext cx="2014057" cy="256032"/>
          </a:xfrm>
          <a:prstGeom prst="rect">
            <a:avLst/>
          </a:prstGeom>
          <a:noFill/>
          <a:ln/>
        </p:spPr>
        <p:txBody>
          <a:bodyPr wrap="square" lIns="0" tIns="0" rIns="0" bIns="0" rtlCol="0" anchor="t"/>
          <a:lstStyle/>
          <a:p>
            <a:pPr algn="ctr" indent="0" marL="0">
              <a:buNone/>
            </a:pPr>
            <a:r>
              <a:rPr lang="en-US" sz="1150" b="1" spc="100" kern="0" dirty="0">
                <a:solidFill>
                  <a:srgbClr val="0F2340"/>
                </a:solidFill>
                <a:latin typeface="Calibri" pitchFamily="34" charset="0"/>
                <a:ea typeface="Calibri" pitchFamily="34" charset="-122"/>
                <a:cs typeface="Calibri" pitchFamily="34" charset="-120"/>
              </a:rPr>
              <a:t>CAPACITY EXPANSION</a:t>
            </a:r>
            <a:endParaRPr lang="en-US" sz="1150" dirty="0"/>
          </a:p>
        </p:txBody>
      </p:sp>
      <p:sp>
        <p:nvSpPr>
          <p:cNvPr id="39" name="Text 31"/>
          <p:cNvSpPr txBox="1"/>
          <p:nvPr/>
        </p:nvSpPr>
        <p:spPr>
          <a:xfrm>
            <a:off x="9628998" y="4818888"/>
            <a:ext cx="2014057" cy="274320"/>
          </a:xfrm>
          <a:prstGeom prst="rect">
            <a:avLst/>
          </a:prstGeom>
          <a:noFill/>
          <a:ln/>
        </p:spPr>
        <p:txBody>
          <a:bodyPr wrap="square" lIns="0" tIns="0" rIns="0" bIns="0" rtlCol="0" anchor="t"/>
          <a:lstStyle/>
          <a:p>
            <a:pPr algn="ctr" indent="0" marL="0">
              <a:buNone/>
            </a:pPr>
            <a:r>
              <a:rPr lang="en-US" sz="1050" b="1" dirty="0">
                <a:solidFill>
                  <a:srgbClr val="9A7A1C"/>
                </a:solidFill>
                <a:latin typeface="Calibri" pitchFamily="34" charset="0"/>
                <a:ea typeface="Calibri" pitchFamily="34" charset="-122"/>
                <a:cs typeface="Calibri" pitchFamily="34" charset="-120"/>
              </a:rPr>
              <a:t>Hubs scaled, next sites identified</a:t>
            </a:r>
            <a:endParaRPr lang="en-US" sz="1050" dirty="0"/>
          </a:p>
        </p:txBody>
      </p:sp>
      <p:sp>
        <p:nvSpPr>
          <p:cNvPr id="40" name="Text 32"/>
          <p:cNvSpPr txBox="1"/>
          <p:nvPr/>
        </p:nvSpPr>
        <p:spPr>
          <a:xfrm>
            <a:off x="9674718" y="5120640"/>
            <a:ext cx="1922617" cy="822960"/>
          </a:xfrm>
          <a:prstGeom prst="rect">
            <a:avLst/>
          </a:prstGeom>
          <a:noFill/>
          <a:ln/>
        </p:spPr>
        <p:txBody>
          <a:bodyPr wrap="square" lIns="0" tIns="0" rIns="0" bIns="0" rtlCol="0" anchor="t"/>
          <a:lstStyle/>
          <a:p>
            <a:pPr algn="ctr" indent="0" marL="0">
              <a:lnSpc>
                <a:spcPct val="105000"/>
              </a:lnSpc>
              <a:buNone/>
            </a:pPr>
            <a:r>
              <a:rPr lang="en-US" sz="850" dirty="0">
                <a:solidFill>
                  <a:srgbClr val="6B7280"/>
                </a:solidFill>
                <a:latin typeface="Calibri" pitchFamily="34" charset="0"/>
                <a:ea typeface="Calibri" pitchFamily="34" charset="-122"/>
                <a:cs typeface="Calibri" pitchFamily="34" charset="-120"/>
              </a:rPr>
              <a:t>Teluk Lamong bagging facility operating (2025); Dumai and Ciwandan identified as the next gateways</a:t>
            </a:r>
            <a:endParaRPr lang="en-US" sz="850" dirty="0"/>
          </a:p>
        </p:txBody>
      </p:sp>
      <p:sp>
        <p:nvSpPr>
          <p:cNvPr id="41" name="Text 33"/>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42" name="Text 34"/>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7</a:t>
            </a:r>
            <a:endParaRPr lang="en-US" sz="800" dirty="0"/>
          </a:p>
        </p:txBody>
      </p:sp>
      <p:sp>
        <p:nvSpPr>
          <p:cNvPr id="43" name="Text 35"/>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Source: FKS infrastructure development journey 2015-2026. Photographs: FKS sites.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PIPELINE</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Two identified projects replicate the model at gateways that still handle cargo conventionally: Dumai and Ciwandan</a:t>
            </a:r>
            <a:endParaRPr lang="en-US" sz="2200" dirty="0"/>
          </a:p>
        </p:txBody>
      </p:sp>
      <p:pic>
        <p:nvPicPr>
          <p:cNvPr id="4" name="Image 0" descr="/home/user/fks-danantara-deck./build/assets/logo_lockup_raw.png">    </p:cNvPr>
          <p:cNvPicPr>
            <a:picLocks noChangeAspect="1"/>
          </p:cNvPicPr>
          <p:nvPr/>
        </p:nvPicPr>
        <p:blipFill>
          <a:blip r:embed="rId1"/>
          <a:stretch>
            <a:fillRect/>
          </a:stretch>
        </p:blipFill>
        <p:spPr>
          <a:xfrm>
            <a:off x="10344607" y="347472"/>
            <a:ext cx="1298448" cy="436169"/>
          </a:xfrm>
          <a:prstGeom prst="rect">
            <a:avLst/>
          </a:prstGeom>
        </p:spPr>
      </p:pic>
      <p:sp>
        <p:nvSpPr>
          <p:cNvPr id="5" name="Shape 2"/>
          <p:cNvSpPr/>
          <p:nvPr/>
        </p:nvSpPr>
        <p:spPr>
          <a:xfrm>
            <a:off x="548640" y="1600200"/>
            <a:ext cx="4160520" cy="2561198"/>
          </a:xfrm>
          <a:prstGeom prst="rect">
            <a:avLst/>
          </a:prstGeom>
          <a:solidFill>
            <a:srgbClr val="E4EBF3"/>
          </a:solidFill>
          <a:ln w="12700">
            <a:solidFill>
              <a:srgbClr val="E4EBF3"/>
            </a:solidFill>
            <a:prstDash val="solid"/>
          </a:ln>
        </p:spPr>
      </p:sp>
      <p:sp>
        <p:nvSpPr>
          <p:cNvPr id="6" name="Map - Neighbouring countries"/>
          <p:cNvSpPr/>
          <p:nvPr/>
        </p:nvSpPr>
        <p:spPr>
          <a:xfrm>
            <a:off x="548640" y="1600200"/>
            <a:ext cx="4160520" cy="2561198"/>
          </a:xfrm>
          <a:custGeom>
            <a:avLst/>
            <a:gdLst/>
            <a:ahLst/>
            <a:cxnLst/>
            <a:rect l="0" t="0" r="r" b="b"/>
            <a:pathLst>
              <a:path w="4160520" h="2561198">
                <a:moveTo>
                  <a:pt x="899152" y="9284"/>
                </a:moveTo>
                <a:lnTo>
                  <a:pt x="902193" y="1761"/>
                </a:lnTo>
                <a:lnTo>
                  <a:pt x="905873" y="0"/>
                </a:lnTo>
                <a:lnTo>
                  <a:pt x="908434" y="0"/>
                </a:lnTo>
                <a:lnTo>
                  <a:pt x="914834" y="0"/>
                </a:lnTo>
                <a:lnTo>
                  <a:pt x="921875" y="0"/>
                </a:lnTo>
                <a:lnTo>
                  <a:pt x="935317" y="0"/>
                </a:lnTo>
                <a:lnTo>
                  <a:pt x="970361" y="5122"/>
                </a:lnTo>
                <a:lnTo>
                  <a:pt x="980763" y="8324"/>
                </a:lnTo>
                <a:lnTo>
                  <a:pt x="994684" y="3041"/>
                </a:lnTo>
                <a:lnTo>
                  <a:pt x="1000765" y="6403"/>
                </a:lnTo>
                <a:lnTo>
                  <a:pt x="1007166" y="11846"/>
                </a:lnTo>
                <a:lnTo>
                  <a:pt x="1010846" y="26893"/>
                </a:lnTo>
                <a:lnTo>
                  <a:pt x="1019967" y="40819"/>
                </a:lnTo>
                <a:lnTo>
                  <a:pt x="1038370" y="38738"/>
                </a:lnTo>
                <a:lnTo>
                  <a:pt x="1044771" y="40819"/>
                </a:lnTo>
                <a:lnTo>
                  <a:pt x="1048771" y="41139"/>
                </a:lnTo>
                <a:lnTo>
                  <a:pt x="1052292" y="53465"/>
                </a:lnTo>
                <a:lnTo>
                  <a:pt x="1054052" y="74595"/>
                </a:lnTo>
                <a:lnTo>
                  <a:pt x="1052292" y="87081"/>
                </a:lnTo>
                <a:lnTo>
                  <a:pt x="1039010" y="104689"/>
                </a:lnTo>
                <a:lnTo>
                  <a:pt x="1037250" y="116695"/>
                </a:lnTo>
                <a:lnTo>
                  <a:pt x="1044131" y="124058"/>
                </a:lnTo>
                <a:lnTo>
                  <a:pt x="1053252" y="132062"/>
                </a:lnTo>
                <a:lnTo>
                  <a:pt x="1058372" y="138145"/>
                </a:lnTo>
                <a:lnTo>
                  <a:pt x="1063813" y="137184"/>
                </a:lnTo>
                <a:lnTo>
                  <a:pt x="1070694" y="133022"/>
                </a:lnTo>
                <a:lnTo>
                  <a:pt x="1076935" y="122617"/>
                </a:lnTo>
                <a:lnTo>
                  <a:pt x="1081255" y="113813"/>
                </a:lnTo>
                <a:lnTo>
                  <a:pt x="1104778" y="103729"/>
                </a:lnTo>
                <a:lnTo>
                  <a:pt x="1129101" y="94764"/>
                </a:lnTo>
                <a:lnTo>
                  <a:pt x="1132462" y="95725"/>
                </a:lnTo>
                <a:lnTo>
                  <a:pt x="1136302" y="99727"/>
                </a:lnTo>
                <a:lnTo>
                  <a:pt x="1144143" y="112693"/>
                </a:lnTo>
                <a:lnTo>
                  <a:pt x="1148624" y="115414"/>
                </a:lnTo>
                <a:lnTo>
                  <a:pt x="1155344" y="116695"/>
                </a:lnTo>
                <a:lnTo>
                  <a:pt x="1166706" y="115414"/>
                </a:lnTo>
                <a:lnTo>
                  <a:pt x="1179987" y="108051"/>
                </a:lnTo>
                <a:lnTo>
                  <a:pt x="1186868" y="94284"/>
                </a:lnTo>
                <a:lnTo>
                  <a:pt x="1189909" y="83399"/>
                </a:lnTo>
                <a:lnTo>
                  <a:pt x="1208951" y="64510"/>
                </a:lnTo>
                <a:lnTo>
                  <a:pt x="1211031" y="50424"/>
                </a:lnTo>
                <a:lnTo>
                  <a:pt x="1216312" y="41299"/>
                </a:lnTo>
                <a:lnTo>
                  <a:pt x="1243995" y="47542"/>
                </a:lnTo>
                <a:lnTo>
                  <a:pt x="1254557" y="52505"/>
                </a:lnTo>
                <a:lnTo>
                  <a:pt x="1285601" y="101968"/>
                </a:lnTo>
                <a:lnTo>
                  <a:pt x="1326566" y="136864"/>
                </a:lnTo>
                <a:lnTo>
                  <a:pt x="1344008" y="149830"/>
                </a:lnTo>
                <a:lnTo>
                  <a:pt x="1357290" y="156073"/>
                </a:lnTo>
                <a:lnTo>
                  <a:pt x="1375692" y="174802"/>
                </a:lnTo>
                <a:lnTo>
                  <a:pt x="1391694" y="198173"/>
                </a:lnTo>
                <a:lnTo>
                  <a:pt x="1426738" y="264124"/>
                </a:lnTo>
                <a:lnTo>
                  <a:pt x="1432819" y="293097"/>
                </a:lnTo>
                <a:lnTo>
                  <a:pt x="1435219" y="337278"/>
                </a:lnTo>
                <a:lnTo>
                  <a:pt x="1427538" y="403869"/>
                </a:lnTo>
                <a:lnTo>
                  <a:pt x="1418097" y="437164"/>
                </a:lnTo>
                <a:lnTo>
                  <a:pt x="1419857" y="452852"/>
                </a:lnTo>
                <a:lnTo>
                  <a:pt x="1432819" y="476863"/>
                </a:lnTo>
                <a:lnTo>
                  <a:pt x="1428819" y="499594"/>
                </a:lnTo>
                <a:lnTo>
                  <a:pt x="1431379" y="518483"/>
                </a:lnTo>
                <a:lnTo>
                  <a:pt x="1430419" y="570987"/>
                </a:lnTo>
                <a:lnTo>
                  <a:pt x="1437780" y="586354"/>
                </a:lnTo>
                <a:lnTo>
                  <a:pt x="1446101" y="596279"/>
                </a:lnTo>
                <a:lnTo>
                  <a:pt x="1490106" y="627494"/>
                </a:lnTo>
                <a:lnTo>
                  <a:pt x="1493307" y="639019"/>
                </a:lnTo>
                <a:lnTo>
                  <a:pt x="1515069" y="678557"/>
                </a:lnTo>
                <a:lnTo>
                  <a:pt x="1555234" y="764678"/>
                </a:lnTo>
                <a:lnTo>
                  <a:pt x="1566276" y="803416"/>
                </a:lnTo>
                <a:lnTo>
                  <a:pt x="1564996" y="813821"/>
                </a:lnTo>
                <a:lnTo>
                  <a:pt x="1560195" y="818143"/>
                </a:lnTo>
                <a:lnTo>
                  <a:pt x="1548354" y="821984"/>
                </a:lnTo>
                <a:lnTo>
                  <a:pt x="1538592" y="814461"/>
                </a:lnTo>
                <a:lnTo>
                  <a:pt x="1535232" y="809018"/>
                </a:lnTo>
                <a:lnTo>
                  <a:pt x="1536352" y="802295"/>
                </a:lnTo>
                <a:lnTo>
                  <a:pt x="1532352" y="795572"/>
                </a:lnTo>
                <a:lnTo>
                  <a:pt x="1522750" y="787728"/>
                </a:lnTo>
                <a:lnTo>
                  <a:pt x="1517150" y="780525"/>
                </a:lnTo>
                <a:lnTo>
                  <a:pt x="1518750" y="792371"/>
                </a:lnTo>
                <a:lnTo>
                  <a:pt x="1518910" y="807578"/>
                </a:lnTo>
                <a:lnTo>
                  <a:pt x="1506588" y="808858"/>
                </a:lnTo>
                <a:lnTo>
                  <a:pt x="1490906" y="804056"/>
                </a:lnTo>
                <a:lnTo>
                  <a:pt x="1471384" y="808378"/>
                </a:lnTo>
                <a:lnTo>
                  <a:pt x="1448181" y="827107"/>
                </a:lnTo>
                <a:lnTo>
                  <a:pt x="1436980" y="827747"/>
                </a:lnTo>
                <a:lnTo>
                  <a:pt x="1428499" y="811580"/>
                </a:lnTo>
                <a:lnTo>
                  <a:pt x="1424178" y="800695"/>
                </a:lnTo>
                <a:lnTo>
                  <a:pt x="1417297" y="793011"/>
                </a:lnTo>
                <a:lnTo>
                  <a:pt x="1343688" y="753633"/>
                </a:lnTo>
                <a:lnTo>
                  <a:pt x="1316485" y="743388"/>
                </a:lnTo>
                <a:lnTo>
                  <a:pt x="1287841" y="713614"/>
                </a:lnTo>
                <a:lnTo>
                  <a:pt x="1223513" y="680638"/>
                </a:lnTo>
                <a:lnTo>
                  <a:pt x="1182548" y="648463"/>
                </a:lnTo>
                <a:lnTo>
                  <a:pt x="1165106" y="628454"/>
                </a:lnTo>
                <a:lnTo>
                  <a:pt x="1123340" y="610846"/>
                </a:lnTo>
                <a:lnTo>
                  <a:pt x="1105258" y="590196"/>
                </a:lnTo>
                <a:lnTo>
                  <a:pt x="1096297" y="586034"/>
                </a:lnTo>
                <a:lnTo>
                  <a:pt x="1087496" y="578671"/>
                </a:lnTo>
                <a:lnTo>
                  <a:pt x="1096777" y="558501"/>
                </a:lnTo>
                <a:lnTo>
                  <a:pt x="1092937" y="537531"/>
                </a:lnTo>
                <a:lnTo>
                  <a:pt x="1088136" y="519763"/>
                </a:lnTo>
                <a:lnTo>
                  <a:pt x="1058532" y="484707"/>
                </a:lnTo>
                <a:lnTo>
                  <a:pt x="1044131" y="460215"/>
                </a:lnTo>
                <a:lnTo>
                  <a:pt x="1016287" y="435884"/>
                </a:lnTo>
                <a:lnTo>
                  <a:pt x="1005246" y="421957"/>
                </a:lnTo>
                <a:lnTo>
                  <a:pt x="994524" y="405630"/>
                </a:lnTo>
                <a:lnTo>
                  <a:pt x="1001245" y="399867"/>
                </a:lnTo>
                <a:lnTo>
                  <a:pt x="1007486" y="396505"/>
                </a:lnTo>
                <a:lnTo>
                  <a:pt x="1001725" y="384660"/>
                </a:lnTo>
                <a:lnTo>
                  <a:pt x="985883" y="364010"/>
                </a:lnTo>
                <a:lnTo>
                  <a:pt x="978522" y="340479"/>
                </a:lnTo>
                <a:lnTo>
                  <a:pt x="978522" y="295818"/>
                </a:lnTo>
                <a:lnTo>
                  <a:pt x="955799" y="233069"/>
                </a:lnTo>
                <a:lnTo>
                  <a:pt x="936597" y="145988"/>
                </a:lnTo>
                <a:lnTo>
                  <a:pt x="939957" y="115574"/>
                </a:lnTo>
                <a:lnTo>
                  <a:pt x="934997" y="82599"/>
                </a:lnTo>
                <a:lnTo>
                  <a:pt x="922195" y="50744"/>
                </a:lnTo>
                <a:lnTo>
                  <a:pt x="905393" y="28173"/>
                </a:lnTo>
                <a:lnTo>
                  <a:pt x="899152" y="9284"/>
                </a:lnTo>
                <a:close/>
              </a:path>
              <a:path w="4160520" h="2561198">
                <a:moveTo>
                  <a:pt x="3692301" y="372814"/>
                </a:moveTo>
                <a:lnTo>
                  <a:pt x="3686381" y="372814"/>
                </a:lnTo>
                <a:lnTo>
                  <a:pt x="3672619" y="369293"/>
                </a:lnTo>
                <a:lnTo>
                  <a:pt x="3644936" y="352325"/>
                </a:lnTo>
                <a:lnTo>
                  <a:pt x="3616612" y="346242"/>
                </a:lnTo>
                <a:lnTo>
                  <a:pt x="3575487" y="345762"/>
                </a:lnTo>
                <a:lnTo>
                  <a:pt x="3552124" y="343361"/>
                </a:lnTo>
                <a:lnTo>
                  <a:pt x="3542683" y="345922"/>
                </a:lnTo>
                <a:lnTo>
                  <a:pt x="3534682" y="346082"/>
                </a:lnTo>
                <a:lnTo>
                  <a:pt x="3528921" y="342560"/>
                </a:lnTo>
                <a:lnTo>
                  <a:pt x="3522840" y="340799"/>
                </a:lnTo>
                <a:lnTo>
                  <a:pt x="3506838" y="350884"/>
                </a:lnTo>
                <a:lnTo>
                  <a:pt x="3499317" y="347843"/>
                </a:lnTo>
                <a:lnTo>
                  <a:pt x="3491636" y="343521"/>
                </a:lnTo>
                <a:lnTo>
                  <a:pt x="3478195" y="342080"/>
                </a:lnTo>
                <a:lnTo>
                  <a:pt x="3461873" y="343361"/>
                </a:lnTo>
                <a:lnTo>
                  <a:pt x="3443950" y="353605"/>
                </a:lnTo>
                <a:lnTo>
                  <a:pt x="3423788" y="344321"/>
                </a:lnTo>
                <a:lnTo>
                  <a:pt x="3418187" y="344481"/>
                </a:lnTo>
                <a:lnTo>
                  <a:pt x="3414347" y="346882"/>
                </a:lnTo>
                <a:lnTo>
                  <a:pt x="3405546" y="359528"/>
                </a:lnTo>
                <a:lnTo>
                  <a:pt x="3389064" y="369293"/>
                </a:lnTo>
                <a:lnTo>
                  <a:pt x="3380903" y="387061"/>
                </a:lnTo>
                <a:lnTo>
                  <a:pt x="3375782" y="404029"/>
                </a:lnTo>
                <a:lnTo>
                  <a:pt x="3371301" y="409952"/>
                </a:lnTo>
                <a:lnTo>
                  <a:pt x="3370181" y="442927"/>
                </a:lnTo>
                <a:lnTo>
                  <a:pt x="3367621" y="458775"/>
                </a:lnTo>
                <a:lnTo>
                  <a:pt x="3371781" y="479904"/>
                </a:lnTo>
                <a:lnTo>
                  <a:pt x="3370981" y="488869"/>
                </a:lnTo>
                <a:lnTo>
                  <a:pt x="3363620" y="502315"/>
                </a:lnTo>
                <a:lnTo>
                  <a:pt x="3362660" y="505516"/>
                </a:lnTo>
                <a:lnTo>
                  <a:pt x="3358820" y="526806"/>
                </a:lnTo>
                <a:lnTo>
                  <a:pt x="3360260" y="532569"/>
                </a:lnTo>
                <a:lnTo>
                  <a:pt x="3359300" y="539772"/>
                </a:lnTo>
                <a:lnTo>
                  <a:pt x="3353059" y="554820"/>
                </a:lnTo>
                <a:lnTo>
                  <a:pt x="3341858" y="558821"/>
                </a:lnTo>
                <a:lnTo>
                  <a:pt x="3330016" y="561223"/>
                </a:lnTo>
                <a:lnTo>
                  <a:pt x="3319935" y="556100"/>
                </a:lnTo>
                <a:lnTo>
                  <a:pt x="3310814" y="564424"/>
                </a:lnTo>
                <a:lnTo>
                  <a:pt x="3299292" y="577070"/>
                </a:lnTo>
                <a:lnTo>
                  <a:pt x="3294172" y="585714"/>
                </a:lnTo>
                <a:lnTo>
                  <a:pt x="3294332" y="593718"/>
                </a:lnTo>
                <a:lnTo>
                  <a:pt x="3295452" y="599000"/>
                </a:lnTo>
                <a:lnTo>
                  <a:pt x="3293052" y="604603"/>
                </a:lnTo>
                <a:lnTo>
                  <a:pt x="3292732" y="610365"/>
                </a:lnTo>
                <a:lnTo>
                  <a:pt x="3293372" y="618849"/>
                </a:lnTo>
                <a:lnTo>
                  <a:pt x="3301213" y="622371"/>
                </a:lnTo>
                <a:lnTo>
                  <a:pt x="3309374" y="629574"/>
                </a:lnTo>
                <a:lnTo>
                  <a:pt x="3309054" y="636618"/>
                </a:lnTo>
                <a:lnTo>
                  <a:pt x="3304573" y="641420"/>
                </a:lnTo>
                <a:lnTo>
                  <a:pt x="3294332" y="648944"/>
                </a:lnTo>
                <a:lnTo>
                  <a:pt x="3275449" y="664151"/>
                </a:lnTo>
                <a:lnTo>
                  <a:pt x="3254167" y="677277"/>
                </a:lnTo>
                <a:lnTo>
                  <a:pt x="3246166" y="680318"/>
                </a:lnTo>
                <a:lnTo>
                  <a:pt x="3243285" y="686241"/>
                </a:lnTo>
                <a:lnTo>
                  <a:pt x="3241845" y="694405"/>
                </a:lnTo>
                <a:lnTo>
                  <a:pt x="3246486" y="712013"/>
                </a:lnTo>
                <a:lnTo>
                  <a:pt x="3250966" y="717296"/>
                </a:lnTo>
                <a:lnTo>
                  <a:pt x="3253367" y="723538"/>
                </a:lnTo>
                <a:lnTo>
                  <a:pt x="3250486" y="730902"/>
                </a:lnTo>
                <a:lnTo>
                  <a:pt x="3248406" y="737305"/>
                </a:lnTo>
                <a:lnTo>
                  <a:pt x="3240565" y="741307"/>
                </a:lnTo>
                <a:lnTo>
                  <a:pt x="3233044" y="744188"/>
                </a:lnTo>
                <a:lnTo>
                  <a:pt x="3230164" y="749310"/>
                </a:lnTo>
                <a:lnTo>
                  <a:pt x="3226163" y="770600"/>
                </a:lnTo>
                <a:lnTo>
                  <a:pt x="3221523" y="781646"/>
                </a:lnTo>
                <a:lnTo>
                  <a:pt x="3211121" y="798133"/>
                </a:lnTo>
                <a:lnTo>
                  <a:pt x="3207761" y="805657"/>
                </a:lnTo>
                <a:lnTo>
                  <a:pt x="3202480" y="808058"/>
                </a:lnTo>
                <a:lnTo>
                  <a:pt x="3182318" y="800374"/>
                </a:lnTo>
                <a:lnTo>
                  <a:pt x="3164396" y="805017"/>
                </a:lnTo>
                <a:lnTo>
                  <a:pt x="3140553" y="808058"/>
                </a:lnTo>
                <a:lnTo>
                  <a:pt x="3120390" y="807578"/>
                </a:lnTo>
                <a:lnTo>
                  <a:pt x="3104708" y="810939"/>
                </a:lnTo>
                <a:lnTo>
                  <a:pt x="3093987" y="819583"/>
                </a:lnTo>
                <a:lnTo>
                  <a:pt x="3081985" y="830629"/>
                </a:lnTo>
                <a:lnTo>
                  <a:pt x="3069504" y="838632"/>
                </a:lnTo>
                <a:lnTo>
                  <a:pt x="3059902" y="842634"/>
                </a:lnTo>
                <a:lnTo>
                  <a:pt x="3042460" y="831109"/>
                </a:lnTo>
                <a:lnTo>
                  <a:pt x="3033659" y="832069"/>
                </a:lnTo>
                <a:lnTo>
                  <a:pt x="3017817" y="828067"/>
                </a:lnTo>
                <a:lnTo>
                  <a:pt x="2980533" y="815101"/>
                </a:lnTo>
                <a:lnTo>
                  <a:pt x="2971411" y="811259"/>
                </a:lnTo>
                <a:lnTo>
                  <a:pt x="2961490" y="810939"/>
                </a:lnTo>
                <a:lnTo>
                  <a:pt x="2958450" y="807258"/>
                </a:lnTo>
                <a:lnTo>
                  <a:pt x="2960050" y="801015"/>
                </a:lnTo>
                <a:lnTo>
                  <a:pt x="2958450" y="792691"/>
                </a:lnTo>
                <a:lnTo>
                  <a:pt x="2951249" y="789649"/>
                </a:lnTo>
                <a:lnTo>
                  <a:pt x="2876520" y="790930"/>
                </a:lnTo>
                <a:lnTo>
                  <a:pt x="2855077" y="797973"/>
                </a:lnTo>
                <a:lnTo>
                  <a:pt x="2840515" y="803576"/>
                </a:lnTo>
                <a:lnTo>
                  <a:pt x="2830114" y="810139"/>
                </a:lnTo>
                <a:lnTo>
                  <a:pt x="2827073" y="826307"/>
                </a:lnTo>
                <a:lnTo>
                  <a:pt x="2820993" y="841354"/>
                </a:lnTo>
                <a:lnTo>
                  <a:pt x="2812992" y="857521"/>
                </a:lnTo>
                <a:lnTo>
                  <a:pt x="2788028" y="862323"/>
                </a:lnTo>
                <a:lnTo>
                  <a:pt x="2769786" y="878491"/>
                </a:lnTo>
                <a:lnTo>
                  <a:pt x="2763545" y="880572"/>
                </a:lnTo>
                <a:lnTo>
                  <a:pt x="2750904" y="878171"/>
                </a:lnTo>
                <a:lnTo>
                  <a:pt x="2737462" y="876730"/>
                </a:lnTo>
                <a:lnTo>
                  <a:pt x="2727861" y="881372"/>
                </a:lnTo>
                <a:lnTo>
                  <a:pt x="2717620" y="881052"/>
                </a:lnTo>
                <a:lnTo>
                  <a:pt x="2686256" y="873529"/>
                </a:lnTo>
                <a:lnTo>
                  <a:pt x="2656492" y="872248"/>
                </a:lnTo>
                <a:lnTo>
                  <a:pt x="2639690" y="876250"/>
                </a:lnTo>
                <a:lnTo>
                  <a:pt x="2630409" y="877691"/>
                </a:lnTo>
                <a:lnTo>
                  <a:pt x="2578722" y="899941"/>
                </a:lnTo>
                <a:lnTo>
                  <a:pt x="2561280" y="902502"/>
                </a:lnTo>
                <a:lnTo>
                  <a:pt x="2554079" y="899301"/>
                </a:lnTo>
                <a:lnTo>
                  <a:pt x="2544158" y="890176"/>
                </a:lnTo>
                <a:lnTo>
                  <a:pt x="2530716" y="881052"/>
                </a:lnTo>
                <a:lnTo>
                  <a:pt x="2498712" y="849998"/>
                </a:lnTo>
                <a:lnTo>
                  <a:pt x="2486871" y="842634"/>
                </a:lnTo>
                <a:lnTo>
                  <a:pt x="2479030" y="835111"/>
                </a:lnTo>
                <a:lnTo>
                  <a:pt x="2471509" y="826307"/>
                </a:lnTo>
                <a:lnTo>
                  <a:pt x="2460948" y="816702"/>
                </a:lnTo>
                <a:lnTo>
                  <a:pt x="2451186" y="810139"/>
                </a:lnTo>
                <a:lnTo>
                  <a:pt x="2438065" y="796693"/>
                </a:lnTo>
                <a:lnTo>
                  <a:pt x="2424943" y="781966"/>
                </a:lnTo>
                <a:lnTo>
                  <a:pt x="2422063" y="756034"/>
                </a:lnTo>
                <a:lnTo>
                  <a:pt x="2411661" y="751391"/>
                </a:lnTo>
                <a:lnTo>
                  <a:pt x="2408141" y="744668"/>
                </a:lnTo>
                <a:lnTo>
                  <a:pt x="2406541" y="736985"/>
                </a:lnTo>
                <a:lnTo>
                  <a:pt x="2420943" y="715855"/>
                </a:lnTo>
                <a:lnTo>
                  <a:pt x="2431344" y="738105"/>
                </a:lnTo>
                <a:lnTo>
                  <a:pt x="2435504" y="743068"/>
                </a:lnTo>
                <a:lnTo>
                  <a:pt x="2458707" y="758115"/>
                </a:lnTo>
                <a:lnTo>
                  <a:pt x="2477910" y="765478"/>
                </a:lnTo>
                <a:lnTo>
                  <a:pt x="2498552" y="768519"/>
                </a:lnTo>
                <a:lnTo>
                  <a:pt x="2519675" y="769160"/>
                </a:lnTo>
                <a:lnTo>
                  <a:pt x="2527996" y="768199"/>
                </a:lnTo>
                <a:lnTo>
                  <a:pt x="2536157" y="765158"/>
                </a:lnTo>
                <a:lnTo>
                  <a:pt x="2544318" y="768359"/>
                </a:lnTo>
                <a:lnTo>
                  <a:pt x="2588323" y="792691"/>
                </a:lnTo>
                <a:lnTo>
                  <a:pt x="2605446" y="797013"/>
                </a:lnTo>
                <a:lnTo>
                  <a:pt x="2623528" y="795252"/>
                </a:lnTo>
                <a:lnTo>
                  <a:pt x="2630729" y="797653"/>
                </a:lnTo>
                <a:lnTo>
                  <a:pt x="2656012" y="816222"/>
                </a:lnTo>
                <a:lnTo>
                  <a:pt x="2663533" y="818463"/>
                </a:lnTo>
                <a:lnTo>
                  <a:pt x="2676014" y="817022"/>
                </a:lnTo>
                <a:lnTo>
                  <a:pt x="2660012" y="808538"/>
                </a:lnTo>
                <a:lnTo>
                  <a:pt x="2649611" y="802455"/>
                </a:lnTo>
                <a:lnTo>
                  <a:pt x="2644971" y="791090"/>
                </a:lnTo>
                <a:lnTo>
                  <a:pt x="2647851" y="778924"/>
                </a:lnTo>
                <a:lnTo>
                  <a:pt x="2657932" y="770921"/>
                </a:lnTo>
                <a:lnTo>
                  <a:pt x="2664973" y="762116"/>
                </a:lnTo>
                <a:lnTo>
                  <a:pt x="2667533" y="736024"/>
                </a:lnTo>
                <a:lnTo>
                  <a:pt x="2672014" y="722738"/>
                </a:lnTo>
                <a:lnTo>
                  <a:pt x="2680495" y="710092"/>
                </a:lnTo>
                <a:lnTo>
                  <a:pt x="2683215" y="697926"/>
                </a:lnTo>
                <a:lnTo>
                  <a:pt x="2673774" y="688642"/>
                </a:lnTo>
                <a:lnTo>
                  <a:pt x="2671694" y="672795"/>
                </a:lnTo>
                <a:lnTo>
                  <a:pt x="2673774" y="659508"/>
                </a:lnTo>
                <a:lnTo>
                  <a:pt x="2679055" y="650544"/>
                </a:lnTo>
                <a:lnTo>
                  <a:pt x="2687696" y="656467"/>
                </a:lnTo>
                <a:lnTo>
                  <a:pt x="2696497" y="662070"/>
                </a:lnTo>
                <a:lnTo>
                  <a:pt x="2705298" y="661429"/>
                </a:lnTo>
                <a:lnTo>
                  <a:pt x="2711379" y="659188"/>
                </a:lnTo>
                <a:lnTo>
                  <a:pt x="2712499" y="652465"/>
                </a:lnTo>
                <a:lnTo>
                  <a:pt x="2710739" y="640620"/>
                </a:lnTo>
                <a:lnTo>
                  <a:pt x="2711219" y="618849"/>
                </a:lnTo>
                <a:lnTo>
                  <a:pt x="2722420" y="601401"/>
                </a:lnTo>
                <a:lnTo>
                  <a:pt x="2740022" y="589396"/>
                </a:lnTo>
                <a:lnTo>
                  <a:pt x="2756825" y="583633"/>
                </a:lnTo>
                <a:lnTo>
                  <a:pt x="2819392" y="573868"/>
                </a:lnTo>
                <a:lnTo>
                  <a:pt x="2918285" y="549057"/>
                </a:lnTo>
                <a:lnTo>
                  <a:pt x="2947728" y="539292"/>
                </a:lnTo>
                <a:lnTo>
                  <a:pt x="2958450" y="534330"/>
                </a:lnTo>
                <a:lnTo>
                  <a:pt x="2967571" y="527447"/>
                </a:lnTo>
                <a:lnTo>
                  <a:pt x="2982773" y="505196"/>
                </a:lnTo>
                <a:lnTo>
                  <a:pt x="3011576" y="470460"/>
                </a:lnTo>
                <a:lnTo>
                  <a:pt x="3031739" y="441647"/>
                </a:lnTo>
                <a:lnTo>
                  <a:pt x="3074304" y="400027"/>
                </a:lnTo>
                <a:lnTo>
                  <a:pt x="3108228" y="361289"/>
                </a:lnTo>
                <a:lnTo>
                  <a:pt x="3112869" y="353926"/>
                </a:lnTo>
                <a:lnTo>
                  <a:pt x="3118470" y="332796"/>
                </a:lnTo>
                <a:lnTo>
                  <a:pt x="3118790" y="322871"/>
                </a:lnTo>
                <a:lnTo>
                  <a:pt x="3117830" y="312786"/>
                </a:lnTo>
                <a:lnTo>
                  <a:pt x="3122470" y="308144"/>
                </a:lnTo>
                <a:lnTo>
                  <a:pt x="3129031" y="305263"/>
                </a:lnTo>
                <a:lnTo>
                  <a:pt x="3130631" y="305263"/>
                </a:lnTo>
                <a:lnTo>
                  <a:pt x="3135592" y="309745"/>
                </a:lnTo>
                <a:lnTo>
                  <a:pt x="3147433" y="315828"/>
                </a:lnTo>
                <a:lnTo>
                  <a:pt x="3156234" y="323671"/>
                </a:lnTo>
                <a:lnTo>
                  <a:pt x="3162155" y="333916"/>
                </a:lnTo>
                <a:lnTo>
                  <a:pt x="3166476" y="343361"/>
                </a:lnTo>
                <a:lnTo>
                  <a:pt x="3166796" y="351524"/>
                </a:lnTo>
                <a:lnTo>
                  <a:pt x="3172076" y="358087"/>
                </a:lnTo>
                <a:lnTo>
                  <a:pt x="3187118" y="359208"/>
                </a:lnTo>
                <a:lnTo>
                  <a:pt x="3191919" y="367532"/>
                </a:lnTo>
                <a:lnTo>
                  <a:pt x="3202320" y="381939"/>
                </a:lnTo>
                <a:lnTo>
                  <a:pt x="3211921" y="392344"/>
                </a:lnTo>
                <a:lnTo>
                  <a:pt x="3217682" y="396345"/>
                </a:lnTo>
                <a:lnTo>
                  <a:pt x="3225043" y="394104"/>
                </a:lnTo>
                <a:lnTo>
                  <a:pt x="3236404" y="384660"/>
                </a:lnTo>
                <a:lnTo>
                  <a:pt x="3244566" y="373135"/>
                </a:lnTo>
                <a:lnTo>
                  <a:pt x="3250006" y="357447"/>
                </a:lnTo>
                <a:lnTo>
                  <a:pt x="3245686" y="355206"/>
                </a:lnTo>
                <a:lnTo>
                  <a:pt x="3253367" y="343521"/>
                </a:lnTo>
                <a:lnTo>
                  <a:pt x="3254807" y="337278"/>
                </a:lnTo>
                <a:lnTo>
                  <a:pt x="3251286" y="331515"/>
                </a:lnTo>
                <a:lnTo>
                  <a:pt x="3246806" y="325912"/>
                </a:lnTo>
                <a:lnTo>
                  <a:pt x="3245046" y="311666"/>
                </a:lnTo>
                <a:lnTo>
                  <a:pt x="3242005" y="293417"/>
                </a:lnTo>
                <a:lnTo>
                  <a:pt x="3239925" y="285253"/>
                </a:lnTo>
                <a:lnTo>
                  <a:pt x="3245846" y="279331"/>
                </a:lnTo>
                <a:lnTo>
                  <a:pt x="3258807" y="271807"/>
                </a:lnTo>
                <a:lnTo>
                  <a:pt x="3271609" y="263163"/>
                </a:lnTo>
                <a:lnTo>
                  <a:pt x="3284731" y="256120"/>
                </a:lnTo>
                <a:lnTo>
                  <a:pt x="3285051" y="268766"/>
                </a:lnTo>
                <a:lnTo>
                  <a:pt x="3284731" y="289575"/>
                </a:lnTo>
                <a:lnTo>
                  <a:pt x="3288731" y="306864"/>
                </a:lnTo>
                <a:lnTo>
                  <a:pt x="3297532" y="337758"/>
                </a:lnTo>
                <a:lnTo>
                  <a:pt x="3307773" y="341920"/>
                </a:lnTo>
                <a:lnTo>
                  <a:pt x="3319935" y="344641"/>
                </a:lnTo>
                <a:lnTo>
                  <a:pt x="3326976" y="343681"/>
                </a:lnTo>
                <a:lnTo>
                  <a:pt x="3331456" y="341760"/>
                </a:lnTo>
                <a:lnTo>
                  <a:pt x="3332737" y="339199"/>
                </a:lnTo>
                <a:lnTo>
                  <a:pt x="3325056" y="327193"/>
                </a:lnTo>
                <a:lnTo>
                  <a:pt x="3323135" y="298700"/>
                </a:lnTo>
                <a:lnTo>
                  <a:pt x="3316895" y="279971"/>
                </a:lnTo>
                <a:lnTo>
                  <a:pt x="3307293" y="261402"/>
                </a:lnTo>
                <a:lnTo>
                  <a:pt x="3302813" y="256120"/>
                </a:lnTo>
                <a:lnTo>
                  <a:pt x="3340418" y="250837"/>
                </a:lnTo>
                <a:lnTo>
                  <a:pt x="3348899" y="245075"/>
                </a:lnTo>
                <a:lnTo>
                  <a:pt x="3363620" y="232269"/>
                </a:lnTo>
                <a:lnTo>
                  <a:pt x="3369061" y="225065"/>
                </a:lnTo>
                <a:lnTo>
                  <a:pt x="3373542" y="209058"/>
                </a:lnTo>
                <a:lnTo>
                  <a:pt x="3355139" y="199453"/>
                </a:lnTo>
                <a:lnTo>
                  <a:pt x="3347938" y="187128"/>
                </a:lnTo>
                <a:lnTo>
                  <a:pt x="3347458" y="174001"/>
                </a:lnTo>
                <a:lnTo>
                  <a:pt x="3369381" y="149350"/>
                </a:lnTo>
                <a:lnTo>
                  <a:pt x="3377062" y="143587"/>
                </a:lnTo>
                <a:lnTo>
                  <a:pt x="3380422" y="152231"/>
                </a:lnTo>
                <a:lnTo>
                  <a:pt x="3390024" y="154472"/>
                </a:lnTo>
                <a:lnTo>
                  <a:pt x="3398985" y="154792"/>
                </a:lnTo>
                <a:lnTo>
                  <a:pt x="3407946" y="154312"/>
                </a:lnTo>
                <a:lnTo>
                  <a:pt x="3420748" y="141826"/>
                </a:lnTo>
                <a:lnTo>
                  <a:pt x="3427308" y="124058"/>
                </a:lnTo>
                <a:lnTo>
                  <a:pt x="3450031" y="98926"/>
                </a:lnTo>
                <a:lnTo>
                  <a:pt x="3458032" y="79557"/>
                </a:lnTo>
                <a:lnTo>
                  <a:pt x="3462513" y="59228"/>
                </a:lnTo>
                <a:lnTo>
                  <a:pt x="3519640" y="0"/>
                </a:lnTo>
                <a:lnTo>
                  <a:pt x="3526521" y="0"/>
                </a:lnTo>
                <a:lnTo>
                  <a:pt x="3560445" y="0"/>
                </a:lnTo>
                <a:lnTo>
                  <a:pt x="3564606" y="0"/>
                </a:lnTo>
                <a:lnTo>
                  <a:pt x="3573727" y="0"/>
                </a:lnTo>
                <a:lnTo>
                  <a:pt x="3576447" y="0"/>
                </a:lnTo>
                <a:lnTo>
                  <a:pt x="3575167" y="0"/>
                </a:lnTo>
                <a:lnTo>
                  <a:pt x="3569726" y="0"/>
                </a:lnTo>
                <a:lnTo>
                  <a:pt x="3566526" y="0"/>
                </a:lnTo>
                <a:lnTo>
                  <a:pt x="3570366" y="0"/>
                </a:lnTo>
                <a:lnTo>
                  <a:pt x="3586528" y="0"/>
                </a:lnTo>
                <a:lnTo>
                  <a:pt x="3603490" y="0"/>
                </a:lnTo>
                <a:lnTo>
                  <a:pt x="3612932" y="0"/>
                </a:lnTo>
                <a:lnTo>
                  <a:pt x="3621093" y="0"/>
                </a:lnTo>
                <a:lnTo>
                  <a:pt x="3637255" y="0"/>
                </a:lnTo>
                <a:lnTo>
                  <a:pt x="3640775" y="0"/>
                </a:lnTo>
                <a:lnTo>
                  <a:pt x="3639655" y="0"/>
                </a:lnTo>
                <a:lnTo>
                  <a:pt x="3641255" y="0"/>
                </a:lnTo>
                <a:lnTo>
                  <a:pt x="3647496" y="0"/>
                </a:lnTo>
                <a:lnTo>
                  <a:pt x="3661258" y="0"/>
                </a:lnTo>
                <a:lnTo>
                  <a:pt x="3680300" y="0"/>
                </a:lnTo>
                <a:lnTo>
                  <a:pt x="3698062" y="0"/>
                </a:lnTo>
                <a:lnTo>
                  <a:pt x="3703823" y="4162"/>
                </a:lnTo>
                <a:lnTo>
                  <a:pt x="3707663" y="11685"/>
                </a:lnTo>
                <a:lnTo>
                  <a:pt x="3711504" y="24011"/>
                </a:lnTo>
                <a:lnTo>
                  <a:pt x="3711824" y="36497"/>
                </a:lnTo>
                <a:lnTo>
                  <a:pt x="3699022" y="48503"/>
                </a:lnTo>
                <a:lnTo>
                  <a:pt x="3704463" y="68192"/>
                </a:lnTo>
                <a:lnTo>
                  <a:pt x="3703663" y="79717"/>
                </a:lnTo>
                <a:lnTo>
                  <a:pt x="3699182" y="89482"/>
                </a:lnTo>
                <a:lnTo>
                  <a:pt x="3680620" y="98446"/>
                </a:lnTo>
                <a:lnTo>
                  <a:pt x="3731346" y="89642"/>
                </a:lnTo>
                <a:lnTo>
                  <a:pt x="3743828" y="84520"/>
                </a:lnTo>
                <a:lnTo>
                  <a:pt x="3761110" y="71553"/>
                </a:lnTo>
                <a:lnTo>
                  <a:pt x="3770391" y="82759"/>
                </a:lnTo>
                <a:lnTo>
                  <a:pt x="3779032" y="102128"/>
                </a:lnTo>
                <a:lnTo>
                  <a:pt x="3771991" y="106930"/>
                </a:lnTo>
                <a:lnTo>
                  <a:pt x="3750069" y="114133"/>
                </a:lnTo>
                <a:lnTo>
                  <a:pt x="3748949" y="117015"/>
                </a:lnTo>
                <a:lnTo>
                  <a:pt x="3756309" y="127099"/>
                </a:lnTo>
                <a:lnTo>
                  <a:pt x="3765431" y="126139"/>
                </a:lnTo>
                <a:lnTo>
                  <a:pt x="3783673" y="119416"/>
                </a:lnTo>
                <a:lnTo>
                  <a:pt x="3800315" y="108691"/>
                </a:lnTo>
                <a:lnTo>
                  <a:pt x="3808476" y="108851"/>
                </a:lnTo>
                <a:lnTo>
                  <a:pt x="3816957" y="111092"/>
                </a:lnTo>
                <a:lnTo>
                  <a:pt x="3833439" y="117975"/>
                </a:lnTo>
                <a:lnTo>
                  <a:pt x="3842720" y="123418"/>
                </a:lnTo>
                <a:lnTo>
                  <a:pt x="3850561" y="130461"/>
                </a:lnTo>
                <a:lnTo>
                  <a:pt x="3855682" y="145348"/>
                </a:lnTo>
                <a:lnTo>
                  <a:pt x="3874724" y="150630"/>
                </a:lnTo>
                <a:lnTo>
                  <a:pt x="3913609" y="171440"/>
                </a:lnTo>
                <a:lnTo>
                  <a:pt x="3920970" y="173201"/>
                </a:lnTo>
                <a:lnTo>
                  <a:pt x="3928491" y="173681"/>
                </a:lnTo>
                <a:lnTo>
                  <a:pt x="3948974" y="171120"/>
                </a:lnTo>
                <a:lnTo>
                  <a:pt x="3956174" y="174001"/>
                </a:lnTo>
                <a:lnTo>
                  <a:pt x="3961455" y="181525"/>
                </a:lnTo>
                <a:lnTo>
                  <a:pt x="3963055" y="190809"/>
                </a:lnTo>
                <a:lnTo>
                  <a:pt x="3962575" y="200734"/>
                </a:lnTo>
                <a:lnTo>
                  <a:pt x="3960495" y="208257"/>
                </a:lnTo>
                <a:lnTo>
                  <a:pt x="3955694" y="214500"/>
                </a:lnTo>
                <a:lnTo>
                  <a:pt x="3941613" y="224105"/>
                </a:lnTo>
                <a:lnTo>
                  <a:pt x="3906408" y="236431"/>
                </a:lnTo>
                <a:lnTo>
                  <a:pt x="3868003" y="245875"/>
                </a:lnTo>
                <a:lnTo>
                  <a:pt x="3848641" y="245235"/>
                </a:lnTo>
                <a:lnTo>
                  <a:pt x="3821598" y="237071"/>
                </a:lnTo>
                <a:lnTo>
                  <a:pt x="3811676" y="238191"/>
                </a:lnTo>
                <a:lnTo>
                  <a:pt x="3802235" y="241873"/>
                </a:lnTo>
                <a:lnTo>
                  <a:pt x="3790074" y="267485"/>
                </a:lnTo>
                <a:lnTo>
                  <a:pt x="3812316" y="293097"/>
                </a:lnTo>
                <a:lnTo>
                  <a:pt x="3850401" y="319830"/>
                </a:lnTo>
                <a:lnTo>
                  <a:pt x="3855682" y="326393"/>
                </a:lnTo>
                <a:lnTo>
                  <a:pt x="3854242" y="334556"/>
                </a:lnTo>
                <a:lnTo>
                  <a:pt x="3848161" y="339519"/>
                </a:lnTo>
                <a:lnTo>
                  <a:pt x="3840160" y="342240"/>
                </a:lnTo>
                <a:lnTo>
                  <a:pt x="3818717" y="346402"/>
                </a:lnTo>
                <a:lnTo>
                  <a:pt x="3797115" y="349604"/>
                </a:lnTo>
                <a:lnTo>
                  <a:pt x="3779192" y="354086"/>
                </a:lnTo>
                <a:lnTo>
                  <a:pt x="3761750" y="360168"/>
                </a:lnTo>
                <a:lnTo>
                  <a:pt x="3743828" y="358087"/>
                </a:lnTo>
                <a:lnTo>
                  <a:pt x="3719025" y="346082"/>
                </a:lnTo>
                <a:lnTo>
                  <a:pt x="3711824" y="345282"/>
                </a:lnTo>
                <a:lnTo>
                  <a:pt x="3704463" y="351524"/>
                </a:lnTo>
                <a:lnTo>
                  <a:pt x="3697102" y="368172"/>
                </a:lnTo>
                <a:lnTo>
                  <a:pt x="3692301" y="372814"/>
                </a:lnTo>
                <a:close/>
              </a:path>
              <a:path w="4160520" h="2561198">
                <a:moveTo>
                  <a:pt x="926356" y="192890"/>
                </a:moveTo>
                <a:lnTo>
                  <a:pt x="922355" y="197372"/>
                </a:lnTo>
                <a:lnTo>
                  <a:pt x="910674" y="194811"/>
                </a:lnTo>
                <a:lnTo>
                  <a:pt x="912754" y="168559"/>
                </a:lnTo>
                <a:lnTo>
                  <a:pt x="919475" y="165197"/>
                </a:lnTo>
                <a:lnTo>
                  <a:pt x="929716" y="170000"/>
                </a:lnTo>
                <a:lnTo>
                  <a:pt x="934357" y="174482"/>
                </a:lnTo>
                <a:lnTo>
                  <a:pt x="926356" y="192890"/>
                </a:lnTo>
                <a:close/>
              </a:path>
              <a:path w="4160520" h="2561198">
                <a:moveTo>
                  <a:pt x="855787" y="5443"/>
                </a:moveTo>
                <a:lnTo>
                  <a:pt x="867148" y="22571"/>
                </a:lnTo>
                <a:lnTo>
                  <a:pt x="861388" y="30254"/>
                </a:lnTo>
                <a:lnTo>
                  <a:pt x="858667" y="32495"/>
                </a:lnTo>
                <a:lnTo>
                  <a:pt x="851786" y="29934"/>
                </a:lnTo>
                <a:lnTo>
                  <a:pt x="845386" y="36497"/>
                </a:lnTo>
                <a:lnTo>
                  <a:pt x="839145" y="37938"/>
                </a:lnTo>
                <a:lnTo>
                  <a:pt x="832904" y="25932"/>
                </a:lnTo>
                <a:lnTo>
                  <a:pt x="825223" y="21290"/>
                </a:lnTo>
                <a:lnTo>
                  <a:pt x="823463" y="13126"/>
                </a:lnTo>
                <a:lnTo>
                  <a:pt x="833864" y="11685"/>
                </a:lnTo>
                <a:lnTo>
                  <a:pt x="839945" y="14407"/>
                </a:lnTo>
                <a:lnTo>
                  <a:pt x="851626" y="8804"/>
                </a:lnTo>
                <a:lnTo>
                  <a:pt x="855787" y="5443"/>
                </a:lnTo>
                <a:close/>
              </a:path>
              <a:path w="4160520" h="2561198">
                <a:moveTo>
                  <a:pt x="2702578" y="653906"/>
                </a:moveTo>
                <a:lnTo>
                  <a:pt x="2697777" y="655987"/>
                </a:lnTo>
                <a:lnTo>
                  <a:pt x="2690256" y="650224"/>
                </a:lnTo>
                <a:lnTo>
                  <a:pt x="2688336" y="601721"/>
                </a:lnTo>
                <a:lnTo>
                  <a:pt x="2693617" y="597399"/>
                </a:lnTo>
                <a:lnTo>
                  <a:pt x="2697137" y="598040"/>
                </a:lnTo>
                <a:lnTo>
                  <a:pt x="2700818" y="606844"/>
                </a:lnTo>
                <a:lnTo>
                  <a:pt x="2700498" y="628134"/>
                </a:lnTo>
                <a:lnTo>
                  <a:pt x="2701138" y="646863"/>
                </a:lnTo>
                <a:lnTo>
                  <a:pt x="2702578" y="653906"/>
                </a:lnTo>
                <a:close/>
              </a:path>
              <a:path w="4160520" h="2561198">
                <a:moveTo>
                  <a:pt x="1515389" y="827427"/>
                </a:moveTo>
                <a:lnTo>
                  <a:pt x="1491386" y="837992"/>
                </a:lnTo>
                <a:lnTo>
                  <a:pt x="1464183" y="828227"/>
                </a:lnTo>
                <a:lnTo>
                  <a:pt x="1472984" y="812700"/>
                </a:lnTo>
                <a:lnTo>
                  <a:pt x="1491066" y="808858"/>
                </a:lnTo>
                <a:lnTo>
                  <a:pt x="1505628" y="813821"/>
                </a:lnTo>
                <a:lnTo>
                  <a:pt x="1513949" y="817662"/>
                </a:lnTo>
                <a:lnTo>
                  <a:pt x="1519550" y="821984"/>
                </a:lnTo>
                <a:lnTo>
                  <a:pt x="1515389" y="827427"/>
                </a:lnTo>
                <a:close/>
              </a:path>
              <a:path w="4160520" h="2561198">
                <a:moveTo>
                  <a:pt x="3302813" y="256120"/>
                </a:moveTo>
                <a:lnTo>
                  <a:pt x="3307293" y="261402"/>
                </a:lnTo>
                <a:lnTo>
                  <a:pt x="3316895" y="279971"/>
                </a:lnTo>
                <a:lnTo>
                  <a:pt x="3323135" y="298700"/>
                </a:lnTo>
                <a:lnTo>
                  <a:pt x="3325056" y="327193"/>
                </a:lnTo>
                <a:lnTo>
                  <a:pt x="3332737" y="339199"/>
                </a:lnTo>
                <a:lnTo>
                  <a:pt x="3331456" y="341760"/>
                </a:lnTo>
                <a:lnTo>
                  <a:pt x="3326976" y="343681"/>
                </a:lnTo>
                <a:lnTo>
                  <a:pt x="3319935" y="344641"/>
                </a:lnTo>
                <a:lnTo>
                  <a:pt x="3307773" y="341920"/>
                </a:lnTo>
                <a:lnTo>
                  <a:pt x="3297532" y="337758"/>
                </a:lnTo>
                <a:lnTo>
                  <a:pt x="3288731" y="306864"/>
                </a:lnTo>
                <a:lnTo>
                  <a:pt x="3284731" y="289575"/>
                </a:lnTo>
                <a:lnTo>
                  <a:pt x="3285051" y="268766"/>
                </a:lnTo>
                <a:lnTo>
                  <a:pt x="3284731" y="256120"/>
                </a:lnTo>
                <a:lnTo>
                  <a:pt x="3302813" y="256120"/>
                </a:lnTo>
                <a:close/>
              </a:path>
              <a:path w="4160520" h="2561198">
                <a:moveTo>
                  <a:pt x="3284731" y="256120"/>
                </a:moveTo>
                <a:lnTo>
                  <a:pt x="3271609" y="263163"/>
                </a:lnTo>
                <a:lnTo>
                  <a:pt x="3258807" y="271807"/>
                </a:lnTo>
                <a:lnTo>
                  <a:pt x="3245846" y="279331"/>
                </a:lnTo>
                <a:lnTo>
                  <a:pt x="3239925" y="285253"/>
                </a:lnTo>
                <a:lnTo>
                  <a:pt x="3242005" y="293417"/>
                </a:lnTo>
                <a:lnTo>
                  <a:pt x="3245046" y="311666"/>
                </a:lnTo>
                <a:lnTo>
                  <a:pt x="3246806" y="325912"/>
                </a:lnTo>
                <a:lnTo>
                  <a:pt x="3251286" y="331515"/>
                </a:lnTo>
                <a:lnTo>
                  <a:pt x="3254807" y="337278"/>
                </a:lnTo>
                <a:lnTo>
                  <a:pt x="3253367" y="343521"/>
                </a:lnTo>
                <a:lnTo>
                  <a:pt x="3245686" y="355206"/>
                </a:lnTo>
                <a:lnTo>
                  <a:pt x="3250006" y="357447"/>
                </a:lnTo>
                <a:lnTo>
                  <a:pt x="3244566" y="373135"/>
                </a:lnTo>
                <a:lnTo>
                  <a:pt x="3236404" y="384660"/>
                </a:lnTo>
                <a:lnTo>
                  <a:pt x="3225043" y="394104"/>
                </a:lnTo>
                <a:lnTo>
                  <a:pt x="3217682" y="396345"/>
                </a:lnTo>
                <a:lnTo>
                  <a:pt x="3211921" y="392344"/>
                </a:lnTo>
                <a:lnTo>
                  <a:pt x="3202320" y="381939"/>
                </a:lnTo>
                <a:lnTo>
                  <a:pt x="3191919" y="367532"/>
                </a:lnTo>
                <a:lnTo>
                  <a:pt x="3187118" y="359208"/>
                </a:lnTo>
                <a:lnTo>
                  <a:pt x="3172076" y="358087"/>
                </a:lnTo>
                <a:lnTo>
                  <a:pt x="3166796" y="351524"/>
                </a:lnTo>
                <a:lnTo>
                  <a:pt x="3166476" y="343361"/>
                </a:lnTo>
                <a:lnTo>
                  <a:pt x="3162155" y="333916"/>
                </a:lnTo>
                <a:lnTo>
                  <a:pt x="3156234" y="323671"/>
                </a:lnTo>
                <a:lnTo>
                  <a:pt x="3147433" y="315828"/>
                </a:lnTo>
                <a:lnTo>
                  <a:pt x="3135592" y="309745"/>
                </a:lnTo>
                <a:lnTo>
                  <a:pt x="3130631" y="305263"/>
                </a:lnTo>
                <a:lnTo>
                  <a:pt x="3148874" y="305583"/>
                </a:lnTo>
                <a:lnTo>
                  <a:pt x="3168236" y="303022"/>
                </a:lnTo>
                <a:lnTo>
                  <a:pt x="3188238" y="294538"/>
                </a:lnTo>
                <a:lnTo>
                  <a:pt x="3207601" y="284133"/>
                </a:lnTo>
                <a:lnTo>
                  <a:pt x="3223763" y="272447"/>
                </a:lnTo>
                <a:lnTo>
                  <a:pt x="3238965" y="259161"/>
                </a:lnTo>
                <a:lnTo>
                  <a:pt x="3254967" y="248756"/>
                </a:lnTo>
                <a:lnTo>
                  <a:pt x="3279610" y="236591"/>
                </a:lnTo>
                <a:lnTo>
                  <a:pt x="3288091" y="237551"/>
                </a:lnTo>
                <a:lnTo>
                  <a:pt x="3287931" y="246195"/>
                </a:lnTo>
                <a:lnTo>
                  <a:pt x="3284731" y="256120"/>
                </a:lnTo>
                <a:close/>
              </a:path>
              <a:path w="4160520" h="2561198">
                <a:moveTo>
                  <a:pt x="4120515" y="198973"/>
                </a:moveTo>
                <a:lnTo>
                  <a:pt x="4116194" y="208738"/>
                </a:lnTo>
                <a:lnTo>
                  <a:pt x="4111234" y="213220"/>
                </a:lnTo>
                <a:lnTo>
                  <a:pt x="4104513" y="210659"/>
                </a:lnTo>
                <a:lnTo>
                  <a:pt x="4099392" y="205696"/>
                </a:lnTo>
                <a:lnTo>
                  <a:pt x="4096672" y="213060"/>
                </a:lnTo>
                <a:lnTo>
                  <a:pt x="4082590" y="215941"/>
                </a:lnTo>
                <a:lnTo>
                  <a:pt x="4073789" y="227306"/>
                </a:lnTo>
                <a:lnTo>
                  <a:pt x="4060988" y="230508"/>
                </a:lnTo>
                <a:lnTo>
                  <a:pt x="4051866" y="228907"/>
                </a:lnTo>
                <a:lnTo>
                  <a:pt x="4052827" y="218822"/>
                </a:lnTo>
                <a:lnTo>
                  <a:pt x="4077790" y="203615"/>
                </a:lnTo>
                <a:lnTo>
                  <a:pt x="4093312" y="197853"/>
                </a:lnTo>
                <a:lnTo>
                  <a:pt x="4106913" y="186967"/>
                </a:lnTo>
                <a:lnTo>
                  <a:pt x="4113794" y="185687"/>
                </a:lnTo>
                <a:lnTo>
                  <a:pt x="4117155" y="194651"/>
                </a:lnTo>
                <a:lnTo>
                  <a:pt x="4120515" y="198973"/>
                </a:lnTo>
                <a:close/>
              </a:path>
              <a:path w="4160520" h="2561198">
                <a:moveTo>
                  <a:pt x="899632" y="0"/>
                </a:moveTo>
                <a:lnTo>
                  <a:pt x="898512" y="0"/>
                </a:lnTo>
                <a:lnTo>
                  <a:pt x="902513" y="0"/>
                </a:lnTo>
                <a:lnTo>
                  <a:pt x="907953" y="0"/>
                </a:lnTo>
                <a:lnTo>
                  <a:pt x="914994" y="0"/>
                </a:lnTo>
                <a:lnTo>
                  <a:pt x="922675" y="0"/>
                </a:lnTo>
                <a:lnTo>
                  <a:pt x="930996" y="0"/>
                </a:lnTo>
                <a:lnTo>
                  <a:pt x="939797" y="0"/>
                </a:lnTo>
                <a:lnTo>
                  <a:pt x="949239" y="0"/>
                </a:lnTo>
                <a:lnTo>
                  <a:pt x="958840" y="0"/>
                </a:lnTo>
                <a:lnTo>
                  <a:pt x="963320" y="0"/>
                </a:lnTo>
                <a:lnTo>
                  <a:pt x="966521" y="0"/>
                </a:lnTo>
                <a:lnTo>
                  <a:pt x="967001" y="0"/>
                </a:lnTo>
                <a:lnTo>
                  <a:pt x="962520" y="0"/>
                </a:lnTo>
                <a:lnTo>
                  <a:pt x="954679" y="0"/>
                </a:lnTo>
                <a:lnTo>
                  <a:pt x="943798" y="0"/>
                </a:lnTo>
                <a:lnTo>
                  <a:pt x="947318" y="0"/>
                </a:lnTo>
                <a:lnTo>
                  <a:pt x="962360" y="0"/>
                </a:lnTo>
                <a:lnTo>
                  <a:pt x="980122" y="0"/>
                </a:lnTo>
                <a:lnTo>
                  <a:pt x="999165" y="0"/>
                </a:lnTo>
                <a:lnTo>
                  <a:pt x="1009246" y="0"/>
                </a:lnTo>
                <a:lnTo>
                  <a:pt x="1017407" y="0"/>
                </a:lnTo>
                <a:lnTo>
                  <a:pt x="1025088" y="0"/>
                </a:lnTo>
                <a:lnTo>
                  <a:pt x="1034849" y="0"/>
                </a:lnTo>
                <a:lnTo>
                  <a:pt x="1064933" y="0"/>
                </a:lnTo>
                <a:lnTo>
                  <a:pt x="1074054" y="0"/>
                </a:lnTo>
                <a:lnTo>
                  <a:pt x="1075494" y="0"/>
                </a:lnTo>
                <a:lnTo>
                  <a:pt x="1071814" y="0"/>
                </a:lnTo>
                <a:lnTo>
                  <a:pt x="1076455" y="0"/>
                </a:lnTo>
                <a:lnTo>
                  <a:pt x="1084936" y="0"/>
                </a:lnTo>
                <a:lnTo>
                  <a:pt x="1085896" y="0"/>
                </a:lnTo>
                <a:lnTo>
                  <a:pt x="1075494" y="0"/>
                </a:lnTo>
                <a:lnTo>
                  <a:pt x="1066693" y="0"/>
                </a:lnTo>
                <a:lnTo>
                  <a:pt x="1057092" y="0"/>
                </a:lnTo>
                <a:lnTo>
                  <a:pt x="1049731" y="0"/>
                </a:lnTo>
                <a:lnTo>
                  <a:pt x="1047651" y="0"/>
                </a:lnTo>
                <a:lnTo>
                  <a:pt x="1048291" y="0"/>
                </a:lnTo>
                <a:lnTo>
                  <a:pt x="1055012" y="0"/>
                </a:lnTo>
                <a:lnTo>
                  <a:pt x="1062213" y="0"/>
                </a:lnTo>
                <a:lnTo>
                  <a:pt x="1063973" y="0"/>
                </a:lnTo>
                <a:lnTo>
                  <a:pt x="1063173" y="0"/>
                </a:lnTo>
                <a:lnTo>
                  <a:pt x="1058212" y="0"/>
                </a:lnTo>
                <a:lnTo>
                  <a:pt x="1039970" y="0"/>
                </a:lnTo>
                <a:lnTo>
                  <a:pt x="1025408" y="0"/>
                </a:lnTo>
                <a:lnTo>
                  <a:pt x="1033089" y="0"/>
                </a:lnTo>
                <a:lnTo>
                  <a:pt x="1047491" y="0"/>
                </a:lnTo>
                <a:lnTo>
                  <a:pt x="1056932" y="0"/>
                </a:lnTo>
                <a:lnTo>
                  <a:pt x="1066853" y="0"/>
                </a:lnTo>
                <a:lnTo>
                  <a:pt x="1088136" y="0"/>
                </a:lnTo>
                <a:lnTo>
                  <a:pt x="1106378" y="0"/>
                </a:lnTo>
                <a:lnTo>
                  <a:pt x="1128941" y="0"/>
                </a:lnTo>
                <a:lnTo>
                  <a:pt x="1130381" y="0"/>
                </a:lnTo>
                <a:lnTo>
                  <a:pt x="1150224" y="0"/>
                </a:lnTo>
                <a:lnTo>
                  <a:pt x="1159185" y="0"/>
                </a:lnTo>
                <a:lnTo>
                  <a:pt x="1164146" y="0"/>
                </a:lnTo>
                <a:lnTo>
                  <a:pt x="1171186" y="0"/>
                </a:lnTo>
                <a:lnTo>
                  <a:pt x="1180148" y="0"/>
                </a:lnTo>
                <a:lnTo>
                  <a:pt x="1191669" y="0"/>
                </a:lnTo>
                <a:lnTo>
                  <a:pt x="1205751" y="0"/>
                </a:lnTo>
                <a:lnTo>
                  <a:pt x="1216312" y="0"/>
                </a:lnTo>
                <a:lnTo>
                  <a:pt x="1223833" y="0"/>
                </a:lnTo>
                <a:lnTo>
                  <a:pt x="1237275" y="0"/>
                </a:lnTo>
                <a:lnTo>
                  <a:pt x="1256477" y="0"/>
                </a:lnTo>
                <a:lnTo>
                  <a:pt x="1273599" y="0"/>
                </a:lnTo>
                <a:lnTo>
                  <a:pt x="1288641" y="0"/>
                </a:lnTo>
                <a:lnTo>
                  <a:pt x="1295842" y="0"/>
                </a:lnTo>
                <a:lnTo>
                  <a:pt x="1295522" y="0"/>
                </a:lnTo>
                <a:lnTo>
                  <a:pt x="1298882" y="0"/>
                </a:lnTo>
                <a:lnTo>
                  <a:pt x="1305923" y="0"/>
                </a:lnTo>
                <a:lnTo>
                  <a:pt x="1308964" y="0"/>
                </a:lnTo>
                <a:lnTo>
                  <a:pt x="1308163" y="0"/>
                </a:lnTo>
                <a:lnTo>
                  <a:pt x="1315044" y="0"/>
                </a:lnTo>
                <a:lnTo>
                  <a:pt x="1329286" y="0"/>
                </a:lnTo>
                <a:lnTo>
                  <a:pt x="1344008" y="0"/>
                </a:lnTo>
                <a:lnTo>
                  <a:pt x="1358730" y="0"/>
                </a:lnTo>
                <a:lnTo>
                  <a:pt x="1368331" y="0"/>
                </a:lnTo>
                <a:lnTo>
                  <a:pt x="1374732" y="0"/>
                </a:lnTo>
                <a:lnTo>
                  <a:pt x="1384013" y="0"/>
                </a:lnTo>
                <a:lnTo>
                  <a:pt x="1392174" y="0"/>
                </a:lnTo>
                <a:lnTo>
                  <a:pt x="1402255" y="0"/>
                </a:lnTo>
                <a:lnTo>
                  <a:pt x="1404976" y="0"/>
                </a:lnTo>
                <a:lnTo>
                  <a:pt x="1400015" y="0"/>
                </a:lnTo>
                <a:lnTo>
                  <a:pt x="1400495" y="0"/>
                </a:lnTo>
                <a:lnTo>
                  <a:pt x="1406256" y="0"/>
                </a:lnTo>
                <a:lnTo>
                  <a:pt x="1418897" y="0"/>
                </a:lnTo>
                <a:lnTo>
                  <a:pt x="1438260" y="0"/>
                </a:lnTo>
                <a:lnTo>
                  <a:pt x="1460983" y="0"/>
                </a:lnTo>
                <a:lnTo>
                  <a:pt x="1486906" y="0"/>
                </a:lnTo>
                <a:lnTo>
                  <a:pt x="1504028" y="0"/>
                </a:lnTo>
                <a:lnTo>
                  <a:pt x="1512189" y="0"/>
                </a:lnTo>
                <a:lnTo>
                  <a:pt x="1528031" y="0"/>
                </a:lnTo>
                <a:lnTo>
                  <a:pt x="1551554" y="0"/>
                </a:lnTo>
                <a:lnTo>
                  <a:pt x="1571876" y="0"/>
                </a:lnTo>
                <a:lnTo>
                  <a:pt x="1588679" y="0"/>
                </a:lnTo>
                <a:lnTo>
                  <a:pt x="1606441" y="0"/>
                </a:lnTo>
                <a:lnTo>
                  <a:pt x="1625163" y="0"/>
                </a:lnTo>
                <a:lnTo>
                  <a:pt x="1638605" y="0"/>
                </a:lnTo>
                <a:lnTo>
                  <a:pt x="1650766" y="0"/>
                </a:lnTo>
                <a:lnTo>
                  <a:pt x="1641645" y="0"/>
                </a:lnTo>
                <a:lnTo>
                  <a:pt x="1639245" y="0"/>
                </a:lnTo>
                <a:lnTo>
                  <a:pt x="1640365" y="0"/>
                </a:lnTo>
                <a:lnTo>
                  <a:pt x="1651246" y="0"/>
                </a:lnTo>
                <a:lnTo>
                  <a:pt x="1672209" y="0"/>
                </a:lnTo>
                <a:lnTo>
                  <a:pt x="1684371" y="0"/>
                </a:lnTo>
                <a:lnTo>
                  <a:pt x="1687731" y="0"/>
                </a:lnTo>
                <a:lnTo>
                  <a:pt x="1704053" y="0"/>
                </a:lnTo>
                <a:lnTo>
                  <a:pt x="1733177" y="0"/>
                </a:lnTo>
                <a:lnTo>
                  <a:pt x="1745178" y="0"/>
                </a:lnTo>
                <a:lnTo>
                  <a:pt x="1740378" y="0"/>
                </a:lnTo>
                <a:lnTo>
                  <a:pt x="1739897" y="0"/>
                </a:lnTo>
                <a:lnTo>
                  <a:pt x="1744058" y="0"/>
                </a:lnTo>
                <a:lnTo>
                  <a:pt x="1754139" y="0"/>
                </a:lnTo>
                <a:lnTo>
                  <a:pt x="1770141" y="0"/>
                </a:lnTo>
                <a:lnTo>
                  <a:pt x="1779742" y="0"/>
                </a:lnTo>
                <a:lnTo>
                  <a:pt x="1782783" y="0"/>
                </a:lnTo>
                <a:lnTo>
                  <a:pt x="1782463" y="0"/>
                </a:lnTo>
                <a:lnTo>
                  <a:pt x="1778782" y="0"/>
                </a:lnTo>
                <a:lnTo>
                  <a:pt x="1772061" y="0"/>
                </a:lnTo>
                <a:lnTo>
                  <a:pt x="1762300" y="0"/>
                </a:lnTo>
                <a:lnTo>
                  <a:pt x="1761180" y="0"/>
                </a:lnTo>
                <a:lnTo>
                  <a:pt x="1758620" y="0"/>
                </a:lnTo>
                <a:lnTo>
                  <a:pt x="1765501" y="0"/>
                </a:lnTo>
                <a:lnTo>
                  <a:pt x="1767741" y="0"/>
                </a:lnTo>
                <a:lnTo>
                  <a:pt x="1763900" y="0"/>
                </a:lnTo>
                <a:lnTo>
                  <a:pt x="1760220" y="0"/>
                </a:lnTo>
                <a:lnTo>
                  <a:pt x="1759740" y="0"/>
                </a:lnTo>
                <a:lnTo>
                  <a:pt x="1756380" y="0"/>
                </a:lnTo>
                <a:lnTo>
                  <a:pt x="1747898" y="0"/>
                </a:lnTo>
                <a:lnTo>
                  <a:pt x="1734937" y="0"/>
                </a:lnTo>
                <a:lnTo>
                  <a:pt x="1719255" y="0"/>
                </a:lnTo>
                <a:lnTo>
                  <a:pt x="1709494" y="0"/>
                </a:lnTo>
                <a:lnTo>
                  <a:pt x="1707253" y="0"/>
                </a:lnTo>
                <a:lnTo>
                  <a:pt x="1700373" y="0"/>
                </a:lnTo>
                <a:lnTo>
                  <a:pt x="1692051" y="0"/>
                </a:lnTo>
                <a:lnTo>
                  <a:pt x="1685651" y="0"/>
                </a:lnTo>
                <a:lnTo>
                  <a:pt x="1680690" y="0"/>
                </a:lnTo>
                <a:lnTo>
                  <a:pt x="1677330" y="0"/>
                </a:lnTo>
                <a:lnTo>
                  <a:pt x="1675409" y="0"/>
                </a:lnTo>
                <a:lnTo>
                  <a:pt x="1660848" y="0"/>
                </a:lnTo>
                <a:lnTo>
                  <a:pt x="1644846" y="0"/>
                </a:lnTo>
                <a:lnTo>
                  <a:pt x="1612362" y="0"/>
                </a:lnTo>
                <a:lnTo>
                  <a:pt x="1586118" y="0"/>
                </a:lnTo>
                <a:lnTo>
                  <a:pt x="1556675" y="0"/>
                </a:lnTo>
                <a:lnTo>
                  <a:pt x="1528831" y="0"/>
                </a:lnTo>
                <a:lnTo>
                  <a:pt x="1517310" y="0"/>
                </a:lnTo>
                <a:lnTo>
                  <a:pt x="1504028" y="0"/>
                </a:lnTo>
                <a:lnTo>
                  <a:pt x="1491066" y="0"/>
                </a:lnTo>
                <a:lnTo>
                  <a:pt x="1478905" y="0"/>
                </a:lnTo>
                <a:lnTo>
                  <a:pt x="1456182" y="0"/>
                </a:lnTo>
                <a:lnTo>
                  <a:pt x="1447541" y="0"/>
                </a:lnTo>
                <a:lnTo>
                  <a:pt x="1429299" y="0"/>
                </a:lnTo>
                <a:lnTo>
                  <a:pt x="1410256" y="0"/>
                </a:lnTo>
                <a:lnTo>
                  <a:pt x="1392014" y="0"/>
                </a:lnTo>
                <a:lnTo>
                  <a:pt x="1365131" y="0"/>
                </a:lnTo>
                <a:lnTo>
                  <a:pt x="1345608" y="0"/>
                </a:lnTo>
                <a:lnTo>
                  <a:pt x="1339847" y="0"/>
                </a:lnTo>
                <a:lnTo>
                  <a:pt x="1330246" y="0"/>
                </a:lnTo>
                <a:lnTo>
                  <a:pt x="1316805" y="0"/>
                </a:lnTo>
                <a:lnTo>
                  <a:pt x="1299362" y="0"/>
                </a:lnTo>
                <a:lnTo>
                  <a:pt x="1287361" y="0"/>
                </a:lnTo>
                <a:lnTo>
                  <a:pt x="1290721" y="0"/>
                </a:lnTo>
                <a:lnTo>
                  <a:pt x="1287681" y="0"/>
                </a:lnTo>
                <a:lnTo>
                  <a:pt x="1268799" y="0"/>
                </a:lnTo>
                <a:lnTo>
                  <a:pt x="1253917" y="0"/>
                </a:lnTo>
                <a:lnTo>
                  <a:pt x="1251356" y="0"/>
                </a:lnTo>
                <a:lnTo>
                  <a:pt x="1253117" y="0"/>
                </a:lnTo>
                <a:lnTo>
                  <a:pt x="1258237" y="0"/>
                </a:lnTo>
                <a:lnTo>
                  <a:pt x="1267838" y="0"/>
                </a:lnTo>
                <a:lnTo>
                  <a:pt x="1274079" y="0"/>
                </a:lnTo>
                <a:lnTo>
                  <a:pt x="1278720" y="0"/>
                </a:lnTo>
                <a:lnTo>
                  <a:pt x="1280160" y="0"/>
                </a:lnTo>
                <a:lnTo>
                  <a:pt x="1300963" y="0"/>
                </a:lnTo>
                <a:lnTo>
                  <a:pt x="1312644" y="0"/>
                </a:lnTo>
                <a:lnTo>
                  <a:pt x="1321125" y="0"/>
                </a:lnTo>
                <a:lnTo>
                  <a:pt x="1318085" y="0"/>
                </a:lnTo>
                <a:lnTo>
                  <a:pt x="1313124" y="0"/>
                </a:lnTo>
                <a:lnTo>
                  <a:pt x="1318085" y="0"/>
                </a:lnTo>
                <a:lnTo>
                  <a:pt x="1347048" y="0"/>
                </a:lnTo>
                <a:lnTo>
                  <a:pt x="1349609" y="0"/>
                </a:lnTo>
                <a:lnTo>
                  <a:pt x="1346088" y="0"/>
                </a:lnTo>
                <a:lnTo>
                  <a:pt x="1341608" y="0"/>
                </a:lnTo>
                <a:lnTo>
                  <a:pt x="1326886" y="0"/>
                </a:lnTo>
                <a:lnTo>
                  <a:pt x="1322245" y="0"/>
                </a:lnTo>
                <a:lnTo>
                  <a:pt x="1304963" y="0"/>
                </a:lnTo>
                <a:lnTo>
                  <a:pt x="1295202" y="0"/>
                </a:lnTo>
                <a:lnTo>
                  <a:pt x="1292162" y="0"/>
                </a:lnTo>
                <a:lnTo>
                  <a:pt x="1286561" y="0"/>
                </a:lnTo>
                <a:lnTo>
                  <a:pt x="1269599" y="0"/>
                </a:lnTo>
                <a:lnTo>
                  <a:pt x="1255037" y="0"/>
                </a:lnTo>
                <a:lnTo>
                  <a:pt x="1241595" y="0"/>
                </a:lnTo>
                <a:lnTo>
                  <a:pt x="1239835" y="0"/>
                </a:lnTo>
                <a:lnTo>
                  <a:pt x="1236955" y="0"/>
                </a:lnTo>
                <a:lnTo>
                  <a:pt x="1221593" y="0"/>
                </a:lnTo>
                <a:lnTo>
                  <a:pt x="1205591" y="0"/>
                </a:lnTo>
                <a:lnTo>
                  <a:pt x="1191349" y="0"/>
                </a:lnTo>
                <a:lnTo>
                  <a:pt x="1182388" y="0"/>
                </a:lnTo>
                <a:lnTo>
                  <a:pt x="1173907" y="0"/>
                </a:lnTo>
                <a:lnTo>
                  <a:pt x="1155984" y="0"/>
                </a:lnTo>
                <a:lnTo>
                  <a:pt x="1111339" y="0"/>
                </a:lnTo>
                <a:lnTo>
                  <a:pt x="1054532" y="0"/>
                </a:lnTo>
                <a:lnTo>
                  <a:pt x="1032769" y="0"/>
                </a:lnTo>
                <a:lnTo>
                  <a:pt x="1023808" y="0"/>
                </a:lnTo>
                <a:lnTo>
                  <a:pt x="1018207" y="0"/>
                </a:lnTo>
                <a:lnTo>
                  <a:pt x="1023488" y="0"/>
                </a:lnTo>
                <a:lnTo>
                  <a:pt x="1024768" y="0"/>
                </a:lnTo>
                <a:lnTo>
                  <a:pt x="1031489" y="0"/>
                </a:lnTo>
                <a:lnTo>
                  <a:pt x="1028289" y="0"/>
                </a:lnTo>
                <a:lnTo>
                  <a:pt x="1031649" y="0"/>
                </a:lnTo>
                <a:lnTo>
                  <a:pt x="1034209" y="0"/>
                </a:lnTo>
                <a:lnTo>
                  <a:pt x="1025248" y="0"/>
                </a:lnTo>
                <a:lnTo>
                  <a:pt x="985083" y="0"/>
                </a:lnTo>
                <a:lnTo>
                  <a:pt x="976602" y="0"/>
                </a:lnTo>
                <a:lnTo>
                  <a:pt x="965881" y="0"/>
                </a:lnTo>
                <a:lnTo>
                  <a:pt x="917875" y="0"/>
                </a:lnTo>
                <a:lnTo>
                  <a:pt x="899632" y="0"/>
                </a:lnTo>
                <a:lnTo>
                  <a:pt x="882830" y="0"/>
                </a:lnTo>
                <a:lnTo>
                  <a:pt x="878670" y="0"/>
                </a:lnTo>
                <a:lnTo>
                  <a:pt x="888271" y="0"/>
                </a:lnTo>
                <a:lnTo>
                  <a:pt x="894512" y="0"/>
                </a:lnTo>
                <a:lnTo>
                  <a:pt x="877230" y="0"/>
                </a:lnTo>
                <a:lnTo>
                  <a:pt x="874349" y="0"/>
                </a:lnTo>
                <a:lnTo>
                  <a:pt x="881070" y="0"/>
                </a:lnTo>
                <a:lnTo>
                  <a:pt x="878350" y="0"/>
                </a:lnTo>
                <a:lnTo>
                  <a:pt x="868909" y="0"/>
                </a:lnTo>
                <a:lnTo>
                  <a:pt x="854027" y="0"/>
                </a:lnTo>
                <a:lnTo>
                  <a:pt x="847946" y="0"/>
                </a:lnTo>
                <a:lnTo>
                  <a:pt x="836104" y="0"/>
                </a:lnTo>
                <a:lnTo>
                  <a:pt x="820423" y="0"/>
                </a:lnTo>
                <a:lnTo>
                  <a:pt x="809861" y="0"/>
                </a:lnTo>
                <a:lnTo>
                  <a:pt x="802340" y="0"/>
                </a:lnTo>
                <a:lnTo>
                  <a:pt x="798020" y="0"/>
                </a:lnTo>
                <a:lnTo>
                  <a:pt x="765696" y="0"/>
                </a:lnTo>
                <a:lnTo>
                  <a:pt x="758015" y="0"/>
                </a:lnTo>
                <a:lnTo>
                  <a:pt x="746493" y="0"/>
                </a:lnTo>
                <a:lnTo>
                  <a:pt x="750494" y="0"/>
                </a:lnTo>
                <a:lnTo>
                  <a:pt x="751294" y="0"/>
                </a:lnTo>
                <a:lnTo>
                  <a:pt x="747133" y="0"/>
                </a:lnTo>
                <a:lnTo>
                  <a:pt x="745853" y="0"/>
                </a:lnTo>
                <a:lnTo>
                  <a:pt x="750654" y="0"/>
                </a:lnTo>
                <a:lnTo>
                  <a:pt x="766176" y="0"/>
                </a:lnTo>
                <a:lnTo>
                  <a:pt x="762495" y="0"/>
                </a:lnTo>
                <a:lnTo>
                  <a:pt x="760735" y="0"/>
                </a:lnTo>
                <a:lnTo>
                  <a:pt x="773697" y="0"/>
                </a:lnTo>
                <a:lnTo>
                  <a:pt x="783138" y="0"/>
                </a:lnTo>
                <a:lnTo>
                  <a:pt x="835944" y="0"/>
                </a:lnTo>
                <a:lnTo>
                  <a:pt x="853867" y="0"/>
                </a:lnTo>
                <a:lnTo>
                  <a:pt x="860588" y="0"/>
                </a:lnTo>
                <a:lnTo>
                  <a:pt x="864908" y="0"/>
                </a:lnTo>
                <a:lnTo>
                  <a:pt x="873869" y="0"/>
                </a:lnTo>
                <a:lnTo>
                  <a:pt x="878510" y="0"/>
                </a:lnTo>
                <a:lnTo>
                  <a:pt x="889071" y="0"/>
                </a:lnTo>
                <a:lnTo>
                  <a:pt x="900753" y="0"/>
                </a:lnTo>
                <a:lnTo>
                  <a:pt x="904753" y="0"/>
                </a:lnTo>
                <a:lnTo>
                  <a:pt x="905553" y="0"/>
                </a:lnTo>
                <a:lnTo>
                  <a:pt x="906193" y="0"/>
                </a:lnTo>
                <a:lnTo>
                  <a:pt x="916755" y="0"/>
                </a:lnTo>
                <a:lnTo>
                  <a:pt x="924756" y="0"/>
                </a:lnTo>
                <a:lnTo>
                  <a:pt x="952759" y="0"/>
                </a:lnTo>
                <a:lnTo>
                  <a:pt x="960760" y="0"/>
                </a:lnTo>
                <a:lnTo>
                  <a:pt x="967321" y="0"/>
                </a:lnTo>
                <a:lnTo>
                  <a:pt x="950359" y="0"/>
                </a:lnTo>
                <a:lnTo>
                  <a:pt x="945878" y="0"/>
                </a:lnTo>
                <a:lnTo>
                  <a:pt x="940918" y="0"/>
                </a:lnTo>
                <a:lnTo>
                  <a:pt x="934997" y="0"/>
                </a:lnTo>
                <a:lnTo>
                  <a:pt x="925556" y="0"/>
                </a:lnTo>
                <a:lnTo>
                  <a:pt x="924916" y="0"/>
                </a:lnTo>
                <a:lnTo>
                  <a:pt x="931956" y="0"/>
                </a:lnTo>
                <a:lnTo>
                  <a:pt x="930836" y="0"/>
                </a:lnTo>
                <a:lnTo>
                  <a:pt x="921235" y="0"/>
                </a:lnTo>
                <a:lnTo>
                  <a:pt x="905393" y="0"/>
                </a:lnTo>
                <a:lnTo>
                  <a:pt x="905873" y="0"/>
                </a:lnTo>
                <a:lnTo>
                  <a:pt x="912914" y="0"/>
                </a:lnTo>
                <a:lnTo>
                  <a:pt x="939477" y="0"/>
                </a:lnTo>
                <a:lnTo>
                  <a:pt x="947958" y="0"/>
                </a:lnTo>
                <a:lnTo>
                  <a:pt x="958520" y="0"/>
                </a:lnTo>
                <a:lnTo>
                  <a:pt x="973882" y="0"/>
                </a:lnTo>
                <a:lnTo>
                  <a:pt x="992444" y="0"/>
                </a:lnTo>
                <a:lnTo>
                  <a:pt x="1007006" y="0"/>
                </a:lnTo>
                <a:lnTo>
                  <a:pt x="1043010" y="0"/>
                </a:lnTo>
                <a:lnTo>
                  <a:pt x="1064773" y="0"/>
                </a:lnTo>
                <a:lnTo>
                  <a:pt x="1088456" y="0"/>
                </a:lnTo>
                <a:lnTo>
                  <a:pt x="1104298" y="0"/>
                </a:lnTo>
                <a:lnTo>
                  <a:pt x="1119820" y="0"/>
                </a:lnTo>
                <a:lnTo>
                  <a:pt x="1138382" y="0"/>
                </a:lnTo>
                <a:lnTo>
                  <a:pt x="1167986" y="4002"/>
                </a:lnTo>
                <a:lnTo>
                  <a:pt x="1216312" y="41299"/>
                </a:lnTo>
                <a:lnTo>
                  <a:pt x="1211031" y="50424"/>
                </a:lnTo>
                <a:lnTo>
                  <a:pt x="1208951" y="64510"/>
                </a:lnTo>
                <a:lnTo>
                  <a:pt x="1189909" y="83399"/>
                </a:lnTo>
                <a:lnTo>
                  <a:pt x="1186868" y="94284"/>
                </a:lnTo>
                <a:lnTo>
                  <a:pt x="1179987" y="108051"/>
                </a:lnTo>
                <a:lnTo>
                  <a:pt x="1166706" y="115414"/>
                </a:lnTo>
                <a:lnTo>
                  <a:pt x="1155344" y="116695"/>
                </a:lnTo>
                <a:lnTo>
                  <a:pt x="1148624" y="115414"/>
                </a:lnTo>
                <a:lnTo>
                  <a:pt x="1144143" y="112693"/>
                </a:lnTo>
                <a:lnTo>
                  <a:pt x="1136302" y="99727"/>
                </a:lnTo>
                <a:lnTo>
                  <a:pt x="1132462" y="95725"/>
                </a:lnTo>
                <a:lnTo>
                  <a:pt x="1129101" y="94764"/>
                </a:lnTo>
                <a:lnTo>
                  <a:pt x="1104778" y="103729"/>
                </a:lnTo>
                <a:lnTo>
                  <a:pt x="1081255" y="113813"/>
                </a:lnTo>
                <a:lnTo>
                  <a:pt x="1076935" y="122617"/>
                </a:lnTo>
                <a:lnTo>
                  <a:pt x="1070694" y="133022"/>
                </a:lnTo>
                <a:lnTo>
                  <a:pt x="1063813" y="137184"/>
                </a:lnTo>
                <a:lnTo>
                  <a:pt x="1058372" y="138145"/>
                </a:lnTo>
                <a:lnTo>
                  <a:pt x="1053252" y="132062"/>
                </a:lnTo>
                <a:lnTo>
                  <a:pt x="1044131" y="124058"/>
                </a:lnTo>
                <a:lnTo>
                  <a:pt x="1037250" y="116695"/>
                </a:lnTo>
                <a:lnTo>
                  <a:pt x="1039010" y="104689"/>
                </a:lnTo>
                <a:lnTo>
                  <a:pt x="1052292" y="87081"/>
                </a:lnTo>
                <a:lnTo>
                  <a:pt x="1054052" y="74595"/>
                </a:lnTo>
                <a:lnTo>
                  <a:pt x="1052292" y="53465"/>
                </a:lnTo>
                <a:lnTo>
                  <a:pt x="1048771" y="41139"/>
                </a:lnTo>
                <a:lnTo>
                  <a:pt x="1044771" y="40819"/>
                </a:lnTo>
                <a:lnTo>
                  <a:pt x="1038370" y="38738"/>
                </a:lnTo>
                <a:lnTo>
                  <a:pt x="1019967" y="40819"/>
                </a:lnTo>
                <a:lnTo>
                  <a:pt x="1010846" y="26893"/>
                </a:lnTo>
                <a:lnTo>
                  <a:pt x="1007166" y="11846"/>
                </a:lnTo>
                <a:lnTo>
                  <a:pt x="1000765" y="6403"/>
                </a:lnTo>
                <a:lnTo>
                  <a:pt x="994684" y="3041"/>
                </a:lnTo>
                <a:lnTo>
                  <a:pt x="980763" y="8324"/>
                </a:lnTo>
                <a:lnTo>
                  <a:pt x="970361" y="5122"/>
                </a:lnTo>
                <a:lnTo>
                  <a:pt x="935317" y="0"/>
                </a:lnTo>
                <a:lnTo>
                  <a:pt x="921875" y="0"/>
                </a:lnTo>
                <a:lnTo>
                  <a:pt x="914834" y="0"/>
                </a:lnTo>
                <a:lnTo>
                  <a:pt x="908434" y="0"/>
                </a:lnTo>
                <a:lnTo>
                  <a:pt x="905873" y="0"/>
                </a:lnTo>
                <a:lnTo>
                  <a:pt x="902193" y="1761"/>
                </a:lnTo>
                <a:lnTo>
                  <a:pt x="899152" y="9284"/>
                </a:lnTo>
                <a:lnTo>
                  <a:pt x="859147" y="0"/>
                </a:lnTo>
                <a:lnTo>
                  <a:pt x="831464" y="0"/>
                </a:lnTo>
                <a:lnTo>
                  <a:pt x="835304" y="0"/>
                </a:lnTo>
                <a:lnTo>
                  <a:pt x="826983" y="0"/>
                </a:lnTo>
                <a:lnTo>
                  <a:pt x="816422" y="0"/>
                </a:lnTo>
                <a:lnTo>
                  <a:pt x="808581" y="0"/>
                </a:lnTo>
                <a:lnTo>
                  <a:pt x="815622" y="0"/>
                </a:lnTo>
                <a:lnTo>
                  <a:pt x="804741" y="0"/>
                </a:lnTo>
                <a:lnTo>
                  <a:pt x="789699" y="0"/>
                </a:lnTo>
                <a:lnTo>
                  <a:pt x="777537" y="0"/>
                </a:lnTo>
                <a:lnTo>
                  <a:pt x="768096" y="0"/>
                </a:lnTo>
                <a:lnTo>
                  <a:pt x="762335" y="0"/>
                </a:lnTo>
                <a:lnTo>
                  <a:pt x="749374" y="0"/>
                </a:lnTo>
                <a:lnTo>
                  <a:pt x="732572" y="0"/>
                </a:lnTo>
                <a:lnTo>
                  <a:pt x="726971" y="0"/>
                </a:lnTo>
                <a:lnTo>
                  <a:pt x="728251" y="0"/>
                </a:lnTo>
                <a:lnTo>
                  <a:pt x="715929" y="0"/>
                </a:lnTo>
                <a:lnTo>
                  <a:pt x="699607" y="0"/>
                </a:lnTo>
                <a:lnTo>
                  <a:pt x="686326" y="0"/>
                </a:lnTo>
                <a:lnTo>
                  <a:pt x="672724" y="0"/>
                </a:lnTo>
                <a:lnTo>
                  <a:pt x="661843" y="0"/>
                </a:lnTo>
                <a:lnTo>
                  <a:pt x="652722" y="0"/>
                </a:lnTo>
                <a:lnTo>
                  <a:pt x="640080" y="0"/>
                </a:lnTo>
                <a:lnTo>
                  <a:pt x="635919" y="0"/>
                </a:lnTo>
                <a:lnTo>
                  <a:pt x="627438" y="0"/>
                </a:lnTo>
                <a:lnTo>
                  <a:pt x="617837" y="0"/>
                </a:lnTo>
                <a:lnTo>
                  <a:pt x="608876" y="0"/>
                </a:lnTo>
                <a:lnTo>
                  <a:pt x="598155" y="0"/>
                </a:lnTo>
                <a:lnTo>
                  <a:pt x="596395" y="0"/>
                </a:lnTo>
                <a:lnTo>
                  <a:pt x="598795" y="0"/>
                </a:lnTo>
                <a:lnTo>
                  <a:pt x="612237" y="0"/>
                </a:lnTo>
                <a:lnTo>
                  <a:pt x="619437" y="0"/>
                </a:lnTo>
                <a:lnTo>
                  <a:pt x="630959" y="0"/>
                </a:lnTo>
                <a:lnTo>
                  <a:pt x="638960" y="0"/>
                </a:lnTo>
                <a:lnTo>
                  <a:pt x="650001" y="0"/>
                </a:lnTo>
                <a:lnTo>
                  <a:pt x="672564" y="0"/>
                </a:lnTo>
                <a:lnTo>
                  <a:pt x="674964" y="0"/>
                </a:lnTo>
                <a:lnTo>
                  <a:pt x="679605" y="0"/>
                </a:lnTo>
                <a:lnTo>
                  <a:pt x="682965" y="0"/>
                </a:lnTo>
                <a:lnTo>
                  <a:pt x="684086" y="0"/>
                </a:lnTo>
                <a:lnTo>
                  <a:pt x="681205" y="0"/>
                </a:lnTo>
                <a:lnTo>
                  <a:pt x="686006" y="0"/>
                </a:lnTo>
                <a:lnTo>
                  <a:pt x="702008" y="0"/>
                </a:lnTo>
                <a:lnTo>
                  <a:pt x="724091" y="0"/>
                </a:lnTo>
                <a:lnTo>
                  <a:pt x="750494" y="0"/>
                </a:lnTo>
                <a:lnTo>
                  <a:pt x="777537" y="0"/>
                </a:lnTo>
                <a:lnTo>
                  <a:pt x="790979" y="0"/>
                </a:lnTo>
                <a:lnTo>
                  <a:pt x="796580" y="0"/>
                </a:lnTo>
                <a:lnTo>
                  <a:pt x="802500" y="0"/>
                </a:lnTo>
                <a:lnTo>
                  <a:pt x="811781" y="0"/>
                </a:lnTo>
                <a:lnTo>
                  <a:pt x="818022" y="0"/>
                </a:lnTo>
                <a:lnTo>
                  <a:pt x="818502" y="0"/>
                </a:lnTo>
                <a:lnTo>
                  <a:pt x="803780" y="0"/>
                </a:lnTo>
                <a:lnTo>
                  <a:pt x="794179" y="0"/>
                </a:lnTo>
                <a:lnTo>
                  <a:pt x="789219" y="0"/>
                </a:lnTo>
                <a:lnTo>
                  <a:pt x="786658" y="0"/>
                </a:lnTo>
                <a:lnTo>
                  <a:pt x="783138" y="0"/>
                </a:lnTo>
                <a:lnTo>
                  <a:pt x="784898" y="0"/>
                </a:lnTo>
                <a:lnTo>
                  <a:pt x="779617" y="0"/>
                </a:lnTo>
                <a:lnTo>
                  <a:pt x="767616" y="0"/>
                </a:lnTo>
                <a:lnTo>
                  <a:pt x="755294" y="0"/>
                </a:lnTo>
                <a:lnTo>
                  <a:pt x="747933" y="0"/>
                </a:lnTo>
                <a:lnTo>
                  <a:pt x="739932" y="0"/>
                </a:lnTo>
                <a:lnTo>
                  <a:pt x="737212" y="0"/>
                </a:lnTo>
                <a:lnTo>
                  <a:pt x="742013" y="0"/>
                </a:lnTo>
                <a:lnTo>
                  <a:pt x="748254" y="0"/>
                </a:lnTo>
                <a:lnTo>
                  <a:pt x="747613" y="0"/>
                </a:lnTo>
                <a:lnTo>
                  <a:pt x="745053" y="0"/>
                </a:lnTo>
                <a:lnTo>
                  <a:pt x="742013" y="0"/>
                </a:lnTo>
                <a:lnTo>
                  <a:pt x="733852" y="0"/>
                </a:lnTo>
                <a:lnTo>
                  <a:pt x="722490" y="0"/>
                </a:lnTo>
                <a:lnTo>
                  <a:pt x="709529" y="0"/>
                </a:lnTo>
                <a:lnTo>
                  <a:pt x="675444" y="0"/>
                </a:lnTo>
                <a:lnTo>
                  <a:pt x="651281" y="0"/>
                </a:lnTo>
                <a:lnTo>
                  <a:pt x="639280" y="0"/>
                </a:lnTo>
                <a:lnTo>
                  <a:pt x="624078" y="0"/>
                </a:lnTo>
                <a:lnTo>
                  <a:pt x="613197" y="0"/>
                </a:lnTo>
                <a:lnTo>
                  <a:pt x="599435" y="0"/>
                </a:lnTo>
                <a:lnTo>
                  <a:pt x="592394" y="0"/>
                </a:lnTo>
                <a:lnTo>
                  <a:pt x="588554" y="0"/>
                </a:lnTo>
                <a:lnTo>
                  <a:pt x="590634" y="0"/>
                </a:lnTo>
                <a:lnTo>
                  <a:pt x="597195" y="0"/>
                </a:lnTo>
                <a:lnTo>
                  <a:pt x="605836" y="0"/>
                </a:lnTo>
                <a:lnTo>
                  <a:pt x="612717" y="0"/>
                </a:lnTo>
                <a:lnTo>
                  <a:pt x="632399" y="0"/>
                </a:lnTo>
                <a:lnTo>
                  <a:pt x="646001" y="0"/>
                </a:lnTo>
                <a:lnTo>
                  <a:pt x="649201" y="0"/>
                </a:lnTo>
                <a:lnTo>
                  <a:pt x="650481" y="0"/>
                </a:lnTo>
                <a:lnTo>
                  <a:pt x="648721" y="0"/>
                </a:lnTo>
                <a:lnTo>
                  <a:pt x="649361" y="0"/>
                </a:lnTo>
                <a:lnTo>
                  <a:pt x="651921" y="0"/>
                </a:lnTo>
                <a:lnTo>
                  <a:pt x="654802" y="0"/>
                </a:lnTo>
                <a:lnTo>
                  <a:pt x="690966" y="0"/>
                </a:lnTo>
                <a:lnTo>
                  <a:pt x="698647" y="0"/>
                </a:lnTo>
                <a:lnTo>
                  <a:pt x="702168" y="0"/>
                </a:lnTo>
                <a:lnTo>
                  <a:pt x="699127" y="0"/>
                </a:lnTo>
                <a:lnTo>
                  <a:pt x="693687" y="0"/>
                </a:lnTo>
                <a:lnTo>
                  <a:pt x="670324" y="0"/>
                </a:lnTo>
                <a:lnTo>
                  <a:pt x="665843" y="0"/>
                </a:lnTo>
                <a:lnTo>
                  <a:pt x="655122" y="0"/>
                </a:lnTo>
                <a:lnTo>
                  <a:pt x="650481" y="0"/>
                </a:lnTo>
                <a:lnTo>
                  <a:pt x="643760" y="0"/>
                </a:lnTo>
                <a:lnTo>
                  <a:pt x="636560" y="0"/>
                </a:lnTo>
                <a:lnTo>
                  <a:pt x="635439" y="0"/>
                </a:lnTo>
                <a:lnTo>
                  <a:pt x="630319" y="0"/>
                </a:lnTo>
                <a:lnTo>
                  <a:pt x="601195" y="0"/>
                </a:lnTo>
                <a:lnTo>
                  <a:pt x="588073" y="0"/>
                </a:lnTo>
                <a:lnTo>
                  <a:pt x="570151" y="0"/>
                </a:lnTo>
                <a:lnTo>
                  <a:pt x="548709" y="0"/>
                </a:lnTo>
                <a:lnTo>
                  <a:pt x="526946" y="0"/>
                </a:lnTo>
                <a:lnTo>
                  <a:pt x="516705" y="0"/>
                </a:lnTo>
                <a:lnTo>
                  <a:pt x="513024" y="0"/>
                </a:lnTo>
                <a:lnTo>
                  <a:pt x="511904" y="0"/>
                </a:lnTo>
                <a:lnTo>
                  <a:pt x="518465" y="0"/>
                </a:lnTo>
                <a:lnTo>
                  <a:pt x="515264" y="0"/>
                </a:lnTo>
                <a:lnTo>
                  <a:pt x="504383" y="0"/>
                </a:lnTo>
                <a:lnTo>
                  <a:pt x="499582" y="0"/>
                </a:lnTo>
                <a:lnTo>
                  <a:pt x="501183" y="0"/>
                </a:lnTo>
                <a:lnTo>
                  <a:pt x="495902" y="0"/>
                </a:lnTo>
                <a:lnTo>
                  <a:pt x="483900" y="0"/>
                </a:lnTo>
                <a:lnTo>
                  <a:pt x="472219" y="0"/>
                </a:lnTo>
                <a:lnTo>
                  <a:pt x="461018" y="0"/>
                </a:lnTo>
                <a:lnTo>
                  <a:pt x="459897" y="0"/>
                </a:lnTo>
                <a:lnTo>
                  <a:pt x="463578" y="0"/>
                </a:lnTo>
                <a:lnTo>
                  <a:pt x="477660" y="0"/>
                </a:lnTo>
                <a:lnTo>
                  <a:pt x="482460" y="0"/>
                </a:lnTo>
                <a:lnTo>
                  <a:pt x="492382" y="0"/>
                </a:lnTo>
                <a:lnTo>
                  <a:pt x="507583" y="0"/>
                </a:lnTo>
                <a:lnTo>
                  <a:pt x="516545" y="0"/>
                </a:lnTo>
                <a:lnTo>
                  <a:pt x="519425" y="0"/>
                </a:lnTo>
                <a:lnTo>
                  <a:pt x="520705" y="0"/>
                </a:lnTo>
                <a:lnTo>
                  <a:pt x="513024" y="0"/>
                </a:lnTo>
                <a:lnTo>
                  <a:pt x="514304" y="0"/>
                </a:lnTo>
                <a:lnTo>
                  <a:pt x="528706" y="0"/>
                </a:lnTo>
                <a:lnTo>
                  <a:pt x="527106" y="0"/>
                </a:lnTo>
                <a:lnTo>
                  <a:pt x="530786" y="0"/>
                </a:lnTo>
                <a:lnTo>
                  <a:pt x="546628" y="0"/>
                </a:lnTo>
                <a:lnTo>
                  <a:pt x="558630" y="0"/>
                </a:lnTo>
                <a:lnTo>
                  <a:pt x="562470" y="0"/>
                </a:lnTo>
                <a:lnTo>
                  <a:pt x="567911" y="0"/>
                </a:lnTo>
                <a:lnTo>
                  <a:pt x="577832" y="0"/>
                </a:lnTo>
                <a:lnTo>
                  <a:pt x="598315" y="0"/>
                </a:lnTo>
                <a:lnTo>
                  <a:pt x="607116" y="0"/>
                </a:lnTo>
                <a:lnTo>
                  <a:pt x="619437" y="0"/>
                </a:lnTo>
                <a:lnTo>
                  <a:pt x="632879" y="0"/>
                </a:lnTo>
                <a:lnTo>
                  <a:pt x="639120" y="0"/>
                </a:lnTo>
                <a:lnTo>
                  <a:pt x="681845" y="0"/>
                </a:lnTo>
                <a:lnTo>
                  <a:pt x="691286" y="0"/>
                </a:lnTo>
                <a:lnTo>
                  <a:pt x="700248" y="0"/>
                </a:lnTo>
                <a:lnTo>
                  <a:pt x="706808" y="0"/>
                </a:lnTo>
                <a:lnTo>
                  <a:pt x="713369" y="0"/>
                </a:lnTo>
                <a:lnTo>
                  <a:pt x="718010" y="0"/>
                </a:lnTo>
                <a:lnTo>
                  <a:pt x="723450" y="0"/>
                </a:lnTo>
                <a:lnTo>
                  <a:pt x="726491" y="0"/>
                </a:lnTo>
                <a:lnTo>
                  <a:pt x="731931" y="0"/>
                </a:lnTo>
                <a:lnTo>
                  <a:pt x="741053" y="0"/>
                </a:lnTo>
                <a:lnTo>
                  <a:pt x="751614" y="0"/>
                </a:lnTo>
                <a:lnTo>
                  <a:pt x="765536" y="0"/>
                </a:lnTo>
                <a:lnTo>
                  <a:pt x="774177" y="0"/>
                </a:lnTo>
                <a:lnTo>
                  <a:pt x="783938" y="0"/>
                </a:lnTo>
                <a:lnTo>
                  <a:pt x="792419" y="0"/>
                </a:lnTo>
                <a:lnTo>
                  <a:pt x="797860" y="0"/>
                </a:lnTo>
                <a:lnTo>
                  <a:pt x="800420" y="0"/>
                </a:lnTo>
                <a:lnTo>
                  <a:pt x="798020" y="0"/>
                </a:lnTo>
                <a:lnTo>
                  <a:pt x="791779" y="0"/>
                </a:lnTo>
                <a:lnTo>
                  <a:pt x="793539" y="0"/>
                </a:lnTo>
                <a:lnTo>
                  <a:pt x="805221" y="0"/>
                </a:lnTo>
                <a:lnTo>
                  <a:pt x="822343" y="0"/>
                </a:lnTo>
                <a:lnTo>
                  <a:pt x="835304" y="0"/>
                </a:lnTo>
                <a:lnTo>
                  <a:pt x="843785" y="0"/>
                </a:lnTo>
                <a:lnTo>
                  <a:pt x="852107" y="0"/>
                </a:lnTo>
                <a:lnTo>
                  <a:pt x="862508" y="0"/>
                </a:lnTo>
                <a:lnTo>
                  <a:pt x="872749" y="0"/>
                </a:lnTo>
                <a:lnTo>
                  <a:pt x="880750" y="0"/>
                </a:lnTo>
                <a:lnTo>
                  <a:pt x="899632" y="0"/>
                </a:lnTo>
                <a:close/>
              </a:path>
            </a:pathLst>
          </a:custGeom>
          <a:solidFill>
            <a:srgbClr val="CBD5E1"/>
          </a:solidFill>
          <a:ln w="6350">
            <a:solidFill>
              <a:srgbClr val="E4EBF3"/>
            </a:solidFill>
            <a:prstDash val="solid"/>
          </a:ln>
        </p:spPr>
      </p:sp>
      <p:sp>
        <p:nvSpPr>
          <p:cNvPr id="7" name="Map - Indonesia"/>
          <p:cNvSpPr/>
          <p:nvPr/>
        </p:nvSpPr>
        <p:spPr>
          <a:xfrm>
            <a:off x="548640" y="1600200"/>
            <a:ext cx="4160520" cy="2561198"/>
          </a:xfrm>
          <a:custGeom>
            <a:avLst/>
            <a:gdLst/>
            <a:ahLst/>
            <a:cxnLst/>
            <a:rect l="0" t="0" r="r" b="b"/>
            <a:pathLst>
              <a:path w="4160520" h="2561198">
                <a:moveTo>
                  <a:pt x="477180" y="805977"/>
                </a:moveTo>
                <a:lnTo>
                  <a:pt x="511744" y="850958"/>
                </a:lnTo>
                <a:lnTo>
                  <a:pt x="525826" y="857041"/>
                </a:lnTo>
                <a:lnTo>
                  <a:pt x="544548" y="877530"/>
                </a:lnTo>
                <a:lnTo>
                  <a:pt x="549189" y="884574"/>
                </a:lnTo>
                <a:lnTo>
                  <a:pt x="544388" y="898980"/>
                </a:lnTo>
                <a:lnTo>
                  <a:pt x="540228" y="939960"/>
                </a:lnTo>
                <a:lnTo>
                  <a:pt x="531266" y="950204"/>
                </a:lnTo>
                <a:lnTo>
                  <a:pt x="509504" y="945082"/>
                </a:lnTo>
                <a:lnTo>
                  <a:pt x="509344" y="937879"/>
                </a:lnTo>
                <a:lnTo>
                  <a:pt x="496702" y="906984"/>
                </a:lnTo>
                <a:lnTo>
                  <a:pt x="473819" y="889856"/>
                </a:lnTo>
                <a:lnTo>
                  <a:pt x="464858" y="888896"/>
                </a:lnTo>
                <a:lnTo>
                  <a:pt x="459097" y="871288"/>
                </a:lnTo>
                <a:lnTo>
                  <a:pt x="447576" y="850478"/>
                </a:lnTo>
                <a:lnTo>
                  <a:pt x="412692" y="812380"/>
                </a:lnTo>
                <a:lnTo>
                  <a:pt x="439095" y="812540"/>
                </a:lnTo>
                <a:lnTo>
                  <a:pt x="451896" y="803256"/>
                </a:lnTo>
                <a:lnTo>
                  <a:pt x="454937" y="795892"/>
                </a:lnTo>
                <a:lnTo>
                  <a:pt x="457017" y="793971"/>
                </a:lnTo>
                <a:lnTo>
                  <a:pt x="477180" y="805977"/>
                </a:lnTo>
                <a:close/>
              </a:path>
              <a:path w="4160520" h="2561198">
                <a:moveTo>
                  <a:pt x="746333" y="1325100"/>
                </a:moveTo>
                <a:lnTo>
                  <a:pt x="731611" y="1325900"/>
                </a:lnTo>
                <a:lnTo>
                  <a:pt x="699927" y="1306851"/>
                </a:lnTo>
                <a:lnTo>
                  <a:pt x="692567" y="1298207"/>
                </a:lnTo>
                <a:lnTo>
                  <a:pt x="690646" y="1286682"/>
                </a:lnTo>
                <a:lnTo>
                  <a:pt x="660403" y="1242341"/>
                </a:lnTo>
                <a:lnTo>
                  <a:pt x="656402" y="1232256"/>
                </a:lnTo>
                <a:lnTo>
                  <a:pt x="668244" y="1195919"/>
                </a:lnTo>
                <a:lnTo>
                  <a:pt x="699127" y="1187115"/>
                </a:lnTo>
                <a:lnTo>
                  <a:pt x="709369" y="1193198"/>
                </a:lnTo>
                <a:lnTo>
                  <a:pt x="712889" y="1209526"/>
                </a:lnTo>
                <a:lnTo>
                  <a:pt x="730491" y="1239140"/>
                </a:lnTo>
                <a:lnTo>
                  <a:pt x="736252" y="1254987"/>
                </a:lnTo>
                <a:lnTo>
                  <a:pt x="740733" y="1262030"/>
                </a:lnTo>
                <a:lnTo>
                  <a:pt x="742493" y="1267473"/>
                </a:lnTo>
                <a:lnTo>
                  <a:pt x="741053" y="1271315"/>
                </a:lnTo>
                <a:lnTo>
                  <a:pt x="753694" y="1290043"/>
                </a:lnTo>
                <a:lnTo>
                  <a:pt x="762815" y="1301089"/>
                </a:lnTo>
                <a:lnTo>
                  <a:pt x="763455" y="1318697"/>
                </a:lnTo>
                <a:lnTo>
                  <a:pt x="746333" y="1325100"/>
                </a:lnTo>
                <a:close/>
              </a:path>
              <a:path w="4160520" h="2561198">
                <a:moveTo>
                  <a:pt x="3543003" y="2419372"/>
                </a:moveTo>
                <a:lnTo>
                  <a:pt x="3522680" y="2452507"/>
                </a:lnTo>
                <a:lnTo>
                  <a:pt x="3529881" y="2457790"/>
                </a:lnTo>
                <a:lnTo>
                  <a:pt x="3534362" y="2462912"/>
                </a:lnTo>
                <a:lnTo>
                  <a:pt x="3500758" y="2469795"/>
                </a:lnTo>
                <a:lnTo>
                  <a:pt x="3486836" y="2466114"/>
                </a:lnTo>
                <a:lnTo>
                  <a:pt x="3478675" y="2467074"/>
                </a:lnTo>
                <a:lnTo>
                  <a:pt x="3444751" y="2460831"/>
                </a:lnTo>
                <a:lnTo>
                  <a:pt x="3420428" y="2453308"/>
                </a:lnTo>
                <a:lnTo>
                  <a:pt x="3417547" y="2447225"/>
                </a:lnTo>
                <a:lnTo>
                  <a:pt x="3419467" y="2440021"/>
                </a:lnTo>
                <a:lnTo>
                  <a:pt x="3426668" y="2442422"/>
                </a:lnTo>
                <a:lnTo>
                  <a:pt x="3445551" y="2443543"/>
                </a:lnTo>
                <a:lnTo>
                  <a:pt x="3452592" y="2440341"/>
                </a:lnTo>
                <a:lnTo>
                  <a:pt x="3452912" y="2418891"/>
                </a:lnTo>
                <a:lnTo>
                  <a:pt x="3450191" y="2391038"/>
                </a:lnTo>
                <a:lnTo>
                  <a:pt x="3475634" y="2368308"/>
                </a:lnTo>
                <a:lnTo>
                  <a:pt x="3489076" y="2359184"/>
                </a:lnTo>
                <a:lnTo>
                  <a:pt x="3504758" y="2353741"/>
                </a:lnTo>
                <a:lnTo>
                  <a:pt x="3543963" y="2366387"/>
                </a:lnTo>
                <a:lnTo>
                  <a:pt x="3550524" y="2369748"/>
                </a:lnTo>
                <a:lnTo>
                  <a:pt x="3555484" y="2374871"/>
                </a:lnTo>
                <a:lnTo>
                  <a:pt x="3557885" y="2383035"/>
                </a:lnTo>
                <a:lnTo>
                  <a:pt x="3543003" y="2419372"/>
                </a:lnTo>
                <a:close/>
              </a:path>
              <a:path w="4160520" h="2561198">
                <a:moveTo>
                  <a:pt x="3352099" y="2345897"/>
                </a:moveTo>
                <a:lnTo>
                  <a:pt x="3368261" y="2354381"/>
                </a:lnTo>
                <a:lnTo>
                  <a:pt x="3390984" y="2379353"/>
                </a:lnTo>
                <a:lnTo>
                  <a:pt x="3393064" y="2386236"/>
                </a:lnTo>
                <a:lnTo>
                  <a:pt x="3386183" y="2392799"/>
                </a:lnTo>
                <a:lnTo>
                  <a:pt x="3370021" y="2403364"/>
                </a:lnTo>
                <a:lnTo>
                  <a:pt x="3333857" y="2419692"/>
                </a:lnTo>
                <a:lnTo>
                  <a:pt x="3327616" y="2427375"/>
                </a:lnTo>
                <a:lnTo>
                  <a:pt x="3319935" y="2442422"/>
                </a:lnTo>
                <a:lnTo>
                  <a:pt x="3318175" y="2448825"/>
                </a:lnTo>
                <a:lnTo>
                  <a:pt x="3315614" y="2452347"/>
                </a:lnTo>
                <a:lnTo>
                  <a:pt x="3311454" y="2454748"/>
                </a:lnTo>
                <a:lnTo>
                  <a:pt x="3303613" y="2456989"/>
                </a:lnTo>
                <a:lnTo>
                  <a:pt x="3295132" y="2453788"/>
                </a:lnTo>
                <a:lnTo>
                  <a:pt x="3302813" y="2444183"/>
                </a:lnTo>
                <a:lnTo>
                  <a:pt x="3303133" y="2432658"/>
                </a:lnTo>
                <a:lnTo>
                  <a:pt x="3297372" y="2421773"/>
                </a:lnTo>
                <a:lnTo>
                  <a:pt x="3289211" y="2412809"/>
                </a:lnTo>
                <a:lnTo>
                  <a:pt x="3272729" y="2400483"/>
                </a:lnTo>
                <a:lnTo>
                  <a:pt x="3255127" y="2389758"/>
                </a:lnTo>
                <a:lnTo>
                  <a:pt x="3237365" y="2384155"/>
                </a:lnTo>
                <a:lnTo>
                  <a:pt x="3218482" y="2381594"/>
                </a:lnTo>
                <a:lnTo>
                  <a:pt x="3211761" y="2376312"/>
                </a:lnTo>
                <a:lnTo>
                  <a:pt x="3200720" y="2362865"/>
                </a:lnTo>
                <a:lnTo>
                  <a:pt x="3197040" y="2355502"/>
                </a:lnTo>
                <a:lnTo>
                  <a:pt x="3195279" y="2347658"/>
                </a:lnTo>
                <a:lnTo>
                  <a:pt x="3196399" y="2340135"/>
                </a:lnTo>
                <a:lnTo>
                  <a:pt x="3201040" y="2339814"/>
                </a:lnTo>
                <a:lnTo>
                  <a:pt x="3219602" y="2341575"/>
                </a:lnTo>
                <a:lnTo>
                  <a:pt x="3253687" y="2350379"/>
                </a:lnTo>
                <a:lnTo>
                  <a:pt x="3270489" y="2351020"/>
                </a:lnTo>
                <a:lnTo>
                  <a:pt x="3280090" y="2348939"/>
                </a:lnTo>
                <a:lnTo>
                  <a:pt x="3305053" y="2331651"/>
                </a:lnTo>
                <a:lnTo>
                  <a:pt x="3310974" y="2331811"/>
                </a:lnTo>
                <a:lnTo>
                  <a:pt x="3334817" y="2339494"/>
                </a:lnTo>
                <a:lnTo>
                  <a:pt x="3352099" y="2345897"/>
                </a:lnTo>
                <a:close/>
              </a:path>
              <a:path w="4160520" h="2561198">
                <a:moveTo>
                  <a:pt x="1847591" y="1307652"/>
                </a:moveTo>
                <a:lnTo>
                  <a:pt x="1853032" y="1318697"/>
                </a:lnTo>
                <a:lnTo>
                  <a:pt x="1860553" y="1328621"/>
                </a:lnTo>
                <a:lnTo>
                  <a:pt x="1866153" y="1339346"/>
                </a:lnTo>
                <a:lnTo>
                  <a:pt x="1873674" y="1390891"/>
                </a:lnTo>
                <a:lnTo>
                  <a:pt x="1898797" y="1435071"/>
                </a:lnTo>
                <a:lnTo>
                  <a:pt x="1971126" y="1452359"/>
                </a:lnTo>
                <a:lnTo>
                  <a:pt x="1959285" y="1459563"/>
                </a:lnTo>
                <a:lnTo>
                  <a:pt x="1953364" y="1465966"/>
                </a:lnTo>
                <a:lnTo>
                  <a:pt x="1948884" y="1473329"/>
                </a:lnTo>
                <a:lnTo>
                  <a:pt x="1938162" y="1504064"/>
                </a:lnTo>
                <a:lnTo>
                  <a:pt x="1939282" y="1510467"/>
                </a:lnTo>
                <a:lnTo>
                  <a:pt x="1945523" y="1520871"/>
                </a:lnTo>
                <a:lnTo>
                  <a:pt x="1946963" y="1532237"/>
                </a:lnTo>
                <a:lnTo>
                  <a:pt x="1938002" y="1532077"/>
                </a:lnTo>
                <a:lnTo>
                  <a:pt x="1927761" y="1529676"/>
                </a:lnTo>
                <a:lnTo>
                  <a:pt x="1919600" y="1525353"/>
                </a:lnTo>
                <a:lnTo>
                  <a:pt x="1912079" y="1519751"/>
                </a:lnTo>
                <a:lnTo>
                  <a:pt x="1903758" y="1515429"/>
                </a:lnTo>
                <a:lnTo>
                  <a:pt x="1894957" y="1512547"/>
                </a:lnTo>
                <a:lnTo>
                  <a:pt x="1880235" y="1503743"/>
                </a:lnTo>
                <a:lnTo>
                  <a:pt x="1860393" y="1497500"/>
                </a:lnTo>
                <a:lnTo>
                  <a:pt x="1840070" y="1492698"/>
                </a:lnTo>
                <a:lnTo>
                  <a:pt x="1830149" y="1479732"/>
                </a:lnTo>
                <a:lnTo>
                  <a:pt x="1825508" y="1463565"/>
                </a:lnTo>
                <a:lnTo>
                  <a:pt x="1830469" y="1439553"/>
                </a:lnTo>
                <a:lnTo>
                  <a:pt x="1825508" y="1432990"/>
                </a:lnTo>
                <a:lnTo>
                  <a:pt x="1818147" y="1427068"/>
                </a:lnTo>
                <a:lnTo>
                  <a:pt x="1809346" y="1409779"/>
                </a:lnTo>
                <a:lnTo>
                  <a:pt x="1805986" y="1389610"/>
                </a:lnTo>
                <a:lnTo>
                  <a:pt x="1793024" y="1381926"/>
                </a:lnTo>
                <a:lnTo>
                  <a:pt x="1776062" y="1377124"/>
                </a:lnTo>
                <a:lnTo>
                  <a:pt x="1768701" y="1373282"/>
                </a:lnTo>
                <a:lnTo>
                  <a:pt x="1735097" y="1380646"/>
                </a:lnTo>
                <a:lnTo>
                  <a:pt x="1727096" y="1378885"/>
                </a:lnTo>
                <a:lnTo>
                  <a:pt x="1719895" y="1373282"/>
                </a:lnTo>
                <a:lnTo>
                  <a:pt x="1701493" y="1367520"/>
                </a:lnTo>
                <a:lnTo>
                  <a:pt x="1702293" y="1356314"/>
                </a:lnTo>
                <a:lnTo>
                  <a:pt x="1710774" y="1347350"/>
                </a:lnTo>
                <a:lnTo>
                  <a:pt x="1730776" y="1338386"/>
                </a:lnTo>
                <a:lnTo>
                  <a:pt x="1740218" y="1330702"/>
                </a:lnTo>
                <a:lnTo>
                  <a:pt x="1742138" y="1320778"/>
                </a:lnTo>
                <a:lnTo>
                  <a:pt x="1738457" y="1313414"/>
                </a:lnTo>
                <a:lnTo>
                  <a:pt x="1739897" y="1305731"/>
                </a:lnTo>
                <a:lnTo>
                  <a:pt x="1746298" y="1298367"/>
                </a:lnTo>
                <a:lnTo>
                  <a:pt x="1753819" y="1292605"/>
                </a:lnTo>
                <a:lnTo>
                  <a:pt x="1773822" y="1284921"/>
                </a:lnTo>
                <a:lnTo>
                  <a:pt x="1782623" y="1298207"/>
                </a:lnTo>
                <a:lnTo>
                  <a:pt x="1787103" y="1309412"/>
                </a:lnTo>
                <a:lnTo>
                  <a:pt x="1792384" y="1317576"/>
                </a:lnTo>
                <a:lnTo>
                  <a:pt x="1800865" y="1306051"/>
                </a:lnTo>
                <a:lnTo>
                  <a:pt x="1795424" y="1286042"/>
                </a:lnTo>
                <a:lnTo>
                  <a:pt x="1810786" y="1281559"/>
                </a:lnTo>
                <a:lnTo>
                  <a:pt x="1825828" y="1281399"/>
                </a:lnTo>
                <a:lnTo>
                  <a:pt x="1837190" y="1286842"/>
                </a:lnTo>
                <a:lnTo>
                  <a:pt x="1844551" y="1295486"/>
                </a:lnTo>
                <a:lnTo>
                  <a:pt x="1847591" y="1307652"/>
                </a:lnTo>
                <a:close/>
              </a:path>
              <a:path w="4160520" h="2561198">
                <a:moveTo>
                  <a:pt x="2210836" y="449810"/>
                </a:moveTo>
                <a:lnTo>
                  <a:pt x="2189074" y="455733"/>
                </a:lnTo>
                <a:lnTo>
                  <a:pt x="2176272" y="447409"/>
                </a:lnTo>
                <a:lnTo>
                  <a:pt x="2190034" y="437325"/>
                </a:lnTo>
                <a:lnTo>
                  <a:pt x="2194834" y="436684"/>
                </a:lnTo>
                <a:lnTo>
                  <a:pt x="2198035" y="434603"/>
                </a:lnTo>
                <a:lnTo>
                  <a:pt x="2199155" y="430601"/>
                </a:lnTo>
                <a:lnTo>
                  <a:pt x="2174352" y="423878"/>
                </a:lnTo>
                <a:lnTo>
                  <a:pt x="2167471" y="417955"/>
                </a:lnTo>
                <a:lnTo>
                  <a:pt x="2160590" y="402908"/>
                </a:lnTo>
                <a:lnTo>
                  <a:pt x="2160910" y="393304"/>
                </a:lnTo>
                <a:lnTo>
                  <a:pt x="2192594" y="368172"/>
                </a:lnTo>
                <a:lnTo>
                  <a:pt x="2199955" y="365451"/>
                </a:lnTo>
                <a:lnTo>
                  <a:pt x="2201235" y="375856"/>
                </a:lnTo>
                <a:lnTo>
                  <a:pt x="2223158" y="402428"/>
                </a:lnTo>
                <a:lnTo>
                  <a:pt x="2224118" y="420036"/>
                </a:lnTo>
                <a:lnTo>
                  <a:pt x="2223318" y="426439"/>
                </a:lnTo>
                <a:lnTo>
                  <a:pt x="2210836" y="449810"/>
                </a:lnTo>
                <a:close/>
              </a:path>
              <a:path w="4160520" h="2561198">
                <a:moveTo>
                  <a:pt x="2193394" y="1520391"/>
                </a:moveTo>
                <a:lnTo>
                  <a:pt x="2190994" y="1537199"/>
                </a:lnTo>
                <a:lnTo>
                  <a:pt x="2186993" y="1543602"/>
                </a:lnTo>
                <a:lnTo>
                  <a:pt x="2173712" y="1551926"/>
                </a:lnTo>
                <a:lnTo>
                  <a:pt x="2169071" y="1557048"/>
                </a:lnTo>
                <a:lnTo>
                  <a:pt x="2156590" y="1556248"/>
                </a:lnTo>
                <a:lnTo>
                  <a:pt x="2154989" y="1547444"/>
                </a:lnTo>
                <a:lnTo>
                  <a:pt x="2150829" y="1541361"/>
                </a:lnTo>
                <a:lnTo>
                  <a:pt x="2137547" y="1534478"/>
                </a:lnTo>
                <a:lnTo>
                  <a:pt x="2134187" y="1536239"/>
                </a:lnTo>
                <a:lnTo>
                  <a:pt x="2131786" y="1546483"/>
                </a:lnTo>
                <a:lnTo>
                  <a:pt x="2105863" y="1553687"/>
                </a:lnTo>
                <a:lnTo>
                  <a:pt x="2098502" y="1554167"/>
                </a:lnTo>
                <a:lnTo>
                  <a:pt x="2102183" y="1540721"/>
                </a:lnTo>
                <a:lnTo>
                  <a:pt x="2095462" y="1529996"/>
                </a:lnTo>
                <a:lnTo>
                  <a:pt x="2094982" y="1517030"/>
                </a:lnTo>
                <a:lnTo>
                  <a:pt x="2093702" y="1511267"/>
                </a:lnTo>
                <a:lnTo>
                  <a:pt x="2090341" y="1507905"/>
                </a:lnTo>
                <a:lnTo>
                  <a:pt x="2097062" y="1498781"/>
                </a:lnTo>
                <a:lnTo>
                  <a:pt x="2095942" y="1488696"/>
                </a:lnTo>
                <a:lnTo>
                  <a:pt x="2102983" y="1477811"/>
                </a:lnTo>
                <a:lnTo>
                  <a:pt x="2106823" y="1451239"/>
                </a:lnTo>
                <a:lnTo>
                  <a:pt x="2134347" y="1445476"/>
                </a:lnTo>
                <a:lnTo>
                  <a:pt x="2140268" y="1450278"/>
                </a:lnTo>
                <a:lnTo>
                  <a:pt x="2172111" y="1456201"/>
                </a:lnTo>
                <a:lnTo>
                  <a:pt x="2194674" y="1472209"/>
                </a:lnTo>
                <a:lnTo>
                  <a:pt x="2206836" y="1493499"/>
                </a:lnTo>
                <a:lnTo>
                  <a:pt x="2193394" y="1520391"/>
                </a:lnTo>
                <a:close/>
              </a:path>
              <a:path w="4160520" h="2561198">
                <a:moveTo>
                  <a:pt x="318920" y="203455"/>
                </a:moveTo>
                <a:lnTo>
                  <a:pt x="338442" y="204896"/>
                </a:lnTo>
                <a:lnTo>
                  <a:pt x="374927" y="196252"/>
                </a:lnTo>
                <a:lnTo>
                  <a:pt x="394929" y="197052"/>
                </a:lnTo>
                <a:lnTo>
                  <a:pt x="413812" y="203295"/>
                </a:lnTo>
                <a:lnTo>
                  <a:pt x="430454" y="206977"/>
                </a:lnTo>
                <a:lnTo>
                  <a:pt x="472219" y="202335"/>
                </a:lnTo>
                <a:lnTo>
                  <a:pt x="480060" y="203615"/>
                </a:lnTo>
                <a:lnTo>
                  <a:pt x="487581" y="207137"/>
                </a:lnTo>
                <a:lnTo>
                  <a:pt x="494142" y="212900"/>
                </a:lnTo>
                <a:lnTo>
                  <a:pt x="513184" y="233709"/>
                </a:lnTo>
                <a:lnTo>
                  <a:pt x="545348" y="259321"/>
                </a:lnTo>
                <a:lnTo>
                  <a:pt x="554789" y="275809"/>
                </a:lnTo>
                <a:lnTo>
                  <a:pt x="560070" y="294218"/>
                </a:lnTo>
                <a:lnTo>
                  <a:pt x="563430" y="298540"/>
                </a:lnTo>
                <a:lnTo>
                  <a:pt x="599755" y="333756"/>
                </a:lnTo>
                <a:lnTo>
                  <a:pt x="603755" y="348643"/>
                </a:lnTo>
                <a:lnTo>
                  <a:pt x="598635" y="368973"/>
                </a:lnTo>
                <a:lnTo>
                  <a:pt x="609196" y="385300"/>
                </a:lnTo>
                <a:lnTo>
                  <a:pt x="644561" y="400507"/>
                </a:lnTo>
                <a:lnTo>
                  <a:pt x="665523" y="411713"/>
                </a:lnTo>
                <a:lnTo>
                  <a:pt x="670004" y="418436"/>
                </a:lnTo>
                <a:lnTo>
                  <a:pt x="673044" y="426600"/>
                </a:lnTo>
                <a:lnTo>
                  <a:pt x="684566" y="438765"/>
                </a:lnTo>
                <a:lnTo>
                  <a:pt x="699127" y="446609"/>
                </a:lnTo>
                <a:lnTo>
                  <a:pt x="744253" y="467259"/>
                </a:lnTo>
                <a:lnTo>
                  <a:pt x="803460" y="510479"/>
                </a:lnTo>
                <a:lnTo>
                  <a:pt x="837225" y="530968"/>
                </a:lnTo>
                <a:lnTo>
                  <a:pt x="865228" y="562183"/>
                </a:lnTo>
                <a:lnTo>
                  <a:pt x="875149" y="577070"/>
                </a:lnTo>
                <a:lnTo>
                  <a:pt x="883470" y="593237"/>
                </a:lnTo>
                <a:lnTo>
                  <a:pt x="900433" y="616608"/>
                </a:lnTo>
                <a:lnTo>
                  <a:pt x="929236" y="645582"/>
                </a:lnTo>
                <a:lnTo>
                  <a:pt x="936597" y="654546"/>
                </a:lnTo>
                <a:lnTo>
                  <a:pt x="944278" y="667192"/>
                </a:lnTo>
                <a:lnTo>
                  <a:pt x="953239" y="679198"/>
                </a:lnTo>
                <a:lnTo>
                  <a:pt x="963960" y="690083"/>
                </a:lnTo>
                <a:lnTo>
                  <a:pt x="976762" y="698407"/>
                </a:lnTo>
                <a:lnTo>
                  <a:pt x="989724" y="701128"/>
                </a:lnTo>
                <a:lnTo>
                  <a:pt x="1010846" y="722098"/>
                </a:lnTo>
                <a:lnTo>
                  <a:pt x="1022208" y="728661"/>
                </a:lnTo>
                <a:lnTo>
                  <a:pt x="1020448" y="712173"/>
                </a:lnTo>
                <a:lnTo>
                  <a:pt x="1010846" y="697926"/>
                </a:lnTo>
                <a:lnTo>
                  <a:pt x="1011006" y="689282"/>
                </a:lnTo>
                <a:lnTo>
                  <a:pt x="1012607" y="681439"/>
                </a:lnTo>
                <a:lnTo>
                  <a:pt x="1020448" y="675036"/>
                </a:lnTo>
                <a:lnTo>
                  <a:pt x="1029889" y="673115"/>
                </a:lnTo>
                <a:lnTo>
                  <a:pt x="1047491" y="679198"/>
                </a:lnTo>
                <a:lnTo>
                  <a:pt x="1076134" y="704009"/>
                </a:lnTo>
                <a:lnTo>
                  <a:pt x="1088296" y="718416"/>
                </a:lnTo>
                <a:lnTo>
                  <a:pt x="1097417" y="738425"/>
                </a:lnTo>
                <a:lnTo>
                  <a:pt x="1104938" y="759235"/>
                </a:lnTo>
                <a:lnTo>
                  <a:pt x="1116460" y="769480"/>
                </a:lnTo>
                <a:lnTo>
                  <a:pt x="1132142" y="773002"/>
                </a:lnTo>
                <a:lnTo>
                  <a:pt x="1149584" y="774602"/>
                </a:lnTo>
                <a:lnTo>
                  <a:pt x="1165746" y="781005"/>
                </a:lnTo>
                <a:lnTo>
                  <a:pt x="1203350" y="809659"/>
                </a:lnTo>
                <a:lnTo>
                  <a:pt x="1215832" y="823105"/>
                </a:lnTo>
                <a:lnTo>
                  <a:pt x="1225273" y="838952"/>
                </a:lnTo>
                <a:lnTo>
                  <a:pt x="1231834" y="857681"/>
                </a:lnTo>
                <a:lnTo>
                  <a:pt x="1235834" y="877370"/>
                </a:lnTo>
                <a:lnTo>
                  <a:pt x="1238395" y="882013"/>
                </a:lnTo>
                <a:lnTo>
                  <a:pt x="1262558" y="905704"/>
                </a:lnTo>
                <a:lnTo>
                  <a:pt x="1275199" y="915788"/>
                </a:lnTo>
                <a:lnTo>
                  <a:pt x="1290721" y="920591"/>
                </a:lnTo>
                <a:lnTo>
                  <a:pt x="1336007" y="926033"/>
                </a:lnTo>
                <a:lnTo>
                  <a:pt x="1352009" y="934197"/>
                </a:lnTo>
                <a:lnTo>
                  <a:pt x="1365291" y="947803"/>
                </a:lnTo>
                <a:lnTo>
                  <a:pt x="1370891" y="961730"/>
                </a:lnTo>
                <a:lnTo>
                  <a:pt x="1361450" y="974056"/>
                </a:lnTo>
                <a:lnTo>
                  <a:pt x="1325926" y="992784"/>
                </a:lnTo>
                <a:lnTo>
                  <a:pt x="1288161" y="1005911"/>
                </a:lnTo>
                <a:lnTo>
                  <a:pt x="1324966" y="1001428"/>
                </a:lnTo>
                <a:lnTo>
                  <a:pt x="1343528" y="995826"/>
                </a:lnTo>
                <a:lnTo>
                  <a:pt x="1360650" y="987342"/>
                </a:lnTo>
                <a:lnTo>
                  <a:pt x="1377612" y="976457"/>
                </a:lnTo>
                <a:lnTo>
                  <a:pt x="1404496" y="961250"/>
                </a:lnTo>
                <a:lnTo>
                  <a:pt x="1414417" y="958208"/>
                </a:lnTo>
                <a:lnTo>
                  <a:pt x="1426098" y="959329"/>
                </a:lnTo>
                <a:lnTo>
                  <a:pt x="1436820" y="963651"/>
                </a:lnTo>
                <a:lnTo>
                  <a:pt x="1452822" y="978538"/>
                </a:lnTo>
                <a:lnTo>
                  <a:pt x="1467863" y="994225"/>
                </a:lnTo>
                <a:lnTo>
                  <a:pt x="1479065" y="1012634"/>
                </a:lnTo>
                <a:lnTo>
                  <a:pt x="1486106" y="1032963"/>
                </a:lnTo>
                <a:lnTo>
                  <a:pt x="1473144" y="1043688"/>
                </a:lnTo>
                <a:lnTo>
                  <a:pt x="1454422" y="1051532"/>
                </a:lnTo>
                <a:lnTo>
                  <a:pt x="1428819" y="1071221"/>
                </a:lnTo>
                <a:lnTo>
                  <a:pt x="1426098" y="1078905"/>
                </a:lnTo>
                <a:lnTo>
                  <a:pt x="1431219" y="1084027"/>
                </a:lnTo>
                <a:lnTo>
                  <a:pt x="1424978" y="1098434"/>
                </a:lnTo>
                <a:lnTo>
                  <a:pt x="1439380" y="1107398"/>
                </a:lnTo>
                <a:lnTo>
                  <a:pt x="1441620" y="1115082"/>
                </a:lnTo>
                <a:lnTo>
                  <a:pt x="1429139" y="1125967"/>
                </a:lnTo>
                <a:lnTo>
                  <a:pt x="1430419" y="1132690"/>
                </a:lnTo>
                <a:lnTo>
                  <a:pt x="1445461" y="1161343"/>
                </a:lnTo>
                <a:lnTo>
                  <a:pt x="1452662" y="1167906"/>
                </a:lnTo>
                <a:lnTo>
                  <a:pt x="1475544" y="1182473"/>
                </a:lnTo>
                <a:lnTo>
                  <a:pt x="1510589" y="1197200"/>
                </a:lnTo>
                <a:lnTo>
                  <a:pt x="1529951" y="1203923"/>
                </a:lnTo>
                <a:lnTo>
                  <a:pt x="1552034" y="1209206"/>
                </a:lnTo>
                <a:lnTo>
                  <a:pt x="1561475" y="1209046"/>
                </a:lnTo>
                <a:lnTo>
                  <a:pt x="1577957" y="1206644"/>
                </a:lnTo>
                <a:lnTo>
                  <a:pt x="1581158" y="1212407"/>
                </a:lnTo>
                <a:lnTo>
                  <a:pt x="1588359" y="1240740"/>
                </a:lnTo>
                <a:lnTo>
                  <a:pt x="1591719" y="1258509"/>
                </a:lnTo>
                <a:lnTo>
                  <a:pt x="1596680" y="1296606"/>
                </a:lnTo>
                <a:lnTo>
                  <a:pt x="1603240" y="1312454"/>
                </a:lnTo>
                <a:lnTo>
                  <a:pt x="1602760" y="1331663"/>
                </a:lnTo>
                <a:lnTo>
                  <a:pt x="1611241" y="1348151"/>
                </a:lnTo>
                <a:lnTo>
                  <a:pt x="1628364" y="1358555"/>
                </a:lnTo>
                <a:lnTo>
                  <a:pt x="1646766" y="1367200"/>
                </a:lnTo>
                <a:lnTo>
                  <a:pt x="1655407" y="1375523"/>
                </a:lnTo>
                <a:lnTo>
                  <a:pt x="1655407" y="1388169"/>
                </a:lnTo>
                <a:lnTo>
                  <a:pt x="1652367" y="1398094"/>
                </a:lnTo>
                <a:lnTo>
                  <a:pt x="1646126" y="1405938"/>
                </a:lnTo>
                <a:lnTo>
                  <a:pt x="1627083" y="1422425"/>
                </a:lnTo>
                <a:lnTo>
                  <a:pt x="1623723" y="1429469"/>
                </a:lnTo>
                <a:lnTo>
                  <a:pt x="1621163" y="1447557"/>
                </a:lnTo>
                <a:lnTo>
                  <a:pt x="1624363" y="1455881"/>
                </a:lnTo>
                <a:lnTo>
                  <a:pt x="1631884" y="1456361"/>
                </a:lnTo>
                <a:lnTo>
                  <a:pt x="1637965" y="1452039"/>
                </a:lnTo>
                <a:lnTo>
                  <a:pt x="1660688" y="1427708"/>
                </a:lnTo>
                <a:lnTo>
                  <a:pt x="1666928" y="1423386"/>
                </a:lnTo>
                <a:lnTo>
                  <a:pt x="1675569" y="1420024"/>
                </a:lnTo>
                <a:lnTo>
                  <a:pt x="1684371" y="1417943"/>
                </a:lnTo>
                <a:lnTo>
                  <a:pt x="1726136" y="1417623"/>
                </a:lnTo>
                <a:lnTo>
                  <a:pt x="1743738" y="1421465"/>
                </a:lnTo>
                <a:lnTo>
                  <a:pt x="1759420" y="1429469"/>
                </a:lnTo>
                <a:lnTo>
                  <a:pt x="1773342" y="1439393"/>
                </a:lnTo>
                <a:lnTo>
                  <a:pt x="1824068" y="1502783"/>
                </a:lnTo>
                <a:lnTo>
                  <a:pt x="1847271" y="1537679"/>
                </a:lnTo>
                <a:lnTo>
                  <a:pt x="1849191" y="1546483"/>
                </a:lnTo>
                <a:lnTo>
                  <a:pt x="1849511" y="1555448"/>
                </a:lnTo>
                <a:lnTo>
                  <a:pt x="1845671" y="1562491"/>
                </a:lnTo>
                <a:lnTo>
                  <a:pt x="1824388" y="1586342"/>
                </a:lnTo>
                <a:lnTo>
                  <a:pt x="1821828" y="1592905"/>
                </a:lnTo>
                <a:lnTo>
                  <a:pt x="1815267" y="1618997"/>
                </a:lnTo>
                <a:lnTo>
                  <a:pt x="1816547" y="1637726"/>
                </a:lnTo>
                <a:lnTo>
                  <a:pt x="1823588" y="1645570"/>
                </a:lnTo>
                <a:lnTo>
                  <a:pt x="1829029" y="1654054"/>
                </a:lnTo>
                <a:lnTo>
                  <a:pt x="1828709" y="1661737"/>
                </a:lnTo>
                <a:lnTo>
                  <a:pt x="1814787" y="1700315"/>
                </a:lnTo>
                <a:lnTo>
                  <a:pt x="1813187" y="1706878"/>
                </a:lnTo>
                <a:lnTo>
                  <a:pt x="1822148" y="1769468"/>
                </a:lnTo>
                <a:lnTo>
                  <a:pt x="1822788" y="1786436"/>
                </a:lnTo>
                <a:lnTo>
                  <a:pt x="1820868" y="1807886"/>
                </a:lnTo>
                <a:lnTo>
                  <a:pt x="1822148" y="1842462"/>
                </a:lnTo>
                <a:lnTo>
                  <a:pt x="1810786" y="1949232"/>
                </a:lnTo>
                <a:lnTo>
                  <a:pt x="1808706" y="1955475"/>
                </a:lnTo>
                <a:lnTo>
                  <a:pt x="1799905" y="1971802"/>
                </a:lnTo>
                <a:lnTo>
                  <a:pt x="1788544" y="1971802"/>
                </a:lnTo>
                <a:lnTo>
                  <a:pt x="1779262" y="1968921"/>
                </a:lnTo>
                <a:lnTo>
                  <a:pt x="1772702" y="1962678"/>
                </a:lnTo>
                <a:lnTo>
                  <a:pt x="1769181" y="1954834"/>
                </a:lnTo>
                <a:lnTo>
                  <a:pt x="1763900" y="1948591"/>
                </a:lnTo>
                <a:lnTo>
                  <a:pt x="1736057" y="1928902"/>
                </a:lnTo>
                <a:lnTo>
                  <a:pt x="1728856" y="1932104"/>
                </a:lnTo>
                <a:lnTo>
                  <a:pt x="1700693" y="1956595"/>
                </a:lnTo>
                <a:lnTo>
                  <a:pt x="1693172" y="1960277"/>
                </a:lnTo>
                <a:lnTo>
                  <a:pt x="1683890" y="1957235"/>
                </a:lnTo>
                <a:lnTo>
                  <a:pt x="1669009" y="1949872"/>
                </a:lnTo>
                <a:lnTo>
                  <a:pt x="1622603" y="1924100"/>
                </a:lnTo>
                <a:lnTo>
                  <a:pt x="1619722" y="1932424"/>
                </a:lnTo>
                <a:lnTo>
                  <a:pt x="1619082" y="1943629"/>
                </a:lnTo>
                <a:lnTo>
                  <a:pt x="1628364" y="1971482"/>
                </a:lnTo>
                <a:lnTo>
                  <a:pt x="1629644" y="1983808"/>
                </a:lnTo>
                <a:lnTo>
                  <a:pt x="1621163" y="1986209"/>
                </a:lnTo>
                <a:lnTo>
                  <a:pt x="1616522" y="1985729"/>
                </a:lnTo>
                <a:lnTo>
                  <a:pt x="1597160" y="1969401"/>
                </a:lnTo>
                <a:lnTo>
                  <a:pt x="1579397" y="1951473"/>
                </a:lnTo>
                <a:lnTo>
                  <a:pt x="1559075" y="1927141"/>
                </a:lnTo>
                <a:lnTo>
                  <a:pt x="1544193" y="1915616"/>
                </a:lnTo>
                <a:lnTo>
                  <a:pt x="1530911" y="1902650"/>
                </a:lnTo>
                <a:lnTo>
                  <a:pt x="1493147" y="1853667"/>
                </a:lnTo>
                <a:lnTo>
                  <a:pt x="1483385" y="1846144"/>
                </a:lnTo>
                <a:lnTo>
                  <a:pt x="1425138" y="1811407"/>
                </a:lnTo>
                <a:lnTo>
                  <a:pt x="1413297" y="1803243"/>
                </a:lnTo>
                <a:lnTo>
                  <a:pt x="1398415" y="1788997"/>
                </a:lnTo>
                <a:lnTo>
                  <a:pt x="1382413" y="1776191"/>
                </a:lnTo>
                <a:lnTo>
                  <a:pt x="1347208" y="1756181"/>
                </a:lnTo>
                <a:lnTo>
                  <a:pt x="1286241" y="1705118"/>
                </a:lnTo>
                <a:lnTo>
                  <a:pt x="1259677" y="1675824"/>
                </a:lnTo>
                <a:lnTo>
                  <a:pt x="1230234" y="1628762"/>
                </a:lnTo>
                <a:lnTo>
                  <a:pt x="1220633" y="1616596"/>
                </a:lnTo>
                <a:lnTo>
                  <a:pt x="1171026" y="1581220"/>
                </a:lnTo>
                <a:lnTo>
                  <a:pt x="1143983" y="1559770"/>
                </a:lnTo>
                <a:lnTo>
                  <a:pt x="1132782" y="1547444"/>
                </a:lnTo>
                <a:lnTo>
                  <a:pt x="1106378" y="1504544"/>
                </a:lnTo>
                <a:lnTo>
                  <a:pt x="1098697" y="1489977"/>
                </a:lnTo>
                <a:lnTo>
                  <a:pt x="1089096" y="1477331"/>
                </a:lnTo>
                <a:lnTo>
                  <a:pt x="1073094" y="1466926"/>
                </a:lnTo>
                <a:lnTo>
                  <a:pt x="1059172" y="1454760"/>
                </a:lnTo>
                <a:lnTo>
                  <a:pt x="1031169" y="1415862"/>
                </a:lnTo>
                <a:lnTo>
                  <a:pt x="1022528" y="1400495"/>
                </a:lnTo>
                <a:lnTo>
                  <a:pt x="1015807" y="1383687"/>
                </a:lnTo>
                <a:lnTo>
                  <a:pt x="1016927" y="1350071"/>
                </a:lnTo>
                <a:lnTo>
                  <a:pt x="958040" y="1248424"/>
                </a:lnTo>
                <a:lnTo>
                  <a:pt x="943158" y="1216729"/>
                </a:lnTo>
                <a:lnTo>
                  <a:pt x="929396" y="1172869"/>
                </a:lnTo>
                <a:lnTo>
                  <a:pt x="926356" y="1168387"/>
                </a:lnTo>
                <a:lnTo>
                  <a:pt x="894192" y="1129008"/>
                </a:lnTo>
                <a:lnTo>
                  <a:pt x="882830" y="1116362"/>
                </a:lnTo>
                <a:lnTo>
                  <a:pt x="869069" y="1104517"/>
                </a:lnTo>
                <a:lnTo>
                  <a:pt x="857707" y="1090750"/>
                </a:lnTo>
                <a:lnTo>
                  <a:pt x="835464" y="1045769"/>
                </a:lnTo>
                <a:lnTo>
                  <a:pt x="827303" y="1033283"/>
                </a:lnTo>
                <a:lnTo>
                  <a:pt x="815782" y="1024159"/>
                </a:lnTo>
                <a:lnTo>
                  <a:pt x="773697" y="1007031"/>
                </a:lnTo>
                <a:lnTo>
                  <a:pt x="757855" y="997587"/>
                </a:lnTo>
                <a:lnTo>
                  <a:pt x="745533" y="984140"/>
                </a:lnTo>
                <a:lnTo>
                  <a:pt x="738012" y="967012"/>
                </a:lnTo>
                <a:lnTo>
                  <a:pt x="729691" y="930675"/>
                </a:lnTo>
                <a:lnTo>
                  <a:pt x="709849" y="875289"/>
                </a:lnTo>
                <a:lnTo>
                  <a:pt x="687446" y="801175"/>
                </a:lnTo>
                <a:lnTo>
                  <a:pt x="672564" y="768039"/>
                </a:lnTo>
                <a:lnTo>
                  <a:pt x="655282" y="741947"/>
                </a:lnTo>
                <a:lnTo>
                  <a:pt x="650321" y="736024"/>
                </a:lnTo>
                <a:lnTo>
                  <a:pt x="573992" y="689122"/>
                </a:lnTo>
                <a:lnTo>
                  <a:pt x="560870" y="682239"/>
                </a:lnTo>
                <a:lnTo>
                  <a:pt x="547108" y="678077"/>
                </a:lnTo>
                <a:lnTo>
                  <a:pt x="527266" y="675036"/>
                </a:lnTo>
                <a:lnTo>
                  <a:pt x="512224" y="662870"/>
                </a:lnTo>
                <a:lnTo>
                  <a:pt x="505983" y="641260"/>
                </a:lnTo>
                <a:lnTo>
                  <a:pt x="502623" y="612126"/>
                </a:lnTo>
                <a:lnTo>
                  <a:pt x="498782" y="594678"/>
                </a:lnTo>
                <a:lnTo>
                  <a:pt x="494622" y="584754"/>
                </a:lnTo>
                <a:lnTo>
                  <a:pt x="462618" y="564264"/>
                </a:lnTo>
                <a:lnTo>
                  <a:pt x="450136" y="547936"/>
                </a:lnTo>
                <a:lnTo>
                  <a:pt x="439735" y="530008"/>
                </a:lnTo>
                <a:lnTo>
                  <a:pt x="430134" y="516081"/>
                </a:lnTo>
                <a:lnTo>
                  <a:pt x="395089" y="468219"/>
                </a:lnTo>
                <a:lnTo>
                  <a:pt x="383088" y="455573"/>
                </a:lnTo>
                <a:lnTo>
                  <a:pt x="368206" y="446769"/>
                </a:lnTo>
                <a:lnTo>
                  <a:pt x="324041" y="437485"/>
                </a:lnTo>
                <a:lnTo>
                  <a:pt x="311239" y="429641"/>
                </a:lnTo>
                <a:lnTo>
                  <a:pt x="289796" y="402428"/>
                </a:lnTo>
                <a:lnTo>
                  <a:pt x="276835" y="388502"/>
                </a:lnTo>
                <a:lnTo>
                  <a:pt x="238110" y="358087"/>
                </a:lnTo>
                <a:lnTo>
                  <a:pt x="172662" y="294218"/>
                </a:lnTo>
                <a:lnTo>
                  <a:pt x="159220" y="278370"/>
                </a:lnTo>
                <a:lnTo>
                  <a:pt x="149139" y="261722"/>
                </a:lnTo>
                <a:lnTo>
                  <a:pt x="140978" y="243954"/>
                </a:lnTo>
                <a:lnTo>
                  <a:pt x="113134" y="194651"/>
                </a:lnTo>
                <a:lnTo>
                  <a:pt x="115374" y="184726"/>
                </a:lnTo>
                <a:lnTo>
                  <a:pt x="119535" y="174322"/>
                </a:lnTo>
                <a:lnTo>
                  <a:pt x="118895" y="165838"/>
                </a:lnTo>
                <a:lnTo>
                  <a:pt x="115854" y="157354"/>
                </a:lnTo>
                <a:lnTo>
                  <a:pt x="116495" y="149670"/>
                </a:lnTo>
                <a:lnTo>
                  <a:pt x="124816" y="145188"/>
                </a:lnTo>
                <a:lnTo>
                  <a:pt x="143378" y="139425"/>
                </a:lnTo>
                <a:lnTo>
                  <a:pt x="162740" y="140066"/>
                </a:lnTo>
                <a:lnTo>
                  <a:pt x="180663" y="142627"/>
                </a:lnTo>
                <a:lnTo>
                  <a:pt x="197945" y="147429"/>
                </a:lnTo>
                <a:lnTo>
                  <a:pt x="214587" y="157674"/>
                </a:lnTo>
                <a:lnTo>
                  <a:pt x="244351" y="183926"/>
                </a:lnTo>
                <a:lnTo>
                  <a:pt x="261313" y="193050"/>
                </a:lnTo>
                <a:lnTo>
                  <a:pt x="280195" y="197372"/>
                </a:lnTo>
                <a:lnTo>
                  <a:pt x="318920" y="203455"/>
                </a:lnTo>
                <a:close/>
              </a:path>
              <a:path w="4160520" h="2561198">
                <a:moveTo>
                  <a:pt x="4160520" y="2419052"/>
                </a:moveTo>
                <a:lnTo>
                  <a:pt x="4160520" y="2424654"/>
                </a:lnTo>
                <a:lnTo>
                  <a:pt x="4160520" y="2430097"/>
                </a:lnTo>
                <a:lnTo>
                  <a:pt x="4160520" y="2437140"/>
                </a:lnTo>
                <a:lnTo>
                  <a:pt x="4160520" y="2438741"/>
                </a:lnTo>
                <a:lnTo>
                  <a:pt x="4160520" y="2439221"/>
                </a:lnTo>
                <a:lnTo>
                  <a:pt x="4160520" y="2437940"/>
                </a:lnTo>
                <a:lnTo>
                  <a:pt x="4160520" y="2440341"/>
                </a:lnTo>
                <a:lnTo>
                  <a:pt x="4160520" y="2458750"/>
                </a:lnTo>
                <a:lnTo>
                  <a:pt x="4160520" y="2460351"/>
                </a:lnTo>
                <a:lnTo>
                  <a:pt x="4160520" y="2464993"/>
                </a:lnTo>
                <a:lnTo>
                  <a:pt x="4160520" y="2457790"/>
                </a:lnTo>
                <a:lnTo>
                  <a:pt x="4160520" y="2452507"/>
                </a:lnTo>
                <a:lnTo>
                  <a:pt x="4160520" y="2451066"/>
                </a:lnTo>
                <a:lnTo>
                  <a:pt x="4160520" y="2451547"/>
                </a:lnTo>
                <a:lnTo>
                  <a:pt x="4160520" y="2467874"/>
                </a:lnTo>
                <a:lnTo>
                  <a:pt x="4160520" y="2464513"/>
                </a:lnTo>
                <a:lnTo>
                  <a:pt x="4160520" y="2465793"/>
                </a:lnTo>
                <a:lnTo>
                  <a:pt x="4160520" y="2469315"/>
                </a:lnTo>
                <a:lnTo>
                  <a:pt x="4160520" y="2470756"/>
                </a:lnTo>
                <a:lnTo>
                  <a:pt x="4160520" y="2469635"/>
                </a:lnTo>
                <a:lnTo>
                  <a:pt x="4160520" y="2456989"/>
                </a:lnTo>
                <a:lnTo>
                  <a:pt x="4160520" y="2449466"/>
                </a:lnTo>
                <a:lnTo>
                  <a:pt x="4131716" y="2452347"/>
                </a:lnTo>
                <a:lnTo>
                  <a:pt x="4099872" y="2445464"/>
                </a:lnTo>
                <a:lnTo>
                  <a:pt x="4082430" y="2450746"/>
                </a:lnTo>
                <a:lnTo>
                  <a:pt x="4065948" y="2458430"/>
                </a:lnTo>
                <a:lnTo>
                  <a:pt x="4061148" y="2450426"/>
                </a:lnTo>
                <a:lnTo>
                  <a:pt x="4055067" y="2443383"/>
                </a:lnTo>
                <a:lnTo>
                  <a:pt x="4049786" y="2432818"/>
                </a:lnTo>
                <a:lnTo>
                  <a:pt x="4049626" y="2420812"/>
                </a:lnTo>
                <a:lnTo>
                  <a:pt x="4051386" y="2412488"/>
                </a:lnTo>
                <a:lnTo>
                  <a:pt x="4056187" y="2404805"/>
                </a:lnTo>
                <a:lnTo>
                  <a:pt x="4059067" y="2396801"/>
                </a:lnTo>
                <a:lnTo>
                  <a:pt x="4060508" y="2388317"/>
                </a:lnTo>
                <a:lnTo>
                  <a:pt x="4067388" y="2392319"/>
                </a:lnTo>
                <a:lnTo>
                  <a:pt x="4074749" y="2390878"/>
                </a:lnTo>
                <a:lnTo>
                  <a:pt x="4096352" y="2381594"/>
                </a:lnTo>
                <a:lnTo>
                  <a:pt x="4117475" y="2367507"/>
                </a:lnTo>
                <a:lnTo>
                  <a:pt x="4137157" y="2362385"/>
                </a:lnTo>
                <a:lnTo>
                  <a:pt x="4148518" y="2360944"/>
                </a:lnTo>
                <a:lnTo>
                  <a:pt x="4158280" y="2363666"/>
                </a:lnTo>
                <a:lnTo>
                  <a:pt x="4160520" y="2362705"/>
                </a:lnTo>
                <a:lnTo>
                  <a:pt x="4160520" y="2359504"/>
                </a:lnTo>
                <a:lnTo>
                  <a:pt x="4160520" y="2370389"/>
                </a:lnTo>
                <a:lnTo>
                  <a:pt x="4160520" y="2372470"/>
                </a:lnTo>
                <a:lnTo>
                  <a:pt x="4160520" y="2373430"/>
                </a:lnTo>
                <a:lnTo>
                  <a:pt x="4160520" y="2379673"/>
                </a:lnTo>
                <a:lnTo>
                  <a:pt x="4160520" y="2388957"/>
                </a:lnTo>
                <a:lnTo>
                  <a:pt x="4160520" y="2397601"/>
                </a:lnTo>
                <a:lnTo>
                  <a:pt x="4160520" y="2409287"/>
                </a:lnTo>
                <a:lnTo>
                  <a:pt x="4160520" y="2413609"/>
                </a:lnTo>
                <a:lnTo>
                  <a:pt x="4160520" y="2414729"/>
                </a:lnTo>
                <a:lnTo>
                  <a:pt x="4160520" y="2413129"/>
                </a:lnTo>
                <a:lnTo>
                  <a:pt x="4160520" y="2405285"/>
                </a:lnTo>
                <a:lnTo>
                  <a:pt x="4160520" y="2402084"/>
                </a:lnTo>
                <a:lnTo>
                  <a:pt x="4160520" y="2402244"/>
                </a:lnTo>
                <a:lnTo>
                  <a:pt x="4160520" y="2400163"/>
                </a:lnTo>
                <a:lnTo>
                  <a:pt x="4160520" y="2398242"/>
                </a:lnTo>
                <a:lnTo>
                  <a:pt x="4160520" y="2393920"/>
                </a:lnTo>
                <a:lnTo>
                  <a:pt x="4160520" y="2396641"/>
                </a:lnTo>
                <a:lnTo>
                  <a:pt x="4160520" y="2400643"/>
                </a:lnTo>
                <a:lnTo>
                  <a:pt x="4160520" y="2421132"/>
                </a:lnTo>
                <a:lnTo>
                  <a:pt x="4160520" y="2421613"/>
                </a:lnTo>
                <a:lnTo>
                  <a:pt x="4160520" y="2417291"/>
                </a:lnTo>
                <a:lnTo>
                  <a:pt x="4160520" y="2411688"/>
                </a:lnTo>
                <a:lnTo>
                  <a:pt x="4160520" y="2403364"/>
                </a:lnTo>
                <a:lnTo>
                  <a:pt x="4160520" y="2396321"/>
                </a:lnTo>
                <a:lnTo>
                  <a:pt x="4160520" y="2390238"/>
                </a:lnTo>
                <a:lnTo>
                  <a:pt x="4160520" y="2385436"/>
                </a:lnTo>
                <a:lnTo>
                  <a:pt x="4160520" y="2377592"/>
                </a:lnTo>
                <a:lnTo>
                  <a:pt x="4160520" y="2369748"/>
                </a:lnTo>
                <a:lnTo>
                  <a:pt x="4160520" y="2356622"/>
                </a:lnTo>
                <a:lnTo>
                  <a:pt x="4160520" y="2350860"/>
                </a:lnTo>
                <a:lnTo>
                  <a:pt x="4160520" y="2341415"/>
                </a:lnTo>
                <a:lnTo>
                  <a:pt x="4160520" y="2335973"/>
                </a:lnTo>
                <a:lnTo>
                  <a:pt x="4160520" y="2338054"/>
                </a:lnTo>
                <a:lnTo>
                  <a:pt x="4160520" y="2345417"/>
                </a:lnTo>
                <a:lnTo>
                  <a:pt x="4160520" y="2373750"/>
                </a:lnTo>
                <a:lnTo>
                  <a:pt x="4160520" y="2377752"/>
                </a:lnTo>
                <a:lnTo>
                  <a:pt x="4160520" y="2382074"/>
                </a:lnTo>
                <a:lnTo>
                  <a:pt x="4160520" y="2387677"/>
                </a:lnTo>
                <a:lnTo>
                  <a:pt x="4160520" y="2398082"/>
                </a:lnTo>
                <a:lnTo>
                  <a:pt x="4160520" y="2411048"/>
                </a:lnTo>
                <a:lnTo>
                  <a:pt x="4160520" y="2416490"/>
                </a:lnTo>
                <a:lnTo>
                  <a:pt x="4160520" y="2419052"/>
                </a:lnTo>
                <a:close/>
              </a:path>
              <a:path w="4160520" h="2561198">
                <a:moveTo>
                  <a:pt x="4082590" y="2541189"/>
                </a:moveTo>
                <a:lnTo>
                  <a:pt x="4089791" y="2548392"/>
                </a:lnTo>
                <a:lnTo>
                  <a:pt x="4115874" y="2561198"/>
                </a:lnTo>
                <a:lnTo>
                  <a:pt x="4120195" y="2561198"/>
                </a:lnTo>
                <a:lnTo>
                  <a:pt x="4121795" y="2561198"/>
                </a:lnTo>
                <a:lnTo>
                  <a:pt x="4127076" y="2561198"/>
                </a:lnTo>
                <a:lnTo>
                  <a:pt x="4138917" y="2561198"/>
                </a:lnTo>
                <a:lnTo>
                  <a:pt x="4151559" y="2561198"/>
                </a:lnTo>
                <a:lnTo>
                  <a:pt x="4160520" y="2561198"/>
                </a:lnTo>
                <a:lnTo>
                  <a:pt x="4150759" y="2561198"/>
                </a:lnTo>
                <a:lnTo>
                  <a:pt x="4143718" y="2561198"/>
                </a:lnTo>
                <a:lnTo>
                  <a:pt x="4121315" y="2561198"/>
                </a:lnTo>
                <a:lnTo>
                  <a:pt x="4103713" y="2561198"/>
                </a:lnTo>
                <a:lnTo>
                  <a:pt x="4088831" y="2561198"/>
                </a:lnTo>
                <a:lnTo>
                  <a:pt x="4080190" y="2561198"/>
                </a:lnTo>
                <a:lnTo>
                  <a:pt x="4069469" y="2561198"/>
                </a:lnTo>
                <a:lnTo>
                  <a:pt x="4050586" y="2561198"/>
                </a:lnTo>
                <a:lnTo>
                  <a:pt x="4016662" y="2561198"/>
                </a:lnTo>
                <a:lnTo>
                  <a:pt x="3995699" y="2561198"/>
                </a:lnTo>
                <a:lnTo>
                  <a:pt x="3987218" y="2561198"/>
                </a:lnTo>
                <a:lnTo>
                  <a:pt x="3978577" y="2561198"/>
                </a:lnTo>
                <a:lnTo>
                  <a:pt x="3934092" y="2561198"/>
                </a:lnTo>
                <a:lnTo>
                  <a:pt x="3927211" y="2561198"/>
                </a:lnTo>
                <a:lnTo>
                  <a:pt x="3921770" y="2561198"/>
                </a:lnTo>
                <a:lnTo>
                  <a:pt x="3916810" y="2561198"/>
                </a:lnTo>
                <a:lnTo>
                  <a:pt x="3913929" y="2561198"/>
                </a:lnTo>
                <a:lnTo>
                  <a:pt x="3919530" y="2556716"/>
                </a:lnTo>
                <a:lnTo>
                  <a:pt x="3925451" y="2551594"/>
                </a:lnTo>
                <a:lnTo>
                  <a:pt x="3950254" y="2542629"/>
                </a:lnTo>
                <a:lnTo>
                  <a:pt x="3967856" y="2539908"/>
                </a:lnTo>
                <a:lnTo>
                  <a:pt x="3988338" y="2540388"/>
                </a:lnTo>
                <a:lnTo>
                  <a:pt x="4018902" y="2537507"/>
                </a:lnTo>
                <a:lnTo>
                  <a:pt x="4047706" y="2541989"/>
                </a:lnTo>
                <a:lnTo>
                  <a:pt x="4056667" y="2538788"/>
                </a:lnTo>
                <a:lnTo>
                  <a:pt x="4071229" y="2529343"/>
                </a:lnTo>
                <a:lnTo>
                  <a:pt x="4076349" y="2532705"/>
                </a:lnTo>
                <a:lnTo>
                  <a:pt x="4082590" y="2541189"/>
                </a:lnTo>
                <a:close/>
              </a:path>
              <a:path w="4160520" h="2561198">
                <a:moveTo>
                  <a:pt x="3799195" y="2371989"/>
                </a:moveTo>
                <a:lnTo>
                  <a:pt x="3807196" y="2378232"/>
                </a:lnTo>
                <a:lnTo>
                  <a:pt x="3814557" y="2377752"/>
                </a:lnTo>
                <a:lnTo>
                  <a:pt x="3829759" y="2367988"/>
                </a:lnTo>
                <a:lnTo>
                  <a:pt x="3839040" y="2364466"/>
                </a:lnTo>
                <a:lnTo>
                  <a:pt x="3848801" y="2364306"/>
                </a:lnTo>
                <a:lnTo>
                  <a:pt x="3858402" y="2366067"/>
                </a:lnTo>
                <a:lnTo>
                  <a:pt x="3867843" y="2372790"/>
                </a:lnTo>
                <a:lnTo>
                  <a:pt x="3871204" y="2383995"/>
                </a:lnTo>
                <a:lnTo>
                  <a:pt x="3874724" y="2387517"/>
                </a:lnTo>
                <a:lnTo>
                  <a:pt x="3880165" y="2374070"/>
                </a:lnTo>
                <a:lnTo>
                  <a:pt x="3887526" y="2370069"/>
                </a:lnTo>
                <a:lnTo>
                  <a:pt x="3895847" y="2367988"/>
                </a:lnTo>
                <a:lnTo>
                  <a:pt x="3908649" y="2368788"/>
                </a:lnTo>
                <a:lnTo>
                  <a:pt x="3918570" y="2375191"/>
                </a:lnTo>
                <a:lnTo>
                  <a:pt x="3927531" y="2394240"/>
                </a:lnTo>
                <a:lnTo>
                  <a:pt x="3927211" y="2410888"/>
                </a:lnTo>
                <a:lnTo>
                  <a:pt x="3930411" y="2417131"/>
                </a:lnTo>
                <a:lnTo>
                  <a:pt x="3936652" y="2421613"/>
                </a:lnTo>
                <a:lnTo>
                  <a:pt x="3941293" y="2428016"/>
                </a:lnTo>
                <a:lnTo>
                  <a:pt x="3937132" y="2434739"/>
                </a:lnTo>
                <a:lnTo>
                  <a:pt x="3933132" y="2437940"/>
                </a:lnTo>
                <a:lnTo>
                  <a:pt x="3921450" y="2441142"/>
                </a:lnTo>
                <a:lnTo>
                  <a:pt x="3915849" y="2439701"/>
                </a:lnTo>
                <a:lnTo>
                  <a:pt x="3910729" y="2435219"/>
                </a:lnTo>
                <a:lnTo>
                  <a:pt x="3904968" y="2433618"/>
                </a:lnTo>
                <a:lnTo>
                  <a:pt x="3891846" y="2435059"/>
                </a:lnTo>
                <a:lnTo>
                  <a:pt x="3879845" y="2438741"/>
                </a:lnTo>
                <a:lnTo>
                  <a:pt x="3881445" y="2444984"/>
                </a:lnTo>
                <a:lnTo>
                  <a:pt x="3891366" y="2447705"/>
                </a:lnTo>
                <a:lnTo>
                  <a:pt x="3894407" y="2450586"/>
                </a:lnTo>
                <a:lnTo>
                  <a:pt x="3893767" y="2454428"/>
                </a:lnTo>
                <a:lnTo>
                  <a:pt x="3889766" y="2455228"/>
                </a:lnTo>
                <a:lnTo>
                  <a:pt x="3876965" y="2449946"/>
                </a:lnTo>
                <a:lnTo>
                  <a:pt x="3868323" y="2451066"/>
                </a:lnTo>
                <a:lnTo>
                  <a:pt x="3837120" y="2458110"/>
                </a:lnTo>
                <a:lnTo>
                  <a:pt x="3828799" y="2457950"/>
                </a:lnTo>
                <a:lnTo>
                  <a:pt x="3824158" y="2451227"/>
                </a:lnTo>
                <a:lnTo>
                  <a:pt x="3824478" y="2433778"/>
                </a:lnTo>
                <a:lnTo>
                  <a:pt x="3821118" y="2429136"/>
                </a:lnTo>
                <a:lnTo>
                  <a:pt x="3797915" y="2450426"/>
                </a:lnTo>
                <a:lnTo>
                  <a:pt x="3790874" y="2455709"/>
                </a:lnTo>
                <a:lnTo>
                  <a:pt x="3781593" y="2458110"/>
                </a:lnTo>
                <a:lnTo>
                  <a:pt x="3771831" y="2457309"/>
                </a:lnTo>
                <a:lnTo>
                  <a:pt x="3738227" y="2470115"/>
                </a:lnTo>
                <a:lnTo>
                  <a:pt x="3727666" y="2468355"/>
                </a:lnTo>
                <a:lnTo>
                  <a:pt x="3717585" y="2468355"/>
                </a:lnTo>
                <a:lnTo>
                  <a:pt x="3681740" y="2482441"/>
                </a:lnTo>
                <a:lnTo>
                  <a:pt x="3662538" y="2486283"/>
                </a:lnTo>
                <a:lnTo>
                  <a:pt x="3652617" y="2486603"/>
                </a:lnTo>
                <a:lnTo>
                  <a:pt x="3642855" y="2485323"/>
                </a:lnTo>
                <a:lnTo>
                  <a:pt x="3634054" y="2486603"/>
                </a:lnTo>
                <a:lnTo>
                  <a:pt x="3626213" y="2492206"/>
                </a:lnTo>
                <a:lnTo>
                  <a:pt x="3610211" y="2497008"/>
                </a:lnTo>
                <a:lnTo>
                  <a:pt x="3593729" y="2493326"/>
                </a:lnTo>
                <a:lnTo>
                  <a:pt x="3579807" y="2488524"/>
                </a:lnTo>
                <a:lnTo>
                  <a:pt x="3566526" y="2482121"/>
                </a:lnTo>
                <a:lnTo>
                  <a:pt x="3563325" y="2473957"/>
                </a:lnTo>
                <a:lnTo>
                  <a:pt x="3563965" y="2464193"/>
                </a:lnTo>
                <a:lnTo>
                  <a:pt x="3569566" y="2450906"/>
                </a:lnTo>
                <a:lnTo>
                  <a:pt x="3565726" y="2427535"/>
                </a:lnTo>
                <a:lnTo>
                  <a:pt x="3568606" y="2416810"/>
                </a:lnTo>
                <a:lnTo>
                  <a:pt x="3574047" y="2406246"/>
                </a:lnTo>
                <a:lnTo>
                  <a:pt x="3582208" y="2402404"/>
                </a:lnTo>
                <a:lnTo>
                  <a:pt x="3592929" y="2401603"/>
                </a:lnTo>
                <a:lnTo>
                  <a:pt x="3610691" y="2392159"/>
                </a:lnTo>
                <a:lnTo>
                  <a:pt x="3626853" y="2379833"/>
                </a:lnTo>
                <a:lnTo>
                  <a:pt x="3636294" y="2381114"/>
                </a:lnTo>
                <a:lnTo>
                  <a:pt x="3657577" y="2389758"/>
                </a:lnTo>
                <a:lnTo>
                  <a:pt x="3670059" y="2390718"/>
                </a:lnTo>
                <a:lnTo>
                  <a:pt x="3691181" y="2389278"/>
                </a:lnTo>
                <a:lnTo>
                  <a:pt x="3699982" y="2394720"/>
                </a:lnTo>
                <a:lnTo>
                  <a:pt x="3703343" y="2406886"/>
                </a:lnTo>
                <a:lnTo>
                  <a:pt x="3708143" y="2411208"/>
                </a:lnTo>
                <a:lnTo>
                  <a:pt x="3714384" y="2414409"/>
                </a:lnTo>
                <a:lnTo>
                  <a:pt x="3729426" y="2434899"/>
                </a:lnTo>
                <a:lnTo>
                  <a:pt x="3743348" y="2433778"/>
                </a:lnTo>
                <a:lnTo>
                  <a:pt x="3755669" y="2437620"/>
                </a:lnTo>
                <a:lnTo>
                  <a:pt x="3777112" y="2425134"/>
                </a:lnTo>
                <a:lnTo>
                  <a:pt x="3793434" y="2425455"/>
                </a:lnTo>
                <a:lnTo>
                  <a:pt x="3798075" y="2415850"/>
                </a:lnTo>
                <a:lnTo>
                  <a:pt x="3788313" y="2405605"/>
                </a:lnTo>
                <a:lnTo>
                  <a:pt x="3776472" y="2397121"/>
                </a:lnTo>
                <a:lnTo>
                  <a:pt x="3770231" y="2395360"/>
                </a:lnTo>
                <a:lnTo>
                  <a:pt x="3763350" y="2395841"/>
                </a:lnTo>
                <a:lnTo>
                  <a:pt x="3757110" y="2394560"/>
                </a:lnTo>
                <a:lnTo>
                  <a:pt x="3730866" y="2375831"/>
                </a:lnTo>
                <a:lnTo>
                  <a:pt x="3723025" y="2365747"/>
                </a:lnTo>
                <a:lnTo>
                  <a:pt x="3718545" y="2353901"/>
                </a:lnTo>
                <a:lnTo>
                  <a:pt x="3721265" y="2345097"/>
                </a:lnTo>
                <a:lnTo>
                  <a:pt x="3739347" y="2337253"/>
                </a:lnTo>
                <a:lnTo>
                  <a:pt x="3747828" y="2335332"/>
                </a:lnTo>
                <a:lnTo>
                  <a:pt x="3779192" y="2340615"/>
                </a:lnTo>
                <a:lnTo>
                  <a:pt x="3784633" y="2345097"/>
                </a:lnTo>
                <a:lnTo>
                  <a:pt x="3792954" y="2363826"/>
                </a:lnTo>
                <a:lnTo>
                  <a:pt x="3799195" y="2371989"/>
                </a:lnTo>
                <a:close/>
              </a:path>
              <a:path w="4160520" h="2561198">
                <a:moveTo>
                  <a:pt x="4160520" y="881212"/>
                </a:moveTo>
                <a:lnTo>
                  <a:pt x="4160520" y="908265"/>
                </a:lnTo>
                <a:lnTo>
                  <a:pt x="4160520" y="921391"/>
                </a:lnTo>
                <a:lnTo>
                  <a:pt x="4160520" y="935638"/>
                </a:lnTo>
                <a:lnTo>
                  <a:pt x="4160520" y="951325"/>
                </a:lnTo>
                <a:lnTo>
                  <a:pt x="4160520" y="965091"/>
                </a:lnTo>
                <a:lnTo>
                  <a:pt x="4160520" y="969253"/>
                </a:lnTo>
                <a:lnTo>
                  <a:pt x="4160520" y="976777"/>
                </a:lnTo>
                <a:lnTo>
                  <a:pt x="4160520" y="979658"/>
                </a:lnTo>
                <a:lnTo>
                  <a:pt x="4160520" y="980459"/>
                </a:lnTo>
                <a:lnTo>
                  <a:pt x="4160520" y="991504"/>
                </a:lnTo>
                <a:lnTo>
                  <a:pt x="4160520" y="992944"/>
                </a:lnTo>
                <a:lnTo>
                  <a:pt x="4160520" y="992464"/>
                </a:lnTo>
                <a:lnTo>
                  <a:pt x="4160520" y="989583"/>
                </a:lnTo>
                <a:lnTo>
                  <a:pt x="4160520" y="988142"/>
                </a:lnTo>
                <a:lnTo>
                  <a:pt x="4160520" y="973896"/>
                </a:lnTo>
                <a:lnTo>
                  <a:pt x="4160520" y="962690"/>
                </a:lnTo>
                <a:lnTo>
                  <a:pt x="4160520" y="961410"/>
                </a:lnTo>
                <a:lnTo>
                  <a:pt x="4160520" y="962690"/>
                </a:lnTo>
                <a:lnTo>
                  <a:pt x="4160520" y="963491"/>
                </a:lnTo>
                <a:lnTo>
                  <a:pt x="4160520" y="965572"/>
                </a:lnTo>
                <a:lnTo>
                  <a:pt x="4160520" y="970534"/>
                </a:lnTo>
                <a:lnTo>
                  <a:pt x="4160520" y="968293"/>
                </a:lnTo>
                <a:lnTo>
                  <a:pt x="4160520" y="962690"/>
                </a:lnTo>
                <a:lnTo>
                  <a:pt x="4160520" y="960769"/>
                </a:lnTo>
                <a:lnTo>
                  <a:pt x="4160520" y="961250"/>
                </a:lnTo>
                <a:lnTo>
                  <a:pt x="4160520" y="969734"/>
                </a:lnTo>
                <a:lnTo>
                  <a:pt x="4160520" y="968933"/>
                </a:lnTo>
                <a:lnTo>
                  <a:pt x="4160520" y="958048"/>
                </a:lnTo>
                <a:lnTo>
                  <a:pt x="4160520" y="955967"/>
                </a:lnTo>
                <a:lnTo>
                  <a:pt x="4154119" y="958849"/>
                </a:lnTo>
                <a:lnTo>
                  <a:pt x="4136357" y="968613"/>
                </a:lnTo>
                <a:lnTo>
                  <a:pt x="4129636" y="975176"/>
                </a:lnTo>
                <a:lnTo>
                  <a:pt x="4111234" y="997427"/>
                </a:lnTo>
                <a:lnTo>
                  <a:pt x="4100833" y="1013754"/>
                </a:lnTo>
                <a:lnTo>
                  <a:pt x="4092992" y="1034084"/>
                </a:lnTo>
                <a:lnTo>
                  <a:pt x="4086271" y="1054893"/>
                </a:lnTo>
                <a:lnTo>
                  <a:pt x="4082590" y="1071861"/>
                </a:lnTo>
                <a:lnTo>
                  <a:pt x="4082430" y="1089630"/>
                </a:lnTo>
                <a:lnTo>
                  <a:pt x="4085631" y="1109639"/>
                </a:lnTo>
                <a:lnTo>
                  <a:pt x="4090591" y="1129488"/>
                </a:lnTo>
                <a:lnTo>
                  <a:pt x="4096032" y="1144535"/>
                </a:lnTo>
                <a:lnTo>
                  <a:pt x="4119075" y="1179432"/>
                </a:lnTo>
                <a:lnTo>
                  <a:pt x="4123715" y="1184394"/>
                </a:lnTo>
                <a:lnTo>
                  <a:pt x="4148518" y="1194319"/>
                </a:lnTo>
                <a:lnTo>
                  <a:pt x="4160520" y="1206804"/>
                </a:lnTo>
                <a:lnTo>
                  <a:pt x="4160520" y="1241861"/>
                </a:lnTo>
                <a:lnTo>
                  <a:pt x="4160520" y="1259789"/>
                </a:lnTo>
                <a:lnTo>
                  <a:pt x="4160520" y="1259949"/>
                </a:lnTo>
                <a:lnTo>
                  <a:pt x="4160520" y="1258829"/>
                </a:lnTo>
                <a:lnTo>
                  <a:pt x="4160520" y="1261070"/>
                </a:lnTo>
                <a:lnTo>
                  <a:pt x="4160520" y="1265712"/>
                </a:lnTo>
                <a:lnTo>
                  <a:pt x="4160520" y="1254827"/>
                </a:lnTo>
                <a:lnTo>
                  <a:pt x="4160520" y="1234497"/>
                </a:lnTo>
                <a:lnTo>
                  <a:pt x="4160520" y="1219450"/>
                </a:lnTo>
                <a:lnTo>
                  <a:pt x="4160520" y="1190797"/>
                </a:lnTo>
                <a:lnTo>
                  <a:pt x="4160520" y="1177511"/>
                </a:lnTo>
                <a:lnTo>
                  <a:pt x="4160520" y="1173189"/>
                </a:lnTo>
                <a:lnTo>
                  <a:pt x="4160520" y="1174950"/>
                </a:lnTo>
                <a:lnTo>
                  <a:pt x="4160520" y="1182633"/>
                </a:lnTo>
                <a:lnTo>
                  <a:pt x="4160520" y="1188716"/>
                </a:lnTo>
                <a:lnTo>
                  <a:pt x="4160520" y="1191918"/>
                </a:lnTo>
                <a:lnTo>
                  <a:pt x="4160520" y="1189837"/>
                </a:lnTo>
                <a:lnTo>
                  <a:pt x="4160520" y="1180552"/>
                </a:lnTo>
                <a:lnTo>
                  <a:pt x="4160520" y="1174790"/>
                </a:lnTo>
                <a:lnTo>
                  <a:pt x="4160520" y="1167586"/>
                </a:lnTo>
                <a:lnTo>
                  <a:pt x="4160520" y="1161663"/>
                </a:lnTo>
                <a:lnTo>
                  <a:pt x="4160520" y="1163744"/>
                </a:lnTo>
                <a:lnTo>
                  <a:pt x="4160520" y="1161343"/>
                </a:lnTo>
                <a:lnTo>
                  <a:pt x="4160520" y="1156061"/>
                </a:lnTo>
                <a:lnTo>
                  <a:pt x="4160520" y="1150458"/>
                </a:lnTo>
                <a:lnTo>
                  <a:pt x="4160520" y="1145976"/>
                </a:lnTo>
                <a:lnTo>
                  <a:pt x="4160520" y="1143095"/>
                </a:lnTo>
                <a:lnTo>
                  <a:pt x="4160520" y="1136532"/>
                </a:lnTo>
                <a:lnTo>
                  <a:pt x="4160520" y="1131889"/>
                </a:lnTo>
                <a:lnTo>
                  <a:pt x="4160520" y="1135251"/>
                </a:lnTo>
                <a:lnTo>
                  <a:pt x="4160520" y="1144375"/>
                </a:lnTo>
                <a:lnTo>
                  <a:pt x="4160520" y="1153660"/>
                </a:lnTo>
                <a:lnTo>
                  <a:pt x="4160520" y="1165025"/>
                </a:lnTo>
                <a:lnTo>
                  <a:pt x="4160520" y="1194479"/>
                </a:lnTo>
                <a:lnTo>
                  <a:pt x="4160520" y="1201202"/>
                </a:lnTo>
                <a:lnTo>
                  <a:pt x="4160520" y="1204724"/>
                </a:lnTo>
                <a:lnTo>
                  <a:pt x="4160520" y="1200882"/>
                </a:lnTo>
                <a:lnTo>
                  <a:pt x="4160520" y="1185675"/>
                </a:lnTo>
                <a:lnTo>
                  <a:pt x="4160520" y="1180072"/>
                </a:lnTo>
                <a:lnTo>
                  <a:pt x="4160520" y="1184714"/>
                </a:lnTo>
                <a:lnTo>
                  <a:pt x="4160520" y="1189036"/>
                </a:lnTo>
                <a:lnTo>
                  <a:pt x="4160520" y="1195119"/>
                </a:lnTo>
                <a:lnTo>
                  <a:pt x="4160520" y="1210806"/>
                </a:lnTo>
                <a:lnTo>
                  <a:pt x="4160520" y="1228575"/>
                </a:lnTo>
                <a:lnTo>
                  <a:pt x="4160520" y="1256268"/>
                </a:lnTo>
                <a:lnTo>
                  <a:pt x="4160520" y="1280279"/>
                </a:lnTo>
                <a:lnTo>
                  <a:pt x="4160520" y="1289403"/>
                </a:lnTo>
                <a:lnTo>
                  <a:pt x="4160520" y="1295646"/>
                </a:lnTo>
                <a:lnTo>
                  <a:pt x="4160520" y="1311493"/>
                </a:lnTo>
                <a:lnTo>
                  <a:pt x="4160520" y="1323339"/>
                </a:lnTo>
                <a:lnTo>
                  <a:pt x="4160520" y="1338706"/>
                </a:lnTo>
                <a:lnTo>
                  <a:pt x="4160520" y="1343829"/>
                </a:lnTo>
                <a:lnTo>
                  <a:pt x="4160520" y="1345589"/>
                </a:lnTo>
                <a:lnTo>
                  <a:pt x="4160520" y="1342708"/>
                </a:lnTo>
                <a:lnTo>
                  <a:pt x="4160520" y="1334064"/>
                </a:lnTo>
                <a:lnTo>
                  <a:pt x="4160520" y="1341107"/>
                </a:lnTo>
                <a:lnTo>
                  <a:pt x="4160520" y="1351992"/>
                </a:lnTo>
                <a:lnTo>
                  <a:pt x="4160520" y="1355834"/>
                </a:lnTo>
                <a:lnTo>
                  <a:pt x="4160520" y="1367840"/>
                </a:lnTo>
                <a:lnTo>
                  <a:pt x="4160520" y="1384808"/>
                </a:lnTo>
                <a:lnTo>
                  <a:pt x="4160520" y="1388489"/>
                </a:lnTo>
                <a:lnTo>
                  <a:pt x="4160520" y="1393932"/>
                </a:lnTo>
                <a:lnTo>
                  <a:pt x="4160520" y="1399214"/>
                </a:lnTo>
                <a:lnTo>
                  <a:pt x="4160520" y="1413781"/>
                </a:lnTo>
                <a:lnTo>
                  <a:pt x="4160520" y="1447397"/>
                </a:lnTo>
                <a:lnTo>
                  <a:pt x="4160520" y="1465646"/>
                </a:lnTo>
                <a:lnTo>
                  <a:pt x="4160520" y="1480693"/>
                </a:lnTo>
                <a:lnTo>
                  <a:pt x="4160520" y="1505984"/>
                </a:lnTo>
                <a:lnTo>
                  <a:pt x="4160520" y="1513028"/>
                </a:lnTo>
                <a:lnTo>
                  <a:pt x="4160520" y="1521352"/>
                </a:lnTo>
                <a:lnTo>
                  <a:pt x="4160520" y="1529035"/>
                </a:lnTo>
                <a:lnTo>
                  <a:pt x="4160520" y="1543442"/>
                </a:lnTo>
                <a:lnTo>
                  <a:pt x="4160520" y="1552886"/>
                </a:lnTo>
                <a:lnTo>
                  <a:pt x="4160520" y="1564732"/>
                </a:lnTo>
                <a:lnTo>
                  <a:pt x="4160520" y="1582020"/>
                </a:lnTo>
                <a:lnTo>
                  <a:pt x="4160520" y="1605071"/>
                </a:lnTo>
                <a:lnTo>
                  <a:pt x="4160520" y="1612914"/>
                </a:lnTo>
                <a:lnTo>
                  <a:pt x="4160520" y="1619958"/>
                </a:lnTo>
                <a:lnTo>
                  <a:pt x="4160520" y="1626681"/>
                </a:lnTo>
                <a:lnTo>
                  <a:pt x="4160520" y="1631803"/>
                </a:lnTo>
                <a:lnTo>
                  <a:pt x="4160520" y="1634525"/>
                </a:lnTo>
                <a:lnTo>
                  <a:pt x="4160520" y="1639167"/>
                </a:lnTo>
                <a:lnTo>
                  <a:pt x="4160520" y="1657255"/>
                </a:lnTo>
                <a:lnTo>
                  <a:pt x="4160520" y="1661897"/>
                </a:lnTo>
                <a:lnTo>
                  <a:pt x="4160520" y="1668460"/>
                </a:lnTo>
                <a:lnTo>
                  <a:pt x="4160520" y="1678385"/>
                </a:lnTo>
                <a:lnTo>
                  <a:pt x="4160520" y="1684148"/>
                </a:lnTo>
                <a:lnTo>
                  <a:pt x="4160520" y="1694232"/>
                </a:lnTo>
                <a:lnTo>
                  <a:pt x="4160520" y="1696794"/>
                </a:lnTo>
                <a:lnTo>
                  <a:pt x="4160520" y="1693912"/>
                </a:lnTo>
                <a:lnTo>
                  <a:pt x="4160520" y="1689430"/>
                </a:lnTo>
                <a:lnTo>
                  <a:pt x="4160520" y="1691191"/>
                </a:lnTo>
                <a:lnTo>
                  <a:pt x="4160520" y="1698234"/>
                </a:lnTo>
                <a:lnTo>
                  <a:pt x="4160520" y="1707359"/>
                </a:lnTo>
                <a:lnTo>
                  <a:pt x="4160520" y="1717443"/>
                </a:lnTo>
                <a:lnTo>
                  <a:pt x="4160520" y="1736652"/>
                </a:lnTo>
                <a:lnTo>
                  <a:pt x="4160520" y="1743536"/>
                </a:lnTo>
                <a:lnTo>
                  <a:pt x="4160520" y="1743215"/>
                </a:lnTo>
                <a:lnTo>
                  <a:pt x="4160520" y="1735372"/>
                </a:lnTo>
                <a:lnTo>
                  <a:pt x="4160520" y="1740974"/>
                </a:lnTo>
                <a:lnTo>
                  <a:pt x="4160520" y="1746577"/>
                </a:lnTo>
                <a:lnTo>
                  <a:pt x="4160520" y="1748338"/>
                </a:lnTo>
                <a:lnTo>
                  <a:pt x="4160520" y="1747537"/>
                </a:lnTo>
                <a:lnTo>
                  <a:pt x="4160520" y="1748338"/>
                </a:lnTo>
                <a:lnTo>
                  <a:pt x="4160520" y="1760183"/>
                </a:lnTo>
                <a:lnTo>
                  <a:pt x="4160520" y="1767227"/>
                </a:lnTo>
                <a:lnTo>
                  <a:pt x="4160520" y="1780033"/>
                </a:lnTo>
                <a:lnTo>
                  <a:pt x="4160520" y="1788837"/>
                </a:lnTo>
                <a:lnTo>
                  <a:pt x="4160520" y="1807565"/>
                </a:lnTo>
                <a:lnTo>
                  <a:pt x="4160520" y="1813968"/>
                </a:lnTo>
                <a:lnTo>
                  <a:pt x="4160520" y="1816530"/>
                </a:lnTo>
                <a:lnTo>
                  <a:pt x="4160520" y="1811567"/>
                </a:lnTo>
                <a:lnTo>
                  <a:pt x="4160520" y="1806605"/>
                </a:lnTo>
                <a:lnTo>
                  <a:pt x="4160520" y="1802443"/>
                </a:lnTo>
                <a:lnTo>
                  <a:pt x="4160520" y="1789797"/>
                </a:lnTo>
                <a:lnTo>
                  <a:pt x="4160520" y="1773790"/>
                </a:lnTo>
                <a:lnTo>
                  <a:pt x="4160520" y="1726087"/>
                </a:lnTo>
                <a:lnTo>
                  <a:pt x="4160520" y="1720005"/>
                </a:lnTo>
                <a:lnTo>
                  <a:pt x="4160520" y="1714562"/>
                </a:lnTo>
                <a:lnTo>
                  <a:pt x="4160520" y="1705758"/>
                </a:lnTo>
                <a:lnTo>
                  <a:pt x="4160520" y="1695673"/>
                </a:lnTo>
                <a:lnTo>
                  <a:pt x="4160520" y="1683187"/>
                </a:lnTo>
                <a:lnTo>
                  <a:pt x="4160520" y="1678225"/>
                </a:lnTo>
                <a:lnTo>
                  <a:pt x="4160520" y="1667820"/>
                </a:lnTo>
                <a:lnTo>
                  <a:pt x="4160520" y="1609713"/>
                </a:lnTo>
                <a:lnTo>
                  <a:pt x="4160520" y="1604110"/>
                </a:lnTo>
                <a:lnTo>
                  <a:pt x="4160520" y="1594346"/>
                </a:lnTo>
                <a:lnTo>
                  <a:pt x="4160520" y="1585382"/>
                </a:lnTo>
                <a:lnTo>
                  <a:pt x="4160520" y="1553527"/>
                </a:lnTo>
                <a:lnTo>
                  <a:pt x="4160520" y="1547444"/>
                </a:lnTo>
                <a:lnTo>
                  <a:pt x="4160520" y="1522312"/>
                </a:lnTo>
                <a:lnTo>
                  <a:pt x="4160520" y="1501662"/>
                </a:lnTo>
                <a:lnTo>
                  <a:pt x="4160520" y="1481013"/>
                </a:lnTo>
                <a:lnTo>
                  <a:pt x="4160520" y="1467887"/>
                </a:lnTo>
                <a:lnTo>
                  <a:pt x="4160520" y="1464045"/>
                </a:lnTo>
                <a:lnTo>
                  <a:pt x="4160520" y="1463405"/>
                </a:lnTo>
                <a:lnTo>
                  <a:pt x="4160520" y="1467566"/>
                </a:lnTo>
                <a:lnTo>
                  <a:pt x="4160520" y="1477971"/>
                </a:lnTo>
                <a:lnTo>
                  <a:pt x="4135077" y="1499902"/>
                </a:lnTo>
                <a:lnTo>
                  <a:pt x="4122275" y="1512547"/>
                </a:lnTo>
                <a:lnTo>
                  <a:pt x="4121155" y="1529195"/>
                </a:lnTo>
                <a:lnTo>
                  <a:pt x="4128516" y="1545363"/>
                </a:lnTo>
                <a:lnTo>
                  <a:pt x="4138117" y="1560250"/>
                </a:lnTo>
                <a:lnTo>
                  <a:pt x="4143238" y="1576417"/>
                </a:lnTo>
                <a:lnTo>
                  <a:pt x="4150439" y="1633884"/>
                </a:lnTo>
                <a:lnTo>
                  <a:pt x="4150119" y="1640447"/>
                </a:lnTo>
                <a:lnTo>
                  <a:pt x="4141798" y="1657095"/>
                </a:lnTo>
                <a:lnTo>
                  <a:pt x="4138437" y="1694553"/>
                </a:lnTo>
                <a:lnTo>
                  <a:pt x="4142118" y="1747217"/>
                </a:lnTo>
                <a:lnTo>
                  <a:pt x="4147718" y="1779552"/>
                </a:lnTo>
                <a:lnTo>
                  <a:pt x="4145318" y="1797161"/>
                </a:lnTo>
                <a:lnTo>
                  <a:pt x="4130116" y="1834938"/>
                </a:lnTo>
                <a:lnTo>
                  <a:pt x="4125476" y="1855748"/>
                </a:lnTo>
                <a:lnTo>
                  <a:pt x="4125156" y="1864232"/>
                </a:lnTo>
                <a:lnTo>
                  <a:pt x="4143078" y="1903770"/>
                </a:lnTo>
                <a:lnTo>
                  <a:pt x="4147238" y="1919298"/>
                </a:lnTo>
                <a:lnTo>
                  <a:pt x="4149319" y="1935465"/>
                </a:lnTo>
                <a:lnTo>
                  <a:pt x="4130436" y="1927622"/>
                </a:lnTo>
                <a:lnTo>
                  <a:pt x="4121475" y="1927942"/>
                </a:lnTo>
                <a:lnTo>
                  <a:pt x="4112674" y="1930343"/>
                </a:lnTo>
                <a:lnTo>
                  <a:pt x="4092832" y="1932904"/>
                </a:lnTo>
                <a:lnTo>
                  <a:pt x="4072829" y="1933384"/>
                </a:lnTo>
                <a:lnTo>
                  <a:pt x="4065788" y="1936266"/>
                </a:lnTo>
                <a:lnTo>
                  <a:pt x="4051386" y="1946831"/>
                </a:lnTo>
                <a:lnTo>
                  <a:pt x="4042745" y="1950993"/>
                </a:lnTo>
                <a:lnTo>
                  <a:pt x="4035224" y="1951793"/>
                </a:lnTo>
                <a:lnTo>
                  <a:pt x="4009621" y="1938667"/>
                </a:lnTo>
                <a:lnTo>
                  <a:pt x="3994579" y="1924420"/>
                </a:lnTo>
                <a:lnTo>
                  <a:pt x="3980658" y="1908893"/>
                </a:lnTo>
                <a:lnTo>
                  <a:pt x="3978097" y="1891125"/>
                </a:lnTo>
                <a:lnTo>
                  <a:pt x="3983058" y="1873036"/>
                </a:lnTo>
                <a:lnTo>
                  <a:pt x="3989939" y="1853507"/>
                </a:lnTo>
                <a:lnTo>
                  <a:pt x="4003700" y="1821172"/>
                </a:lnTo>
                <a:lnTo>
                  <a:pt x="4003060" y="1799562"/>
                </a:lnTo>
                <a:lnTo>
                  <a:pt x="4007701" y="1781793"/>
                </a:lnTo>
                <a:lnTo>
                  <a:pt x="4015542" y="1764505"/>
                </a:lnTo>
                <a:lnTo>
                  <a:pt x="4018422" y="1748658"/>
                </a:lnTo>
                <a:lnTo>
                  <a:pt x="4020342" y="1686229"/>
                </a:lnTo>
                <a:lnTo>
                  <a:pt x="4018262" y="1680786"/>
                </a:lnTo>
                <a:lnTo>
                  <a:pt x="3999540" y="1643809"/>
                </a:lnTo>
                <a:lnTo>
                  <a:pt x="3997300" y="1637566"/>
                </a:lnTo>
                <a:lnTo>
                  <a:pt x="3997140" y="1627481"/>
                </a:lnTo>
                <a:lnTo>
                  <a:pt x="3999220" y="1618037"/>
                </a:lnTo>
                <a:lnTo>
                  <a:pt x="3999700" y="1609393"/>
                </a:lnTo>
                <a:lnTo>
                  <a:pt x="3995219" y="1602830"/>
                </a:lnTo>
                <a:lnTo>
                  <a:pt x="3987698" y="1596747"/>
                </a:lnTo>
                <a:lnTo>
                  <a:pt x="3978417" y="1594186"/>
                </a:lnTo>
                <a:lnTo>
                  <a:pt x="3958895" y="1596747"/>
                </a:lnTo>
                <a:lnTo>
                  <a:pt x="3919690" y="1606832"/>
                </a:lnTo>
                <a:lnTo>
                  <a:pt x="3908008" y="1598027"/>
                </a:lnTo>
                <a:lnTo>
                  <a:pt x="3899367" y="1584421"/>
                </a:lnTo>
                <a:lnTo>
                  <a:pt x="3893767" y="1565532"/>
                </a:lnTo>
                <a:lnTo>
                  <a:pt x="3890406" y="1545843"/>
                </a:lnTo>
                <a:lnTo>
                  <a:pt x="3892006" y="1527274"/>
                </a:lnTo>
                <a:lnTo>
                  <a:pt x="3897767" y="1509346"/>
                </a:lnTo>
                <a:lnTo>
                  <a:pt x="3893127" y="1496700"/>
                </a:lnTo>
                <a:lnTo>
                  <a:pt x="3885926" y="1483094"/>
                </a:lnTo>
                <a:lnTo>
                  <a:pt x="3885766" y="1476050"/>
                </a:lnTo>
                <a:lnTo>
                  <a:pt x="3889926" y="1469808"/>
                </a:lnTo>
                <a:lnTo>
                  <a:pt x="3896967" y="1464685"/>
                </a:lnTo>
                <a:lnTo>
                  <a:pt x="3905768" y="1461644"/>
                </a:lnTo>
                <a:lnTo>
                  <a:pt x="3913769" y="1456201"/>
                </a:lnTo>
                <a:lnTo>
                  <a:pt x="3935212" y="1437953"/>
                </a:lnTo>
                <a:lnTo>
                  <a:pt x="3942093" y="1421785"/>
                </a:lnTo>
                <a:lnTo>
                  <a:pt x="3942573" y="1401936"/>
                </a:lnTo>
                <a:lnTo>
                  <a:pt x="3948013" y="1383047"/>
                </a:lnTo>
                <a:lnTo>
                  <a:pt x="3959055" y="1365599"/>
                </a:lnTo>
                <a:lnTo>
                  <a:pt x="3972016" y="1349431"/>
                </a:lnTo>
                <a:lnTo>
                  <a:pt x="3976177" y="1332623"/>
                </a:lnTo>
                <a:lnTo>
                  <a:pt x="3969776" y="1306211"/>
                </a:lnTo>
                <a:lnTo>
                  <a:pt x="3972336" y="1294045"/>
                </a:lnTo>
                <a:lnTo>
                  <a:pt x="3970096" y="1279959"/>
                </a:lnTo>
                <a:lnTo>
                  <a:pt x="3969936" y="1265872"/>
                </a:lnTo>
                <a:lnTo>
                  <a:pt x="3977937" y="1239460"/>
                </a:lnTo>
                <a:lnTo>
                  <a:pt x="4001780" y="1185675"/>
                </a:lnTo>
                <a:lnTo>
                  <a:pt x="4025143" y="1157021"/>
                </a:lnTo>
                <a:lnTo>
                  <a:pt x="4034264" y="1149498"/>
                </a:lnTo>
                <a:lnTo>
                  <a:pt x="4046426" y="1162784"/>
                </a:lnTo>
                <a:lnTo>
                  <a:pt x="4055547" y="1178471"/>
                </a:lnTo>
                <a:lnTo>
                  <a:pt x="4055707" y="1164225"/>
                </a:lnTo>
                <a:lnTo>
                  <a:pt x="4053307" y="1150298"/>
                </a:lnTo>
                <a:lnTo>
                  <a:pt x="4044025" y="1117963"/>
                </a:lnTo>
                <a:lnTo>
                  <a:pt x="4036024" y="1054573"/>
                </a:lnTo>
                <a:lnTo>
                  <a:pt x="4038265" y="1048651"/>
                </a:lnTo>
                <a:lnTo>
                  <a:pt x="4046426" y="1049611"/>
                </a:lnTo>
                <a:lnTo>
                  <a:pt x="4054587" y="1044008"/>
                </a:lnTo>
                <a:lnTo>
                  <a:pt x="4059067" y="1034084"/>
                </a:lnTo>
                <a:lnTo>
                  <a:pt x="4050426" y="1010553"/>
                </a:lnTo>
                <a:lnTo>
                  <a:pt x="4049946" y="1002229"/>
                </a:lnTo>
                <a:lnTo>
                  <a:pt x="4066588" y="969253"/>
                </a:lnTo>
                <a:lnTo>
                  <a:pt x="4080190" y="957248"/>
                </a:lnTo>
                <a:lnTo>
                  <a:pt x="4086111" y="949724"/>
                </a:lnTo>
                <a:lnTo>
                  <a:pt x="4089471" y="929555"/>
                </a:lnTo>
                <a:lnTo>
                  <a:pt x="4096672" y="922031"/>
                </a:lnTo>
                <a:lnTo>
                  <a:pt x="4105633" y="916589"/>
                </a:lnTo>
                <a:lnTo>
                  <a:pt x="4117315" y="902662"/>
                </a:lnTo>
                <a:lnTo>
                  <a:pt x="4123715" y="885054"/>
                </a:lnTo>
                <a:lnTo>
                  <a:pt x="4127556" y="883773"/>
                </a:lnTo>
                <a:lnTo>
                  <a:pt x="4132036" y="883133"/>
                </a:lnTo>
                <a:lnTo>
                  <a:pt x="4139237" y="898340"/>
                </a:lnTo>
                <a:lnTo>
                  <a:pt x="4147078" y="904583"/>
                </a:lnTo>
                <a:lnTo>
                  <a:pt x="4160520" y="909545"/>
                </a:lnTo>
                <a:lnTo>
                  <a:pt x="4160520" y="903783"/>
                </a:lnTo>
                <a:lnTo>
                  <a:pt x="4160520" y="896099"/>
                </a:lnTo>
                <a:lnTo>
                  <a:pt x="4160520" y="889376"/>
                </a:lnTo>
                <a:lnTo>
                  <a:pt x="4160520" y="882493"/>
                </a:lnTo>
                <a:lnTo>
                  <a:pt x="4160520" y="874649"/>
                </a:lnTo>
                <a:lnTo>
                  <a:pt x="4160520" y="856561"/>
                </a:lnTo>
                <a:lnTo>
                  <a:pt x="4160520" y="839913"/>
                </a:lnTo>
                <a:lnTo>
                  <a:pt x="4160520" y="834150"/>
                </a:lnTo>
                <a:lnTo>
                  <a:pt x="4160520" y="830468"/>
                </a:lnTo>
                <a:lnTo>
                  <a:pt x="4160520" y="828227"/>
                </a:lnTo>
                <a:lnTo>
                  <a:pt x="4160520" y="827907"/>
                </a:lnTo>
                <a:lnTo>
                  <a:pt x="4160520" y="838472"/>
                </a:lnTo>
                <a:lnTo>
                  <a:pt x="4160520" y="840393"/>
                </a:lnTo>
                <a:lnTo>
                  <a:pt x="4160520" y="839593"/>
                </a:lnTo>
                <a:lnTo>
                  <a:pt x="4160520" y="841354"/>
                </a:lnTo>
                <a:lnTo>
                  <a:pt x="4160520" y="846156"/>
                </a:lnTo>
                <a:lnTo>
                  <a:pt x="4160520" y="855440"/>
                </a:lnTo>
                <a:lnTo>
                  <a:pt x="4160520" y="863604"/>
                </a:lnTo>
                <a:lnTo>
                  <a:pt x="4160520" y="867606"/>
                </a:lnTo>
                <a:lnTo>
                  <a:pt x="4160520" y="869527"/>
                </a:lnTo>
                <a:lnTo>
                  <a:pt x="4160520" y="866165"/>
                </a:lnTo>
                <a:lnTo>
                  <a:pt x="4160520" y="875449"/>
                </a:lnTo>
                <a:lnTo>
                  <a:pt x="4160520" y="877530"/>
                </a:lnTo>
                <a:lnTo>
                  <a:pt x="4160520" y="882973"/>
                </a:lnTo>
                <a:lnTo>
                  <a:pt x="4160520" y="889856"/>
                </a:lnTo>
                <a:lnTo>
                  <a:pt x="4160520" y="902342"/>
                </a:lnTo>
                <a:lnTo>
                  <a:pt x="4160520" y="905063"/>
                </a:lnTo>
                <a:lnTo>
                  <a:pt x="4160520" y="904423"/>
                </a:lnTo>
                <a:lnTo>
                  <a:pt x="4160520" y="892738"/>
                </a:lnTo>
                <a:lnTo>
                  <a:pt x="4160520" y="890176"/>
                </a:lnTo>
                <a:lnTo>
                  <a:pt x="4160520" y="889696"/>
                </a:lnTo>
                <a:lnTo>
                  <a:pt x="4160520" y="891937"/>
                </a:lnTo>
                <a:lnTo>
                  <a:pt x="4160520" y="906344"/>
                </a:lnTo>
                <a:lnTo>
                  <a:pt x="4160520" y="904423"/>
                </a:lnTo>
                <a:lnTo>
                  <a:pt x="4160520" y="876890"/>
                </a:lnTo>
                <a:lnTo>
                  <a:pt x="4160520" y="850798"/>
                </a:lnTo>
                <a:lnTo>
                  <a:pt x="4160520" y="843595"/>
                </a:lnTo>
                <a:lnTo>
                  <a:pt x="4160520" y="831749"/>
                </a:lnTo>
                <a:lnTo>
                  <a:pt x="4160520" y="817662"/>
                </a:lnTo>
                <a:lnTo>
                  <a:pt x="4160520" y="813821"/>
                </a:lnTo>
                <a:lnTo>
                  <a:pt x="4160520" y="809819"/>
                </a:lnTo>
                <a:lnTo>
                  <a:pt x="4160520" y="805497"/>
                </a:lnTo>
                <a:lnTo>
                  <a:pt x="4160520" y="788209"/>
                </a:lnTo>
                <a:lnTo>
                  <a:pt x="4160520" y="772841"/>
                </a:lnTo>
                <a:lnTo>
                  <a:pt x="4160520" y="768199"/>
                </a:lnTo>
                <a:lnTo>
                  <a:pt x="4160520" y="770600"/>
                </a:lnTo>
                <a:lnTo>
                  <a:pt x="4160520" y="777324"/>
                </a:lnTo>
                <a:lnTo>
                  <a:pt x="4160520" y="800054"/>
                </a:lnTo>
                <a:lnTo>
                  <a:pt x="4160520" y="803736"/>
                </a:lnTo>
                <a:lnTo>
                  <a:pt x="4160520" y="815101"/>
                </a:lnTo>
                <a:lnTo>
                  <a:pt x="4160520" y="819743"/>
                </a:lnTo>
                <a:lnTo>
                  <a:pt x="4160520" y="851598"/>
                </a:lnTo>
                <a:lnTo>
                  <a:pt x="4160520" y="867126"/>
                </a:lnTo>
                <a:lnTo>
                  <a:pt x="4160520" y="881212"/>
                </a:lnTo>
                <a:close/>
              </a:path>
              <a:path w="4160520" h="2561198">
                <a:moveTo>
                  <a:pt x="2060097" y="2002217"/>
                </a:moveTo>
                <a:lnTo>
                  <a:pt x="2076259" y="2020465"/>
                </a:lnTo>
                <a:lnTo>
                  <a:pt x="2090341" y="2030230"/>
                </a:lnTo>
                <a:lnTo>
                  <a:pt x="2106983" y="2035512"/>
                </a:lnTo>
                <a:lnTo>
                  <a:pt x="2124426" y="2035992"/>
                </a:lnTo>
                <a:lnTo>
                  <a:pt x="2141708" y="2038233"/>
                </a:lnTo>
                <a:lnTo>
                  <a:pt x="2161710" y="2045277"/>
                </a:lnTo>
                <a:lnTo>
                  <a:pt x="2182353" y="2048478"/>
                </a:lnTo>
                <a:lnTo>
                  <a:pt x="2191794" y="2047198"/>
                </a:lnTo>
                <a:lnTo>
                  <a:pt x="2200915" y="2043676"/>
                </a:lnTo>
                <a:lnTo>
                  <a:pt x="2207476" y="2043356"/>
                </a:lnTo>
                <a:lnTo>
                  <a:pt x="2213077" y="2046717"/>
                </a:lnTo>
                <a:lnTo>
                  <a:pt x="2227318" y="2062245"/>
                </a:lnTo>
                <a:lnTo>
                  <a:pt x="2242840" y="2076331"/>
                </a:lnTo>
                <a:lnTo>
                  <a:pt x="2246361" y="2083535"/>
                </a:lnTo>
                <a:lnTo>
                  <a:pt x="2256922" y="2117631"/>
                </a:lnTo>
                <a:lnTo>
                  <a:pt x="2268764" y="2127555"/>
                </a:lnTo>
                <a:lnTo>
                  <a:pt x="2285086" y="2130276"/>
                </a:lnTo>
                <a:lnTo>
                  <a:pt x="2304128" y="2130276"/>
                </a:lnTo>
                <a:lnTo>
                  <a:pt x="2323170" y="2131717"/>
                </a:lnTo>
                <a:lnTo>
                  <a:pt x="2367336" y="2139721"/>
                </a:lnTo>
                <a:lnTo>
                  <a:pt x="2384938" y="2138600"/>
                </a:lnTo>
                <a:lnTo>
                  <a:pt x="2400460" y="2130597"/>
                </a:lnTo>
                <a:lnTo>
                  <a:pt x="2414222" y="2135879"/>
                </a:lnTo>
                <a:lnTo>
                  <a:pt x="2451666" y="2145323"/>
                </a:lnTo>
                <a:lnTo>
                  <a:pt x="2470069" y="2147565"/>
                </a:lnTo>
                <a:lnTo>
                  <a:pt x="2491031" y="2144843"/>
                </a:lnTo>
                <a:lnTo>
                  <a:pt x="2511994" y="2144203"/>
                </a:lnTo>
                <a:lnTo>
                  <a:pt x="2522075" y="2146924"/>
                </a:lnTo>
                <a:lnTo>
                  <a:pt x="2531676" y="2151086"/>
                </a:lnTo>
                <a:lnTo>
                  <a:pt x="2539997" y="2152687"/>
                </a:lnTo>
                <a:lnTo>
                  <a:pt x="2548479" y="2152527"/>
                </a:lnTo>
                <a:lnTo>
                  <a:pt x="2563680" y="2144523"/>
                </a:lnTo>
                <a:lnTo>
                  <a:pt x="2573762" y="2129956"/>
                </a:lnTo>
                <a:lnTo>
                  <a:pt x="2581763" y="2111388"/>
                </a:lnTo>
                <a:lnTo>
                  <a:pt x="2588163" y="2092179"/>
                </a:lnTo>
                <a:lnTo>
                  <a:pt x="2592484" y="2083855"/>
                </a:lnTo>
                <a:lnTo>
                  <a:pt x="2598245" y="2076491"/>
                </a:lnTo>
                <a:lnTo>
                  <a:pt x="2605766" y="2071849"/>
                </a:lnTo>
                <a:lnTo>
                  <a:pt x="2613927" y="2068808"/>
                </a:lnTo>
                <a:lnTo>
                  <a:pt x="2635849" y="2070729"/>
                </a:lnTo>
                <a:lnTo>
                  <a:pt x="2640490" y="2075371"/>
                </a:lnTo>
                <a:lnTo>
                  <a:pt x="2664973" y="2108026"/>
                </a:lnTo>
                <a:lnTo>
                  <a:pt x="2669454" y="2110907"/>
                </a:lnTo>
                <a:lnTo>
                  <a:pt x="2695057" y="2112988"/>
                </a:lnTo>
                <a:lnTo>
                  <a:pt x="2702258" y="2111868"/>
                </a:lnTo>
                <a:lnTo>
                  <a:pt x="2717780" y="2105305"/>
                </a:lnTo>
                <a:lnTo>
                  <a:pt x="2726741" y="2104664"/>
                </a:lnTo>
                <a:lnTo>
                  <a:pt x="2743383" y="2112828"/>
                </a:lnTo>
                <a:lnTo>
                  <a:pt x="2750424" y="2119711"/>
                </a:lnTo>
                <a:lnTo>
                  <a:pt x="2758425" y="2124674"/>
                </a:lnTo>
                <a:lnTo>
                  <a:pt x="2798750" y="2129956"/>
                </a:lnTo>
                <a:lnTo>
                  <a:pt x="2814272" y="2143883"/>
                </a:lnTo>
                <a:lnTo>
                  <a:pt x="2822273" y="2145804"/>
                </a:lnTo>
                <a:lnTo>
                  <a:pt x="2850276" y="2144043"/>
                </a:lnTo>
                <a:lnTo>
                  <a:pt x="2869799" y="2145484"/>
                </a:lnTo>
                <a:lnTo>
                  <a:pt x="2886601" y="2149165"/>
                </a:lnTo>
                <a:lnTo>
                  <a:pt x="2894282" y="2169175"/>
                </a:lnTo>
                <a:lnTo>
                  <a:pt x="2900523" y="2189504"/>
                </a:lnTo>
                <a:lnTo>
                  <a:pt x="2904203" y="2196387"/>
                </a:lnTo>
                <a:lnTo>
                  <a:pt x="2920685" y="2203431"/>
                </a:lnTo>
                <a:lnTo>
                  <a:pt x="2927406" y="2209674"/>
                </a:lnTo>
                <a:lnTo>
                  <a:pt x="2925646" y="2230163"/>
                </a:lnTo>
                <a:lnTo>
                  <a:pt x="2927566" y="2249372"/>
                </a:lnTo>
                <a:lnTo>
                  <a:pt x="2962610" y="2266340"/>
                </a:lnTo>
                <a:lnTo>
                  <a:pt x="3000055" y="2275945"/>
                </a:lnTo>
                <a:lnTo>
                  <a:pt x="3040060" y="2276905"/>
                </a:lnTo>
                <a:lnTo>
                  <a:pt x="3079905" y="2273543"/>
                </a:lnTo>
                <a:lnTo>
                  <a:pt x="3100548" y="2269382"/>
                </a:lnTo>
                <a:lnTo>
                  <a:pt x="3126311" y="2262178"/>
                </a:lnTo>
                <a:lnTo>
                  <a:pt x="3131751" y="2262338"/>
                </a:lnTo>
                <a:lnTo>
                  <a:pt x="3181678" y="2284429"/>
                </a:lnTo>
                <a:lnTo>
                  <a:pt x="3185838" y="2287790"/>
                </a:lnTo>
                <a:lnTo>
                  <a:pt x="3191439" y="2304438"/>
                </a:lnTo>
                <a:lnTo>
                  <a:pt x="3191279" y="2321886"/>
                </a:lnTo>
                <a:lnTo>
                  <a:pt x="3181998" y="2363185"/>
                </a:lnTo>
                <a:lnTo>
                  <a:pt x="3181358" y="2374551"/>
                </a:lnTo>
                <a:lnTo>
                  <a:pt x="3182318" y="2385916"/>
                </a:lnTo>
                <a:lnTo>
                  <a:pt x="3192239" y="2410568"/>
                </a:lnTo>
                <a:lnTo>
                  <a:pt x="3197520" y="2417771"/>
                </a:lnTo>
                <a:lnTo>
                  <a:pt x="3215602" y="2430737"/>
                </a:lnTo>
                <a:lnTo>
                  <a:pt x="3216242" y="2437460"/>
                </a:lnTo>
                <a:lnTo>
                  <a:pt x="3213842" y="2444343"/>
                </a:lnTo>
                <a:lnTo>
                  <a:pt x="3193839" y="2439701"/>
                </a:lnTo>
                <a:lnTo>
                  <a:pt x="3181678" y="2433938"/>
                </a:lnTo>
                <a:lnTo>
                  <a:pt x="3174637" y="2424654"/>
                </a:lnTo>
                <a:lnTo>
                  <a:pt x="3164716" y="2419532"/>
                </a:lnTo>
                <a:lnTo>
                  <a:pt x="3145993" y="2421293"/>
                </a:lnTo>
                <a:lnTo>
                  <a:pt x="3110789" y="2412008"/>
                </a:lnTo>
                <a:lnTo>
                  <a:pt x="3071264" y="2397601"/>
                </a:lnTo>
                <a:lnTo>
                  <a:pt x="3000855" y="2367027"/>
                </a:lnTo>
                <a:lnTo>
                  <a:pt x="2981813" y="2367187"/>
                </a:lnTo>
                <a:lnTo>
                  <a:pt x="2963410" y="2371189"/>
                </a:lnTo>
                <a:lnTo>
                  <a:pt x="2944048" y="2378873"/>
                </a:lnTo>
                <a:lnTo>
                  <a:pt x="2923885" y="2384475"/>
                </a:lnTo>
                <a:lnTo>
                  <a:pt x="2909004" y="2386556"/>
                </a:lnTo>
                <a:lnTo>
                  <a:pt x="2894122" y="2385116"/>
                </a:lnTo>
                <a:lnTo>
                  <a:pt x="2856677" y="2377752"/>
                </a:lnTo>
                <a:lnTo>
                  <a:pt x="2818752" y="2372950"/>
                </a:lnTo>
                <a:lnTo>
                  <a:pt x="2721940" y="2369909"/>
                </a:lnTo>
                <a:lnTo>
                  <a:pt x="2694577" y="2363025"/>
                </a:lnTo>
                <a:lnTo>
                  <a:pt x="2649131" y="2359504"/>
                </a:lnTo>
                <a:lnTo>
                  <a:pt x="2613127" y="2353421"/>
                </a:lnTo>
                <a:lnTo>
                  <a:pt x="2577442" y="2344937"/>
                </a:lnTo>
                <a:lnTo>
                  <a:pt x="2486551" y="2303638"/>
                </a:lnTo>
                <a:lnTo>
                  <a:pt x="2456787" y="2293553"/>
                </a:lnTo>
                <a:lnTo>
                  <a:pt x="2365416" y="2273864"/>
                </a:lnTo>
                <a:lnTo>
                  <a:pt x="2351334" y="2272263"/>
                </a:lnTo>
                <a:lnTo>
                  <a:pt x="2318210" y="2273704"/>
                </a:lnTo>
                <a:lnTo>
                  <a:pt x="2297247" y="2267941"/>
                </a:lnTo>
                <a:lnTo>
                  <a:pt x="2278845" y="2267781"/>
                </a:lnTo>
                <a:lnTo>
                  <a:pt x="2251641" y="2274184"/>
                </a:lnTo>
                <a:lnTo>
                  <a:pt x="2243160" y="2278826"/>
                </a:lnTo>
                <a:lnTo>
                  <a:pt x="2232599" y="2288590"/>
                </a:lnTo>
                <a:lnTo>
                  <a:pt x="2214037" y="2288110"/>
                </a:lnTo>
                <a:lnTo>
                  <a:pt x="2195634" y="2286189"/>
                </a:lnTo>
                <a:lnTo>
                  <a:pt x="2146988" y="2276905"/>
                </a:lnTo>
                <a:lnTo>
                  <a:pt x="2128906" y="2271142"/>
                </a:lnTo>
                <a:lnTo>
                  <a:pt x="2111624" y="2262818"/>
                </a:lnTo>
                <a:lnTo>
                  <a:pt x="2095942" y="2251773"/>
                </a:lnTo>
                <a:lnTo>
                  <a:pt x="2087781" y="2247771"/>
                </a:lnTo>
                <a:lnTo>
                  <a:pt x="2045856" y="2236566"/>
                </a:lnTo>
                <a:lnTo>
                  <a:pt x="2011611" y="2232564"/>
                </a:lnTo>
                <a:lnTo>
                  <a:pt x="1941203" y="2227602"/>
                </a:lnTo>
                <a:lnTo>
                  <a:pt x="1925841" y="2224080"/>
                </a:lnTo>
                <a:lnTo>
                  <a:pt x="1913039" y="2220078"/>
                </a:lnTo>
                <a:lnTo>
                  <a:pt x="1905998" y="2210954"/>
                </a:lnTo>
                <a:lnTo>
                  <a:pt x="1906958" y="2199269"/>
                </a:lnTo>
                <a:lnTo>
                  <a:pt x="1911919" y="2189344"/>
                </a:lnTo>
                <a:lnTo>
                  <a:pt x="1918960" y="2179259"/>
                </a:lnTo>
                <a:lnTo>
                  <a:pt x="1923440" y="2169655"/>
                </a:lnTo>
                <a:lnTo>
                  <a:pt x="1871914" y="2149485"/>
                </a:lnTo>
                <a:lnTo>
                  <a:pt x="1831269" y="2138440"/>
                </a:lnTo>
                <a:lnTo>
                  <a:pt x="1813827" y="2136359"/>
                </a:lnTo>
                <a:lnTo>
                  <a:pt x="1796224" y="2136359"/>
                </a:lnTo>
                <a:lnTo>
                  <a:pt x="1776382" y="2138600"/>
                </a:lnTo>
                <a:lnTo>
                  <a:pt x="1756700" y="2137640"/>
                </a:lnTo>
                <a:lnTo>
                  <a:pt x="1747578" y="2134278"/>
                </a:lnTo>
                <a:lnTo>
                  <a:pt x="1738137" y="2133158"/>
                </a:lnTo>
                <a:lnTo>
                  <a:pt x="1728696" y="2135559"/>
                </a:lnTo>
                <a:lnTo>
                  <a:pt x="1721015" y="2134598"/>
                </a:lnTo>
                <a:lnTo>
                  <a:pt x="1719095" y="2125474"/>
                </a:lnTo>
                <a:lnTo>
                  <a:pt x="1723895" y="2117631"/>
                </a:lnTo>
                <a:lnTo>
                  <a:pt x="1733977" y="2108826"/>
                </a:lnTo>
                <a:lnTo>
                  <a:pt x="1739577" y="2107226"/>
                </a:lnTo>
                <a:lnTo>
                  <a:pt x="1742138" y="2121152"/>
                </a:lnTo>
                <a:lnTo>
                  <a:pt x="1745018" y="2123873"/>
                </a:lnTo>
                <a:lnTo>
                  <a:pt x="1753819" y="2126915"/>
                </a:lnTo>
                <a:lnTo>
                  <a:pt x="1757660" y="2126114"/>
                </a:lnTo>
                <a:lnTo>
                  <a:pt x="1773182" y="2108346"/>
                </a:lnTo>
                <a:lnTo>
                  <a:pt x="1777502" y="2099702"/>
                </a:lnTo>
                <a:lnTo>
                  <a:pt x="1785023" y="2076171"/>
                </a:lnTo>
                <a:lnTo>
                  <a:pt x="1793184" y="2080653"/>
                </a:lnTo>
                <a:lnTo>
                  <a:pt x="1801345" y="2077772"/>
                </a:lnTo>
                <a:lnTo>
                  <a:pt x="1806146" y="2074090"/>
                </a:lnTo>
                <a:lnTo>
                  <a:pt x="1819107" y="2019505"/>
                </a:lnTo>
                <a:lnTo>
                  <a:pt x="1829989" y="2003657"/>
                </a:lnTo>
                <a:lnTo>
                  <a:pt x="1844871" y="1990371"/>
                </a:lnTo>
                <a:lnTo>
                  <a:pt x="1852232" y="1987169"/>
                </a:lnTo>
                <a:lnTo>
                  <a:pt x="1866793" y="1995333"/>
                </a:lnTo>
                <a:lnTo>
                  <a:pt x="1896237" y="1998375"/>
                </a:lnTo>
                <a:lnTo>
                  <a:pt x="1913679" y="2003817"/>
                </a:lnTo>
                <a:lnTo>
                  <a:pt x="1931281" y="2004458"/>
                </a:lnTo>
                <a:lnTo>
                  <a:pt x="1948404" y="2007019"/>
                </a:lnTo>
                <a:lnTo>
                  <a:pt x="1972247" y="2016623"/>
                </a:lnTo>
                <a:lnTo>
                  <a:pt x="1980728" y="2015663"/>
                </a:lnTo>
                <a:lnTo>
                  <a:pt x="1989369" y="2012621"/>
                </a:lnTo>
                <a:lnTo>
                  <a:pt x="2002170" y="2002217"/>
                </a:lnTo>
                <a:lnTo>
                  <a:pt x="2007611" y="1985569"/>
                </a:lnTo>
                <a:lnTo>
                  <a:pt x="2026173" y="1994053"/>
                </a:lnTo>
                <a:lnTo>
                  <a:pt x="2053377" y="1997414"/>
                </a:lnTo>
                <a:lnTo>
                  <a:pt x="2060097" y="2002217"/>
                </a:lnTo>
                <a:close/>
              </a:path>
              <a:path w="4160520" h="2561198">
                <a:moveTo>
                  <a:pt x="2420943" y="715855"/>
                </a:moveTo>
                <a:lnTo>
                  <a:pt x="2406541" y="736985"/>
                </a:lnTo>
                <a:lnTo>
                  <a:pt x="2408141" y="744668"/>
                </a:lnTo>
                <a:lnTo>
                  <a:pt x="2411661" y="751391"/>
                </a:lnTo>
                <a:lnTo>
                  <a:pt x="2422063" y="756034"/>
                </a:lnTo>
                <a:lnTo>
                  <a:pt x="2424943" y="781966"/>
                </a:lnTo>
                <a:lnTo>
                  <a:pt x="2438065" y="796693"/>
                </a:lnTo>
                <a:lnTo>
                  <a:pt x="2451186" y="810139"/>
                </a:lnTo>
                <a:lnTo>
                  <a:pt x="2460948" y="816702"/>
                </a:lnTo>
                <a:lnTo>
                  <a:pt x="2471509" y="826307"/>
                </a:lnTo>
                <a:lnTo>
                  <a:pt x="2479030" y="835111"/>
                </a:lnTo>
                <a:lnTo>
                  <a:pt x="2486871" y="842634"/>
                </a:lnTo>
                <a:lnTo>
                  <a:pt x="2498712" y="849998"/>
                </a:lnTo>
                <a:lnTo>
                  <a:pt x="2530716" y="881052"/>
                </a:lnTo>
                <a:lnTo>
                  <a:pt x="2544158" y="890176"/>
                </a:lnTo>
                <a:lnTo>
                  <a:pt x="2554079" y="899301"/>
                </a:lnTo>
                <a:lnTo>
                  <a:pt x="2561280" y="902502"/>
                </a:lnTo>
                <a:lnTo>
                  <a:pt x="2578722" y="899941"/>
                </a:lnTo>
                <a:lnTo>
                  <a:pt x="2630409" y="877691"/>
                </a:lnTo>
                <a:lnTo>
                  <a:pt x="2639690" y="876250"/>
                </a:lnTo>
                <a:lnTo>
                  <a:pt x="2656492" y="872248"/>
                </a:lnTo>
                <a:lnTo>
                  <a:pt x="2686256" y="873529"/>
                </a:lnTo>
                <a:lnTo>
                  <a:pt x="2717620" y="881052"/>
                </a:lnTo>
                <a:lnTo>
                  <a:pt x="2727861" y="881372"/>
                </a:lnTo>
                <a:lnTo>
                  <a:pt x="2737462" y="876730"/>
                </a:lnTo>
                <a:lnTo>
                  <a:pt x="2750904" y="878171"/>
                </a:lnTo>
                <a:lnTo>
                  <a:pt x="2763545" y="880572"/>
                </a:lnTo>
                <a:lnTo>
                  <a:pt x="2769786" y="878491"/>
                </a:lnTo>
                <a:lnTo>
                  <a:pt x="2788028" y="862323"/>
                </a:lnTo>
                <a:lnTo>
                  <a:pt x="2812992" y="857521"/>
                </a:lnTo>
                <a:lnTo>
                  <a:pt x="2820993" y="841354"/>
                </a:lnTo>
                <a:lnTo>
                  <a:pt x="2827073" y="826307"/>
                </a:lnTo>
                <a:lnTo>
                  <a:pt x="2830114" y="810139"/>
                </a:lnTo>
                <a:lnTo>
                  <a:pt x="2840515" y="803576"/>
                </a:lnTo>
                <a:lnTo>
                  <a:pt x="2855077" y="797973"/>
                </a:lnTo>
                <a:lnTo>
                  <a:pt x="2876520" y="790930"/>
                </a:lnTo>
                <a:lnTo>
                  <a:pt x="2951249" y="789649"/>
                </a:lnTo>
                <a:lnTo>
                  <a:pt x="2958450" y="792691"/>
                </a:lnTo>
                <a:lnTo>
                  <a:pt x="2960050" y="801015"/>
                </a:lnTo>
                <a:lnTo>
                  <a:pt x="2958450" y="807258"/>
                </a:lnTo>
                <a:lnTo>
                  <a:pt x="2961490" y="810939"/>
                </a:lnTo>
                <a:lnTo>
                  <a:pt x="2971411" y="811259"/>
                </a:lnTo>
                <a:lnTo>
                  <a:pt x="2980533" y="815101"/>
                </a:lnTo>
                <a:lnTo>
                  <a:pt x="3017817" y="828067"/>
                </a:lnTo>
                <a:lnTo>
                  <a:pt x="3033659" y="832069"/>
                </a:lnTo>
                <a:lnTo>
                  <a:pt x="3042460" y="831109"/>
                </a:lnTo>
                <a:lnTo>
                  <a:pt x="3059902" y="842634"/>
                </a:lnTo>
                <a:lnTo>
                  <a:pt x="3069504" y="838632"/>
                </a:lnTo>
                <a:lnTo>
                  <a:pt x="3081985" y="830629"/>
                </a:lnTo>
                <a:lnTo>
                  <a:pt x="3093987" y="819583"/>
                </a:lnTo>
                <a:lnTo>
                  <a:pt x="3104708" y="810939"/>
                </a:lnTo>
                <a:lnTo>
                  <a:pt x="3120390" y="807578"/>
                </a:lnTo>
                <a:lnTo>
                  <a:pt x="3140553" y="808058"/>
                </a:lnTo>
                <a:lnTo>
                  <a:pt x="3164396" y="805017"/>
                </a:lnTo>
                <a:lnTo>
                  <a:pt x="3182318" y="800374"/>
                </a:lnTo>
                <a:lnTo>
                  <a:pt x="3202480" y="808058"/>
                </a:lnTo>
                <a:lnTo>
                  <a:pt x="3207761" y="805657"/>
                </a:lnTo>
                <a:lnTo>
                  <a:pt x="3211121" y="798133"/>
                </a:lnTo>
                <a:lnTo>
                  <a:pt x="3221523" y="781646"/>
                </a:lnTo>
                <a:lnTo>
                  <a:pt x="3226163" y="770600"/>
                </a:lnTo>
                <a:lnTo>
                  <a:pt x="3230164" y="749310"/>
                </a:lnTo>
                <a:lnTo>
                  <a:pt x="3233044" y="744188"/>
                </a:lnTo>
                <a:lnTo>
                  <a:pt x="3240565" y="741307"/>
                </a:lnTo>
                <a:lnTo>
                  <a:pt x="3248406" y="737305"/>
                </a:lnTo>
                <a:lnTo>
                  <a:pt x="3250486" y="730902"/>
                </a:lnTo>
                <a:lnTo>
                  <a:pt x="3253367" y="723538"/>
                </a:lnTo>
                <a:lnTo>
                  <a:pt x="3250966" y="717296"/>
                </a:lnTo>
                <a:lnTo>
                  <a:pt x="3246486" y="712013"/>
                </a:lnTo>
                <a:lnTo>
                  <a:pt x="3241845" y="694405"/>
                </a:lnTo>
                <a:lnTo>
                  <a:pt x="3243285" y="686241"/>
                </a:lnTo>
                <a:lnTo>
                  <a:pt x="3246166" y="680318"/>
                </a:lnTo>
                <a:lnTo>
                  <a:pt x="3254167" y="677277"/>
                </a:lnTo>
                <a:lnTo>
                  <a:pt x="3275449" y="664151"/>
                </a:lnTo>
                <a:lnTo>
                  <a:pt x="3294332" y="648944"/>
                </a:lnTo>
                <a:lnTo>
                  <a:pt x="3304573" y="641420"/>
                </a:lnTo>
                <a:lnTo>
                  <a:pt x="3309054" y="636618"/>
                </a:lnTo>
                <a:lnTo>
                  <a:pt x="3309374" y="629574"/>
                </a:lnTo>
                <a:lnTo>
                  <a:pt x="3301213" y="622371"/>
                </a:lnTo>
                <a:lnTo>
                  <a:pt x="3293372" y="618849"/>
                </a:lnTo>
                <a:lnTo>
                  <a:pt x="3292732" y="610365"/>
                </a:lnTo>
                <a:lnTo>
                  <a:pt x="3293052" y="604603"/>
                </a:lnTo>
                <a:lnTo>
                  <a:pt x="3295452" y="599000"/>
                </a:lnTo>
                <a:lnTo>
                  <a:pt x="3294332" y="593718"/>
                </a:lnTo>
                <a:lnTo>
                  <a:pt x="3294172" y="585714"/>
                </a:lnTo>
                <a:lnTo>
                  <a:pt x="3299292" y="577070"/>
                </a:lnTo>
                <a:lnTo>
                  <a:pt x="3310814" y="564424"/>
                </a:lnTo>
                <a:lnTo>
                  <a:pt x="3319935" y="556100"/>
                </a:lnTo>
                <a:lnTo>
                  <a:pt x="3330016" y="561223"/>
                </a:lnTo>
                <a:lnTo>
                  <a:pt x="3341858" y="558821"/>
                </a:lnTo>
                <a:lnTo>
                  <a:pt x="3353059" y="554820"/>
                </a:lnTo>
                <a:lnTo>
                  <a:pt x="3359300" y="539772"/>
                </a:lnTo>
                <a:lnTo>
                  <a:pt x="3360260" y="532569"/>
                </a:lnTo>
                <a:lnTo>
                  <a:pt x="3358820" y="526806"/>
                </a:lnTo>
                <a:lnTo>
                  <a:pt x="3362660" y="505516"/>
                </a:lnTo>
                <a:lnTo>
                  <a:pt x="3363620" y="502315"/>
                </a:lnTo>
                <a:lnTo>
                  <a:pt x="3370981" y="488869"/>
                </a:lnTo>
                <a:lnTo>
                  <a:pt x="3371781" y="479904"/>
                </a:lnTo>
                <a:lnTo>
                  <a:pt x="3367621" y="458775"/>
                </a:lnTo>
                <a:lnTo>
                  <a:pt x="3370181" y="442927"/>
                </a:lnTo>
                <a:lnTo>
                  <a:pt x="3371301" y="409952"/>
                </a:lnTo>
                <a:lnTo>
                  <a:pt x="3375782" y="404029"/>
                </a:lnTo>
                <a:lnTo>
                  <a:pt x="3380903" y="387061"/>
                </a:lnTo>
                <a:lnTo>
                  <a:pt x="3389064" y="369293"/>
                </a:lnTo>
                <a:lnTo>
                  <a:pt x="3405546" y="359528"/>
                </a:lnTo>
                <a:lnTo>
                  <a:pt x="3414347" y="346882"/>
                </a:lnTo>
                <a:lnTo>
                  <a:pt x="3418187" y="344481"/>
                </a:lnTo>
                <a:lnTo>
                  <a:pt x="3423788" y="344321"/>
                </a:lnTo>
                <a:lnTo>
                  <a:pt x="3443950" y="353605"/>
                </a:lnTo>
                <a:lnTo>
                  <a:pt x="3461873" y="343361"/>
                </a:lnTo>
                <a:lnTo>
                  <a:pt x="3478195" y="342080"/>
                </a:lnTo>
                <a:lnTo>
                  <a:pt x="3491636" y="343521"/>
                </a:lnTo>
                <a:lnTo>
                  <a:pt x="3499317" y="347843"/>
                </a:lnTo>
                <a:lnTo>
                  <a:pt x="3506838" y="350884"/>
                </a:lnTo>
                <a:lnTo>
                  <a:pt x="3522840" y="340799"/>
                </a:lnTo>
                <a:lnTo>
                  <a:pt x="3528921" y="342560"/>
                </a:lnTo>
                <a:lnTo>
                  <a:pt x="3534682" y="346082"/>
                </a:lnTo>
                <a:lnTo>
                  <a:pt x="3542683" y="345922"/>
                </a:lnTo>
                <a:lnTo>
                  <a:pt x="3552124" y="343361"/>
                </a:lnTo>
                <a:lnTo>
                  <a:pt x="3575487" y="345762"/>
                </a:lnTo>
                <a:lnTo>
                  <a:pt x="3616612" y="346242"/>
                </a:lnTo>
                <a:lnTo>
                  <a:pt x="3644936" y="352325"/>
                </a:lnTo>
                <a:lnTo>
                  <a:pt x="3672619" y="369293"/>
                </a:lnTo>
                <a:lnTo>
                  <a:pt x="3686381" y="372814"/>
                </a:lnTo>
                <a:lnTo>
                  <a:pt x="3692301" y="372814"/>
                </a:lnTo>
                <a:lnTo>
                  <a:pt x="3691021" y="374255"/>
                </a:lnTo>
                <a:lnTo>
                  <a:pt x="3679980" y="378897"/>
                </a:lnTo>
                <a:lnTo>
                  <a:pt x="3674859" y="388021"/>
                </a:lnTo>
                <a:lnTo>
                  <a:pt x="3689901" y="402108"/>
                </a:lnTo>
                <a:lnTo>
                  <a:pt x="3691021" y="411392"/>
                </a:lnTo>
                <a:lnTo>
                  <a:pt x="3702703" y="419716"/>
                </a:lnTo>
                <a:lnTo>
                  <a:pt x="3716945" y="432682"/>
                </a:lnTo>
                <a:lnTo>
                  <a:pt x="3717585" y="437004"/>
                </a:lnTo>
                <a:lnTo>
                  <a:pt x="3722385" y="442767"/>
                </a:lnTo>
                <a:lnTo>
                  <a:pt x="3724786" y="449970"/>
                </a:lnTo>
                <a:lnTo>
                  <a:pt x="3714704" y="457014"/>
                </a:lnTo>
                <a:lnTo>
                  <a:pt x="3701263" y="458454"/>
                </a:lnTo>
                <a:lnTo>
                  <a:pt x="3691181" y="451731"/>
                </a:lnTo>
                <a:lnTo>
                  <a:pt x="3682060" y="443407"/>
                </a:lnTo>
                <a:lnTo>
                  <a:pt x="3679660" y="453652"/>
                </a:lnTo>
                <a:lnTo>
                  <a:pt x="3672459" y="459575"/>
                </a:lnTo>
                <a:lnTo>
                  <a:pt x="3646536" y="457974"/>
                </a:lnTo>
                <a:lnTo>
                  <a:pt x="3627973" y="457974"/>
                </a:lnTo>
                <a:lnTo>
                  <a:pt x="3609411" y="460535"/>
                </a:lnTo>
                <a:lnTo>
                  <a:pt x="3618692" y="462136"/>
                </a:lnTo>
                <a:lnTo>
                  <a:pt x="3627013" y="465498"/>
                </a:lnTo>
                <a:lnTo>
                  <a:pt x="3655817" y="491910"/>
                </a:lnTo>
                <a:lnTo>
                  <a:pt x="3662058" y="501835"/>
                </a:lnTo>
                <a:lnTo>
                  <a:pt x="3651976" y="521204"/>
                </a:lnTo>
                <a:lnTo>
                  <a:pt x="3656777" y="529208"/>
                </a:lnTo>
                <a:lnTo>
                  <a:pt x="3667978" y="533850"/>
                </a:lnTo>
                <a:lnTo>
                  <a:pt x="3681580" y="543454"/>
                </a:lnTo>
                <a:lnTo>
                  <a:pt x="3691181" y="544575"/>
                </a:lnTo>
                <a:lnTo>
                  <a:pt x="3698222" y="550017"/>
                </a:lnTo>
                <a:lnTo>
                  <a:pt x="3698382" y="559462"/>
                </a:lnTo>
                <a:lnTo>
                  <a:pt x="3702543" y="568106"/>
                </a:lnTo>
                <a:lnTo>
                  <a:pt x="3691501" y="571627"/>
                </a:lnTo>
                <a:lnTo>
                  <a:pt x="3702383" y="573868"/>
                </a:lnTo>
                <a:lnTo>
                  <a:pt x="3712144" y="578351"/>
                </a:lnTo>
                <a:lnTo>
                  <a:pt x="3706863" y="582833"/>
                </a:lnTo>
                <a:lnTo>
                  <a:pt x="3702703" y="588275"/>
                </a:lnTo>
                <a:lnTo>
                  <a:pt x="3707183" y="591157"/>
                </a:lnTo>
                <a:lnTo>
                  <a:pt x="3720465" y="596119"/>
                </a:lnTo>
                <a:lnTo>
                  <a:pt x="3726226" y="600761"/>
                </a:lnTo>
                <a:lnTo>
                  <a:pt x="3729266" y="613247"/>
                </a:lnTo>
                <a:lnTo>
                  <a:pt x="3742228" y="633576"/>
                </a:lnTo>
                <a:lnTo>
                  <a:pt x="3765911" y="659829"/>
                </a:lnTo>
                <a:lnTo>
                  <a:pt x="3771191" y="669433"/>
                </a:lnTo>
                <a:lnTo>
                  <a:pt x="3771031" y="678237"/>
                </a:lnTo>
                <a:lnTo>
                  <a:pt x="3767191" y="685921"/>
                </a:lnTo>
                <a:lnTo>
                  <a:pt x="3753589" y="694725"/>
                </a:lnTo>
                <a:lnTo>
                  <a:pt x="3742708" y="706410"/>
                </a:lnTo>
                <a:lnTo>
                  <a:pt x="3741428" y="710572"/>
                </a:lnTo>
                <a:lnTo>
                  <a:pt x="3726706" y="716015"/>
                </a:lnTo>
                <a:lnTo>
                  <a:pt x="3733427" y="720017"/>
                </a:lnTo>
                <a:lnTo>
                  <a:pt x="3738867" y="725459"/>
                </a:lnTo>
                <a:lnTo>
                  <a:pt x="3748949" y="741627"/>
                </a:lnTo>
                <a:lnTo>
                  <a:pt x="3773272" y="768039"/>
                </a:lnTo>
                <a:lnTo>
                  <a:pt x="3785593" y="777964"/>
                </a:lnTo>
                <a:lnTo>
                  <a:pt x="3835999" y="813821"/>
                </a:lnTo>
                <a:lnTo>
                  <a:pt x="3862723" y="829348"/>
                </a:lnTo>
                <a:lnTo>
                  <a:pt x="3896967" y="865045"/>
                </a:lnTo>
                <a:lnTo>
                  <a:pt x="3914569" y="873369"/>
                </a:lnTo>
                <a:lnTo>
                  <a:pt x="3918090" y="883293"/>
                </a:lnTo>
                <a:lnTo>
                  <a:pt x="3903208" y="898500"/>
                </a:lnTo>
                <a:lnTo>
                  <a:pt x="3881605" y="906184"/>
                </a:lnTo>
                <a:lnTo>
                  <a:pt x="3846081" y="910186"/>
                </a:lnTo>
                <a:lnTo>
                  <a:pt x="3810396" y="904903"/>
                </a:lnTo>
                <a:lnTo>
                  <a:pt x="3791834" y="900581"/>
                </a:lnTo>
                <a:lnTo>
                  <a:pt x="3775832" y="891777"/>
                </a:lnTo>
                <a:lnTo>
                  <a:pt x="3763030" y="874169"/>
                </a:lnTo>
                <a:lnTo>
                  <a:pt x="3746388" y="864564"/>
                </a:lnTo>
                <a:lnTo>
                  <a:pt x="3752789" y="875289"/>
                </a:lnTo>
                <a:lnTo>
                  <a:pt x="3756790" y="886175"/>
                </a:lnTo>
                <a:lnTo>
                  <a:pt x="3754709" y="898020"/>
                </a:lnTo>
                <a:lnTo>
                  <a:pt x="3748148" y="907464"/>
                </a:lnTo>
                <a:lnTo>
                  <a:pt x="3736947" y="914188"/>
                </a:lnTo>
                <a:lnTo>
                  <a:pt x="3724786" y="919790"/>
                </a:lnTo>
                <a:lnTo>
                  <a:pt x="3719665" y="923632"/>
                </a:lnTo>
                <a:lnTo>
                  <a:pt x="3688941" y="985901"/>
                </a:lnTo>
                <a:lnTo>
                  <a:pt x="3683980" y="1002709"/>
                </a:lnTo>
                <a:lnTo>
                  <a:pt x="3674699" y="1072502"/>
                </a:lnTo>
                <a:lnTo>
                  <a:pt x="3674539" y="1092351"/>
                </a:lnTo>
                <a:lnTo>
                  <a:pt x="3688301" y="1129168"/>
                </a:lnTo>
                <a:lnTo>
                  <a:pt x="3689581" y="1148537"/>
                </a:lnTo>
                <a:lnTo>
                  <a:pt x="3692301" y="1157021"/>
                </a:lnTo>
                <a:lnTo>
                  <a:pt x="3690381" y="1163904"/>
                </a:lnTo>
                <a:lnTo>
                  <a:pt x="3683980" y="1168066"/>
                </a:lnTo>
                <a:lnTo>
                  <a:pt x="3657577" y="1179272"/>
                </a:lnTo>
                <a:lnTo>
                  <a:pt x="3639015" y="1188716"/>
                </a:lnTo>
                <a:lnTo>
                  <a:pt x="3623813" y="1202002"/>
                </a:lnTo>
                <a:lnTo>
                  <a:pt x="3611651" y="1218650"/>
                </a:lnTo>
                <a:lnTo>
                  <a:pt x="3600930" y="1230656"/>
                </a:lnTo>
                <a:lnTo>
                  <a:pt x="3586688" y="1236418"/>
                </a:lnTo>
                <a:lnTo>
                  <a:pt x="3576287" y="1235458"/>
                </a:lnTo>
                <a:lnTo>
                  <a:pt x="3567966" y="1230015"/>
                </a:lnTo>
                <a:lnTo>
                  <a:pt x="3562205" y="1219290"/>
                </a:lnTo>
                <a:lnTo>
                  <a:pt x="3558845" y="1207605"/>
                </a:lnTo>
                <a:lnTo>
                  <a:pt x="3556605" y="1216249"/>
                </a:lnTo>
                <a:lnTo>
                  <a:pt x="3557085" y="1224733"/>
                </a:lnTo>
                <a:lnTo>
                  <a:pt x="3561885" y="1233697"/>
                </a:lnTo>
                <a:lnTo>
                  <a:pt x="3563805" y="1243302"/>
                </a:lnTo>
                <a:lnTo>
                  <a:pt x="3560925" y="1252906"/>
                </a:lnTo>
                <a:lnTo>
                  <a:pt x="3554844" y="1260750"/>
                </a:lnTo>
                <a:lnTo>
                  <a:pt x="3538362" y="1269234"/>
                </a:lnTo>
                <a:lnTo>
                  <a:pt x="3529081" y="1276437"/>
                </a:lnTo>
                <a:lnTo>
                  <a:pt x="3527641" y="1289083"/>
                </a:lnTo>
                <a:lnTo>
                  <a:pt x="3523320" y="1296286"/>
                </a:lnTo>
                <a:lnTo>
                  <a:pt x="3516920" y="1301889"/>
                </a:lnTo>
                <a:lnTo>
                  <a:pt x="3493557" y="1314535"/>
                </a:lnTo>
                <a:lnTo>
                  <a:pt x="3488436" y="1319657"/>
                </a:lnTo>
                <a:lnTo>
                  <a:pt x="3484436" y="1326220"/>
                </a:lnTo>
                <a:lnTo>
                  <a:pt x="3496917" y="1325260"/>
                </a:lnTo>
                <a:lnTo>
                  <a:pt x="3508278" y="1326220"/>
                </a:lnTo>
                <a:lnTo>
                  <a:pt x="3509239" y="1338866"/>
                </a:lnTo>
                <a:lnTo>
                  <a:pt x="3512759" y="1348311"/>
                </a:lnTo>
                <a:lnTo>
                  <a:pt x="3508278" y="1369120"/>
                </a:lnTo>
                <a:lnTo>
                  <a:pt x="3490676" y="1383047"/>
                </a:lnTo>
                <a:lnTo>
                  <a:pt x="3499477" y="1385928"/>
                </a:lnTo>
                <a:lnTo>
                  <a:pt x="3507318" y="1390570"/>
                </a:lnTo>
                <a:lnTo>
                  <a:pt x="3524921" y="1393932"/>
                </a:lnTo>
                <a:lnTo>
                  <a:pt x="3530841" y="1408659"/>
                </a:lnTo>
                <a:lnTo>
                  <a:pt x="3528281" y="1426427"/>
                </a:lnTo>
                <a:lnTo>
                  <a:pt x="3525081" y="1442435"/>
                </a:lnTo>
                <a:lnTo>
                  <a:pt x="3512439" y="1446757"/>
                </a:lnTo>
                <a:lnTo>
                  <a:pt x="3504598" y="1443875"/>
                </a:lnTo>
                <a:lnTo>
                  <a:pt x="3496917" y="1444196"/>
                </a:lnTo>
                <a:lnTo>
                  <a:pt x="3491156" y="1448998"/>
                </a:lnTo>
                <a:lnTo>
                  <a:pt x="3489556" y="1457162"/>
                </a:lnTo>
                <a:lnTo>
                  <a:pt x="3500438" y="1453160"/>
                </a:lnTo>
                <a:lnTo>
                  <a:pt x="3499957" y="1473809"/>
                </a:lnTo>
                <a:lnTo>
                  <a:pt x="3496917" y="1493979"/>
                </a:lnTo>
                <a:lnTo>
                  <a:pt x="3493397" y="1505024"/>
                </a:lnTo>
                <a:lnTo>
                  <a:pt x="3486676" y="1514148"/>
                </a:lnTo>
                <a:lnTo>
                  <a:pt x="3476595" y="1517030"/>
                </a:lnTo>
                <a:lnTo>
                  <a:pt x="3466993" y="1510306"/>
                </a:lnTo>
                <a:lnTo>
                  <a:pt x="3465073" y="1518150"/>
                </a:lnTo>
                <a:lnTo>
                  <a:pt x="3467953" y="1524713"/>
                </a:lnTo>
                <a:lnTo>
                  <a:pt x="3481555" y="1540881"/>
                </a:lnTo>
                <a:lnTo>
                  <a:pt x="3473234" y="1544562"/>
                </a:lnTo>
                <a:lnTo>
                  <a:pt x="3467153" y="1550005"/>
                </a:lnTo>
                <a:lnTo>
                  <a:pt x="3464433" y="1558009"/>
                </a:lnTo>
                <a:lnTo>
                  <a:pt x="3449711" y="1576417"/>
                </a:lnTo>
                <a:lnTo>
                  <a:pt x="3443150" y="1590024"/>
                </a:lnTo>
                <a:lnTo>
                  <a:pt x="3440270" y="1604430"/>
                </a:lnTo>
                <a:lnTo>
                  <a:pt x="3433389" y="1615956"/>
                </a:lnTo>
                <a:lnTo>
                  <a:pt x="3321695" y="1665899"/>
                </a:lnTo>
                <a:lnTo>
                  <a:pt x="3231444" y="1707999"/>
                </a:lnTo>
                <a:lnTo>
                  <a:pt x="3224883" y="1705118"/>
                </a:lnTo>
                <a:lnTo>
                  <a:pt x="3220402" y="1698715"/>
                </a:lnTo>
                <a:lnTo>
                  <a:pt x="3217362" y="1633244"/>
                </a:lnTo>
                <a:lnTo>
                  <a:pt x="3206161" y="1599788"/>
                </a:lnTo>
                <a:lnTo>
                  <a:pt x="3204561" y="1581060"/>
                </a:lnTo>
                <a:lnTo>
                  <a:pt x="3191759" y="1597867"/>
                </a:lnTo>
                <a:lnTo>
                  <a:pt x="3183918" y="1596107"/>
                </a:lnTo>
                <a:lnTo>
                  <a:pt x="3175437" y="1591785"/>
                </a:lnTo>
                <a:lnTo>
                  <a:pt x="3169196" y="1586342"/>
                </a:lnTo>
                <a:lnTo>
                  <a:pt x="3168716" y="1579139"/>
                </a:lnTo>
                <a:lnTo>
                  <a:pt x="3175437" y="1558329"/>
                </a:lnTo>
                <a:lnTo>
                  <a:pt x="3167276" y="1569694"/>
                </a:lnTo>
                <a:lnTo>
                  <a:pt x="3158155" y="1578498"/>
                </a:lnTo>
                <a:lnTo>
                  <a:pt x="3148874" y="1577378"/>
                </a:lnTo>
                <a:lnTo>
                  <a:pt x="3140873" y="1573056"/>
                </a:lnTo>
                <a:lnTo>
                  <a:pt x="3137832" y="1566333"/>
                </a:lnTo>
                <a:lnTo>
                  <a:pt x="3133512" y="1565372"/>
                </a:lnTo>
                <a:lnTo>
                  <a:pt x="3113829" y="1583781"/>
                </a:lnTo>
                <a:lnTo>
                  <a:pt x="3087746" y="1593705"/>
                </a:lnTo>
                <a:lnTo>
                  <a:pt x="3073184" y="1593545"/>
                </a:lnTo>
                <a:lnTo>
                  <a:pt x="3061823" y="1587943"/>
                </a:lnTo>
                <a:lnTo>
                  <a:pt x="3062303" y="1573856"/>
                </a:lnTo>
                <a:lnTo>
                  <a:pt x="3061183" y="1560090"/>
                </a:lnTo>
                <a:lnTo>
                  <a:pt x="3057982" y="1552086"/>
                </a:lnTo>
                <a:lnTo>
                  <a:pt x="3050941" y="1549205"/>
                </a:lnTo>
                <a:lnTo>
                  <a:pt x="3044541" y="1550165"/>
                </a:lnTo>
                <a:lnTo>
                  <a:pt x="3025818" y="1557368"/>
                </a:lnTo>
                <a:lnTo>
                  <a:pt x="3019097" y="1556568"/>
                </a:lnTo>
                <a:lnTo>
                  <a:pt x="3015257" y="1560090"/>
                </a:lnTo>
                <a:lnTo>
                  <a:pt x="2965811" y="1509986"/>
                </a:lnTo>
                <a:lnTo>
                  <a:pt x="2955729" y="1550645"/>
                </a:lnTo>
                <a:lnTo>
                  <a:pt x="2921645" y="1572255"/>
                </a:lnTo>
                <a:lnTo>
                  <a:pt x="2896362" y="1584741"/>
                </a:lnTo>
                <a:lnTo>
                  <a:pt x="2871399" y="1580099"/>
                </a:lnTo>
                <a:lnTo>
                  <a:pt x="2845956" y="1572095"/>
                </a:lnTo>
                <a:lnTo>
                  <a:pt x="2820673" y="1581700"/>
                </a:lnTo>
                <a:lnTo>
                  <a:pt x="2793149" y="1605551"/>
                </a:lnTo>
                <a:lnTo>
                  <a:pt x="2785468" y="1609233"/>
                </a:lnTo>
                <a:lnTo>
                  <a:pt x="2777627" y="1609073"/>
                </a:lnTo>
                <a:lnTo>
                  <a:pt x="2771866" y="1606031"/>
                </a:lnTo>
                <a:lnTo>
                  <a:pt x="2773787" y="1587943"/>
                </a:lnTo>
                <a:lnTo>
                  <a:pt x="2774107" y="1570014"/>
                </a:lnTo>
                <a:lnTo>
                  <a:pt x="2772026" y="1529836"/>
                </a:lnTo>
                <a:lnTo>
                  <a:pt x="2769786" y="1521992"/>
                </a:lnTo>
                <a:lnTo>
                  <a:pt x="2761945" y="1510947"/>
                </a:lnTo>
                <a:lnTo>
                  <a:pt x="2751544" y="1502943"/>
                </a:lnTo>
                <a:lnTo>
                  <a:pt x="2745623" y="1508866"/>
                </a:lnTo>
                <a:lnTo>
                  <a:pt x="2740342" y="1516709"/>
                </a:lnTo>
                <a:lnTo>
                  <a:pt x="2719540" y="1516389"/>
                </a:lnTo>
                <a:lnTo>
                  <a:pt x="2699217" y="1510146"/>
                </a:lnTo>
                <a:lnTo>
                  <a:pt x="2681775" y="1513668"/>
                </a:lnTo>
                <a:lnTo>
                  <a:pt x="2647371" y="1529676"/>
                </a:lnTo>
                <a:lnTo>
                  <a:pt x="2629129" y="1532077"/>
                </a:lnTo>
                <a:lnTo>
                  <a:pt x="2619367" y="1528555"/>
                </a:lnTo>
                <a:lnTo>
                  <a:pt x="2613127" y="1519911"/>
                </a:lnTo>
                <a:lnTo>
                  <a:pt x="2616647" y="1512067"/>
                </a:lnTo>
                <a:lnTo>
                  <a:pt x="2624168" y="1506144"/>
                </a:lnTo>
                <a:lnTo>
                  <a:pt x="2610086" y="1510787"/>
                </a:lnTo>
                <a:lnTo>
                  <a:pt x="2598085" y="1518950"/>
                </a:lnTo>
                <a:lnTo>
                  <a:pt x="2592804" y="1524073"/>
                </a:lnTo>
                <a:lnTo>
                  <a:pt x="2587203" y="1521512"/>
                </a:lnTo>
                <a:lnTo>
                  <a:pt x="2572161" y="1503263"/>
                </a:lnTo>
                <a:lnTo>
                  <a:pt x="2540798" y="1510146"/>
                </a:lnTo>
                <a:lnTo>
                  <a:pt x="2536477" y="1512227"/>
                </a:lnTo>
                <a:lnTo>
                  <a:pt x="2528796" y="1518310"/>
                </a:lnTo>
                <a:lnTo>
                  <a:pt x="2521275" y="1515269"/>
                </a:lnTo>
                <a:lnTo>
                  <a:pt x="2517595" y="1508706"/>
                </a:lnTo>
                <a:lnTo>
                  <a:pt x="2516154" y="1470928"/>
                </a:lnTo>
                <a:lnTo>
                  <a:pt x="2500152" y="1398094"/>
                </a:lnTo>
                <a:lnTo>
                  <a:pt x="2495832" y="1360797"/>
                </a:lnTo>
                <a:lnTo>
                  <a:pt x="2492312" y="1351992"/>
                </a:lnTo>
                <a:lnTo>
                  <a:pt x="2473909" y="1338706"/>
                </a:lnTo>
                <a:lnTo>
                  <a:pt x="2474549" y="1319497"/>
                </a:lnTo>
                <a:lnTo>
                  <a:pt x="2483990" y="1303490"/>
                </a:lnTo>
                <a:lnTo>
                  <a:pt x="2486071" y="1284761"/>
                </a:lnTo>
                <a:lnTo>
                  <a:pt x="2483350" y="1264431"/>
                </a:lnTo>
                <a:lnTo>
                  <a:pt x="2477590" y="1244582"/>
                </a:lnTo>
                <a:lnTo>
                  <a:pt x="2470389" y="1229535"/>
                </a:lnTo>
                <a:lnTo>
                  <a:pt x="2459987" y="1216729"/>
                </a:lnTo>
                <a:lnTo>
                  <a:pt x="2446226" y="1202322"/>
                </a:lnTo>
                <a:lnTo>
                  <a:pt x="2429424" y="1191597"/>
                </a:lnTo>
                <a:lnTo>
                  <a:pt x="2392939" y="1179592"/>
                </a:lnTo>
                <a:lnTo>
                  <a:pt x="2373577" y="1180552"/>
                </a:lnTo>
                <a:lnTo>
                  <a:pt x="2366536" y="1175910"/>
                </a:lnTo>
                <a:lnTo>
                  <a:pt x="2361735" y="1169667"/>
                </a:lnTo>
                <a:lnTo>
                  <a:pt x="2363655" y="1157661"/>
                </a:lnTo>
                <a:lnTo>
                  <a:pt x="2370216" y="1149338"/>
                </a:lnTo>
                <a:lnTo>
                  <a:pt x="2378857" y="1147257"/>
                </a:lnTo>
                <a:lnTo>
                  <a:pt x="2379977" y="1142614"/>
                </a:lnTo>
                <a:lnTo>
                  <a:pt x="2361415" y="1132850"/>
                </a:lnTo>
                <a:lnTo>
                  <a:pt x="2346053" y="1119724"/>
                </a:lnTo>
                <a:lnTo>
                  <a:pt x="2341093" y="1111720"/>
                </a:lnTo>
                <a:lnTo>
                  <a:pt x="2339652" y="1103076"/>
                </a:lnTo>
                <a:lnTo>
                  <a:pt x="2339812" y="1082907"/>
                </a:lnTo>
                <a:lnTo>
                  <a:pt x="2344293" y="1070261"/>
                </a:lnTo>
                <a:lnTo>
                  <a:pt x="2346693" y="1063217"/>
                </a:lnTo>
                <a:lnTo>
                  <a:pt x="2351494" y="1041927"/>
                </a:lnTo>
                <a:lnTo>
                  <a:pt x="2361575" y="1035524"/>
                </a:lnTo>
                <a:lnTo>
                  <a:pt x="2359815" y="1031522"/>
                </a:lnTo>
                <a:lnTo>
                  <a:pt x="2355494" y="1028641"/>
                </a:lnTo>
                <a:lnTo>
                  <a:pt x="2349254" y="1021758"/>
                </a:lnTo>
                <a:lnTo>
                  <a:pt x="2344133" y="1013594"/>
                </a:lnTo>
                <a:lnTo>
                  <a:pt x="2332292" y="999988"/>
                </a:lnTo>
                <a:lnTo>
                  <a:pt x="2311489" y="983500"/>
                </a:lnTo>
                <a:lnTo>
                  <a:pt x="2307968" y="955167"/>
                </a:lnTo>
                <a:lnTo>
                  <a:pt x="2305248" y="913387"/>
                </a:lnTo>
                <a:lnTo>
                  <a:pt x="2307008" y="894338"/>
                </a:lnTo>
                <a:lnTo>
                  <a:pt x="2313729" y="858802"/>
                </a:lnTo>
                <a:lnTo>
                  <a:pt x="2325251" y="847757"/>
                </a:lnTo>
                <a:lnTo>
                  <a:pt x="2334372" y="844555"/>
                </a:lnTo>
                <a:lnTo>
                  <a:pt x="2341413" y="839753"/>
                </a:lnTo>
                <a:lnTo>
                  <a:pt x="2335652" y="839112"/>
                </a:lnTo>
                <a:lnTo>
                  <a:pt x="2330691" y="840873"/>
                </a:lnTo>
                <a:lnTo>
                  <a:pt x="2321890" y="841994"/>
                </a:lnTo>
                <a:lnTo>
                  <a:pt x="2329091" y="810299"/>
                </a:lnTo>
                <a:lnTo>
                  <a:pt x="2332452" y="801015"/>
                </a:lnTo>
                <a:lnTo>
                  <a:pt x="2347013" y="783246"/>
                </a:lnTo>
                <a:lnTo>
                  <a:pt x="2363975" y="767559"/>
                </a:lnTo>
                <a:lnTo>
                  <a:pt x="2371176" y="748990"/>
                </a:lnTo>
                <a:lnTo>
                  <a:pt x="2380938" y="732663"/>
                </a:lnTo>
                <a:lnTo>
                  <a:pt x="2420943" y="715855"/>
                </a:lnTo>
                <a:close/>
              </a:path>
              <a:path w="4160520" h="2561198">
                <a:moveTo>
                  <a:pt x="1153424" y="707851"/>
                </a:moveTo>
                <a:lnTo>
                  <a:pt x="1162065" y="720817"/>
                </a:lnTo>
                <a:lnTo>
                  <a:pt x="1163985" y="729461"/>
                </a:lnTo>
                <a:lnTo>
                  <a:pt x="1157585" y="739066"/>
                </a:lnTo>
                <a:lnTo>
                  <a:pt x="1155184" y="754113"/>
                </a:lnTo>
                <a:lnTo>
                  <a:pt x="1136622" y="765798"/>
                </a:lnTo>
                <a:lnTo>
                  <a:pt x="1120300" y="763077"/>
                </a:lnTo>
                <a:lnTo>
                  <a:pt x="1115019" y="758915"/>
                </a:lnTo>
                <a:lnTo>
                  <a:pt x="1104618" y="736184"/>
                </a:lnTo>
                <a:lnTo>
                  <a:pt x="1105738" y="716815"/>
                </a:lnTo>
                <a:lnTo>
                  <a:pt x="1112139" y="709452"/>
                </a:lnTo>
                <a:lnTo>
                  <a:pt x="1127341" y="710572"/>
                </a:lnTo>
                <a:lnTo>
                  <a:pt x="1142703" y="700007"/>
                </a:lnTo>
                <a:lnTo>
                  <a:pt x="1153424" y="707851"/>
                </a:lnTo>
                <a:close/>
              </a:path>
              <a:path w="4160520" h="2561198">
                <a:moveTo>
                  <a:pt x="1268479" y="882013"/>
                </a:moveTo>
                <a:lnTo>
                  <a:pt x="1261118" y="886815"/>
                </a:lnTo>
                <a:lnTo>
                  <a:pt x="1252157" y="879291"/>
                </a:lnTo>
                <a:lnTo>
                  <a:pt x="1244956" y="868246"/>
                </a:lnTo>
                <a:lnTo>
                  <a:pt x="1240955" y="856881"/>
                </a:lnTo>
                <a:lnTo>
                  <a:pt x="1237595" y="838152"/>
                </a:lnTo>
                <a:lnTo>
                  <a:pt x="1236795" y="824706"/>
                </a:lnTo>
                <a:lnTo>
                  <a:pt x="1241115" y="816862"/>
                </a:lnTo>
                <a:lnTo>
                  <a:pt x="1244316" y="817182"/>
                </a:lnTo>
                <a:lnTo>
                  <a:pt x="1257597" y="825026"/>
                </a:lnTo>
                <a:lnTo>
                  <a:pt x="1266238" y="838632"/>
                </a:lnTo>
                <a:lnTo>
                  <a:pt x="1271039" y="842954"/>
                </a:lnTo>
                <a:lnTo>
                  <a:pt x="1271999" y="855440"/>
                </a:lnTo>
                <a:lnTo>
                  <a:pt x="1268799" y="869687"/>
                </a:lnTo>
                <a:lnTo>
                  <a:pt x="1268479" y="882013"/>
                </a:lnTo>
                <a:close/>
              </a:path>
              <a:path w="4160520" h="2561198">
                <a:moveTo>
                  <a:pt x="1278880" y="806937"/>
                </a:moveTo>
                <a:lnTo>
                  <a:pt x="1280000" y="827427"/>
                </a:lnTo>
                <a:lnTo>
                  <a:pt x="1268158" y="822145"/>
                </a:lnTo>
                <a:lnTo>
                  <a:pt x="1258877" y="813981"/>
                </a:lnTo>
                <a:lnTo>
                  <a:pt x="1243995" y="807898"/>
                </a:lnTo>
                <a:lnTo>
                  <a:pt x="1225913" y="805977"/>
                </a:lnTo>
                <a:lnTo>
                  <a:pt x="1212792" y="800534"/>
                </a:lnTo>
                <a:lnTo>
                  <a:pt x="1203510" y="791090"/>
                </a:lnTo>
                <a:lnTo>
                  <a:pt x="1203030" y="786608"/>
                </a:lnTo>
                <a:lnTo>
                  <a:pt x="1203990" y="783086"/>
                </a:lnTo>
                <a:lnTo>
                  <a:pt x="1206871" y="780365"/>
                </a:lnTo>
                <a:lnTo>
                  <a:pt x="1275359" y="798774"/>
                </a:lnTo>
                <a:lnTo>
                  <a:pt x="1278880" y="806937"/>
                </a:lnTo>
                <a:close/>
              </a:path>
              <a:path w="4160520" h="2561198">
                <a:moveTo>
                  <a:pt x="1364651" y="920911"/>
                </a:moveTo>
                <a:lnTo>
                  <a:pt x="1361610" y="927154"/>
                </a:lnTo>
                <a:lnTo>
                  <a:pt x="1355529" y="922512"/>
                </a:lnTo>
                <a:lnTo>
                  <a:pt x="1324326" y="915628"/>
                </a:lnTo>
                <a:lnTo>
                  <a:pt x="1313924" y="914988"/>
                </a:lnTo>
                <a:lnTo>
                  <a:pt x="1286881" y="907304"/>
                </a:lnTo>
                <a:lnTo>
                  <a:pt x="1278560" y="903303"/>
                </a:lnTo>
                <a:lnTo>
                  <a:pt x="1272799" y="898020"/>
                </a:lnTo>
                <a:lnTo>
                  <a:pt x="1274719" y="888416"/>
                </a:lnTo>
                <a:lnTo>
                  <a:pt x="1278720" y="882493"/>
                </a:lnTo>
                <a:lnTo>
                  <a:pt x="1281280" y="866165"/>
                </a:lnTo>
                <a:lnTo>
                  <a:pt x="1288001" y="859602"/>
                </a:lnTo>
                <a:lnTo>
                  <a:pt x="1301443" y="871768"/>
                </a:lnTo>
                <a:lnTo>
                  <a:pt x="1316325" y="882173"/>
                </a:lnTo>
                <a:lnTo>
                  <a:pt x="1324966" y="886975"/>
                </a:lnTo>
                <a:lnTo>
                  <a:pt x="1351209" y="897540"/>
                </a:lnTo>
                <a:lnTo>
                  <a:pt x="1360490" y="902982"/>
                </a:lnTo>
                <a:lnTo>
                  <a:pt x="1364651" y="920911"/>
                </a:lnTo>
                <a:close/>
              </a:path>
              <a:path w="4160520" h="2561198">
                <a:moveTo>
                  <a:pt x="1386733" y="901222"/>
                </a:moveTo>
                <a:lnTo>
                  <a:pt x="1382093" y="905704"/>
                </a:lnTo>
                <a:lnTo>
                  <a:pt x="1374092" y="904743"/>
                </a:lnTo>
                <a:lnTo>
                  <a:pt x="1365451" y="899301"/>
                </a:lnTo>
                <a:lnTo>
                  <a:pt x="1354409" y="889536"/>
                </a:lnTo>
                <a:lnTo>
                  <a:pt x="1341928" y="880892"/>
                </a:lnTo>
                <a:lnTo>
                  <a:pt x="1326246" y="875449"/>
                </a:lnTo>
                <a:lnTo>
                  <a:pt x="1316325" y="873849"/>
                </a:lnTo>
                <a:lnTo>
                  <a:pt x="1312484" y="871768"/>
                </a:lnTo>
                <a:lnTo>
                  <a:pt x="1316325" y="854960"/>
                </a:lnTo>
                <a:lnTo>
                  <a:pt x="1326566" y="853999"/>
                </a:lnTo>
                <a:lnTo>
                  <a:pt x="1360010" y="869527"/>
                </a:lnTo>
                <a:lnTo>
                  <a:pt x="1371051" y="878011"/>
                </a:lnTo>
                <a:lnTo>
                  <a:pt x="1386733" y="901222"/>
                </a:lnTo>
                <a:close/>
              </a:path>
              <a:path w="4160520" h="2561198">
                <a:moveTo>
                  <a:pt x="1405616" y="953726"/>
                </a:moveTo>
                <a:lnTo>
                  <a:pt x="1387693" y="954687"/>
                </a:lnTo>
                <a:lnTo>
                  <a:pt x="1382573" y="952606"/>
                </a:lnTo>
                <a:lnTo>
                  <a:pt x="1384653" y="937559"/>
                </a:lnTo>
                <a:lnTo>
                  <a:pt x="1390094" y="928434"/>
                </a:lnTo>
                <a:lnTo>
                  <a:pt x="1398255" y="928594"/>
                </a:lnTo>
                <a:lnTo>
                  <a:pt x="1407376" y="942201"/>
                </a:lnTo>
                <a:lnTo>
                  <a:pt x="1405616" y="953726"/>
                </a:lnTo>
                <a:close/>
              </a:path>
              <a:path w="4160520" h="2561198">
                <a:moveTo>
                  <a:pt x="1432179" y="934197"/>
                </a:moveTo>
                <a:lnTo>
                  <a:pt x="1428979" y="936278"/>
                </a:lnTo>
                <a:lnTo>
                  <a:pt x="1415217" y="915948"/>
                </a:lnTo>
                <a:lnTo>
                  <a:pt x="1418737" y="904263"/>
                </a:lnTo>
                <a:lnTo>
                  <a:pt x="1421938" y="901222"/>
                </a:lnTo>
                <a:lnTo>
                  <a:pt x="1429459" y="908425"/>
                </a:lnTo>
                <a:lnTo>
                  <a:pt x="1435379" y="915948"/>
                </a:lnTo>
                <a:lnTo>
                  <a:pt x="1439700" y="924753"/>
                </a:lnTo>
                <a:lnTo>
                  <a:pt x="1432179" y="934197"/>
                </a:lnTo>
                <a:close/>
              </a:path>
              <a:path w="4160520" h="2561198">
                <a:moveTo>
                  <a:pt x="1524191" y="851438"/>
                </a:moveTo>
                <a:lnTo>
                  <a:pt x="1534272" y="858482"/>
                </a:lnTo>
                <a:lnTo>
                  <a:pt x="1542593" y="853839"/>
                </a:lnTo>
                <a:lnTo>
                  <a:pt x="1542273" y="859922"/>
                </a:lnTo>
                <a:lnTo>
                  <a:pt x="1540513" y="865685"/>
                </a:lnTo>
                <a:lnTo>
                  <a:pt x="1530751" y="882013"/>
                </a:lnTo>
                <a:lnTo>
                  <a:pt x="1514429" y="878331"/>
                </a:lnTo>
                <a:lnTo>
                  <a:pt x="1510589" y="873048"/>
                </a:lnTo>
                <a:lnTo>
                  <a:pt x="1509309" y="869046"/>
                </a:lnTo>
                <a:lnTo>
                  <a:pt x="1511709" y="866485"/>
                </a:lnTo>
                <a:lnTo>
                  <a:pt x="1512989" y="858482"/>
                </a:lnTo>
                <a:lnTo>
                  <a:pt x="1520190" y="858482"/>
                </a:lnTo>
                <a:lnTo>
                  <a:pt x="1524191" y="851438"/>
                </a:lnTo>
                <a:close/>
              </a:path>
              <a:path w="4160520" h="2561198">
                <a:moveTo>
                  <a:pt x="1613802" y="845836"/>
                </a:moveTo>
                <a:lnTo>
                  <a:pt x="1614762" y="857841"/>
                </a:lnTo>
                <a:lnTo>
                  <a:pt x="1623883" y="863604"/>
                </a:lnTo>
                <a:lnTo>
                  <a:pt x="1626283" y="872408"/>
                </a:lnTo>
                <a:lnTo>
                  <a:pt x="1624683" y="886655"/>
                </a:lnTo>
                <a:lnTo>
                  <a:pt x="1616042" y="902982"/>
                </a:lnTo>
                <a:lnTo>
                  <a:pt x="1612202" y="907304"/>
                </a:lnTo>
                <a:lnTo>
                  <a:pt x="1600840" y="903943"/>
                </a:lnTo>
                <a:lnTo>
                  <a:pt x="1597160" y="898500"/>
                </a:lnTo>
                <a:lnTo>
                  <a:pt x="1595559" y="894338"/>
                </a:lnTo>
                <a:lnTo>
                  <a:pt x="1597160" y="891137"/>
                </a:lnTo>
                <a:lnTo>
                  <a:pt x="1588839" y="887455"/>
                </a:lnTo>
                <a:lnTo>
                  <a:pt x="1594119" y="881052"/>
                </a:lnTo>
                <a:lnTo>
                  <a:pt x="1590439" y="872408"/>
                </a:lnTo>
                <a:lnTo>
                  <a:pt x="1567236" y="877851"/>
                </a:lnTo>
                <a:lnTo>
                  <a:pt x="1560515" y="878011"/>
                </a:lnTo>
                <a:lnTo>
                  <a:pt x="1559235" y="868086"/>
                </a:lnTo>
                <a:lnTo>
                  <a:pt x="1560195" y="863924"/>
                </a:lnTo>
                <a:lnTo>
                  <a:pt x="1578117" y="851438"/>
                </a:lnTo>
                <a:lnTo>
                  <a:pt x="1588679" y="849037"/>
                </a:lnTo>
                <a:lnTo>
                  <a:pt x="1600200" y="851598"/>
                </a:lnTo>
                <a:lnTo>
                  <a:pt x="1613802" y="845836"/>
                </a:lnTo>
                <a:close/>
              </a:path>
              <a:path w="4160520" h="2561198">
                <a:moveTo>
                  <a:pt x="1644846" y="1068660"/>
                </a:moveTo>
                <a:lnTo>
                  <a:pt x="1649486" y="1071221"/>
                </a:lnTo>
                <a:lnTo>
                  <a:pt x="1655087" y="1063057"/>
                </a:lnTo>
                <a:lnTo>
                  <a:pt x="1665648" y="1074423"/>
                </a:lnTo>
                <a:lnTo>
                  <a:pt x="1672209" y="1080025"/>
                </a:lnTo>
                <a:lnTo>
                  <a:pt x="1681010" y="1085788"/>
                </a:lnTo>
                <a:lnTo>
                  <a:pt x="1672369" y="1085948"/>
                </a:lnTo>
                <a:lnTo>
                  <a:pt x="1668849" y="1091230"/>
                </a:lnTo>
                <a:lnTo>
                  <a:pt x="1666448" y="1092191"/>
                </a:lnTo>
                <a:lnTo>
                  <a:pt x="1632524" y="1073942"/>
                </a:lnTo>
                <a:lnTo>
                  <a:pt x="1610921" y="1079865"/>
                </a:lnTo>
                <a:lnTo>
                  <a:pt x="1596039" y="1074423"/>
                </a:lnTo>
                <a:lnTo>
                  <a:pt x="1591719" y="1070741"/>
                </a:lnTo>
                <a:lnTo>
                  <a:pt x="1599720" y="1060656"/>
                </a:lnTo>
                <a:lnTo>
                  <a:pt x="1607081" y="1037605"/>
                </a:lnTo>
                <a:lnTo>
                  <a:pt x="1621963" y="1043368"/>
                </a:lnTo>
                <a:lnTo>
                  <a:pt x="1625483" y="1050571"/>
                </a:lnTo>
                <a:lnTo>
                  <a:pt x="1624683" y="1052652"/>
                </a:lnTo>
                <a:lnTo>
                  <a:pt x="1634284" y="1056974"/>
                </a:lnTo>
                <a:lnTo>
                  <a:pt x="1644846" y="1068660"/>
                </a:lnTo>
                <a:close/>
              </a:path>
              <a:path w="4160520" h="2561198">
                <a:moveTo>
                  <a:pt x="1596039" y="1094112"/>
                </a:moveTo>
                <a:lnTo>
                  <a:pt x="1611081" y="1109639"/>
                </a:lnTo>
                <a:lnTo>
                  <a:pt x="1614602" y="1115242"/>
                </a:lnTo>
                <a:lnTo>
                  <a:pt x="1607241" y="1123886"/>
                </a:lnTo>
                <a:lnTo>
                  <a:pt x="1601320" y="1136051"/>
                </a:lnTo>
                <a:lnTo>
                  <a:pt x="1597800" y="1138613"/>
                </a:lnTo>
                <a:lnTo>
                  <a:pt x="1586438" y="1133970"/>
                </a:lnTo>
                <a:lnTo>
                  <a:pt x="1578277" y="1145976"/>
                </a:lnTo>
                <a:lnTo>
                  <a:pt x="1572997" y="1126767"/>
                </a:lnTo>
                <a:lnTo>
                  <a:pt x="1561315" y="1114601"/>
                </a:lnTo>
                <a:lnTo>
                  <a:pt x="1568516" y="1102276"/>
                </a:lnTo>
                <a:lnTo>
                  <a:pt x="1571236" y="1101315"/>
                </a:lnTo>
                <a:lnTo>
                  <a:pt x="1574757" y="1101795"/>
                </a:lnTo>
                <a:lnTo>
                  <a:pt x="1578437" y="1104997"/>
                </a:lnTo>
                <a:lnTo>
                  <a:pt x="1596039" y="1094112"/>
                </a:lnTo>
                <a:close/>
              </a:path>
              <a:path w="4160520" h="2561198">
                <a:moveTo>
                  <a:pt x="1478105" y="1096193"/>
                </a:moveTo>
                <a:lnTo>
                  <a:pt x="1457142" y="1101795"/>
                </a:lnTo>
                <a:lnTo>
                  <a:pt x="1433939" y="1097793"/>
                </a:lnTo>
                <a:lnTo>
                  <a:pt x="1436820" y="1088029"/>
                </a:lnTo>
                <a:lnTo>
                  <a:pt x="1448021" y="1076984"/>
                </a:lnTo>
                <a:lnTo>
                  <a:pt x="1457942" y="1077464"/>
                </a:lnTo>
                <a:lnTo>
                  <a:pt x="1476024" y="1084827"/>
                </a:lnTo>
                <a:lnTo>
                  <a:pt x="1482425" y="1091390"/>
                </a:lnTo>
                <a:lnTo>
                  <a:pt x="1478105" y="1096193"/>
                </a:lnTo>
                <a:close/>
              </a:path>
              <a:path w="4160520" h="2561198">
                <a:moveTo>
                  <a:pt x="2433904" y="1229535"/>
                </a:moveTo>
                <a:lnTo>
                  <a:pt x="2402060" y="1245863"/>
                </a:lnTo>
                <a:lnTo>
                  <a:pt x="2394539" y="1245062"/>
                </a:lnTo>
                <a:lnTo>
                  <a:pt x="2388779" y="1239140"/>
                </a:lnTo>
                <a:lnTo>
                  <a:pt x="2392299" y="1207605"/>
                </a:lnTo>
                <a:lnTo>
                  <a:pt x="2396460" y="1198160"/>
                </a:lnTo>
                <a:lnTo>
                  <a:pt x="2418702" y="1197200"/>
                </a:lnTo>
                <a:lnTo>
                  <a:pt x="2432304" y="1201682"/>
                </a:lnTo>
                <a:lnTo>
                  <a:pt x="2439185" y="1206804"/>
                </a:lnTo>
                <a:lnTo>
                  <a:pt x="2442065" y="1217369"/>
                </a:lnTo>
                <a:lnTo>
                  <a:pt x="2440465" y="1223772"/>
                </a:lnTo>
                <a:lnTo>
                  <a:pt x="2433904" y="1229535"/>
                </a:lnTo>
                <a:close/>
              </a:path>
              <a:path w="4160520" h="2561198">
                <a:moveTo>
                  <a:pt x="3095587" y="2177819"/>
                </a:moveTo>
                <a:lnTo>
                  <a:pt x="3092547" y="2180220"/>
                </a:lnTo>
                <a:lnTo>
                  <a:pt x="3065343" y="2178939"/>
                </a:lnTo>
                <a:lnTo>
                  <a:pt x="3047741" y="2191905"/>
                </a:lnTo>
                <a:lnTo>
                  <a:pt x="3035739" y="2195907"/>
                </a:lnTo>
                <a:lnTo>
                  <a:pt x="2992054" y="2195907"/>
                </a:lnTo>
                <a:lnTo>
                  <a:pt x="2986933" y="2194146"/>
                </a:lnTo>
                <a:lnTo>
                  <a:pt x="2983093" y="2194306"/>
                </a:lnTo>
                <a:lnTo>
                  <a:pt x="2980693" y="2196868"/>
                </a:lnTo>
                <a:lnTo>
                  <a:pt x="2966771" y="2194947"/>
                </a:lnTo>
                <a:lnTo>
                  <a:pt x="2922605" y="2183421"/>
                </a:lnTo>
                <a:lnTo>
                  <a:pt x="2916525" y="2172696"/>
                </a:lnTo>
                <a:lnTo>
                  <a:pt x="2923405" y="2161171"/>
                </a:lnTo>
                <a:lnTo>
                  <a:pt x="2939247" y="2145003"/>
                </a:lnTo>
                <a:lnTo>
                  <a:pt x="2971091" y="2141802"/>
                </a:lnTo>
                <a:lnTo>
                  <a:pt x="3116389" y="2140681"/>
                </a:lnTo>
                <a:lnTo>
                  <a:pt x="3132231" y="2154608"/>
                </a:lnTo>
                <a:lnTo>
                  <a:pt x="3133672" y="2159250"/>
                </a:lnTo>
                <a:lnTo>
                  <a:pt x="3101988" y="2168854"/>
                </a:lnTo>
                <a:lnTo>
                  <a:pt x="3095587" y="2177819"/>
                </a:lnTo>
                <a:close/>
              </a:path>
              <a:path w="4160520" h="2561198">
                <a:moveTo>
                  <a:pt x="1258877" y="1917537"/>
                </a:moveTo>
                <a:lnTo>
                  <a:pt x="1245916" y="1918177"/>
                </a:lnTo>
                <a:lnTo>
                  <a:pt x="1221913" y="1898648"/>
                </a:lnTo>
                <a:lnTo>
                  <a:pt x="1217912" y="1892565"/>
                </a:lnTo>
                <a:lnTo>
                  <a:pt x="1224793" y="1886642"/>
                </a:lnTo>
                <a:lnTo>
                  <a:pt x="1231834" y="1887123"/>
                </a:lnTo>
                <a:lnTo>
                  <a:pt x="1259677" y="1899448"/>
                </a:lnTo>
                <a:lnTo>
                  <a:pt x="1264958" y="1905691"/>
                </a:lnTo>
                <a:lnTo>
                  <a:pt x="1258877" y="1917537"/>
                </a:lnTo>
                <a:close/>
              </a:path>
              <a:path w="4160520" h="2561198">
                <a:moveTo>
                  <a:pt x="948118" y="1550005"/>
                </a:moveTo>
                <a:lnTo>
                  <a:pt x="954519" y="1573376"/>
                </a:lnTo>
                <a:lnTo>
                  <a:pt x="935477" y="1557368"/>
                </a:lnTo>
                <a:lnTo>
                  <a:pt x="935797" y="1546163"/>
                </a:lnTo>
                <a:lnTo>
                  <a:pt x="933237" y="1538800"/>
                </a:lnTo>
                <a:lnTo>
                  <a:pt x="921715" y="1529836"/>
                </a:lnTo>
                <a:lnTo>
                  <a:pt x="912754" y="1518630"/>
                </a:lnTo>
                <a:lnTo>
                  <a:pt x="908754" y="1491898"/>
                </a:lnTo>
                <a:lnTo>
                  <a:pt x="911954" y="1486455"/>
                </a:lnTo>
                <a:lnTo>
                  <a:pt x="919475" y="1485975"/>
                </a:lnTo>
                <a:lnTo>
                  <a:pt x="952919" y="1521031"/>
                </a:lnTo>
                <a:lnTo>
                  <a:pt x="955159" y="1526954"/>
                </a:lnTo>
                <a:lnTo>
                  <a:pt x="954359" y="1539440"/>
                </a:lnTo>
                <a:lnTo>
                  <a:pt x="949559" y="1543282"/>
                </a:lnTo>
                <a:lnTo>
                  <a:pt x="948118" y="1550005"/>
                </a:lnTo>
                <a:close/>
              </a:path>
              <a:path w="4160520" h="2561198">
                <a:moveTo>
                  <a:pt x="912754" y="1479252"/>
                </a:moveTo>
                <a:lnTo>
                  <a:pt x="901393" y="1492058"/>
                </a:lnTo>
                <a:lnTo>
                  <a:pt x="882510" y="1491898"/>
                </a:lnTo>
                <a:lnTo>
                  <a:pt x="878830" y="1483894"/>
                </a:lnTo>
                <a:lnTo>
                  <a:pt x="879630" y="1464525"/>
                </a:lnTo>
                <a:lnTo>
                  <a:pt x="874989" y="1458282"/>
                </a:lnTo>
                <a:lnTo>
                  <a:pt x="875149" y="1455721"/>
                </a:lnTo>
                <a:lnTo>
                  <a:pt x="878190" y="1444676"/>
                </a:lnTo>
                <a:lnTo>
                  <a:pt x="882030" y="1442275"/>
                </a:lnTo>
                <a:lnTo>
                  <a:pt x="912434" y="1469487"/>
                </a:lnTo>
                <a:lnTo>
                  <a:pt x="912754" y="1479252"/>
                </a:lnTo>
                <a:close/>
              </a:path>
              <a:path w="4160520" h="2561198">
                <a:moveTo>
                  <a:pt x="854987" y="1415542"/>
                </a:moveTo>
                <a:lnTo>
                  <a:pt x="855787" y="1419864"/>
                </a:lnTo>
                <a:lnTo>
                  <a:pt x="829704" y="1405778"/>
                </a:lnTo>
                <a:lnTo>
                  <a:pt x="817222" y="1401936"/>
                </a:lnTo>
                <a:lnTo>
                  <a:pt x="806021" y="1386569"/>
                </a:lnTo>
                <a:lnTo>
                  <a:pt x="809541" y="1379045"/>
                </a:lnTo>
                <a:lnTo>
                  <a:pt x="810021" y="1368800"/>
                </a:lnTo>
                <a:lnTo>
                  <a:pt x="811621" y="1364798"/>
                </a:lnTo>
                <a:lnTo>
                  <a:pt x="819622" y="1363358"/>
                </a:lnTo>
                <a:lnTo>
                  <a:pt x="829864" y="1370721"/>
                </a:lnTo>
                <a:lnTo>
                  <a:pt x="837705" y="1389130"/>
                </a:lnTo>
                <a:lnTo>
                  <a:pt x="850666" y="1406098"/>
                </a:lnTo>
                <a:lnTo>
                  <a:pt x="854987" y="1415542"/>
                </a:lnTo>
                <a:close/>
              </a:path>
              <a:path w="4160520" h="2561198">
                <a:moveTo>
                  <a:pt x="633519" y="1125326"/>
                </a:moveTo>
                <a:lnTo>
                  <a:pt x="624078" y="1132850"/>
                </a:lnTo>
                <a:lnTo>
                  <a:pt x="609676" y="1125647"/>
                </a:lnTo>
                <a:lnTo>
                  <a:pt x="614477" y="1115402"/>
                </a:lnTo>
                <a:lnTo>
                  <a:pt x="616877" y="1101155"/>
                </a:lnTo>
                <a:lnTo>
                  <a:pt x="625518" y="1089950"/>
                </a:lnTo>
                <a:lnTo>
                  <a:pt x="628399" y="1076664"/>
                </a:lnTo>
                <a:lnTo>
                  <a:pt x="611756" y="1040647"/>
                </a:lnTo>
                <a:lnTo>
                  <a:pt x="620078" y="1039366"/>
                </a:lnTo>
                <a:lnTo>
                  <a:pt x="626478" y="1043368"/>
                </a:lnTo>
                <a:lnTo>
                  <a:pt x="637520" y="1067379"/>
                </a:lnTo>
                <a:lnTo>
                  <a:pt x="647121" y="1081786"/>
                </a:lnTo>
                <a:lnTo>
                  <a:pt x="643280" y="1101315"/>
                </a:lnTo>
                <a:lnTo>
                  <a:pt x="633519" y="1125326"/>
                </a:lnTo>
                <a:close/>
              </a:path>
              <a:path w="4160520" h="2561198">
                <a:moveTo>
                  <a:pt x="314279" y="662710"/>
                </a:moveTo>
                <a:lnTo>
                  <a:pt x="304198" y="664151"/>
                </a:lnTo>
                <a:lnTo>
                  <a:pt x="294597" y="660789"/>
                </a:lnTo>
                <a:lnTo>
                  <a:pt x="286436" y="651505"/>
                </a:lnTo>
                <a:lnTo>
                  <a:pt x="243550" y="624932"/>
                </a:lnTo>
                <a:lnTo>
                  <a:pt x="230109" y="624612"/>
                </a:lnTo>
                <a:lnTo>
                  <a:pt x="220828" y="617729"/>
                </a:lnTo>
                <a:lnTo>
                  <a:pt x="209466" y="615328"/>
                </a:lnTo>
                <a:lnTo>
                  <a:pt x="197305" y="597560"/>
                </a:lnTo>
                <a:lnTo>
                  <a:pt x="194744" y="588115"/>
                </a:lnTo>
                <a:lnTo>
                  <a:pt x="203545" y="583473"/>
                </a:lnTo>
                <a:lnTo>
                  <a:pt x="208986" y="573708"/>
                </a:lnTo>
                <a:lnTo>
                  <a:pt x="223388" y="578030"/>
                </a:lnTo>
                <a:lnTo>
                  <a:pt x="239710" y="595318"/>
                </a:lnTo>
                <a:lnTo>
                  <a:pt x="256352" y="601721"/>
                </a:lnTo>
                <a:lnTo>
                  <a:pt x="260833" y="604923"/>
                </a:lnTo>
                <a:lnTo>
                  <a:pt x="268834" y="614527"/>
                </a:lnTo>
                <a:lnTo>
                  <a:pt x="306758" y="637898"/>
                </a:lnTo>
                <a:lnTo>
                  <a:pt x="310919" y="645742"/>
                </a:lnTo>
                <a:lnTo>
                  <a:pt x="313479" y="653746"/>
                </a:lnTo>
                <a:lnTo>
                  <a:pt x="314279" y="662710"/>
                </a:lnTo>
                <a:close/>
              </a:path>
              <a:path w="4160520" h="2561198">
                <a:moveTo>
                  <a:pt x="4160520" y="2048638"/>
                </a:moveTo>
                <a:lnTo>
                  <a:pt x="4158440" y="2075371"/>
                </a:lnTo>
                <a:lnTo>
                  <a:pt x="4155399" y="2065926"/>
                </a:lnTo>
                <a:lnTo>
                  <a:pt x="4154279" y="2041595"/>
                </a:lnTo>
                <a:lnTo>
                  <a:pt x="4150279" y="2029749"/>
                </a:lnTo>
                <a:lnTo>
                  <a:pt x="4152839" y="2016143"/>
                </a:lnTo>
                <a:lnTo>
                  <a:pt x="4151879" y="1981087"/>
                </a:lnTo>
                <a:lnTo>
                  <a:pt x="4156840" y="1964919"/>
                </a:lnTo>
                <a:lnTo>
                  <a:pt x="4160520" y="1985569"/>
                </a:lnTo>
                <a:lnTo>
                  <a:pt x="4160520" y="1995974"/>
                </a:lnTo>
                <a:lnTo>
                  <a:pt x="4160520" y="2048638"/>
                </a:lnTo>
                <a:close/>
              </a:path>
              <a:path w="4160520" h="2561198">
                <a:moveTo>
                  <a:pt x="3340738" y="2156369"/>
                </a:moveTo>
                <a:lnTo>
                  <a:pt x="3327776" y="2159090"/>
                </a:lnTo>
                <a:lnTo>
                  <a:pt x="3315614" y="2153487"/>
                </a:lnTo>
                <a:lnTo>
                  <a:pt x="3315934" y="2145804"/>
                </a:lnTo>
                <a:lnTo>
                  <a:pt x="3318975" y="2138760"/>
                </a:lnTo>
                <a:lnTo>
                  <a:pt x="3337057" y="2135079"/>
                </a:lnTo>
                <a:lnTo>
                  <a:pt x="3346658" y="2135399"/>
                </a:lnTo>
                <a:lnTo>
                  <a:pt x="3357060" y="2140201"/>
                </a:lnTo>
                <a:lnTo>
                  <a:pt x="3364260" y="2145323"/>
                </a:lnTo>
                <a:lnTo>
                  <a:pt x="3367781" y="2151246"/>
                </a:lnTo>
                <a:lnTo>
                  <a:pt x="3348258" y="2151566"/>
                </a:lnTo>
                <a:lnTo>
                  <a:pt x="3340738" y="2156369"/>
                </a:lnTo>
                <a:close/>
              </a:path>
              <a:path w="4160520" h="2561198">
                <a:moveTo>
                  <a:pt x="3488916" y="1659656"/>
                </a:moveTo>
                <a:lnTo>
                  <a:pt x="3455312" y="1689430"/>
                </a:lnTo>
                <a:lnTo>
                  <a:pt x="3449871" y="1681907"/>
                </a:lnTo>
                <a:lnTo>
                  <a:pt x="3452752" y="1651492"/>
                </a:lnTo>
                <a:lnTo>
                  <a:pt x="3443310" y="1632764"/>
                </a:lnTo>
                <a:lnTo>
                  <a:pt x="3443950" y="1618677"/>
                </a:lnTo>
                <a:lnTo>
                  <a:pt x="3450671" y="1594026"/>
                </a:lnTo>
                <a:lnTo>
                  <a:pt x="3459152" y="1575137"/>
                </a:lnTo>
                <a:lnTo>
                  <a:pt x="3478675" y="1562331"/>
                </a:lnTo>
                <a:lnTo>
                  <a:pt x="3483635" y="1560890"/>
                </a:lnTo>
                <a:lnTo>
                  <a:pt x="3482355" y="1583941"/>
                </a:lnTo>
                <a:lnTo>
                  <a:pt x="3486356" y="1592585"/>
                </a:lnTo>
                <a:lnTo>
                  <a:pt x="3487636" y="1599948"/>
                </a:lnTo>
                <a:lnTo>
                  <a:pt x="3485556" y="1606351"/>
                </a:lnTo>
                <a:lnTo>
                  <a:pt x="3489236" y="1635805"/>
                </a:lnTo>
                <a:lnTo>
                  <a:pt x="3491476" y="1642848"/>
                </a:lnTo>
                <a:lnTo>
                  <a:pt x="3486676" y="1652133"/>
                </a:lnTo>
                <a:lnTo>
                  <a:pt x="3488916" y="1659656"/>
                </a:lnTo>
                <a:close/>
              </a:path>
              <a:path w="4160520" h="2561198">
                <a:moveTo>
                  <a:pt x="1801825" y="582192"/>
                </a:moveTo>
                <a:lnTo>
                  <a:pt x="1795264" y="582833"/>
                </a:lnTo>
                <a:lnTo>
                  <a:pt x="1793184" y="578030"/>
                </a:lnTo>
                <a:lnTo>
                  <a:pt x="1793504" y="569867"/>
                </a:lnTo>
                <a:lnTo>
                  <a:pt x="1792864" y="563303"/>
                </a:lnTo>
                <a:lnTo>
                  <a:pt x="1790944" y="558501"/>
                </a:lnTo>
                <a:lnTo>
                  <a:pt x="1790944" y="550337"/>
                </a:lnTo>
                <a:lnTo>
                  <a:pt x="1797185" y="554339"/>
                </a:lnTo>
                <a:lnTo>
                  <a:pt x="1801825" y="558181"/>
                </a:lnTo>
                <a:lnTo>
                  <a:pt x="1807426" y="560902"/>
                </a:lnTo>
                <a:lnTo>
                  <a:pt x="1811746" y="562823"/>
                </a:lnTo>
                <a:lnTo>
                  <a:pt x="1814147" y="563944"/>
                </a:lnTo>
                <a:lnTo>
                  <a:pt x="1809666" y="575629"/>
                </a:lnTo>
                <a:lnTo>
                  <a:pt x="1801825" y="582192"/>
                </a:lnTo>
                <a:close/>
              </a:path>
              <a:path w="4160520" h="2561198">
                <a:moveTo>
                  <a:pt x="3994739" y="2439701"/>
                </a:moveTo>
                <a:lnTo>
                  <a:pt x="3988498" y="2441142"/>
                </a:lnTo>
                <a:lnTo>
                  <a:pt x="3982258" y="2438901"/>
                </a:lnTo>
                <a:lnTo>
                  <a:pt x="3984818" y="2424654"/>
                </a:lnTo>
                <a:lnTo>
                  <a:pt x="3981138" y="2415050"/>
                </a:lnTo>
                <a:lnTo>
                  <a:pt x="3987698" y="2407366"/>
                </a:lnTo>
                <a:lnTo>
                  <a:pt x="3989299" y="2393920"/>
                </a:lnTo>
                <a:lnTo>
                  <a:pt x="3991859" y="2389758"/>
                </a:lnTo>
                <a:lnTo>
                  <a:pt x="3995859" y="2394080"/>
                </a:lnTo>
                <a:lnTo>
                  <a:pt x="3997620" y="2396801"/>
                </a:lnTo>
                <a:lnTo>
                  <a:pt x="4000820" y="2398082"/>
                </a:lnTo>
                <a:lnTo>
                  <a:pt x="4008021" y="2398402"/>
                </a:lnTo>
                <a:lnTo>
                  <a:pt x="4009621" y="2404165"/>
                </a:lnTo>
                <a:lnTo>
                  <a:pt x="4009301" y="2409607"/>
                </a:lnTo>
                <a:lnTo>
                  <a:pt x="4006261" y="2415370"/>
                </a:lnTo>
                <a:lnTo>
                  <a:pt x="3997780" y="2421613"/>
                </a:lnTo>
                <a:lnTo>
                  <a:pt x="3991539" y="2428656"/>
                </a:lnTo>
                <a:lnTo>
                  <a:pt x="3994739" y="2439701"/>
                </a:lnTo>
                <a:close/>
              </a:path>
              <a:path w="4160520" h="2561198">
                <a:moveTo>
                  <a:pt x="3704303" y="373135"/>
                </a:moveTo>
                <a:lnTo>
                  <a:pt x="3719665" y="373455"/>
                </a:lnTo>
                <a:lnTo>
                  <a:pt x="3742068" y="370413"/>
                </a:lnTo>
                <a:lnTo>
                  <a:pt x="3747348" y="385620"/>
                </a:lnTo>
                <a:lnTo>
                  <a:pt x="3748148" y="391543"/>
                </a:lnTo>
                <a:lnTo>
                  <a:pt x="3718385" y="399547"/>
                </a:lnTo>
                <a:lnTo>
                  <a:pt x="3700462" y="380818"/>
                </a:lnTo>
                <a:lnTo>
                  <a:pt x="3704303" y="373135"/>
                </a:lnTo>
                <a:close/>
              </a:path>
              <a:path w="4160520" h="2561198">
                <a:moveTo>
                  <a:pt x="3705743" y="515281"/>
                </a:moveTo>
                <a:lnTo>
                  <a:pt x="3703823" y="520563"/>
                </a:lnTo>
                <a:lnTo>
                  <a:pt x="3690061" y="507758"/>
                </a:lnTo>
                <a:lnTo>
                  <a:pt x="3686381" y="498473"/>
                </a:lnTo>
                <a:lnTo>
                  <a:pt x="3688141" y="491110"/>
                </a:lnTo>
                <a:lnTo>
                  <a:pt x="3702383" y="490469"/>
                </a:lnTo>
                <a:lnTo>
                  <a:pt x="3709424" y="494952"/>
                </a:lnTo>
                <a:lnTo>
                  <a:pt x="3705743" y="515281"/>
                </a:lnTo>
                <a:close/>
              </a:path>
              <a:path w="4160520" h="2561198">
                <a:moveTo>
                  <a:pt x="3689421" y="2379833"/>
                </a:moveTo>
                <a:lnTo>
                  <a:pt x="3685901" y="2379993"/>
                </a:lnTo>
                <a:lnTo>
                  <a:pt x="3678860" y="2376952"/>
                </a:lnTo>
                <a:lnTo>
                  <a:pt x="3681420" y="2370229"/>
                </a:lnTo>
                <a:lnTo>
                  <a:pt x="3677580" y="2359344"/>
                </a:lnTo>
                <a:lnTo>
                  <a:pt x="3679020" y="2350379"/>
                </a:lnTo>
                <a:lnTo>
                  <a:pt x="3687821" y="2345417"/>
                </a:lnTo>
                <a:lnTo>
                  <a:pt x="3706863" y="2344777"/>
                </a:lnTo>
                <a:lnTo>
                  <a:pt x="3707503" y="2351340"/>
                </a:lnTo>
                <a:lnTo>
                  <a:pt x="3689421" y="2379833"/>
                </a:lnTo>
                <a:close/>
              </a:path>
            </a:pathLst>
          </a:custGeom>
          <a:solidFill>
            <a:srgbClr val="A9B8CC"/>
          </a:solidFill>
          <a:ln w="6350">
            <a:solidFill>
              <a:srgbClr val="E4EBF3"/>
            </a:solidFill>
            <a:prstDash val="solid"/>
          </a:ln>
        </p:spPr>
      </p:sp>
      <p:sp>
        <p:nvSpPr>
          <p:cNvPr id="8" name="Shape 5"/>
          <p:cNvSpPr/>
          <p:nvPr/>
        </p:nvSpPr>
        <p:spPr>
          <a:xfrm>
            <a:off x="1145972" y="1962452"/>
            <a:ext cx="146304" cy="146304"/>
          </a:xfrm>
          <a:prstGeom prst="ellipse">
            <a:avLst/>
          </a:prstGeom>
          <a:solidFill>
            <a:srgbClr val="0F2340"/>
          </a:solidFill>
          <a:ln w="12700">
            <a:solidFill>
              <a:srgbClr val="FFFFFF"/>
            </a:solidFill>
            <a:prstDash val="solid"/>
          </a:ln>
        </p:spPr>
      </p:sp>
      <p:sp>
        <p:nvSpPr>
          <p:cNvPr id="9" name="Text 6"/>
          <p:cNvSpPr txBox="1"/>
          <p:nvPr/>
        </p:nvSpPr>
        <p:spPr>
          <a:xfrm>
            <a:off x="1383716" y="1944164"/>
            <a:ext cx="1371600" cy="182880"/>
          </a:xfrm>
          <a:prstGeom prst="rect">
            <a:avLst/>
          </a:prstGeom>
          <a:noFill/>
          <a:ln/>
        </p:spPr>
        <p:txBody>
          <a:bodyPr wrap="square" lIns="0" tIns="0" rIns="0" bIns="0" rtlCol="0" anchor="t"/>
          <a:lstStyle/>
          <a:p>
            <a:pPr algn="l" indent="0" marL="0">
              <a:buNone/>
            </a:pPr>
            <a:r>
              <a:rPr lang="en-US" sz="900" b="1" dirty="0">
                <a:solidFill>
                  <a:srgbClr val="0F2340"/>
                </a:solidFill>
                <a:latin typeface="Calibri" pitchFamily="34" charset="0"/>
                <a:ea typeface="Calibri" pitchFamily="34" charset="-122"/>
                <a:cs typeface="Calibri" pitchFamily="34" charset="-120"/>
              </a:rPr>
              <a:t>Belawan</a:t>
            </a:r>
            <a:endParaRPr lang="en-US" sz="900" dirty="0"/>
          </a:p>
        </p:txBody>
      </p:sp>
      <p:sp>
        <p:nvSpPr>
          <p:cNvPr id="10" name="Text 7"/>
          <p:cNvSpPr txBox="1"/>
          <p:nvPr/>
        </p:nvSpPr>
        <p:spPr>
          <a:xfrm>
            <a:off x="1383716" y="2099612"/>
            <a:ext cx="1371600" cy="164592"/>
          </a:xfrm>
          <a:prstGeom prst="rect">
            <a:avLst/>
          </a:prstGeom>
          <a:noFill/>
          <a:ln/>
        </p:spPr>
        <p:txBody>
          <a:bodyPr wrap="square" lIns="0" tIns="0" rIns="0" bIns="0" rtlCol="0" anchor="t"/>
          <a:lstStyle/>
          <a:p>
            <a:pPr algn="l" indent="0" marL="0">
              <a:buNone/>
            </a:pPr>
            <a:r>
              <a:rPr lang="en-US" sz="750" dirty="0">
                <a:solidFill>
                  <a:srgbClr val="6B7280"/>
                </a:solidFill>
                <a:latin typeface="Calibri" pitchFamily="34" charset="0"/>
                <a:ea typeface="Calibri" pitchFamily="34" charset="-122"/>
                <a:cs typeface="Calibri" pitchFamily="34" charset="-120"/>
              </a:rPr>
              <a:t>Medan, North Sumatra</a:t>
            </a:r>
            <a:endParaRPr lang="en-US" sz="750" dirty="0"/>
          </a:p>
        </p:txBody>
      </p:sp>
      <p:sp>
        <p:nvSpPr>
          <p:cNvPr id="11" name="Shape 8"/>
          <p:cNvSpPr/>
          <p:nvPr/>
        </p:nvSpPr>
        <p:spPr>
          <a:xfrm>
            <a:off x="2309317" y="3516778"/>
            <a:ext cx="146304" cy="146304"/>
          </a:xfrm>
          <a:prstGeom prst="ellipse">
            <a:avLst/>
          </a:prstGeom>
          <a:solidFill>
            <a:srgbClr val="0F2340"/>
          </a:solidFill>
          <a:ln w="12700">
            <a:solidFill>
              <a:srgbClr val="FFFFFF"/>
            </a:solidFill>
            <a:prstDash val="solid"/>
          </a:ln>
        </p:spPr>
      </p:sp>
      <p:sp>
        <p:nvSpPr>
          <p:cNvPr id="12" name="Text 9"/>
          <p:cNvSpPr txBox="1"/>
          <p:nvPr/>
        </p:nvSpPr>
        <p:spPr>
          <a:xfrm>
            <a:off x="901141" y="3315610"/>
            <a:ext cx="1371600" cy="182880"/>
          </a:xfrm>
          <a:prstGeom prst="rect">
            <a:avLst/>
          </a:prstGeom>
          <a:noFill/>
          <a:ln/>
        </p:spPr>
        <p:txBody>
          <a:bodyPr wrap="square" lIns="0" tIns="0" rIns="0" bIns="0" rtlCol="0" anchor="t"/>
          <a:lstStyle/>
          <a:p>
            <a:pPr algn="r" indent="0" marL="0">
              <a:buNone/>
            </a:pPr>
            <a:r>
              <a:rPr lang="en-US" sz="900" b="1" dirty="0">
                <a:solidFill>
                  <a:srgbClr val="0F2340"/>
                </a:solidFill>
                <a:latin typeface="Calibri" pitchFamily="34" charset="0"/>
                <a:ea typeface="Calibri" pitchFamily="34" charset="-122"/>
                <a:cs typeface="Calibri" pitchFamily="34" charset="-120"/>
              </a:rPr>
              <a:t>Cigading</a:t>
            </a:r>
            <a:endParaRPr lang="en-US" sz="900" dirty="0"/>
          </a:p>
        </p:txBody>
      </p:sp>
      <p:sp>
        <p:nvSpPr>
          <p:cNvPr id="13" name="Text 10"/>
          <p:cNvSpPr txBox="1"/>
          <p:nvPr/>
        </p:nvSpPr>
        <p:spPr>
          <a:xfrm>
            <a:off x="901141" y="3471058"/>
            <a:ext cx="1371600" cy="164592"/>
          </a:xfrm>
          <a:prstGeom prst="rect">
            <a:avLst/>
          </a:prstGeom>
          <a:noFill/>
          <a:ln/>
        </p:spPr>
        <p:txBody>
          <a:bodyPr wrap="square" lIns="0" tIns="0" rIns="0" bIns="0" rtlCol="0" anchor="t"/>
          <a:lstStyle/>
          <a:p>
            <a:pPr algn="r" indent="0" marL="0">
              <a:buNone/>
            </a:pPr>
            <a:r>
              <a:rPr lang="en-US" sz="750" dirty="0">
                <a:solidFill>
                  <a:srgbClr val="6B7280"/>
                </a:solidFill>
                <a:latin typeface="Calibri" pitchFamily="34" charset="0"/>
                <a:ea typeface="Calibri" pitchFamily="34" charset="-122"/>
                <a:cs typeface="Calibri" pitchFamily="34" charset="-120"/>
              </a:rPr>
              <a:t>Cilegon, Banten</a:t>
            </a:r>
            <a:endParaRPr lang="en-US" sz="750" dirty="0"/>
          </a:p>
        </p:txBody>
      </p:sp>
      <p:sp>
        <p:nvSpPr>
          <p:cNvPr id="14" name="Shape 11"/>
          <p:cNvSpPr/>
          <p:nvPr/>
        </p:nvSpPr>
        <p:spPr>
          <a:xfrm>
            <a:off x="3384652" y="3718473"/>
            <a:ext cx="146304" cy="146304"/>
          </a:xfrm>
          <a:prstGeom prst="ellipse">
            <a:avLst/>
          </a:prstGeom>
          <a:solidFill>
            <a:srgbClr val="0F2340"/>
          </a:solidFill>
          <a:ln w="12700">
            <a:solidFill>
              <a:srgbClr val="FFFFFF"/>
            </a:solidFill>
            <a:prstDash val="solid"/>
          </a:ln>
        </p:spPr>
      </p:sp>
      <p:sp>
        <p:nvSpPr>
          <p:cNvPr id="15" name="Text 12"/>
          <p:cNvSpPr txBox="1"/>
          <p:nvPr/>
        </p:nvSpPr>
        <p:spPr>
          <a:xfrm>
            <a:off x="3604108" y="3681897"/>
            <a:ext cx="1371600" cy="182880"/>
          </a:xfrm>
          <a:prstGeom prst="rect">
            <a:avLst/>
          </a:prstGeom>
          <a:noFill/>
          <a:ln/>
        </p:spPr>
        <p:txBody>
          <a:bodyPr wrap="square" lIns="0" tIns="0" rIns="0" bIns="0" rtlCol="0" anchor="t"/>
          <a:lstStyle/>
          <a:p>
            <a:pPr algn="l" indent="0" marL="0">
              <a:buNone/>
            </a:pPr>
            <a:r>
              <a:rPr lang="en-US" sz="900" b="1" dirty="0">
                <a:solidFill>
                  <a:srgbClr val="0F2340"/>
                </a:solidFill>
                <a:latin typeface="Calibri" pitchFamily="34" charset="0"/>
                <a:ea typeface="Calibri" pitchFamily="34" charset="-122"/>
                <a:cs typeface="Calibri" pitchFamily="34" charset="-120"/>
              </a:rPr>
              <a:t>Teluk Lamong</a:t>
            </a:r>
            <a:endParaRPr lang="en-US" sz="900" dirty="0"/>
          </a:p>
        </p:txBody>
      </p:sp>
      <p:sp>
        <p:nvSpPr>
          <p:cNvPr id="16" name="Text 13"/>
          <p:cNvSpPr txBox="1"/>
          <p:nvPr/>
        </p:nvSpPr>
        <p:spPr>
          <a:xfrm>
            <a:off x="3604108" y="3837345"/>
            <a:ext cx="1371600" cy="164592"/>
          </a:xfrm>
          <a:prstGeom prst="rect">
            <a:avLst/>
          </a:prstGeom>
          <a:noFill/>
          <a:ln/>
        </p:spPr>
        <p:txBody>
          <a:bodyPr wrap="square" lIns="0" tIns="0" rIns="0" bIns="0" rtlCol="0" anchor="t"/>
          <a:lstStyle/>
          <a:p>
            <a:pPr algn="l" indent="0" marL="0">
              <a:buNone/>
            </a:pPr>
            <a:r>
              <a:rPr lang="en-US" sz="750" dirty="0">
                <a:solidFill>
                  <a:srgbClr val="6B7280"/>
                </a:solidFill>
                <a:latin typeface="Calibri" pitchFamily="34" charset="0"/>
                <a:ea typeface="Calibri" pitchFamily="34" charset="-122"/>
                <a:cs typeface="Calibri" pitchFamily="34" charset="-120"/>
              </a:rPr>
              <a:t>Surabaya, East Java</a:t>
            </a:r>
            <a:endParaRPr lang="en-US" sz="750" dirty="0"/>
          </a:p>
        </p:txBody>
      </p:sp>
      <p:sp>
        <p:nvSpPr>
          <p:cNvPr id="17" name="Shape 14"/>
          <p:cNvSpPr/>
          <p:nvPr/>
        </p:nvSpPr>
        <p:spPr>
          <a:xfrm>
            <a:off x="1560195" y="2271177"/>
            <a:ext cx="201168" cy="201168"/>
          </a:xfrm>
          <a:prstGeom prst="ellipse">
            <a:avLst/>
          </a:prstGeom>
          <a:solidFill>
            <a:srgbClr val="C39B2A"/>
          </a:solidFill>
          <a:ln w="12700">
            <a:solidFill>
              <a:srgbClr val="FFFFFF"/>
            </a:solidFill>
            <a:prstDash val="solid"/>
          </a:ln>
        </p:spPr>
      </p:sp>
      <p:sp>
        <p:nvSpPr>
          <p:cNvPr id="18" name="Text 15"/>
          <p:cNvSpPr txBox="1"/>
          <p:nvPr/>
        </p:nvSpPr>
        <p:spPr>
          <a:xfrm>
            <a:off x="1843659" y="2280321"/>
            <a:ext cx="1371600" cy="182880"/>
          </a:xfrm>
          <a:prstGeom prst="rect">
            <a:avLst/>
          </a:prstGeom>
          <a:noFill/>
          <a:ln/>
        </p:spPr>
        <p:txBody>
          <a:bodyPr wrap="square" lIns="0" tIns="0" rIns="0" bIns="0" rtlCol="0" anchor="t"/>
          <a:lstStyle/>
          <a:p>
            <a:pPr algn="l" indent="0" marL="0">
              <a:buNone/>
            </a:pPr>
            <a:r>
              <a:rPr lang="en-US" sz="900" b="1" dirty="0">
                <a:solidFill>
                  <a:srgbClr val="9A7A1C"/>
                </a:solidFill>
                <a:latin typeface="Calibri" pitchFamily="34" charset="0"/>
                <a:ea typeface="Calibri" pitchFamily="34" charset="-122"/>
                <a:cs typeface="Calibri" pitchFamily="34" charset="-120"/>
              </a:rPr>
              <a:t>Dumai</a:t>
            </a:r>
            <a:endParaRPr lang="en-US" sz="900" dirty="0"/>
          </a:p>
        </p:txBody>
      </p:sp>
      <p:sp>
        <p:nvSpPr>
          <p:cNvPr id="19" name="Text 16"/>
          <p:cNvSpPr txBox="1"/>
          <p:nvPr/>
        </p:nvSpPr>
        <p:spPr>
          <a:xfrm>
            <a:off x="1843659" y="2435769"/>
            <a:ext cx="1371600" cy="164592"/>
          </a:xfrm>
          <a:prstGeom prst="rect">
            <a:avLst/>
          </a:prstGeom>
          <a:noFill/>
          <a:ln/>
        </p:spPr>
        <p:txBody>
          <a:bodyPr wrap="square" lIns="0" tIns="0" rIns="0" bIns="0" rtlCol="0" anchor="t"/>
          <a:lstStyle/>
          <a:p>
            <a:pPr algn="l" indent="0" marL="0">
              <a:buNone/>
            </a:pPr>
            <a:r>
              <a:rPr lang="en-US" sz="750" dirty="0">
                <a:solidFill>
                  <a:srgbClr val="6B7280"/>
                </a:solidFill>
                <a:latin typeface="Calibri" pitchFamily="34" charset="0"/>
                <a:ea typeface="Calibri" pitchFamily="34" charset="-122"/>
                <a:cs typeface="Calibri" pitchFamily="34" charset="-120"/>
              </a:rPr>
              <a:t>Riau</a:t>
            </a:r>
            <a:endParaRPr lang="en-US" sz="750" dirty="0"/>
          </a:p>
        </p:txBody>
      </p:sp>
      <p:sp>
        <p:nvSpPr>
          <p:cNvPr id="20" name="Shape 17"/>
          <p:cNvSpPr/>
          <p:nvPr/>
        </p:nvSpPr>
        <p:spPr>
          <a:xfrm>
            <a:off x="2291486" y="3502152"/>
            <a:ext cx="201168" cy="201168"/>
          </a:xfrm>
          <a:prstGeom prst="ellipse">
            <a:avLst/>
          </a:prstGeom>
          <a:solidFill>
            <a:srgbClr val="C39B2A"/>
          </a:solidFill>
          <a:ln w="12700">
            <a:solidFill>
              <a:srgbClr val="FFFFFF"/>
            </a:solidFill>
            <a:prstDash val="solid"/>
          </a:ln>
        </p:spPr>
      </p:sp>
      <p:sp>
        <p:nvSpPr>
          <p:cNvPr id="21" name="Text 18"/>
          <p:cNvSpPr txBox="1"/>
          <p:nvPr/>
        </p:nvSpPr>
        <p:spPr>
          <a:xfrm>
            <a:off x="2593238" y="3621024"/>
            <a:ext cx="1371600" cy="182880"/>
          </a:xfrm>
          <a:prstGeom prst="rect">
            <a:avLst/>
          </a:prstGeom>
          <a:noFill/>
          <a:ln/>
        </p:spPr>
        <p:txBody>
          <a:bodyPr wrap="square" lIns="0" tIns="0" rIns="0" bIns="0" rtlCol="0" anchor="t"/>
          <a:lstStyle/>
          <a:p>
            <a:pPr algn="l" indent="0" marL="0">
              <a:buNone/>
            </a:pPr>
            <a:r>
              <a:rPr lang="en-US" sz="900" b="1" dirty="0">
                <a:solidFill>
                  <a:srgbClr val="9A7A1C"/>
                </a:solidFill>
                <a:latin typeface="Calibri" pitchFamily="34" charset="0"/>
                <a:ea typeface="Calibri" pitchFamily="34" charset="-122"/>
                <a:cs typeface="Calibri" pitchFamily="34" charset="-120"/>
              </a:rPr>
              <a:t>Ciwandan</a:t>
            </a:r>
            <a:endParaRPr lang="en-US" sz="900" dirty="0"/>
          </a:p>
        </p:txBody>
      </p:sp>
      <p:sp>
        <p:nvSpPr>
          <p:cNvPr id="22" name="Text 19"/>
          <p:cNvSpPr txBox="1"/>
          <p:nvPr/>
        </p:nvSpPr>
        <p:spPr>
          <a:xfrm>
            <a:off x="2593238" y="3776472"/>
            <a:ext cx="1371600" cy="164592"/>
          </a:xfrm>
          <a:prstGeom prst="rect">
            <a:avLst/>
          </a:prstGeom>
          <a:noFill/>
          <a:ln/>
        </p:spPr>
        <p:txBody>
          <a:bodyPr wrap="square" lIns="0" tIns="0" rIns="0" bIns="0" rtlCol="0" anchor="t"/>
          <a:lstStyle/>
          <a:p>
            <a:pPr algn="l" indent="0" marL="0">
              <a:buNone/>
            </a:pPr>
            <a:r>
              <a:rPr lang="en-US" sz="750" dirty="0">
                <a:solidFill>
                  <a:srgbClr val="6B7280"/>
                </a:solidFill>
                <a:latin typeface="Calibri" pitchFamily="34" charset="0"/>
                <a:ea typeface="Calibri" pitchFamily="34" charset="-122"/>
                <a:cs typeface="Calibri" pitchFamily="34" charset="-120"/>
              </a:rPr>
              <a:t>Cilegon, Banten</a:t>
            </a:r>
            <a:endParaRPr lang="en-US" sz="750" dirty="0"/>
          </a:p>
        </p:txBody>
      </p:sp>
      <p:sp>
        <p:nvSpPr>
          <p:cNvPr id="23" name="Shape 20"/>
          <p:cNvSpPr/>
          <p:nvPr/>
        </p:nvSpPr>
        <p:spPr>
          <a:xfrm>
            <a:off x="548640" y="4298558"/>
            <a:ext cx="128016" cy="128016"/>
          </a:xfrm>
          <a:prstGeom prst="ellipse">
            <a:avLst/>
          </a:prstGeom>
          <a:solidFill>
            <a:srgbClr val="0F2340"/>
          </a:solidFill>
          <a:ln w="12700">
            <a:solidFill>
              <a:srgbClr val="0F2340"/>
            </a:solidFill>
            <a:prstDash val="solid"/>
          </a:ln>
        </p:spPr>
      </p:sp>
      <p:sp>
        <p:nvSpPr>
          <p:cNvPr id="24" name="Text 21"/>
          <p:cNvSpPr txBox="1"/>
          <p:nvPr/>
        </p:nvSpPr>
        <p:spPr>
          <a:xfrm>
            <a:off x="749808" y="4271126"/>
            <a:ext cx="2011680" cy="182880"/>
          </a:xfrm>
          <a:prstGeom prst="rect">
            <a:avLst/>
          </a:prstGeom>
          <a:noFill/>
          <a:ln/>
        </p:spPr>
        <p:txBody>
          <a:bodyPr wrap="square" lIns="0" tIns="0" rIns="0" bIns="0" rtlCol="0" anchor="t"/>
          <a:lstStyle/>
          <a:p>
            <a:pPr algn="l" indent="0" marL="0">
              <a:buNone/>
            </a:pPr>
            <a:r>
              <a:rPr lang="en-US" sz="850" dirty="0">
                <a:solidFill>
                  <a:srgbClr val="1F2937"/>
                </a:solidFill>
                <a:latin typeface="Calibri" pitchFamily="34" charset="0"/>
                <a:ea typeface="Calibri" pitchFamily="34" charset="-122"/>
                <a:cs typeface="Calibri" pitchFamily="34" charset="-120"/>
              </a:rPr>
              <a:t>Operating integrated gateway</a:t>
            </a:r>
            <a:endParaRPr lang="en-US" sz="850" dirty="0"/>
          </a:p>
        </p:txBody>
      </p:sp>
      <p:sp>
        <p:nvSpPr>
          <p:cNvPr id="25" name="Shape 22"/>
          <p:cNvSpPr/>
          <p:nvPr/>
        </p:nvSpPr>
        <p:spPr>
          <a:xfrm>
            <a:off x="2651760" y="4298558"/>
            <a:ext cx="128016" cy="128016"/>
          </a:xfrm>
          <a:prstGeom prst="ellipse">
            <a:avLst/>
          </a:prstGeom>
          <a:solidFill>
            <a:srgbClr val="C39B2A"/>
          </a:solidFill>
          <a:ln w="12700">
            <a:solidFill>
              <a:srgbClr val="0F2340"/>
            </a:solidFill>
            <a:prstDash val="solid"/>
          </a:ln>
        </p:spPr>
      </p:sp>
      <p:sp>
        <p:nvSpPr>
          <p:cNvPr id="26" name="Text 23"/>
          <p:cNvSpPr txBox="1"/>
          <p:nvPr/>
        </p:nvSpPr>
        <p:spPr>
          <a:xfrm>
            <a:off x="2852928" y="4271126"/>
            <a:ext cx="1828800" cy="182880"/>
          </a:xfrm>
          <a:prstGeom prst="rect">
            <a:avLst/>
          </a:prstGeom>
          <a:noFill/>
          <a:ln/>
        </p:spPr>
        <p:txBody>
          <a:bodyPr wrap="square" lIns="0" tIns="0" rIns="0" bIns="0" rtlCol="0" anchor="t"/>
          <a:lstStyle/>
          <a:p>
            <a:pPr algn="l" indent="0" marL="0">
              <a:buNone/>
            </a:pPr>
            <a:r>
              <a:rPr lang="en-US" sz="850" dirty="0">
                <a:solidFill>
                  <a:srgbClr val="1F2937"/>
                </a:solidFill>
                <a:latin typeface="Calibri" pitchFamily="34" charset="0"/>
                <a:ea typeface="Calibri" pitchFamily="34" charset="-122"/>
                <a:cs typeface="Calibri" pitchFamily="34" charset="-120"/>
              </a:rPr>
              <a:t>Identified next project</a:t>
            </a:r>
            <a:endParaRPr lang="en-US" sz="850" dirty="0"/>
          </a:p>
        </p:txBody>
      </p:sp>
      <p:sp>
        <p:nvSpPr>
          <p:cNvPr id="27" name="Shape 24"/>
          <p:cNvSpPr/>
          <p:nvPr/>
        </p:nvSpPr>
        <p:spPr>
          <a:xfrm>
            <a:off x="548640" y="4682606"/>
            <a:ext cx="4160520" cy="1370722"/>
          </a:xfrm>
          <a:prstGeom prst="rect">
            <a:avLst/>
          </a:prstGeom>
          <a:solidFill>
            <a:srgbClr val="F2F4F7"/>
          </a:solidFill>
          <a:ln w="12700">
            <a:solidFill>
              <a:srgbClr val="F2F4F7"/>
            </a:solidFill>
            <a:prstDash val="solid"/>
          </a:ln>
        </p:spPr>
      </p:sp>
      <p:sp>
        <p:nvSpPr>
          <p:cNvPr id="28" name="Text 25"/>
          <p:cNvSpPr txBox="1"/>
          <p:nvPr/>
        </p:nvSpPr>
        <p:spPr>
          <a:xfrm>
            <a:off x="749808" y="4810622"/>
            <a:ext cx="3794760" cy="201168"/>
          </a:xfrm>
          <a:prstGeom prst="rect">
            <a:avLst/>
          </a:prstGeom>
          <a:noFill/>
          <a:ln/>
        </p:spPr>
        <p:txBody>
          <a:bodyPr wrap="square" lIns="0" tIns="0" rIns="0" bIns="0" rtlCol="0" anchor="t"/>
          <a:lstStyle/>
          <a:p>
            <a:pPr algn="l" indent="0" marL="0">
              <a:buNone/>
            </a:pPr>
            <a:r>
              <a:rPr lang="en-US" sz="850" b="1" spc="100" kern="0" dirty="0">
                <a:solidFill>
                  <a:srgbClr val="6B7280"/>
                </a:solidFill>
                <a:latin typeface="Calibri" pitchFamily="34" charset="0"/>
                <a:ea typeface="Calibri" pitchFamily="34" charset="-122"/>
                <a:cs typeface="Calibri" pitchFamily="34" charset="-120"/>
              </a:rPr>
              <a:t>EXISTING-SITE EXPANSIONS</a:t>
            </a:r>
            <a:endParaRPr lang="en-US" sz="850" dirty="0"/>
          </a:p>
        </p:txBody>
      </p:sp>
      <p:sp>
        <p:nvSpPr>
          <p:cNvPr id="29" name="Text 26"/>
          <p:cNvSpPr txBox="1"/>
          <p:nvPr/>
        </p:nvSpPr>
        <p:spPr>
          <a:xfrm>
            <a:off x="749808" y="5066654"/>
            <a:ext cx="1234440" cy="365760"/>
          </a:xfrm>
          <a:prstGeom prst="rect">
            <a:avLst/>
          </a:prstGeom>
          <a:noFill/>
          <a:ln/>
        </p:spPr>
        <p:txBody>
          <a:bodyPr wrap="square" lIns="0" tIns="0" rIns="0" bIns="0" rtlCol="0" anchor="t"/>
          <a:lstStyle/>
          <a:p>
            <a:pPr algn="l" indent="0" marL="0">
              <a:buNone/>
            </a:pPr>
            <a:r>
              <a:rPr lang="en-US" sz="950" b="1" dirty="0">
                <a:solidFill>
                  <a:srgbClr val="0F2340"/>
                </a:solidFill>
                <a:latin typeface="Calibri" pitchFamily="34" charset="0"/>
                <a:ea typeface="Calibri" pitchFamily="34" charset="-122"/>
                <a:cs typeface="Calibri" pitchFamily="34" charset="-120"/>
              </a:rPr>
              <a:t>Cigading</a:t>
            </a:r>
            <a:endParaRPr lang="en-US" sz="950" dirty="0"/>
          </a:p>
        </p:txBody>
      </p:sp>
      <p:sp>
        <p:nvSpPr>
          <p:cNvPr id="30" name="Text 27"/>
          <p:cNvSpPr txBox="1"/>
          <p:nvPr/>
        </p:nvSpPr>
        <p:spPr>
          <a:xfrm>
            <a:off x="1965960" y="5066654"/>
            <a:ext cx="2560320" cy="411480"/>
          </a:xfrm>
          <a:prstGeom prst="rect">
            <a:avLst/>
          </a:prstGeom>
          <a:noFill/>
          <a:ln/>
        </p:spPr>
        <p:txBody>
          <a:bodyPr wrap="square" lIns="0" tIns="0" rIns="0" bIns="0" rtlCol="0" anchor="t"/>
          <a:lstStyle/>
          <a:p>
            <a:pPr algn="l" indent="0" marL="0">
              <a:lnSpc>
                <a:spcPct val="100000"/>
              </a:lnSpc>
              <a:buNone/>
            </a:pPr>
            <a:r>
              <a:rPr lang="en-US" sz="900" dirty="0">
                <a:solidFill>
                  <a:srgbClr val="1F2937"/>
                </a:solidFill>
                <a:latin typeface="Calibri" pitchFamily="34" charset="0"/>
                <a:ea typeface="Calibri" pitchFamily="34" charset="-122"/>
                <a:cs typeface="Calibri" pitchFamily="34" charset="-120"/>
              </a:rPr>
              <a:t>Conveyor extension into Bungasari and Tereos factories (2026)</a:t>
            </a:r>
            <a:endParaRPr lang="en-US" sz="900" dirty="0"/>
          </a:p>
        </p:txBody>
      </p:sp>
      <p:sp>
        <p:nvSpPr>
          <p:cNvPr id="31" name="Text 28"/>
          <p:cNvSpPr txBox="1"/>
          <p:nvPr/>
        </p:nvSpPr>
        <p:spPr>
          <a:xfrm>
            <a:off x="749808" y="5523854"/>
            <a:ext cx="1234440" cy="365760"/>
          </a:xfrm>
          <a:prstGeom prst="rect">
            <a:avLst/>
          </a:prstGeom>
          <a:noFill/>
          <a:ln/>
        </p:spPr>
        <p:txBody>
          <a:bodyPr wrap="square" lIns="0" tIns="0" rIns="0" bIns="0" rtlCol="0" anchor="t"/>
          <a:lstStyle/>
          <a:p>
            <a:pPr algn="l" indent="0" marL="0">
              <a:buNone/>
            </a:pPr>
            <a:r>
              <a:rPr lang="en-US" sz="950" b="1" dirty="0">
                <a:solidFill>
                  <a:srgbClr val="0F2340"/>
                </a:solidFill>
                <a:latin typeface="Calibri" pitchFamily="34" charset="0"/>
                <a:ea typeface="Calibri" pitchFamily="34" charset="-122"/>
                <a:cs typeface="Calibri" pitchFamily="34" charset="-120"/>
              </a:rPr>
              <a:t>Teluk Lamong</a:t>
            </a:r>
            <a:endParaRPr lang="en-US" sz="950" dirty="0"/>
          </a:p>
        </p:txBody>
      </p:sp>
      <p:sp>
        <p:nvSpPr>
          <p:cNvPr id="32" name="Text 29"/>
          <p:cNvSpPr txBox="1"/>
          <p:nvPr/>
        </p:nvSpPr>
        <p:spPr>
          <a:xfrm>
            <a:off x="1965960" y="5523854"/>
            <a:ext cx="2560320" cy="411480"/>
          </a:xfrm>
          <a:prstGeom prst="rect">
            <a:avLst/>
          </a:prstGeom>
          <a:noFill/>
          <a:ln/>
        </p:spPr>
        <p:txBody>
          <a:bodyPr wrap="square" lIns="0" tIns="0" rIns="0" bIns="0" rtlCol="0" anchor="t"/>
          <a:lstStyle/>
          <a:p>
            <a:pPr algn="l" indent="0" marL="0">
              <a:lnSpc>
                <a:spcPct val="100000"/>
              </a:lnSpc>
              <a:buNone/>
            </a:pPr>
            <a:r>
              <a:rPr lang="en-US" sz="900" dirty="0">
                <a:solidFill>
                  <a:srgbClr val="1F2937"/>
                </a:solidFill>
                <a:latin typeface="Calibri" pitchFamily="34" charset="0"/>
                <a:ea typeface="Calibri" pitchFamily="34" charset="-122"/>
                <a:cs typeface="Calibri" pitchFamily="34" charset="-120"/>
              </a:rPr>
              <a:t>Bagging facility in commercial operation (2025); further capacity as demand grows</a:t>
            </a:r>
            <a:endParaRPr lang="en-US" sz="900" dirty="0"/>
          </a:p>
        </p:txBody>
      </p:sp>
      <p:sp>
        <p:nvSpPr>
          <p:cNvPr id="33" name="Shape 30"/>
          <p:cNvSpPr/>
          <p:nvPr/>
        </p:nvSpPr>
        <p:spPr>
          <a:xfrm>
            <a:off x="5029200" y="1600200"/>
            <a:ext cx="3169768" cy="4453128"/>
          </a:xfrm>
          <a:prstGeom prst="rect">
            <a:avLst/>
          </a:prstGeom>
          <a:solidFill>
            <a:srgbClr val="FFFFFF"/>
          </a:solidFill>
          <a:ln w="12700">
            <a:solidFill>
              <a:srgbClr val="D5DBE3"/>
            </a:solidFill>
            <a:prstDash val="solid"/>
          </a:ln>
        </p:spPr>
      </p:sp>
      <p:sp>
        <p:nvSpPr>
          <p:cNvPr id="34" name="Shape 31"/>
          <p:cNvSpPr/>
          <p:nvPr/>
        </p:nvSpPr>
        <p:spPr>
          <a:xfrm>
            <a:off x="5029200" y="1600200"/>
            <a:ext cx="3169768" cy="868680"/>
          </a:xfrm>
          <a:prstGeom prst="rect">
            <a:avLst/>
          </a:prstGeom>
          <a:solidFill>
            <a:srgbClr val="0F2340"/>
          </a:solidFill>
          <a:ln w="12700">
            <a:solidFill>
              <a:srgbClr val="0F2340"/>
            </a:solidFill>
            <a:prstDash val="solid"/>
          </a:ln>
        </p:spPr>
      </p:sp>
      <p:sp>
        <p:nvSpPr>
          <p:cNvPr id="35" name="Text 32"/>
          <p:cNvSpPr txBox="1"/>
          <p:nvPr/>
        </p:nvSpPr>
        <p:spPr>
          <a:xfrm>
            <a:off x="5257800" y="1728216"/>
            <a:ext cx="2712568" cy="274320"/>
          </a:xfrm>
          <a:prstGeom prst="rect">
            <a:avLst/>
          </a:prstGeom>
          <a:noFill/>
          <a:ln/>
        </p:spPr>
        <p:txBody>
          <a:bodyPr wrap="square" lIns="0" tIns="0" rIns="0" bIns="0" rtlCol="0" anchor="t"/>
          <a:lstStyle/>
          <a:p>
            <a:pPr algn="l" indent="0" marL="0">
              <a:buNone/>
            </a:pPr>
            <a:r>
              <a:rPr lang="en-US" sz="1500" b="1" spc="100" kern="0" dirty="0">
                <a:solidFill>
                  <a:srgbClr val="FFFFFF"/>
                </a:solidFill>
                <a:latin typeface="Calibri" pitchFamily="34" charset="0"/>
                <a:ea typeface="Calibri" pitchFamily="34" charset="-122"/>
                <a:cs typeface="Calibri" pitchFamily="34" charset="-120"/>
              </a:rPr>
              <a:t>DUMAI</a:t>
            </a:r>
            <a:endParaRPr lang="en-US" sz="1500" dirty="0"/>
          </a:p>
        </p:txBody>
      </p:sp>
      <p:sp>
        <p:nvSpPr>
          <p:cNvPr id="36" name="Text 33"/>
          <p:cNvSpPr txBox="1"/>
          <p:nvPr/>
        </p:nvSpPr>
        <p:spPr>
          <a:xfrm>
            <a:off x="5257800" y="2057400"/>
            <a:ext cx="2712568" cy="274320"/>
          </a:xfrm>
          <a:prstGeom prst="rect">
            <a:avLst/>
          </a:prstGeom>
          <a:noFill/>
          <a:ln/>
        </p:spPr>
        <p:txBody>
          <a:bodyPr wrap="square" lIns="0" tIns="0" rIns="0" bIns="0" rtlCol="0" anchor="t"/>
          <a:lstStyle/>
          <a:p>
            <a:pPr algn="l" indent="0" marL="0">
              <a:buNone/>
            </a:pPr>
            <a:r>
              <a:rPr lang="en-US" sz="950" dirty="0">
                <a:solidFill>
                  <a:srgbClr val="C7D0DD"/>
                </a:solidFill>
                <a:latin typeface="Calibri" pitchFamily="34" charset="0"/>
                <a:ea typeface="Calibri" pitchFamily="34" charset="-122"/>
                <a:cs typeface="Calibri" pitchFamily="34" charset="-120"/>
              </a:rPr>
              <a:t>Riau, Sumatra  |  Pelindo dry-bulk terminal (TCK)</a:t>
            </a:r>
            <a:endParaRPr lang="en-US" sz="950" dirty="0"/>
          </a:p>
        </p:txBody>
      </p:sp>
      <p:sp>
        <p:nvSpPr>
          <p:cNvPr id="37" name="Shape 34"/>
          <p:cNvSpPr/>
          <p:nvPr/>
        </p:nvSpPr>
        <p:spPr>
          <a:xfrm>
            <a:off x="6507328" y="1783080"/>
            <a:ext cx="1463040" cy="237744"/>
          </a:xfrm>
          <a:prstGeom prst="roundRect">
            <a:avLst>
              <a:gd name="adj" fmla="val 50000"/>
            </a:avLst>
          </a:prstGeom>
          <a:solidFill>
            <a:srgbClr val="C39B2A"/>
          </a:solidFill>
          <a:ln w="12700">
            <a:solidFill>
              <a:srgbClr val="C39B2A"/>
            </a:solidFill>
            <a:prstDash val="solid"/>
          </a:ln>
        </p:spPr>
      </p:sp>
      <p:sp>
        <p:nvSpPr>
          <p:cNvPr id="38" name="Text 35"/>
          <p:cNvSpPr txBox="1"/>
          <p:nvPr/>
        </p:nvSpPr>
        <p:spPr>
          <a:xfrm>
            <a:off x="6507328" y="1783080"/>
            <a:ext cx="1463040" cy="237744"/>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Calibri" pitchFamily="34" charset="0"/>
                <a:ea typeface="Calibri" pitchFamily="34" charset="-122"/>
                <a:cs typeface="Calibri" pitchFamily="34" charset="-120"/>
              </a:rPr>
              <a:t>EXPORT LOADING</a:t>
            </a:r>
            <a:endParaRPr lang="en-US" sz="750" dirty="0"/>
          </a:p>
        </p:txBody>
      </p:sp>
      <p:sp>
        <p:nvSpPr>
          <p:cNvPr id="39" name="Text 36"/>
          <p:cNvSpPr txBox="1"/>
          <p:nvPr/>
        </p:nvSpPr>
        <p:spPr>
          <a:xfrm>
            <a:off x="5257800" y="2560320"/>
            <a:ext cx="2712568" cy="566928"/>
          </a:xfrm>
          <a:prstGeom prst="rect">
            <a:avLst/>
          </a:prstGeom>
          <a:noFill/>
          <a:ln/>
        </p:spPr>
        <p:txBody>
          <a:bodyPr wrap="square" lIns="0" tIns="0" rIns="0" bIns="0" rtlCol="0" anchor="ctr"/>
          <a:lstStyle/>
          <a:p>
            <a:pPr algn="l" indent="0" marL="0">
              <a:buNone/>
            </a:pPr>
            <a:r>
              <a:rPr lang="en-US" sz="2600" b="1" dirty="0">
                <a:solidFill>
                  <a:srgbClr val="0F2340"/>
                </a:solidFill>
                <a:latin typeface="Calibri" pitchFamily="34" charset="0"/>
                <a:ea typeface="Calibri" pitchFamily="34" charset="-122"/>
                <a:cs typeface="Calibri" pitchFamily="34" charset="-120"/>
              </a:rPr>
              <a:t>~1.3 Mt / yr</a:t>
            </a:r>
            <a:endParaRPr lang="en-US" sz="2600" dirty="0"/>
          </a:p>
        </p:txBody>
      </p:sp>
      <p:sp>
        <p:nvSpPr>
          <p:cNvPr id="40" name="Text 37"/>
          <p:cNvSpPr txBox="1"/>
          <p:nvPr/>
        </p:nvSpPr>
        <p:spPr>
          <a:xfrm>
            <a:off x="5257800" y="3108960"/>
            <a:ext cx="2712568" cy="274320"/>
          </a:xfrm>
          <a:prstGeom prst="rect">
            <a:avLst/>
          </a:prstGeom>
          <a:noFill/>
          <a:ln/>
        </p:spPr>
        <p:txBody>
          <a:bodyPr wrap="square" lIns="0" tIns="0" rIns="0" bIns="0" rtlCol="0" anchor="t"/>
          <a:lstStyle/>
          <a:p>
            <a:pPr algn="l" indent="0" marL="0">
              <a:buNone/>
            </a:pPr>
            <a:r>
              <a:rPr lang="en-US" sz="900" dirty="0">
                <a:solidFill>
                  <a:srgbClr val="6B7280"/>
                </a:solidFill>
                <a:latin typeface="Calibri" pitchFamily="34" charset="0"/>
                <a:ea typeface="Calibri" pitchFamily="34" charset="-122"/>
                <a:cs typeface="Calibri" pitchFamily="34" charset="-120"/>
              </a:rPr>
              <a:t>palm kernel expeller and shell cargo base in Riau (agreement estimate)</a:t>
            </a:r>
            <a:endParaRPr lang="en-US" sz="900" dirty="0"/>
          </a:p>
        </p:txBody>
      </p:sp>
      <p:sp>
        <p:nvSpPr>
          <p:cNvPr id="41" name="Shape 38"/>
          <p:cNvSpPr/>
          <p:nvPr/>
        </p:nvSpPr>
        <p:spPr>
          <a:xfrm>
            <a:off x="5257800" y="3419856"/>
            <a:ext cx="2712568" cy="0"/>
          </a:xfrm>
          <a:prstGeom prst="line">
            <a:avLst/>
          </a:prstGeom>
          <a:noFill/>
          <a:ln w="6350">
            <a:solidFill>
              <a:srgbClr val="D5DBE3"/>
            </a:solidFill>
            <a:prstDash val="solid"/>
          </a:ln>
        </p:spPr>
      </p:sp>
      <p:sp>
        <p:nvSpPr>
          <p:cNvPr id="42" name="Text 39"/>
          <p:cNvSpPr txBox="1"/>
          <p:nvPr/>
        </p:nvSpPr>
        <p:spPr>
          <a:xfrm>
            <a:off x="5257800" y="3474720"/>
            <a:ext cx="960120" cy="54864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WHY HERE</a:t>
            </a:r>
            <a:endParaRPr lang="en-US" sz="800" dirty="0"/>
          </a:p>
        </p:txBody>
      </p:sp>
      <p:sp>
        <p:nvSpPr>
          <p:cNvPr id="43" name="Text 40"/>
          <p:cNvSpPr txBox="1"/>
          <p:nvPr/>
        </p:nvSpPr>
        <p:spPr>
          <a:xfrm>
            <a:off x="6217920" y="3474720"/>
            <a:ext cx="1752448" cy="566928"/>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Gateway for Riau’s palm complex; ~2 Mt/yr of dry bulk, mostly palm kernel products for export</a:t>
            </a:r>
            <a:endParaRPr lang="en-US" sz="950" dirty="0"/>
          </a:p>
        </p:txBody>
      </p:sp>
      <p:sp>
        <p:nvSpPr>
          <p:cNvPr id="44" name="Shape 41"/>
          <p:cNvSpPr/>
          <p:nvPr/>
        </p:nvSpPr>
        <p:spPr>
          <a:xfrm>
            <a:off x="5257800" y="4059936"/>
            <a:ext cx="2712568" cy="0"/>
          </a:xfrm>
          <a:prstGeom prst="line">
            <a:avLst/>
          </a:prstGeom>
          <a:noFill/>
          <a:ln w="6350">
            <a:solidFill>
              <a:srgbClr val="D5DBE3"/>
            </a:solidFill>
            <a:prstDash val="solid"/>
          </a:ln>
        </p:spPr>
      </p:sp>
      <p:sp>
        <p:nvSpPr>
          <p:cNvPr id="45" name="Text 42"/>
          <p:cNvSpPr txBox="1"/>
          <p:nvPr/>
        </p:nvSpPr>
        <p:spPr>
          <a:xfrm>
            <a:off x="5257800" y="4114800"/>
            <a:ext cx="960120" cy="54864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GAP TODAY</a:t>
            </a:r>
            <a:endParaRPr lang="en-US" sz="800" dirty="0"/>
          </a:p>
        </p:txBody>
      </p:sp>
      <p:sp>
        <p:nvSpPr>
          <p:cNvPr id="46" name="Text 43"/>
          <p:cNvSpPr txBox="1"/>
          <p:nvPr/>
        </p:nvSpPr>
        <p:spPr>
          <a:xfrm>
            <a:off x="6217920" y="4114800"/>
            <a:ext cx="1752448" cy="566928"/>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Conventional truck-to-vessel loading at the dry-bulk terminal</a:t>
            </a:r>
            <a:endParaRPr lang="en-US" sz="950" dirty="0"/>
          </a:p>
        </p:txBody>
      </p:sp>
      <p:sp>
        <p:nvSpPr>
          <p:cNvPr id="47" name="Shape 44"/>
          <p:cNvSpPr/>
          <p:nvPr/>
        </p:nvSpPr>
        <p:spPr>
          <a:xfrm>
            <a:off x="5257800" y="4700016"/>
            <a:ext cx="2712568" cy="0"/>
          </a:xfrm>
          <a:prstGeom prst="line">
            <a:avLst/>
          </a:prstGeom>
          <a:noFill/>
          <a:ln w="6350">
            <a:solidFill>
              <a:srgbClr val="D5DBE3"/>
            </a:solidFill>
            <a:prstDash val="solid"/>
          </a:ln>
        </p:spPr>
      </p:sp>
      <p:sp>
        <p:nvSpPr>
          <p:cNvPr id="48" name="Text 45"/>
          <p:cNvSpPr txBox="1"/>
          <p:nvPr/>
        </p:nvSpPr>
        <p:spPr>
          <a:xfrm>
            <a:off x="5257800" y="4754880"/>
            <a:ext cx="960120" cy="54864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FKS SCOPE</a:t>
            </a:r>
            <a:endParaRPr lang="en-US" sz="800" dirty="0"/>
          </a:p>
        </p:txBody>
      </p:sp>
      <p:sp>
        <p:nvSpPr>
          <p:cNvPr id="49" name="Text 46"/>
          <p:cNvSpPr txBox="1"/>
          <p:nvPr/>
        </p:nvSpPr>
        <p:spPr>
          <a:xfrm>
            <a:off x="6217920" y="4754880"/>
            <a:ext cx="1752448" cy="566928"/>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Mechanised loading line with Pelindo: dumping pit, intake, conveyor, ship loader, weighbridge</a:t>
            </a:r>
            <a:endParaRPr lang="en-US" sz="950" dirty="0"/>
          </a:p>
        </p:txBody>
      </p:sp>
      <p:sp>
        <p:nvSpPr>
          <p:cNvPr id="50" name="Shape 47"/>
          <p:cNvSpPr/>
          <p:nvPr/>
        </p:nvSpPr>
        <p:spPr>
          <a:xfrm>
            <a:off x="5257800" y="5340096"/>
            <a:ext cx="2712568" cy="0"/>
          </a:xfrm>
          <a:prstGeom prst="line">
            <a:avLst/>
          </a:prstGeom>
          <a:noFill/>
          <a:ln w="6350">
            <a:solidFill>
              <a:srgbClr val="D5DBE3"/>
            </a:solidFill>
            <a:prstDash val="solid"/>
          </a:ln>
        </p:spPr>
      </p:sp>
      <p:sp>
        <p:nvSpPr>
          <p:cNvPr id="51" name="Text 48"/>
          <p:cNvSpPr txBox="1"/>
          <p:nvPr/>
        </p:nvSpPr>
        <p:spPr>
          <a:xfrm>
            <a:off x="5257800" y="5394960"/>
            <a:ext cx="960120" cy="54864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WHAT IT UNLOCKS</a:t>
            </a:r>
            <a:endParaRPr lang="en-US" sz="800" dirty="0"/>
          </a:p>
        </p:txBody>
      </p:sp>
      <p:sp>
        <p:nvSpPr>
          <p:cNvPr id="52" name="Text 49"/>
          <p:cNvSpPr txBox="1"/>
          <p:nvPr/>
        </p:nvSpPr>
        <p:spPr>
          <a:xfrm>
            <a:off x="6217920" y="5394960"/>
            <a:ext cx="1752448" cy="566928"/>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Faster vessel loading and an agreed FKS tariff component of Rp40,000/t on PKE and PKS across Riau</a:t>
            </a:r>
            <a:endParaRPr lang="en-US" sz="950" dirty="0"/>
          </a:p>
        </p:txBody>
      </p:sp>
      <p:sp>
        <p:nvSpPr>
          <p:cNvPr id="53" name="Shape 50"/>
          <p:cNvSpPr/>
          <p:nvPr/>
        </p:nvSpPr>
        <p:spPr>
          <a:xfrm>
            <a:off x="8473288" y="1600200"/>
            <a:ext cx="3169768" cy="4453128"/>
          </a:xfrm>
          <a:prstGeom prst="rect">
            <a:avLst/>
          </a:prstGeom>
          <a:solidFill>
            <a:srgbClr val="FFFFFF"/>
          </a:solidFill>
          <a:ln w="12700">
            <a:solidFill>
              <a:srgbClr val="D5DBE3"/>
            </a:solidFill>
            <a:prstDash val="solid"/>
          </a:ln>
        </p:spPr>
      </p:sp>
      <p:sp>
        <p:nvSpPr>
          <p:cNvPr id="54" name="Shape 51"/>
          <p:cNvSpPr/>
          <p:nvPr/>
        </p:nvSpPr>
        <p:spPr>
          <a:xfrm>
            <a:off x="8473288" y="1600200"/>
            <a:ext cx="3169768" cy="868680"/>
          </a:xfrm>
          <a:prstGeom prst="rect">
            <a:avLst/>
          </a:prstGeom>
          <a:solidFill>
            <a:srgbClr val="0F2340"/>
          </a:solidFill>
          <a:ln w="12700">
            <a:solidFill>
              <a:srgbClr val="0F2340"/>
            </a:solidFill>
            <a:prstDash val="solid"/>
          </a:ln>
        </p:spPr>
      </p:sp>
      <p:sp>
        <p:nvSpPr>
          <p:cNvPr id="55" name="Text 52"/>
          <p:cNvSpPr txBox="1"/>
          <p:nvPr/>
        </p:nvSpPr>
        <p:spPr>
          <a:xfrm>
            <a:off x="8701888" y="1728216"/>
            <a:ext cx="2712568" cy="274320"/>
          </a:xfrm>
          <a:prstGeom prst="rect">
            <a:avLst/>
          </a:prstGeom>
          <a:noFill/>
          <a:ln/>
        </p:spPr>
        <p:txBody>
          <a:bodyPr wrap="square" lIns="0" tIns="0" rIns="0" bIns="0" rtlCol="0" anchor="t"/>
          <a:lstStyle/>
          <a:p>
            <a:pPr algn="l" indent="0" marL="0">
              <a:buNone/>
            </a:pPr>
            <a:r>
              <a:rPr lang="en-US" sz="1500" b="1" spc="100" kern="0" dirty="0">
                <a:solidFill>
                  <a:srgbClr val="FFFFFF"/>
                </a:solidFill>
                <a:latin typeface="Calibri" pitchFamily="34" charset="0"/>
                <a:ea typeface="Calibri" pitchFamily="34" charset="-122"/>
                <a:cs typeface="Calibri" pitchFamily="34" charset="-120"/>
              </a:rPr>
              <a:t>CIWANDAN</a:t>
            </a:r>
            <a:endParaRPr lang="en-US" sz="1500" dirty="0"/>
          </a:p>
        </p:txBody>
      </p:sp>
      <p:sp>
        <p:nvSpPr>
          <p:cNvPr id="56" name="Text 53"/>
          <p:cNvSpPr txBox="1"/>
          <p:nvPr/>
        </p:nvSpPr>
        <p:spPr>
          <a:xfrm>
            <a:off x="8701888" y="2057400"/>
            <a:ext cx="2712568" cy="274320"/>
          </a:xfrm>
          <a:prstGeom prst="rect">
            <a:avLst/>
          </a:prstGeom>
          <a:noFill/>
          <a:ln/>
        </p:spPr>
        <p:txBody>
          <a:bodyPr wrap="square" lIns="0" tIns="0" rIns="0" bIns="0" rtlCol="0" anchor="t"/>
          <a:lstStyle/>
          <a:p>
            <a:pPr algn="l" indent="0" marL="0">
              <a:buNone/>
            </a:pPr>
            <a:r>
              <a:rPr lang="en-US" sz="950" dirty="0">
                <a:solidFill>
                  <a:srgbClr val="C7D0DD"/>
                </a:solidFill>
                <a:latin typeface="Calibri" pitchFamily="34" charset="0"/>
                <a:ea typeface="Calibri" pitchFamily="34" charset="-122"/>
                <a:cs typeface="Calibri" pitchFamily="34" charset="-120"/>
              </a:rPr>
              <a:t>Cilegon, Banten  |  Pelindo port next to the Cigading cluster</a:t>
            </a:r>
            <a:endParaRPr lang="en-US" sz="950" dirty="0"/>
          </a:p>
        </p:txBody>
      </p:sp>
      <p:sp>
        <p:nvSpPr>
          <p:cNvPr id="57" name="Shape 54"/>
          <p:cNvSpPr/>
          <p:nvPr/>
        </p:nvSpPr>
        <p:spPr>
          <a:xfrm>
            <a:off x="9951415" y="1783080"/>
            <a:ext cx="1463040" cy="237744"/>
          </a:xfrm>
          <a:prstGeom prst="roundRect">
            <a:avLst>
              <a:gd name="adj" fmla="val 50000"/>
            </a:avLst>
          </a:prstGeom>
          <a:solidFill>
            <a:srgbClr val="C39B2A"/>
          </a:solidFill>
          <a:ln w="12700">
            <a:solidFill>
              <a:srgbClr val="C39B2A"/>
            </a:solidFill>
            <a:prstDash val="solid"/>
          </a:ln>
        </p:spPr>
      </p:sp>
      <p:sp>
        <p:nvSpPr>
          <p:cNvPr id="58" name="Text 55"/>
          <p:cNvSpPr txBox="1"/>
          <p:nvPr/>
        </p:nvSpPr>
        <p:spPr>
          <a:xfrm>
            <a:off x="9951415" y="1783080"/>
            <a:ext cx="1463040" cy="237744"/>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Calibri" pitchFamily="34" charset="0"/>
                <a:ea typeface="Calibri" pitchFamily="34" charset="-122"/>
                <a:cs typeface="Calibri" pitchFamily="34" charset="-120"/>
              </a:rPr>
              <a:t>IMPORT GATEWAY</a:t>
            </a:r>
            <a:endParaRPr lang="en-US" sz="750" dirty="0"/>
          </a:p>
        </p:txBody>
      </p:sp>
      <p:sp>
        <p:nvSpPr>
          <p:cNvPr id="59" name="Text 56"/>
          <p:cNvSpPr txBox="1"/>
          <p:nvPr/>
        </p:nvSpPr>
        <p:spPr>
          <a:xfrm>
            <a:off x="8701888" y="2560320"/>
            <a:ext cx="2712568" cy="566928"/>
          </a:xfrm>
          <a:prstGeom prst="rect">
            <a:avLst/>
          </a:prstGeom>
          <a:noFill/>
          <a:ln/>
        </p:spPr>
        <p:txBody>
          <a:bodyPr wrap="square" lIns="0" tIns="0" rIns="0" bIns="0" rtlCol="0" anchor="ctr"/>
          <a:lstStyle/>
          <a:p>
            <a:pPr algn="l" indent="0" marL="0">
              <a:buNone/>
            </a:pPr>
            <a:r>
              <a:rPr lang="en-US" sz="2200" b="1" dirty="0">
                <a:solidFill>
                  <a:srgbClr val="0F2340"/>
                </a:solidFill>
                <a:latin typeface="Calibri" pitchFamily="34" charset="0"/>
                <a:ea typeface="Calibri" pitchFamily="34" charset="-122"/>
                <a:cs typeface="Calibri" pitchFamily="34" charset="-120"/>
              </a:rPr>
              <a:t>Scope in development</a:t>
            </a:r>
            <a:endParaRPr lang="en-US" sz="2200" dirty="0"/>
          </a:p>
        </p:txBody>
      </p:sp>
      <p:sp>
        <p:nvSpPr>
          <p:cNvPr id="60" name="Text 57"/>
          <p:cNvSpPr txBox="1"/>
          <p:nvPr/>
        </p:nvSpPr>
        <p:spPr>
          <a:xfrm>
            <a:off x="8701888" y="3108960"/>
            <a:ext cx="2712568" cy="274320"/>
          </a:xfrm>
          <a:prstGeom prst="rect">
            <a:avLst/>
          </a:prstGeom>
          <a:noFill/>
          <a:ln/>
        </p:spPr>
        <p:txBody>
          <a:bodyPr wrap="square" lIns="0" tIns="0" rIns="0" bIns="0" rtlCol="0" anchor="t"/>
          <a:lstStyle/>
          <a:p>
            <a:pPr algn="l" indent="0" marL="0">
              <a:buNone/>
            </a:pPr>
            <a:r>
              <a:rPr lang="en-US" sz="900" dirty="0">
                <a:solidFill>
                  <a:srgbClr val="6B7280"/>
                </a:solidFill>
                <a:latin typeface="Calibri" pitchFamily="34" charset="0"/>
                <a:ea typeface="Calibri" pitchFamily="34" charset="-122"/>
                <a:cs typeface="Calibri" pitchFamily="34" charset="-120"/>
              </a:rPr>
              <a:t>capacity and investment to be confirmed with Pelindo</a:t>
            </a:r>
            <a:endParaRPr lang="en-US" sz="900" dirty="0"/>
          </a:p>
        </p:txBody>
      </p:sp>
      <p:sp>
        <p:nvSpPr>
          <p:cNvPr id="61" name="Shape 58"/>
          <p:cNvSpPr/>
          <p:nvPr/>
        </p:nvSpPr>
        <p:spPr>
          <a:xfrm>
            <a:off x="8701888" y="3419856"/>
            <a:ext cx="2712568" cy="0"/>
          </a:xfrm>
          <a:prstGeom prst="line">
            <a:avLst/>
          </a:prstGeom>
          <a:noFill/>
          <a:ln w="6350">
            <a:solidFill>
              <a:srgbClr val="D5DBE3"/>
            </a:solidFill>
            <a:prstDash val="solid"/>
          </a:ln>
        </p:spPr>
      </p:sp>
      <p:sp>
        <p:nvSpPr>
          <p:cNvPr id="62" name="Text 59"/>
          <p:cNvSpPr txBox="1"/>
          <p:nvPr/>
        </p:nvSpPr>
        <p:spPr>
          <a:xfrm>
            <a:off x="8701888" y="3474720"/>
            <a:ext cx="960120" cy="54864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WHY HERE</a:t>
            </a:r>
            <a:endParaRPr lang="en-US" sz="800" dirty="0"/>
          </a:p>
        </p:txBody>
      </p:sp>
      <p:sp>
        <p:nvSpPr>
          <p:cNvPr id="63" name="Text 60"/>
          <p:cNvSpPr txBox="1"/>
          <p:nvPr/>
        </p:nvSpPr>
        <p:spPr>
          <a:xfrm>
            <a:off x="9662008" y="3474720"/>
            <a:ext cx="1752448" cy="566928"/>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Serves the Banten food &amp; feed cluster where FKS already operates Cigading, Bungasari and Tereos</a:t>
            </a:r>
            <a:endParaRPr lang="en-US" sz="950" dirty="0"/>
          </a:p>
        </p:txBody>
      </p:sp>
      <p:sp>
        <p:nvSpPr>
          <p:cNvPr id="64" name="Shape 61"/>
          <p:cNvSpPr/>
          <p:nvPr/>
        </p:nvSpPr>
        <p:spPr>
          <a:xfrm>
            <a:off x="8701888" y="4059936"/>
            <a:ext cx="2712568" cy="0"/>
          </a:xfrm>
          <a:prstGeom prst="line">
            <a:avLst/>
          </a:prstGeom>
          <a:noFill/>
          <a:ln w="6350">
            <a:solidFill>
              <a:srgbClr val="D5DBE3"/>
            </a:solidFill>
            <a:prstDash val="solid"/>
          </a:ln>
        </p:spPr>
      </p:sp>
      <p:sp>
        <p:nvSpPr>
          <p:cNvPr id="65" name="Text 62"/>
          <p:cNvSpPr txBox="1"/>
          <p:nvPr/>
        </p:nvSpPr>
        <p:spPr>
          <a:xfrm>
            <a:off x="8701888" y="4114800"/>
            <a:ext cx="960120" cy="54864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GAP TODAY</a:t>
            </a:r>
            <a:endParaRPr lang="en-US" sz="800" dirty="0"/>
          </a:p>
        </p:txBody>
      </p:sp>
      <p:sp>
        <p:nvSpPr>
          <p:cNvPr id="66" name="Text 63"/>
          <p:cNvSpPr txBox="1"/>
          <p:nvPr/>
        </p:nvSpPr>
        <p:spPr>
          <a:xfrm>
            <a:off x="9662008" y="4114800"/>
            <a:ext cx="1752448" cy="566928"/>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Wheat, corn and soybean meal still discharged by grab, hopper and truck; SBM volumes up 28% in 2026</a:t>
            </a:r>
            <a:endParaRPr lang="en-US" sz="950" dirty="0"/>
          </a:p>
        </p:txBody>
      </p:sp>
      <p:sp>
        <p:nvSpPr>
          <p:cNvPr id="67" name="Shape 64"/>
          <p:cNvSpPr/>
          <p:nvPr/>
        </p:nvSpPr>
        <p:spPr>
          <a:xfrm>
            <a:off x="8701888" y="4700016"/>
            <a:ext cx="2712568" cy="0"/>
          </a:xfrm>
          <a:prstGeom prst="line">
            <a:avLst/>
          </a:prstGeom>
          <a:noFill/>
          <a:ln w="6350">
            <a:solidFill>
              <a:srgbClr val="D5DBE3"/>
            </a:solidFill>
            <a:prstDash val="solid"/>
          </a:ln>
        </p:spPr>
      </p:sp>
      <p:sp>
        <p:nvSpPr>
          <p:cNvPr id="68" name="Text 65"/>
          <p:cNvSpPr txBox="1"/>
          <p:nvPr/>
        </p:nvSpPr>
        <p:spPr>
          <a:xfrm>
            <a:off x="8701888" y="4754880"/>
            <a:ext cx="960120" cy="54864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FKS SCOPE</a:t>
            </a:r>
            <a:endParaRPr lang="en-US" sz="800" dirty="0"/>
          </a:p>
        </p:txBody>
      </p:sp>
      <p:sp>
        <p:nvSpPr>
          <p:cNvPr id="69" name="Text 66"/>
          <p:cNvSpPr txBox="1"/>
          <p:nvPr/>
        </p:nvSpPr>
        <p:spPr>
          <a:xfrm>
            <a:off x="9662008" y="4754880"/>
            <a:ext cx="1752448" cy="566928"/>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Integrated mechanised discharge, conveyor and transit buffer on the Cigading model</a:t>
            </a:r>
            <a:endParaRPr lang="en-US" sz="950" dirty="0"/>
          </a:p>
        </p:txBody>
      </p:sp>
      <p:sp>
        <p:nvSpPr>
          <p:cNvPr id="70" name="Shape 67"/>
          <p:cNvSpPr/>
          <p:nvPr/>
        </p:nvSpPr>
        <p:spPr>
          <a:xfrm>
            <a:off x="8701888" y="5340096"/>
            <a:ext cx="2712568" cy="0"/>
          </a:xfrm>
          <a:prstGeom prst="line">
            <a:avLst/>
          </a:prstGeom>
          <a:noFill/>
          <a:ln w="6350">
            <a:solidFill>
              <a:srgbClr val="D5DBE3"/>
            </a:solidFill>
            <a:prstDash val="solid"/>
          </a:ln>
        </p:spPr>
      </p:sp>
      <p:sp>
        <p:nvSpPr>
          <p:cNvPr id="71" name="Text 68"/>
          <p:cNvSpPr txBox="1"/>
          <p:nvPr/>
        </p:nvSpPr>
        <p:spPr>
          <a:xfrm>
            <a:off x="8701888" y="5394960"/>
            <a:ext cx="960120" cy="54864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WHAT IT UNLOCKS</a:t>
            </a:r>
            <a:endParaRPr lang="en-US" sz="800" dirty="0"/>
          </a:p>
        </p:txBody>
      </p:sp>
      <p:sp>
        <p:nvSpPr>
          <p:cNvPr id="72" name="Text 69"/>
          <p:cNvSpPr txBox="1"/>
          <p:nvPr/>
        </p:nvSpPr>
        <p:spPr>
          <a:xfrm>
            <a:off x="9662008" y="5394960"/>
            <a:ext cx="1752448" cy="566928"/>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A second integrated gateway for Java’s largest western cluster; scale subject to support</a:t>
            </a:r>
            <a:endParaRPr lang="en-US" sz="950" dirty="0"/>
          </a:p>
        </p:txBody>
      </p:sp>
      <p:sp>
        <p:nvSpPr>
          <p:cNvPr id="73" name="Text 70"/>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74" name="Text 71"/>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8</a:t>
            </a:r>
            <a:endParaRPr lang="en-US" sz="800" dirty="0"/>
          </a:p>
        </p:txBody>
      </p:sp>
      <p:sp>
        <p:nvSpPr>
          <p:cNvPr id="75" name="Text 72"/>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Sources: Dumai - FKS-Pelindo cooperation terms for the Dumai dry-bulk terminal (tariff and cargo volume schedule); Pelindo Multi Terminal Dumai. Ciwandan - FKS project screening; Pelindo Regional 2 Banten releases (2026). Figures are estimates and remain subject to final documentation.</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INVESTMENT STRUCTURE</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Danantara would take a direct stake in the logistics platform alongside FKS Multi Agro, funding the next gateways</a:t>
            </a:r>
            <a:endParaRPr lang="en-US" sz="2200" dirty="0"/>
          </a:p>
        </p:txBody>
      </p:sp>
      <p:pic>
        <p:nvPicPr>
          <p:cNvPr id="4" name="Image 0" descr="/home/user/fks-danantara-deck./build/assets/logo_lockup_raw.png">    </p:cNvPr>
          <p:cNvPicPr>
            <a:picLocks noChangeAspect="1"/>
          </p:cNvPicPr>
          <p:nvPr/>
        </p:nvPicPr>
        <p:blipFill>
          <a:blip r:embed="rId1"/>
          <a:stretch>
            <a:fillRect/>
          </a:stretch>
        </p:blipFill>
        <p:spPr>
          <a:xfrm>
            <a:off x="10344607" y="347472"/>
            <a:ext cx="1298448" cy="436169"/>
          </a:xfrm>
          <a:prstGeom prst="rect">
            <a:avLst/>
          </a:prstGeom>
        </p:spPr>
      </p:pic>
      <p:sp>
        <p:nvSpPr>
          <p:cNvPr id="5" name="Shape 2"/>
          <p:cNvSpPr/>
          <p:nvPr/>
        </p:nvSpPr>
        <p:spPr>
          <a:xfrm>
            <a:off x="548640" y="1600200"/>
            <a:ext cx="4617720" cy="4434840"/>
          </a:xfrm>
          <a:prstGeom prst="rect">
            <a:avLst/>
          </a:prstGeom>
          <a:solidFill>
            <a:srgbClr val="F2F4F7"/>
          </a:solidFill>
          <a:ln w="12700">
            <a:solidFill>
              <a:srgbClr val="F2F4F7"/>
            </a:solidFill>
            <a:prstDash val="solid"/>
          </a:ln>
        </p:spPr>
      </p:sp>
      <p:sp>
        <p:nvSpPr>
          <p:cNvPr id="6" name="Shape 3"/>
          <p:cNvSpPr/>
          <p:nvPr/>
        </p:nvSpPr>
        <p:spPr>
          <a:xfrm>
            <a:off x="7025335" y="1600200"/>
            <a:ext cx="4617720" cy="4434840"/>
          </a:xfrm>
          <a:prstGeom prst="rect">
            <a:avLst/>
          </a:prstGeom>
          <a:solidFill>
            <a:srgbClr val="F2F4F7"/>
          </a:solidFill>
          <a:ln w="12700">
            <a:solidFill>
              <a:srgbClr val="F2F4F7"/>
            </a:solidFill>
            <a:prstDash val="solid"/>
          </a:ln>
        </p:spPr>
      </p:sp>
      <p:sp>
        <p:nvSpPr>
          <p:cNvPr id="7" name="Text 4"/>
          <p:cNvSpPr txBox="1"/>
          <p:nvPr/>
        </p:nvSpPr>
        <p:spPr>
          <a:xfrm>
            <a:off x="822960" y="1783080"/>
            <a:ext cx="4069080" cy="237744"/>
          </a:xfrm>
          <a:prstGeom prst="rect">
            <a:avLst/>
          </a:prstGeom>
          <a:noFill/>
          <a:ln/>
        </p:spPr>
        <p:txBody>
          <a:bodyPr wrap="square" lIns="0" tIns="0" rIns="0" bIns="0" rtlCol="0" anchor="t"/>
          <a:lstStyle/>
          <a:p>
            <a:pPr algn="l" indent="0" marL="0">
              <a:buNone/>
            </a:pPr>
            <a:r>
              <a:rPr lang="en-US" sz="1000" b="1" spc="200" kern="0" dirty="0">
                <a:solidFill>
                  <a:srgbClr val="6B7280"/>
                </a:solidFill>
                <a:latin typeface="Calibri" pitchFamily="34" charset="0"/>
                <a:ea typeface="Calibri" pitchFamily="34" charset="-122"/>
                <a:cs typeface="Calibri" pitchFamily="34" charset="-120"/>
              </a:rPr>
              <a:t>TODAY</a:t>
            </a:r>
            <a:endParaRPr lang="en-US" sz="1000" dirty="0"/>
          </a:p>
        </p:txBody>
      </p:sp>
      <p:sp>
        <p:nvSpPr>
          <p:cNvPr id="8" name="Text 5"/>
          <p:cNvSpPr txBox="1"/>
          <p:nvPr/>
        </p:nvSpPr>
        <p:spPr>
          <a:xfrm>
            <a:off x="7299655" y="1783080"/>
            <a:ext cx="4069080" cy="237744"/>
          </a:xfrm>
          <a:prstGeom prst="rect">
            <a:avLst/>
          </a:prstGeom>
          <a:noFill/>
          <a:ln/>
        </p:spPr>
        <p:txBody>
          <a:bodyPr wrap="square" lIns="0" tIns="0" rIns="0" bIns="0" rtlCol="0" anchor="t"/>
          <a:lstStyle/>
          <a:p>
            <a:pPr algn="l" indent="0" marL="0">
              <a:buNone/>
            </a:pPr>
            <a:r>
              <a:rPr lang="en-US" sz="1000" b="1" spc="200" kern="0" dirty="0">
                <a:solidFill>
                  <a:srgbClr val="9A7A1C"/>
                </a:solidFill>
                <a:latin typeface="Calibri" pitchFamily="34" charset="0"/>
                <a:ea typeface="Calibri" pitchFamily="34" charset="-122"/>
                <a:cs typeface="Calibri" pitchFamily="34" charset="-120"/>
              </a:rPr>
              <a:t>POST-TRANSACTION  —  ILLUSTRATIVE</a:t>
            </a:r>
            <a:endParaRPr lang="en-US" sz="1000" dirty="0"/>
          </a:p>
        </p:txBody>
      </p:sp>
      <p:sp>
        <p:nvSpPr>
          <p:cNvPr id="9" name="Shape 6"/>
          <p:cNvSpPr/>
          <p:nvPr/>
        </p:nvSpPr>
        <p:spPr>
          <a:xfrm>
            <a:off x="1577340" y="2194560"/>
            <a:ext cx="2560320" cy="566928"/>
          </a:xfrm>
          <a:prstGeom prst="rect">
            <a:avLst/>
          </a:prstGeom>
          <a:solidFill>
            <a:srgbClr val="FFFFFF"/>
          </a:solidFill>
          <a:ln w="15875">
            <a:solidFill>
              <a:srgbClr val="0F2340"/>
            </a:solidFill>
            <a:prstDash val="solid"/>
          </a:ln>
        </p:spPr>
      </p:sp>
      <p:sp>
        <p:nvSpPr>
          <p:cNvPr id="10" name="Text 7"/>
          <p:cNvSpPr txBox="1"/>
          <p:nvPr/>
        </p:nvSpPr>
        <p:spPr>
          <a:xfrm>
            <a:off x="1668780" y="2249424"/>
            <a:ext cx="2377440" cy="274320"/>
          </a:xfrm>
          <a:prstGeom prst="rect">
            <a:avLst/>
          </a:prstGeom>
          <a:noFill/>
          <a:ln/>
        </p:spPr>
        <p:txBody>
          <a:bodyPr wrap="square" lIns="0" tIns="0" rIns="0" bIns="0" rtlCol="0" anchor="t"/>
          <a:lstStyle/>
          <a:p>
            <a:pPr algn="ctr" indent="0" marL="0">
              <a:buNone/>
            </a:pPr>
            <a:r>
              <a:rPr lang="en-US" sz="1100" b="1" dirty="0">
                <a:solidFill>
                  <a:srgbClr val="0F2340"/>
                </a:solidFill>
                <a:latin typeface="Calibri" pitchFamily="34" charset="0"/>
                <a:ea typeface="Calibri" pitchFamily="34" charset="-122"/>
                <a:cs typeface="Calibri" pitchFamily="34" charset="-120"/>
              </a:rPr>
              <a:t>FKS Multi Agro</a:t>
            </a:r>
            <a:endParaRPr lang="en-US" sz="1100" dirty="0"/>
          </a:p>
        </p:txBody>
      </p:sp>
      <p:sp>
        <p:nvSpPr>
          <p:cNvPr id="11" name="Text 8"/>
          <p:cNvSpPr txBox="1"/>
          <p:nvPr/>
        </p:nvSpPr>
        <p:spPr>
          <a:xfrm>
            <a:off x="1668780" y="2496312"/>
            <a:ext cx="2377440" cy="2286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Sponsor</a:t>
            </a:r>
            <a:endParaRPr lang="en-US" sz="850" dirty="0"/>
          </a:p>
        </p:txBody>
      </p:sp>
      <p:sp>
        <p:nvSpPr>
          <p:cNvPr id="12" name="Shape 9"/>
          <p:cNvSpPr/>
          <p:nvPr/>
        </p:nvSpPr>
        <p:spPr>
          <a:xfrm>
            <a:off x="2857500" y="2761488"/>
            <a:ext cx="0" cy="438912"/>
          </a:xfrm>
          <a:prstGeom prst="line">
            <a:avLst/>
          </a:prstGeom>
          <a:noFill/>
          <a:ln w="15875">
            <a:solidFill>
              <a:srgbClr val="0F2340"/>
            </a:solidFill>
            <a:prstDash val="solid"/>
            <a:tailEnd type="triangle"/>
          </a:ln>
        </p:spPr>
      </p:sp>
      <p:sp>
        <p:nvSpPr>
          <p:cNvPr id="13" name="Shape 10"/>
          <p:cNvSpPr/>
          <p:nvPr/>
        </p:nvSpPr>
        <p:spPr>
          <a:xfrm>
            <a:off x="2930652" y="2862072"/>
            <a:ext cx="566928" cy="237744"/>
          </a:xfrm>
          <a:prstGeom prst="roundRect">
            <a:avLst>
              <a:gd name="adj" fmla="val 50000"/>
            </a:avLst>
          </a:prstGeom>
          <a:solidFill>
            <a:srgbClr val="FFFFFF"/>
          </a:solidFill>
          <a:ln w="12700">
            <a:solidFill>
              <a:srgbClr val="FFFFFF"/>
            </a:solidFill>
            <a:prstDash val="solid"/>
          </a:ln>
        </p:spPr>
      </p:sp>
      <p:sp>
        <p:nvSpPr>
          <p:cNvPr id="14" name="Text 11"/>
          <p:cNvSpPr txBox="1"/>
          <p:nvPr/>
        </p:nvSpPr>
        <p:spPr>
          <a:xfrm>
            <a:off x="2930652" y="2862072"/>
            <a:ext cx="566928" cy="237744"/>
          </a:xfrm>
          <a:prstGeom prst="rect">
            <a:avLst/>
          </a:prstGeom>
          <a:noFill/>
          <a:ln/>
        </p:spPr>
        <p:txBody>
          <a:bodyPr wrap="square" lIns="0" tIns="0" rIns="0" bIns="0" rtlCol="0" anchor="ctr"/>
          <a:lstStyle/>
          <a:p>
            <a:pPr algn="l" indent="0" marL="0">
              <a:buNone/>
            </a:pPr>
            <a:r>
              <a:rPr lang="en-US" sz="900" b="1" dirty="0">
                <a:solidFill>
                  <a:srgbClr val="0F2340"/>
                </a:solidFill>
                <a:latin typeface="Calibri" pitchFamily="34" charset="0"/>
                <a:ea typeface="Calibri" pitchFamily="34" charset="-122"/>
                <a:cs typeface="Calibri" pitchFamily="34" charset="-120"/>
              </a:rPr>
              <a:t>100%</a:t>
            </a:r>
            <a:endParaRPr lang="en-US" sz="900" dirty="0"/>
          </a:p>
        </p:txBody>
      </p:sp>
      <p:sp>
        <p:nvSpPr>
          <p:cNvPr id="15" name="Shape 12"/>
          <p:cNvSpPr/>
          <p:nvPr/>
        </p:nvSpPr>
        <p:spPr>
          <a:xfrm>
            <a:off x="1577340" y="3200400"/>
            <a:ext cx="2560320" cy="566928"/>
          </a:xfrm>
          <a:prstGeom prst="rect">
            <a:avLst/>
          </a:prstGeom>
          <a:solidFill>
            <a:srgbClr val="0F2340"/>
          </a:solidFill>
          <a:ln w="15875">
            <a:solidFill>
              <a:srgbClr val="0F2340"/>
            </a:solidFill>
            <a:prstDash val="solid"/>
          </a:ln>
        </p:spPr>
      </p:sp>
      <p:sp>
        <p:nvSpPr>
          <p:cNvPr id="16" name="Text 13"/>
          <p:cNvSpPr txBox="1"/>
          <p:nvPr/>
        </p:nvSpPr>
        <p:spPr>
          <a:xfrm>
            <a:off x="1668780" y="3255264"/>
            <a:ext cx="237744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FSL</a:t>
            </a:r>
            <a:endParaRPr lang="en-US" sz="1100" dirty="0"/>
          </a:p>
        </p:txBody>
      </p:sp>
      <p:sp>
        <p:nvSpPr>
          <p:cNvPr id="17" name="Text 14"/>
          <p:cNvSpPr txBox="1"/>
          <p:nvPr/>
        </p:nvSpPr>
        <p:spPr>
          <a:xfrm>
            <a:off x="1668780" y="3502152"/>
            <a:ext cx="2377440" cy="228600"/>
          </a:xfrm>
          <a:prstGeom prst="rect">
            <a:avLst/>
          </a:prstGeom>
          <a:noFill/>
          <a:ln/>
        </p:spPr>
        <p:txBody>
          <a:bodyPr wrap="square" lIns="0" tIns="0" rIns="0" bIns="0" rtlCol="0" anchor="t"/>
          <a:lstStyle/>
          <a:p>
            <a:pPr algn="ctr" indent="0" marL="0">
              <a:buNone/>
            </a:pPr>
            <a:r>
              <a:rPr lang="en-US" sz="850" dirty="0">
                <a:solidFill>
                  <a:srgbClr val="C7D0DD"/>
                </a:solidFill>
                <a:latin typeface="Calibri" pitchFamily="34" charset="0"/>
                <a:ea typeface="Calibri" pitchFamily="34" charset="-122"/>
                <a:cs typeface="Calibri" pitchFamily="34" charset="-120"/>
              </a:rPr>
              <a:t>Logistics platform</a:t>
            </a:r>
            <a:endParaRPr lang="en-US" sz="850" dirty="0"/>
          </a:p>
        </p:txBody>
      </p:sp>
      <p:sp>
        <p:nvSpPr>
          <p:cNvPr id="18" name="Shape 15"/>
          <p:cNvSpPr/>
          <p:nvPr/>
        </p:nvSpPr>
        <p:spPr>
          <a:xfrm>
            <a:off x="2857500" y="3767328"/>
            <a:ext cx="0" cy="438912"/>
          </a:xfrm>
          <a:prstGeom prst="line">
            <a:avLst/>
          </a:prstGeom>
          <a:noFill/>
          <a:ln w="15875">
            <a:solidFill>
              <a:srgbClr val="0F2340"/>
            </a:solidFill>
            <a:prstDash val="solid"/>
            <a:tailEnd type="triangle"/>
          </a:ln>
        </p:spPr>
      </p:sp>
      <p:sp>
        <p:nvSpPr>
          <p:cNvPr id="19" name="Shape 16"/>
          <p:cNvSpPr/>
          <p:nvPr/>
        </p:nvSpPr>
        <p:spPr>
          <a:xfrm>
            <a:off x="822960" y="4206240"/>
            <a:ext cx="4069080" cy="658368"/>
          </a:xfrm>
          <a:prstGeom prst="rect">
            <a:avLst/>
          </a:prstGeom>
          <a:solidFill>
            <a:srgbClr val="FFFFFF"/>
          </a:solidFill>
          <a:ln w="9525">
            <a:solidFill>
              <a:srgbClr val="2F5387"/>
            </a:solidFill>
            <a:prstDash val="solid"/>
          </a:ln>
        </p:spPr>
      </p:sp>
      <p:sp>
        <p:nvSpPr>
          <p:cNvPr id="20" name="Text 17"/>
          <p:cNvSpPr txBox="1"/>
          <p:nvPr/>
        </p:nvSpPr>
        <p:spPr>
          <a:xfrm>
            <a:off x="914400" y="4261104"/>
            <a:ext cx="3886200" cy="274320"/>
          </a:xfrm>
          <a:prstGeom prst="rect">
            <a:avLst/>
          </a:prstGeom>
          <a:noFill/>
          <a:ln/>
        </p:spPr>
        <p:txBody>
          <a:bodyPr wrap="square" lIns="0" tIns="0" rIns="0" bIns="0" rtlCol="0" anchor="t"/>
          <a:lstStyle/>
          <a:p>
            <a:pPr algn="ctr" indent="0" marL="0">
              <a:buNone/>
            </a:pPr>
            <a:r>
              <a:rPr lang="en-US" sz="1000" b="1" dirty="0">
                <a:solidFill>
                  <a:srgbClr val="0F2340"/>
                </a:solidFill>
                <a:latin typeface="Calibri" pitchFamily="34" charset="0"/>
                <a:ea typeface="Calibri" pitchFamily="34" charset="-122"/>
                <a:cs typeface="Calibri" pitchFamily="34" charset="-120"/>
              </a:rPr>
              <a:t>Operating gateways</a:t>
            </a:r>
            <a:endParaRPr lang="en-US" sz="1000" dirty="0"/>
          </a:p>
        </p:txBody>
      </p:sp>
      <p:sp>
        <p:nvSpPr>
          <p:cNvPr id="21" name="Text 18"/>
          <p:cNvSpPr txBox="1"/>
          <p:nvPr/>
        </p:nvSpPr>
        <p:spPr>
          <a:xfrm>
            <a:off x="914400" y="4507992"/>
            <a:ext cx="3886200" cy="2286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Teluk Lamong  ·  Cigading  ·  Belawan</a:t>
            </a:r>
            <a:endParaRPr lang="en-US" sz="850" dirty="0"/>
          </a:p>
        </p:txBody>
      </p:sp>
      <p:sp>
        <p:nvSpPr>
          <p:cNvPr id="22" name="Shape 19"/>
          <p:cNvSpPr/>
          <p:nvPr/>
        </p:nvSpPr>
        <p:spPr>
          <a:xfrm>
            <a:off x="5349240" y="3282696"/>
            <a:ext cx="1493215" cy="402336"/>
          </a:xfrm>
          <a:prstGeom prst="rightArrow">
            <a:avLst/>
          </a:prstGeom>
          <a:solidFill>
            <a:srgbClr val="C39B2A"/>
          </a:solidFill>
          <a:ln w="12700">
            <a:solidFill>
              <a:srgbClr val="C39B2A"/>
            </a:solidFill>
            <a:prstDash val="solid"/>
          </a:ln>
        </p:spPr>
      </p:sp>
      <p:sp>
        <p:nvSpPr>
          <p:cNvPr id="23" name="Text 20"/>
          <p:cNvSpPr txBox="1"/>
          <p:nvPr/>
        </p:nvSpPr>
        <p:spPr>
          <a:xfrm>
            <a:off x="5212080" y="2615184"/>
            <a:ext cx="1767535" cy="640080"/>
          </a:xfrm>
          <a:prstGeom prst="rect">
            <a:avLst/>
          </a:prstGeom>
          <a:noFill/>
          <a:ln/>
        </p:spPr>
        <p:txBody>
          <a:bodyPr wrap="square" lIns="0" tIns="0" rIns="0" bIns="0" rtlCol="0" anchor="b"/>
          <a:lstStyle/>
          <a:p>
            <a:pPr algn="ctr" indent="0" marL="0">
              <a:lnSpc>
                <a:spcPct val="100000"/>
              </a:lnSpc>
              <a:buNone/>
            </a:pPr>
            <a:r>
              <a:rPr lang="en-US" sz="950" b="1" dirty="0">
                <a:solidFill>
                  <a:srgbClr val="0F2340"/>
                </a:solidFill>
                <a:latin typeface="Calibri" pitchFamily="34" charset="0"/>
                <a:ea typeface="Calibri" pitchFamily="34" charset="-122"/>
                <a:cs typeface="Calibri" pitchFamily="34" charset="-120"/>
              </a:rPr>
              <a:t>Capital injection or share acquisition</a:t>
            </a:r>
            <a:endParaRPr lang="en-US" sz="950" dirty="0"/>
          </a:p>
        </p:txBody>
      </p:sp>
      <p:sp>
        <p:nvSpPr>
          <p:cNvPr id="24" name="Text 21"/>
          <p:cNvSpPr txBox="1"/>
          <p:nvPr/>
        </p:nvSpPr>
        <p:spPr>
          <a:xfrm>
            <a:off x="5212080" y="3758184"/>
            <a:ext cx="1767535" cy="640080"/>
          </a:xfrm>
          <a:prstGeom prst="rect">
            <a:avLst/>
          </a:prstGeom>
          <a:noFill/>
          <a:ln/>
        </p:spPr>
        <p:txBody>
          <a:bodyPr wrap="square" lIns="0" tIns="0" rIns="0" bIns="0" rtlCol="0" anchor="t"/>
          <a:lstStyle/>
          <a:p>
            <a:pPr algn="ctr" indent="0" marL="0">
              <a:lnSpc>
                <a:spcPct val="100000"/>
              </a:lnSpc>
              <a:buNone/>
            </a:pPr>
            <a:r>
              <a:rPr lang="en-US" sz="850" b="1" dirty="0">
                <a:solidFill>
                  <a:srgbClr val="9A7A1C"/>
                </a:solidFill>
                <a:latin typeface="Calibri" pitchFamily="34" charset="0"/>
                <a:ea typeface="Calibri" pitchFamily="34" charset="-122"/>
                <a:cs typeface="Calibri" pitchFamily="34" charset="-120"/>
              </a:rPr>
              <a:t>49% illustrative, subject to negotiation</a:t>
            </a:r>
            <a:endParaRPr lang="en-US" sz="850" dirty="0"/>
          </a:p>
        </p:txBody>
      </p:sp>
      <p:sp>
        <p:nvSpPr>
          <p:cNvPr id="25" name="Shape 22"/>
          <p:cNvSpPr/>
          <p:nvPr/>
        </p:nvSpPr>
        <p:spPr>
          <a:xfrm>
            <a:off x="7093915" y="2194560"/>
            <a:ext cx="2103120" cy="566928"/>
          </a:xfrm>
          <a:prstGeom prst="rect">
            <a:avLst/>
          </a:prstGeom>
          <a:solidFill>
            <a:srgbClr val="FFFFFF"/>
          </a:solidFill>
          <a:ln w="15875">
            <a:solidFill>
              <a:srgbClr val="0F2340"/>
            </a:solidFill>
            <a:prstDash val="solid"/>
          </a:ln>
        </p:spPr>
      </p:sp>
      <p:sp>
        <p:nvSpPr>
          <p:cNvPr id="26" name="Text 23"/>
          <p:cNvSpPr txBox="1"/>
          <p:nvPr/>
        </p:nvSpPr>
        <p:spPr>
          <a:xfrm>
            <a:off x="7185355" y="2249424"/>
            <a:ext cx="1920240" cy="274320"/>
          </a:xfrm>
          <a:prstGeom prst="rect">
            <a:avLst/>
          </a:prstGeom>
          <a:noFill/>
          <a:ln/>
        </p:spPr>
        <p:txBody>
          <a:bodyPr wrap="square" lIns="0" tIns="0" rIns="0" bIns="0" rtlCol="0" anchor="t"/>
          <a:lstStyle/>
          <a:p>
            <a:pPr algn="ctr" indent="0" marL="0">
              <a:buNone/>
            </a:pPr>
            <a:r>
              <a:rPr lang="en-US" sz="1100" b="1" dirty="0">
                <a:solidFill>
                  <a:srgbClr val="0F2340"/>
                </a:solidFill>
                <a:latin typeface="Calibri" pitchFamily="34" charset="0"/>
                <a:ea typeface="Calibri" pitchFamily="34" charset="-122"/>
                <a:cs typeface="Calibri" pitchFamily="34" charset="-120"/>
              </a:rPr>
              <a:t>FKS Multi Agro</a:t>
            </a:r>
            <a:endParaRPr lang="en-US" sz="1100" dirty="0"/>
          </a:p>
        </p:txBody>
      </p:sp>
      <p:sp>
        <p:nvSpPr>
          <p:cNvPr id="27" name="Text 24"/>
          <p:cNvSpPr txBox="1"/>
          <p:nvPr/>
        </p:nvSpPr>
        <p:spPr>
          <a:xfrm>
            <a:off x="7185355" y="2496312"/>
            <a:ext cx="1920240" cy="228600"/>
          </a:xfrm>
          <a:prstGeom prst="rect">
            <a:avLst/>
          </a:prstGeom>
          <a:noFill/>
          <a:ln/>
        </p:spPr>
        <p:txBody>
          <a:bodyPr wrap="square" lIns="0" tIns="0" rIns="0" bIns="0" rtlCol="0" anchor="t"/>
          <a:lstStyle/>
          <a:p>
            <a:pPr algn="ctr" indent="0" marL="0">
              <a:buNone/>
            </a:pPr>
            <a:r>
              <a:rPr lang="en-US" sz="850" dirty="0">
                <a:solidFill>
                  <a:srgbClr val="0F2340"/>
                </a:solidFill>
                <a:latin typeface="Calibri" pitchFamily="34" charset="0"/>
                <a:ea typeface="Calibri" pitchFamily="34" charset="-122"/>
                <a:cs typeface="Calibri" pitchFamily="34" charset="-120"/>
              </a:rPr>
              <a:t>51%  —  retains control</a:t>
            </a:r>
            <a:endParaRPr lang="en-US" sz="850" dirty="0"/>
          </a:p>
        </p:txBody>
      </p:sp>
      <p:sp>
        <p:nvSpPr>
          <p:cNvPr id="28" name="Shape 25"/>
          <p:cNvSpPr/>
          <p:nvPr/>
        </p:nvSpPr>
        <p:spPr>
          <a:xfrm>
            <a:off x="9471355" y="2194560"/>
            <a:ext cx="2103120" cy="566928"/>
          </a:xfrm>
          <a:prstGeom prst="rect">
            <a:avLst/>
          </a:prstGeom>
          <a:solidFill>
            <a:srgbClr val="FFFFFF"/>
          </a:solidFill>
          <a:ln w="15875">
            <a:solidFill>
              <a:srgbClr val="C39B2A"/>
            </a:solidFill>
            <a:prstDash val="solid"/>
          </a:ln>
        </p:spPr>
      </p:sp>
      <p:sp>
        <p:nvSpPr>
          <p:cNvPr id="29" name="Text 26"/>
          <p:cNvSpPr txBox="1"/>
          <p:nvPr/>
        </p:nvSpPr>
        <p:spPr>
          <a:xfrm>
            <a:off x="9562795" y="2249424"/>
            <a:ext cx="1920240" cy="274320"/>
          </a:xfrm>
          <a:prstGeom prst="rect">
            <a:avLst/>
          </a:prstGeom>
          <a:noFill/>
          <a:ln/>
        </p:spPr>
        <p:txBody>
          <a:bodyPr wrap="square" lIns="0" tIns="0" rIns="0" bIns="0" rtlCol="0" anchor="t"/>
          <a:lstStyle/>
          <a:p>
            <a:pPr algn="ctr" indent="0" marL="0">
              <a:buNone/>
            </a:pPr>
            <a:r>
              <a:rPr lang="en-US" sz="1100" b="1" dirty="0">
                <a:solidFill>
                  <a:srgbClr val="9A7A1C"/>
                </a:solidFill>
                <a:latin typeface="Calibri" pitchFamily="34" charset="0"/>
                <a:ea typeface="Calibri" pitchFamily="34" charset="-122"/>
                <a:cs typeface="Calibri" pitchFamily="34" charset="-120"/>
              </a:rPr>
              <a:t>Danantara Indonesia</a:t>
            </a:r>
            <a:endParaRPr lang="en-US" sz="1100" dirty="0"/>
          </a:p>
        </p:txBody>
      </p:sp>
      <p:sp>
        <p:nvSpPr>
          <p:cNvPr id="30" name="Text 27"/>
          <p:cNvSpPr txBox="1"/>
          <p:nvPr/>
        </p:nvSpPr>
        <p:spPr>
          <a:xfrm>
            <a:off x="9562795" y="2496312"/>
            <a:ext cx="1920240" cy="228600"/>
          </a:xfrm>
          <a:prstGeom prst="rect">
            <a:avLst/>
          </a:prstGeom>
          <a:noFill/>
          <a:ln/>
        </p:spPr>
        <p:txBody>
          <a:bodyPr wrap="square" lIns="0" tIns="0" rIns="0" bIns="0" rtlCol="0" anchor="t"/>
          <a:lstStyle/>
          <a:p>
            <a:pPr algn="ctr" indent="0" marL="0">
              <a:buNone/>
            </a:pPr>
            <a:r>
              <a:rPr lang="en-US" sz="850" dirty="0">
                <a:solidFill>
                  <a:srgbClr val="9A7A1C"/>
                </a:solidFill>
                <a:latin typeface="Calibri" pitchFamily="34" charset="0"/>
                <a:ea typeface="Calibri" pitchFamily="34" charset="-122"/>
                <a:cs typeface="Calibri" pitchFamily="34" charset="-120"/>
              </a:rPr>
              <a:t>49%  —  illustrative</a:t>
            </a:r>
            <a:endParaRPr lang="en-US" sz="850" dirty="0"/>
          </a:p>
        </p:txBody>
      </p:sp>
      <p:sp>
        <p:nvSpPr>
          <p:cNvPr id="31" name="Shape 28"/>
          <p:cNvSpPr/>
          <p:nvPr/>
        </p:nvSpPr>
        <p:spPr>
          <a:xfrm>
            <a:off x="8145475" y="2761488"/>
            <a:ext cx="0" cy="256032"/>
          </a:xfrm>
          <a:prstGeom prst="line">
            <a:avLst/>
          </a:prstGeom>
          <a:noFill/>
          <a:ln w="15875">
            <a:solidFill>
              <a:srgbClr val="0F2340"/>
            </a:solidFill>
            <a:prstDash val="solid"/>
          </a:ln>
        </p:spPr>
      </p:sp>
      <p:sp>
        <p:nvSpPr>
          <p:cNvPr id="32" name="Shape 29"/>
          <p:cNvSpPr/>
          <p:nvPr/>
        </p:nvSpPr>
        <p:spPr>
          <a:xfrm>
            <a:off x="10522915" y="2761488"/>
            <a:ext cx="0" cy="256032"/>
          </a:xfrm>
          <a:prstGeom prst="line">
            <a:avLst/>
          </a:prstGeom>
          <a:noFill/>
          <a:ln w="15875">
            <a:solidFill>
              <a:srgbClr val="C39B2A"/>
            </a:solidFill>
            <a:prstDash val="solid"/>
          </a:ln>
        </p:spPr>
      </p:sp>
      <p:sp>
        <p:nvSpPr>
          <p:cNvPr id="33" name="Shape 30"/>
          <p:cNvSpPr/>
          <p:nvPr/>
        </p:nvSpPr>
        <p:spPr>
          <a:xfrm>
            <a:off x="8145475" y="3017520"/>
            <a:ext cx="2377440" cy="0"/>
          </a:xfrm>
          <a:prstGeom prst="line">
            <a:avLst/>
          </a:prstGeom>
          <a:noFill/>
          <a:ln w="15875">
            <a:solidFill>
              <a:srgbClr val="0F2340"/>
            </a:solidFill>
            <a:prstDash val="solid"/>
          </a:ln>
        </p:spPr>
      </p:sp>
      <p:sp>
        <p:nvSpPr>
          <p:cNvPr id="34" name="Shape 31"/>
          <p:cNvSpPr/>
          <p:nvPr/>
        </p:nvSpPr>
        <p:spPr>
          <a:xfrm>
            <a:off x="9334195" y="3017520"/>
            <a:ext cx="0" cy="182880"/>
          </a:xfrm>
          <a:prstGeom prst="line">
            <a:avLst/>
          </a:prstGeom>
          <a:noFill/>
          <a:ln w="15875">
            <a:solidFill>
              <a:srgbClr val="0F2340"/>
            </a:solidFill>
            <a:prstDash val="solid"/>
            <a:tailEnd type="triangle"/>
          </a:ln>
        </p:spPr>
      </p:sp>
      <p:sp>
        <p:nvSpPr>
          <p:cNvPr id="35" name="Shape 32"/>
          <p:cNvSpPr/>
          <p:nvPr/>
        </p:nvSpPr>
        <p:spPr>
          <a:xfrm>
            <a:off x="8054035" y="3200400"/>
            <a:ext cx="2560320" cy="566928"/>
          </a:xfrm>
          <a:prstGeom prst="rect">
            <a:avLst/>
          </a:prstGeom>
          <a:solidFill>
            <a:srgbClr val="0F2340"/>
          </a:solidFill>
          <a:ln w="15875">
            <a:solidFill>
              <a:srgbClr val="0F2340"/>
            </a:solidFill>
            <a:prstDash val="solid"/>
          </a:ln>
        </p:spPr>
      </p:sp>
      <p:sp>
        <p:nvSpPr>
          <p:cNvPr id="36" name="Text 33"/>
          <p:cNvSpPr txBox="1"/>
          <p:nvPr/>
        </p:nvSpPr>
        <p:spPr>
          <a:xfrm>
            <a:off x="8145475" y="3255264"/>
            <a:ext cx="237744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FSL</a:t>
            </a:r>
            <a:endParaRPr lang="en-US" sz="1100" dirty="0"/>
          </a:p>
        </p:txBody>
      </p:sp>
      <p:sp>
        <p:nvSpPr>
          <p:cNvPr id="37" name="Text 34"/>
          <p:cNvSpPr txBox="1"/>
          <p:nvPr/>
        </p:nvSpPr>
        <p:spPr>
          <a:xfrm>
            <a:off x="8145475" y="3502152"/>
            <a:ext cx="2377440" cy="228600"/>
          </a:xfrm>
          <a:prstGeom prst="rect">
            <a:avLst/>
          </a:prstGeom>
          <a:noFill/>
          <a:ln/>
        </p:spPr>
        <p:txBody>
          <a:bodyPr wrap="square" lIns="0" tIns="0" rIns="0" bIns="0" rtlCol="0" anchor="t"/>
          <a:lstStyle/>
          <a:p>
            <a:pPr algn="ctr" indent="0" marL="0">
              <a:buNone/>
            </a:pPr>
            <a:r>
              <a:rPr lang="en-US" sz="850" dirty="0">
                <a:solidFill>
                  <a:srgbClr val="C7D0DD"/>
                </a:solidFill>
                <a:latin typeface="Calibri" pitchFamily="34" charset="0"/>
                <a:ea typeface="Calibri" pitchFamily="34" charset="-122"/>
                <a:cs typeface="Calibri" pitchFamily="34" charset="-120"/>
              </a:rPr>
              <a:t>Logistics platform</a:t>
            </a:r>
            <a:endParaRPr lang="en-US" sz="850" dirty="0"/>
          </a:p>
        </p:txBody>
      </p:sp>
      <p:sp>
        <p:nvSpPr>
          <p:cNvPr id="38" name="Shape 35"/>
          <p:cNvSpPr/>
          <p:nvPr/>
        </p:nvSpPr>
        <p:spPr>
          <a:xfrm>
            <a:off x="9334195" y="3767328"/>
            <a:ext cx="0" cy="347472"/>
          </a:xfrm>
          <a:prstGeom prst="line">
            <a:avLst/>
          </a:prstGeom>
          <a:noFill/>
          <a:ln w="15875">
            <a:solidFill>
              <a:srgbClr val="0F2340"/>
            </a:solidFill>
            <a:prstDash val="solid"/>
            <a:tailEnd type="triangle"/>
          </a:ln>
        </p:spPr>
      </p:sp>
      <p:sp>
        <p:nvSpPr>
          <p:cNvPr id="39" name="Shape 36"/>
          <p:cNvSpPr/>
          <p:nvPr/>
        </p:nvSpPr>
        <p:spPr>
          <a:xfrm>
            <a:off x="8271205" y="4114800"/>
            <a:ext cx="2125980" cy="0"/>
          </a:xfrm>
          <a:prstGeom prst="line">
            <a:avLst/>
          </a:prstGeom>
          <a:noFill/>
          <a:ln w="15875">
            <a:solidFill>
              <a:srgbClr val="0F2340"/>
            </a:solidFill>
            <a:prstDash val="solid"/>
          </a:ln>
        </p:spPr>
      </p:sp>
      <p:sp>
        <p:nvSpPr>
          <p:cNvPr id="40" name="Shape 37"/>
          <p:cNvSpPr/>
          <p:nvPr/>
        </p:nvSpPr>
        <p:spPr>
          <a:xfrm>
            <a:off x="8271205" y="4114800"/>
            <a:ext cx="0" cy="91440"/>
          </a:xfrm>
          <a:prstGeom prst="line">
            <a:avLst/>
          </a:prstGeom>
          <a:noFill/>
          <a:ln w="15875">
            <a:solidFill>
              <a:srgbClr val="0F2340"/>
            </a:solidFill>
            <a:prstDash val="solid"/>
          </a:ln>
        </p:spPr>
      </p:sp>
      <p:sp>
        <p:nvSpPr>
          <p:cNvPr id="41" name="Shape 38"/>
          <p:cNvSpPr/>
          <p:nvPr/>
        </p:nvSpPr>
        <p:spPr>
          <a:xfrm>
            <a:off x="10397185" y="4114800"/>
            <a:ext cx="0" cy="91440"/>
          </a:xfrm>
          <a:prstGeom prst="line">
            <a:avLst/>
          </a:prstGeom>
          <a:noFill/>
          <a:ln w="15875">
            <a:solidFill>
              <a:srgbClr val="C39B2A"/>
            </a:solidFill>
            <a:prstDash val="solid"/>
          </a:ln>
        </p:spPr>
      </p:sp>
      <p:sp>
        <p:nvSpPr>
          <p:cNvPr id="42" name="Shape 39"/>
          <p:cNvSpPr/>
          <p:nvPr/>
        </p:nvSpPr>
        <p:spPr>
          <a:xfrm>
            <a:off x="7299655" y="4206240"/>
            <a:ext cx="1943100" cy="658368"/>
          </a:xfrm>
          <a:prstGeom prst="rect">
            <a:avLst/>
          </a:prstGeom>
          <a:solidFill>
            <a:srgbClr val="FFFFFF"/>
          </a:solidFill>
          <a:ln w="9525">
            <a:solidFill>
              <a:srgbClr val="2F5387"/>
            </a:solidFill>
            <a:prstDash val="solid"/>
          </a:ln>
        </p:spPr>
      </p:sp>
      <p:sp>
        <p:nvSpPr>
          <p:cNvPr id="43" name="Text 40"/>
          <p:cNvSpPr txBox="1"/>
          <p:nvPr/>
        </p:nvSpPr>
        <p:spPr>
          <a:xfrm>
            <a:off x="7391095" y="4261104"/>
            <a:ext cx="1760220" cy="274320"/>
          </a:xfrm>
          <a:prstGeom prst="rect">
            <a:avLst/>
          </a:prstGeom>
          <a:noFill/>
          <a:ln/>
        </p:spPr>
        <p:txBody>
          <a:bodyPr wrap="square" lIns="0" tIns="0" rIns="0" bIns="0" rtlCol="0" anchor="t"/>
          <a:lstStyle/>
          <a:p>
            <a:pPr algn="ctr" indent="0" marL="0">
              <a:buNone/>
            </a:pPr>
            <a:r>
              <a:rPr lang="en-US" sz="1000" b="1" dirty="0">
                <a:solidFill>
                  <a:srgbClr val="0F2340"/>
                </a:solidFill>
                <a:latin typeface="Calibri" pitchFamily="34" charset="0"/>
                <a:ea typeface="Calibri" pitchFamily="34" charset="-122"/>
                <a:cs typeface="Calibri" pitchFamily="34" charset="-120"/>
              </a:rPr>
              <a:t>Operating gateways</a:t>
            </a:r>
            <a:endParaRPr lang="en-US" sz="1000" dirty="0"/>
          </a:p>
        </p:txBody>
      </p:sp>
      <p:sp>
        <p:nvSpPr>
          <p:cNvPr id="44" name="Text 41"/>
          <p:cNvSpPr txBox="1"/>
          <p:nvPr/>
        </p:nvSpPr>
        <p:spPr>
          <a:xfrm>
            <a:off x="7391095" y="4507992"/>
            <a:ext cx="1760220" cy="2286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Teluk Lamong  ·  Cigading  ·  Belawan</a:t>
            </a:r>
            <a:endParaRPr lang="en-US" sz="850" dirty="0"/>
          </a:p>
        </p:txBody>
      </p:sp>
      <p:sp>
        <p:nvSpPr>
          <p:cNvPr id="45" name="Shape 42"/>
          <p:cNvSpPr/>
          <p:nvPr/>
        </p:nvSpPr>
        <p:spPr>
          <a:xfrm>
            <a:off x="9425635" y="4206240"/>
            <a:ext cx="1943100" cy="658368"/>
          </a:xfrm>
          <a:prstGeom prst="rect">
            <a:avLst/>
          </a:prstGeom>
          <a:solidFill>
            <a:srgbClr val="FFFFFF"/>
          </a:solidFill>
          <a:ln w="9525">
            <a:solidFill>
              <a:srgbClr val="C39B2A"/>
            </a:solidFill>
            <a:prstDash val="solid"/>
          </a:ln>
        </p:spPr>
      </p:sp>
      <p:sp>
        <p:nvSpPr>
          <p:cNvPr id="46" name="Text 43"/>
          <p:cNvSpPr txBox="1"/>
          <p:nvPr/>
        </p:nvSpPr>
        <p:spPr>
          <a:xfrm>
            <a:off x="9517075" y="4261104"/>
            <a:ext cx="1760220" cy="274320"/>
          </a:xfrm>
          <a:prstGeom prst="rect">
            <a:avLst/>
          </a:prstGeom>
          <a:noFill/>
          <a:ln/>
        </p:spPr>
        <p:txBody>
          <a:bodyPr wrap="square" lIns="0" tIns="0" rIns="0" bIns="0" rtlCol="0" anchor="t"/>
          <a:lstStyle/>
          <a:p>
            <a:pPr algn="ctr" indent="0" marL="0">
              <a:buNone/>
            </a:pPr>
            <a:r>
              <a:rPr lang="en-US" sz="1000" b="1" dirty="0">
                <a:solidFill>
                  <a:srgbClr val="9A7A1C"/>
                </a:solidFill>
                <a:latin typeface="Calibri" pitchFamily="34" charset="0"/>
                <a:ea typeface="Calibri" pitchFamily="34" charset="-122"/>
                <a:cs typeface="Calibri" pitchFamily="34" charset="-120"/>
              </a:rPr>
              <a:t>Pipeline</a:t>
            </a:r>
            <a:endParaRPr lang="en-US" sz="1000" dirty="0"/>
          </a:p>
        </p:txBody>
      </p:sp>
      <p:sp>
        <p:nvSpPr>
          <p:cNvPr id="47" name="Text 44"/>
          <p:cNvSpPr txBox="1"/>
          <p:nvPr/>
        </p:nvSpPr>
        <p:spPr>
          <a:xfrm>
            <a:off x="9517075" y="4507992"/>
            <a:ext cx="1760220" cy="228600"/>
          </a:xfrm>
          <a:prstGeom prst="rect">
            <a:avLst/>
          </a:prstGeom>
          <a:noFill/>
          <a:ln/>
        </p:spPr>
        <p:txBody>
          <a:bodyPr wrap="square" lIns="0" tIns="0" rIns="0" bIns="0" rtlCol="0" anchor="t"/>
          <a:lstStyle/>
          <a:p>
            <a:pPr algn="ctr" indent="0" marL="0">
              <a:buNone/>
            </a:pPr>
            <a:r>
              <a:rPr lang="en-US" sz="850" dirty="0">
                <a:solidFill>
                  <a:srgbClr val="9A7A1C"/>
                </a:solidFill>
                <a:latin typeface="Calibri" pitchFamily="34" charset="0"/>
                <a:ea typeface="Calibri" pitchFamily="34" charset="-122"/>
                <a:cs typeface="Calibri" pitchFamily="34" charset="-120"/>
              </a:rPr>
              <a:t>Dumai  ·  Ciwandan  ·  site expansions</a:t>
            </a:r>
            <a:endParaRPr lang="en-US" sz="850" dirty="0"/>
          </a:p>
        </p:txBody>
      </p:sp>
      <p:sp>
        <p:nvSpPr>
          <p:cNvPr id="48" name="Text 45"/>
          <p:cNvSpPr txBox="1"/>
          <p:nvPr/>
        </p:nvSpPr>
        <p:spPr>
          <a:xfrm>
            <a:off x="7299655" y="5257800"/>
            <a:ext cx="4069080" cy="685800"/>
          </a:xfrm>
          <a:prstGeom prst="rect">
            <a:avLst/>
          </a:prstGeom>
          <a:noFill/>
          <a:ln/>
        </p:spPr>
        <p:txBody>
          <a:bodyPr wrap="square" lIns="0" tIns="0" rIns="0" bIns="0" rtlCol="0" anchor="t"/>
          <a:lstStyle/>
          <a:p>
            <a:pPr algn="l" indent="0" marL="0">
              <a:lnSpc>
                <a:spcPct val="105000"/>
              </a:lnSpc>
              <a:buNone/>
            </a:pPr>
            <a:r>
              <a:rPr lang="en-US" sz="850" dirty="0">
                <a:solidFill>
                  <a:srgbClr val="6B7280"/>
                </a:solidFill>
                <a:latin typeface="Calibri" pitchFamily="34" charset="0"/>
                <a:ea typeface="Calibri" pitchFamily="34" charset="-122"/>
                <a:cs typeface="Calibri" pitchFamily="34" charset="-120"/>
              </a:rPr>
              <a:t>Proceeds fund Dumai, Ciwandan and existing-site expansion. FKS retains majority ownership and operatorship. Valuation, governance and transaction perimeter to be agreed.</a:t>
            </a:r>
            <a:endParaRPr lang="en-US" sz="850" dirty="0"/>
          </a:p>
        </p:txBody>
      </p:sp>
      <p:sp>
        <p:nvSpPr>
          <p:cNvPr id="49" name="Text 46"/>
          <p:cNvSpPr txBox="1"/>
          <p:nvPr/>
        </p:nvSpPr>
        <p:spPr>
          <a:xfrm>
            <a:off x="822960" y="5257800"/>
            <a:ext cx="4069080" cy="685800"/>
          </a:xfrm>
          <a:prstGeom prst="rect">
            <a:avLst/>
          </a:prstGeom>
          <a:noFill/>
          <a:ln/>
        </p:spPr>
        <p:txBody>
          <a:bodyPr wrap="square" lIns="0" tIns="0" rIns="0" bIns="0" rtlCol="0" anchor="t"/>
          <a:lstStyle/>
          <a:p>
            <a:pPr algn="l" indent="0" marL="0">
              <a:lnSpc>
                <a:spcPct val="105000"/>
              </a:lnSpc>
              <a:buNone/>
            </a:pPr>
            <a:r>
              <a:rPr lang="en-US" sz="850" dirty="0">
                <a:solidFill>
                  <a:srgbClr val="6B7280"/>
                </a:solidFill>
                <a:latin typeface="Calibri" pitchFamily="34" charset="0"/>
                <a:ea typeface="Calibri" pitchFamily="34" charset="-122"/>
                <a:cs typeface="Calibri" pitchFamily="34" charset="-120"/>
              </a:rPr>
              <a:t>FSL is wholly owned by FKS Multi Agro and holds the three operating gateways.</a:t>
            </a:r>
            <a:endParaRPr lang="en-US" sz="850" dirty="0"/>
          </a:p>
        </p:txBody>
      </p:sp>
      <p:sp>
        <p:nvSpPr>
          <p:cNvPr id="50" name="Text 47"/>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51" name="Text 48"/>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9</a:t>
            </a:r>
            <a:endParaRPr lang="en-US" sz="800" dirty="0"/>
          </a:p>
        </p:txBody>
      </p:sp>
      <p:sp>
        <p:nvSpPr>
          <p:cNvPr id="52" name="Text 49"/>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Structure is illustrative and does not imply a confirmed transaction. Ownership percentages, perimeter and terms are subject to negotiation and due diligence.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FKS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FKS food &amp; feed logistics platform — discussion materials for Danantara Indonesia</dc:title>
  <dc:subject>PptxGenJS Presentation</dc:subject>
  <dc:creator>FKS Group — Business Development</dc:creator>
  <cp:lastModifiedBy>FKS Group — Business Development</cp:lastModifiedBy>
  <cp:revision>1</cp:revision>
  <dcterms:created xsi:type="dcterms:W3CDTF">2026-09-28T09:40:47Z</dcterms:created>
  <dcterms:modified xsi:type="dcterms:W3CDTF">2026-09-28T09:40:47Z</dcterms:modified>
</cp:coreProperties>
</file>