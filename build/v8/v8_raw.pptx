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62" r:id="rId5"/>
    <p:sldMasterId id="2147483674" r:id="rId6"/>
    <p:sldMasterId id="2147483684" r:id="rId7"/>
  </p:sldMasterIdLst>
  <p:notesMasterIdLst>
    <p:notesMasterId r:id="rId24"/>
  </p:notesMasterIdLst>
  <p:sldIdLst>
    <p:sldId id="256" r:id="rId13"/>
    <p:sldId id="257" r:id="rId14"/>
    <p:sldId id="258" r:id="rId15"/>
    <p:sldId id="259" r:id="rId16"/>
    <p:sldId id="260" r:id="rId17"/>
    <p:sldId id="261" r:id="rId18"/>
    <p:sldId id="262" r:id="rId19"/>
    <p:sldId id="263" r:id="rId20"/>
    <p:sldId id="264" r:id="rId21"/>
    <p:sldId id="265" r:id="rId22"/>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CACB"/>
    <a:srgbClr val="E8E9E9"/>
    <a:srgbClr val="E6B122"/>
    <a:srgbClr val="DAA620"/>
    <a:srgbClr val="F2CE64"/>
    <a:srgbClr val="9E9F9F"/>
    <a:srgbClr val="4C4C4E"/>
    <a:srgbClr val="E3B52B"/>
    <a:srgbClr val="F6F2E7"/>
    <a:srgbClr val="EDDA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57"/>
  </p:normalViewPr>
  <p:slideViewPr>
    <p:cSldViewPr snapToGrid="0" snapToObjects="1">
      <p:cViewPr varScale="1">
        <p:scale>
          <a:sx n="150" d="100"/>
          <a:sy n="150" d="100"/>
        </p:scale>
        <p:origin x="47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921287-9C58-4866-BD9F-C0F388DB6955}"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871ED9-1506-42D7-8D74-ACCF43B1413D}" type="slidenum">
              <a:rPr lang="en-US" smtClean="0"/>
              <a:t>‹#›</a:t>
            </a:fld>
            <a:endParaRPr lang="en-US"/>
          </a:p>
        </p:txBody>
      </p:sp>
    </p:spTree>
    <p:extLst>
      <p:ext uri="{BB962C8B-B14F-4D97-AF65-F5344CB8AC3E}">
        <p14:creationId xmlns:p14="http://schemas.microsoft.com/office/powerpoint/2010/main" val="2544356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Open the discussion: FKS operates an integrated port-to-mill logistics platform for Indonesia’s food &amp; feed supply chain and is inviting Danantara to invest in its growth.</a:t>
            </a:r>
          </a:p>
          <a:p/>
          <a:p>
            <a:r>
              <a:t>TALK TRACK</a:t>
            </a:r>
          </a:p>
          <a:p>
            <a:r>
              <a:t>FKS Group has imported and processed food and feed raw materials in Indonesia for decades. Since 2015 it has built a dedicated logistics layer at three gateways. Today we want to walk through why that layer matters for the country, what it delivers, where it goes next, and how Danantara could participate.</a:t>
            </a:r>
          </a:p>
          <a:p/>
          <a:p>
            <a:r>
              <a:t>SOURCE / DATA BASIS</a:t>
            </a:r>
          </a:p>
          <a:p>
            <a:r>
              <a:t>FKS template (FKS Food &amp; Agri, ICON design, 16:9). Content per v6 deck and FKS Business Development.</a:t>
            </a:r>
          </a:p>
          <a:p/>
          <a:p>
            <a:r>
              <a:t>CALCULATION BASIS</a:t>
            </a:r>
          </a:p>
          <a:p>
            <a:r>
              <a:t>None.</a:t>
            </a:r>
          </a:p>
          <a:p/>
          <a:p>
            <a:r>
              <a:t>INTERNAL DATA STILL TO VALIDATE</a:t>
            </a:r>
          </a:p>
          <a:p>
            <a:r>
              <a:t>Confirm meeting date and presenting entity.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One question, answered visually: why does a large import market create a concentrated port-logistics opportunity? Left: what arrives (~22 Mt). Middle: who processes it (flour mills, feed mills, food processors). Right: where those mills are (Java first, Sumatra second). The audience should leave with “large, recurring, concentrated”.</a:t>
            </a:r>
          </a:p>
          <a:p/>
          <a:p>
            <a:r>
              <a:t>TALK TRACK</a:t>
            </a:r>
          </a:p>
          <a:p>
            <a:r>
              <a:t>Indonesia imports about twenty-two million tonnes of food and feed raw materials every year: wheat for flour, soybean meal and other ingredients for animal feed, and soybeans for tempeh and tofu. That cargo is not spread around the archipelago. The flour mills and feed mills that take it sit in a few industrial corridors, most of them on Java, with Sumatra as the second cluster. Roughly four fifths of flour milling capacity and about seventy percent of feed output are on Java. So a small number of port corridors carry most of this flow, and that is where port logistics matters. We are not saying “X million tonnes go to Java”; we are saying the processing capacity is there, so the cargo follows.</a:t>
            </a:r>
          </a:p>
          <a:p/>
          <a:p>
            <a:r>
              <a:t>SOURCE / DATA BASIS</a:t>
            </a:r>
          </a:p>
          <a:p>
            <a:r>
              <a:t>DETAIL MOVED OFF THE SLIDE IN v8 (say it, do not show it): commodity sub-uses (wheat: flour, bread, noodles; soybean meal: poultry and livestock feed; soybeans: tempeh and tofu; other feed: DDGS, corn gluten, meat meal); the split of the 8.0 Mt feed line into soybean meal 6.2 Mt and other feed ingredients 1.8 Mt; the four milling clusters (North Sumatra, Banten-Jakarta, East Java, Makassar); mill counts (23 of 30 flour mills and 81 of 110 feed mills on Java); the source line (USDA GAIN 2026, APTINDO, GPMT).</a:t>
            </a:r>
          </a:p>
          <a:p/>
          <a:p>
            <a:r>
              <a:t>FKS INTERNAL (v6 deck, priority source): import volumes 2024 - wheat 11.7 Mt, soybean meal 6.2 Mt, soybeans 2.6 Mt, other feed ingredients (DDGS, corn gluten, meat meal) 1.8 Mt; total ~22.3 Mt. Mill counts: 23 of 30 flour mills and 81 of 110 feed mills on Java.</a:t>
            </a:r>
          </a:p>
          <a:p>
            <a:r>
              <a:t>PUBLIC CROSS-CHECK (FACT): wheat 11.71 Mt CY2024 (BPS via Katadata); soybean meal 5.43 Mt CY2024 (BPS via Kompas) versus 6.2 Mt in the FKS figure, which matches the USDA marketing-year basis (6.1-6.2 MMT MY2024/25, USDA Oilseeds circular) - CONFLICT of basis, not of substance, flagged here; soybeans 2.68 Mt CY2024 (BPS); DDGS 0.84-1.02 Mt (USDA GAIN ID2025-0030), MBM ~0.5 Mt (Tridge/UN Comtrade), corn gluten ~0.3 Mt (derived) = ~1.7-1.8 Mt other feed. USDA GAIN ID2026-0010 (Apr 2026): 31 flour mills, 14.8 Mt/yr installed grind capacity, 24 on Java, 5 on Sumatra, 2 on Sulawesi; 110 feed mills, 44 companies, 10 provinces, 81 on Java; GPMT installed feed capacity ~30-31 Mt/yr, output ~21.5 Mt (2025).</a:t>
            </a:r>
          </a:p>
          <a:p>
            <a:r>
              <a:t>DERIVED ESTIMATE - Java share of flour milling capacity ~80%: bottom-up sum of published mill capacities (Bogasari Jakarta 11,600 t/d, Surabaya 6,000, Cibitung 2,600, Tangerang 500; Bungasari Cilegon 2,600; Harvestar Gresik 2,200; Sriboga Semarang 1,850; Cerestar Cilegon 1,500; Manunggal Cilacap 1,200; Wilmar Gresik, Fugui Gresik and Pundi Kencana ~1,000 each; Golden Grand 600; small Sidoarjo and Tangerang mills) = ~34,700 t/d on Java versus ~3,400-4,500 t/d on Sumatra (Bungasari Medan 1,500, Cerestar Medan 500, Agri First 370, Wilmar Dumai ~1,000 unverified) and ~2,850-3,400 t/d on Sulawesi (Eastern Pearl, Bungasari Makassar); total ~41-43k t/d reconciles with USDA’s 14.8 Mt/yr. Java 81-85%, Sumatra 8-11%, other 7-8%: shown as ~80 / ~10 / ~10.</a:t>
            </a:r>
          </a:p>
          <a:p>
            <a:r>
              <a:t>DERIVED ESTIMATE - Java share of feed output ~70%: triangulated from mill location (81/110 = 74%), broiler population (Java 62.9%, BPS 2024), layer population (East and Central Java 46%, BPS 2024) and Lampung installed capacity (1.96 Mt/yr, Disnak Lampung) with the Medan cluster ~1 Mt/yr named capacity; range Java 65-74%, Sumatra 12-20%, other 8-15%: shown as ~70 / ~15 / ~15. Feed is produced close to the poultry belts, so mill location is a strong proxy for where imported soybean meal is discharged.</a:t>
            </a:r>
          </a:p>
          <a:p>
            <a:r>
              <a:t>PROXY - Map halos are sized by approximate share of flour and feed milling capacity in each cluster (Greater Jakarta and Banten ~50% of flour capacity, East Java ~26%, Central Java ~7%, Makassar ~7%, Medan ~6%, Lampung feed cluster ~6.5% of feed capacity).</a:t>
            </a:r>
          </a:p>
          <a:p>
            <a:r>
              <a:t>Mill count is not mill capacity and neither is import tonnage; the slide therefore shows capacity and output shares, with counts only in this note.</a:t>
            </a:r>
          </a:p>
          <a:p/>
          <a:p>
            <a:r>
              <a:t>CALCULATION BASIS</a:t>
            </a:r>
          </a:p>
          <a:p>
            <a:r>
              <a:t>~22 Mt = 11.7 + 6.2 + 2.6 + 1.8 = 22.3 Mt (FKS basis, 2024). Excludes raw sugar (~4-5 Mt/yr), corn (~1.4 Mt in 2024, ~0.5 Mt in 2025 under the self-sufficiency policy) and rice (bagged). Island shares as derived above; rounding to the nearest 5-10 points is deliberate.</a:t>
            </a:r>
          </a:p>
          <a:p/>
          <a:p>
            <a:r>
              <a:t>INTERNAL DATA STILL TO VALIDATE</a:t>
            </a:r>
          </a:p>
          <a:p>
            <a:r>
              <a:t>1) Confirm the FKS import basis for soybean meal (6.2 Mt is a marketing-year figure; BPS calendar 2024 is 5.43 Mt) and decide which to present. 2) Replace the derived island shares with APTINDO and GPMT capacity-by-province tables if FKS can obtain them (GPMT member decks carry a provincial table). 3) Confirm FKS’s own share of national wheat and soybean-meal imports if it can be disclosed. 4) Confirm the corn treatment (excluded here; policy-limited since 2025).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Make the problem obvious in one look: most of the gateways that matter to this cargo still discharge by grab, hopper and truck, so the vessel is paced by the trucks. The hero number is 6 of 9 relevant gateways in the FKS screen, never “most ports in Indonesia”. The slide ends on the problem; slide 4 is the answer.</a:t>
            </a:r>
          </a:p>
          <a:p/>
          <a:p>
            <a:r>
              <a:t>TALK TRACK</a:t>
            </a:r>
          </a:p>
          <a:p>
            <a:r>
              <a:t>We screened the gateways that actually serve the food and feed mills. Nine matter. Six of them still discharge the conventional way: a grab lifts the grain from the hold into a hopper, and the hopper fills trucks one by one. The vessel can only discharge as fast as the trucks arrive, about five thousand tonnes a day. A sixty-thousand-tonne Panamax cargo sits alongside for around twelve days. At an indicative Panamax time-charter value of about sixteen thousand dollars a day, that is close to two hundred thousand dollars of vessel time per cargo, before any demurrage. The three that work differently are the FKS gateways, which is the next slide.</a:t>
            </a:r>
          </a:p>
          <a:p/>
          <a:p>
            <a:r>
              <a:t>SOURCE / DATA BASIS</a:t>
            </a:r>
          </a:p>
          <a:p>
            <a:r>
              <a:t>DETAIL MOVED OFF THE SLIDE IN v8 (say it, do not show it): the landscape funnel (102 commercial ports, ~20 state-run dry-bulk gateways, 9 serving the food &amp; feed mills, 636 ports in the national plan); the names of the six conventional gateways (Tanjung Priok, Ciwandan, Panjang, Tanjung Emas, Tanjung Perak, Makassar) are now only dots on the map; the ~US$194k indicative value of vessel time per 60 kt cargo (12 days x ~US$16.2k/day) and the ~200 vessel-days per 1 Mt a year scaling; the equation “discharge speed = truck availability”.</a:t>
            </a:r>
          </a:p>
          <a:p/>
          <a:p>
            <a:r>
              <a:t>FKS INTERNAL (v6 deck, FKS screen of public data): 636 public ports in the national port plan; 102 commercial ports; ~20 state-run dry-bulk gateways; 9 serve food &amp; feed mills and refineries; 6 still handled conventionally, the other three being FKS gateways. Vessel-time benchmark ~US$16k per vessel-day, Panamax (2024). The 636 figure is deliberately not shown: it describes the whole national port plan, not the addressable landscape.</a:t>
            </a:r>
          </a:p>
          <a:p>
            <a:r>
              <a:t>PUBLIC (FACT): Kemenhub National Port Master Plan (RIPN, KP 432/2017) lists 636 ports of which 102 are commercially operated (Antara / Kemenhub). Pelindo Multi Terminal operates ~20 branches for non-container cargo after the 2021 merger. Conventional productivity at public dry-bulk berths: Jamrud (Surabaya) 1,814-3,509 t/ship/day (Bisnis Surabaya, May 2024); Tanjung Emas (Semarang) 2,480-3,098 t/ship/day (Antara Jateng, 2024); before the Belawan conveyor, 20-24 kt soybean-meal cargoes took 4-5 days (~4,000-6,000 t/day; Bisnis Sumatra, May 2021). Mechanised common-user grain discharge exists only at the three FKS gateways (Cigading SGT2 continuous ship unloader 1,300 t/h; Teluk Lamong 2 x 2,000 t/h; Belawan 850-900 t/h conveyor).</a:t>
            </a:r>
          </a:p>
          <a:p>
            <a:r>
              <a:t>MAP (FKS screen, classification to be confirmed): the nine gateways shown are Belawan, Cigading and Teluk Lamong (FKS, mechanised) and Tanjung Priok, Ciwandan, Panjang, Semarang (Tanjung Emas), Tanjung Perak (Jamrud) and Makassar (conventional). Captive flour-mill jetties (Bogasari at Tanjung Priok and Surabaya, Eastern Pearl at Makassar) are excluded because they serve one miller; several conventional classifications rest on the absence of any published mechanised facility.</a:t>
            </a:r>
          </a:p>
          <a:p>
            <a:r>
              <a:t>Vessel time versus demurrage: the US$16.2k/day figure is an indicative time-charter value of a Panamax vessel-day; demurrage is a contractual rate that applies only beyond laytime and is not shown.</a:t>
            </a:r>
          </a:p>
          <a:p/>
          <a:p>
            <a:r>
              <a:t>CALCULATION BASIS</a:t>
            </a:r>
          </a:p>
          <a:p>
            <a:r>
              <a:t>60,000 t / 5,000 t per day = 12 days alongside. 12 days x US$16,200 per day = US$194,400 (~US$194k) of indicative vessel time per 60 kt cargo. If the underlying rate is US$16,157/day the figure is US$193,900; both round to ~US$194k. Replaces the earlier 55 kt example (11 days) everywhere in the deck. Scaling shown on the slide (DERIVED from the deck’s own numbers): 1 Mt / 60 kt = ~17 cargoes x 12 days = ~200 vessel-days a year, worth ~US$3.2m of indicative vessel time at US$16.2k/day.</a:t>
            </a:r>
          </a:p>
          <a:p/>
          <a:p>
            <a:r>
              <a:t>INTERNAL DATA STILL TO VALIDATE</a:t>
            </a:r>
          </a:p>
          <a:p>
            <a:r>
              <a:t>1) FKS operations to confirm the nine-gateway list and the conventional / mechanised classification for each port, ideally with 2025 vessel-call data; also confirm the ~20 state-run dry-bulk gateway count. 2) Confirm the ~5 kt/day conventional benchmark against FKS statements of facts at conventional berths (FKS internal range 6-8 kt/day per v6). 3) Refresh the US$16.2k/day vessel-time value with a dated Baltic Panamax 5TC or Supramax 10TC average before the meeting and recompute US$194k / US$146k if it moves materially. 4) Share of the ~22 Mt that moves through the six conventional gateways: FKS input required (the v6 placeholder is kept out of the slide face).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Sell the FKS operating model as one integrated physical system with the transit warehouse as the visual centre. One takeaway: the buffer separates the marine clock from the inland clock, so the ship no longer waits for the trucks. The three outcomes at the bottom set up slide 5; they are not quantified here.</a:t>
            </a:r>
          </a:p>
          <a:p/>
          <a:p>
            <a:r>
              <a:t>TALK TRACK</a:t>
            </a:r>
          </a:p>
          <a:p>
            <a:r>
              <a:t>This is the same cargo handled the FKS way. Ship unloaders lift the grain out of the hold at around twenty thousand tonnes a day. It travels in an enclosed conveyor, weighed as it goes, into a transit warehouse on the quay. That warehouse is the buffer: it can absorb the whole cargo, so the vessel discharges at the unloader’s speed and sails in about three days. From the buffer, trucks and bagging lines load to the mill’s own schedule, and where a customer is next door, as at Cigading with the mills from 2026, a conveyor runs straight into the factory. Marine operations and inland logistics run on separate clocks. FKS’s scope covers the whole chain: unloading with the port operator, the conveyor, transit storage, controlled dispatch and delivery management, and the mill link where one exists. Three things follow: it is faster, the freight economics are better and the cargo is more secure. The next slide puts numbers on each.</a:t>
            </a:r>
          </a:p>
          <a:p/>
          <a:p>
            <a:r>
              <a:t>SOURCE / DATA BASIS</a:t>
            </a:r>
          </a:p>
          <a:p>
            <a:r>
              <a:t>DETAIL MOVED OFF THE SLIDE IN v8 (say it, do not show it): the rates on the marine bracket (~20 kt/day, ~3 days alongside per 60 kt); the inland-clock wording (trucks load to mill demand); the direct-to-mill bypass note (planned at Cigading, 2026); the FKS scope line (unloading with the port operator, enclosed conveyor, transit storage, controlled dispatch and delivery management, direct mill link where applicable).</a:t>
            </a:r>
          </a:p>
          <a:p/>
          <a:p>
            <a:r>
              <a:t>FKS INTERNAL (v6 deck): FKS scope = unloading with the port operator, conveyor, transit warehouse, delivery management, mill link; direct conveyor to the mill planned at Cigading (2026); FKS integrated discharge benchmark ~20 kt/day (internal range 25-30 kt/day, to validate). Facility facts (public, for the talk track): Teluk Lamong two 2,000 t/h ship unloaders on the Pelindo berth (-14 m LWS) with 1.3 km conveyors and ~200 kt of silos and flat storage (Majalah Dermaga; Ocean Week; Kompas, Jul 2024); Cigading continuous ship unloader 1,300 t/h into the integrated warehouse on the KBS jetty (-21 m LWS) (Bisnis.com 2016, Antara Banten 2020); Belawan 388 m conveyor at 850-900 t/h into a 30 kt warehouse (Bisnis Sumatra, May 2021). FKS internal storage figures (v6): Cigading 400 kt, Teluk Lamong ~220 kt, Belawan 30 kt; differences from press figures are flagged on slide 6.</a:t>
            </a:r>
          </a:p>
          <a:p/>
          <a:p>
            <a:r>
              <a:t>CALCULATION BASIS</a:t>
            </a:r>
          </a:p>
          <a:p>
            <a:r>
              <a:t>60,000 t / 20,000 t per day = 3 days alongside (versus 12 days conventional on slide 3). Schematic is illustrative and not to scale.</a:t>
            </a:r>
          </a:p>
          <a:p/>
          <a:p>
            <a:r>
              <a:t>INTERNAL DATA STILL TO VALIDATE</a:t>
            </a:r>
          </a:p>
          <a:p>
            <a:r>
              <a:t>1) Confirm rated and achieved discharge rates per site (t/h and t/day, 2024-25 statements of facts). 2) Confirm the status of the Cigading conveyor into the mills at the meeting date (planned vs commissioning vs operating). 3) Confirm which sites have in-line weighing and traceability. 4) Consider replacing the schematic with a brand-approved photograph of the Cigading conveyor gallery if available.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Turn the operating model into money on one intuitive unit, the 60 kt cargo, in three clean panels: conventional, FKS, value. The audience should retain ~US$146k of vessel time saved per cargo; that the freight saving is real but not yet quantified; and ~US$36k of cargo value preserved as an illustration. No formulas on the face; no total, because one component is still open.</a:t>
            </a:r>
          </a:p>
          <a:p/>
          <a:p>
            <a:r>
              <a:t>TALK TRACK</a:t>
            </a:r>
          </a:p>
          <a:p>
            <a:r>
              <a:t>Take one sixty-thousand-tonne cargo. Faster: at a conventional berth it sits alongside for about twelve days; through the FKS system it is discharged in about three. Nine vessel-days at an indicative Panamax time-charter value of about sixteen thousand dollars a day is roughly a hundred and forty-six thousand dollars per cargo. Better economics: a deep berth takes a full Panamax parcel in one call instead of two smaller parcels; the freight saving is real, but we will quantify it from our own voyage data before we put a number in front of you. More secure: an enclosed, weighed chain loses less cargo. If the difference is two tenths of a percent on an eighteen-million-dollar cargo, that is about thirty-six thousand dollars, illustrative until we validate loss rates with customer weighbridge data. Together, before any freight saving, that is roughly a hundred and eighty thousand dollars per cargo, about three dollars a tonne.</a:t>
            </a:r>
          </a:p>
          <a:p/>
          <a:p>
            <a:r>
              <a:t>SOURCE / DATA BASIS</a:t>
            </a:r>
          </a:p>
          <a:p>
            <a:r>
              <a:t>DETAIL MOVED OFF THE SLIDE IN v8 (say it, do not show it): discharge rates (~5 vs ~20 kt/day); ~9 vessel-days saved; per-tonne equivalents (~US$2.4/t vessel time, ~US$0.6/t cargo value); the berth depths (−14 m, −21 m LWS); the deeper berth &gt; larger parcel &gt; fewer port calls &gt; lower freight per tonne chain; the enclosed handling / fewer touchpoints / reconciled movements points; the combined ~US$182k per 60 kt (~US$3/t) before any freight saving and its link to the ~US$194k of vessel time on slide 3. FREIGHT SAVING SEARCH (v8): the attached FKS materials (v6 deck, v7 deck, Dumai tariff table, journey slide, template) contain no current-versus-to-be freight rate or per-tonne freight saving; v6 itself carried “US$ [ X ] / t”. No management estimate was therefore used; the panel shows US$XX until FKS voyage data supports a figure.</a:t>
            </a:r>
          </a:p>
          <a:p/>
          <a:p>
            <a:r>
              <a:t>FKS INTERNAL (v6 deck): discharge benchmarks ~5 kt/day conventional vs ~20 kt/day FKS integrated (internal 6-8 vs 25-30 kt/day, to validate); vessel time ~US$16k per vessel-day, Panamax (2024); deep berths -14 m LWS (Teluk Lamong) and -21 m LWS (Cigading); net cargo loss 0.2-0.3% conventional (industry data required) vs ~0.1% FKS (internal, to validate); port calls ≥2 → 1 (FKS statement, to validate). PUBLIC corroboration: Pelindo productivity 1,800-3,500 t/ship/day at conventional berths (Bisnis Surabaya, Antara Jateng, 2024); equipment ratings Cigading 1,300 t/h CSU, Teluk Lamong 2 x 2,000 t/h (KBS, Pelindo). Wheat value ~US$300/t: BPS unit value 2024 (11.71 Mt for US$3.5 bn = ~US$300/t). Vessel-time value: indicative time-charter equivalent, to be refreshed with a dated Baltic index; it is not a demurrage rate.</a:t>
            </a:r>
          </a:p>
          <a:p/>
          <a:p>
            <a:r>
              <a:t>CALCULATION BASIS</a:t>
            </a:r>
          </a:p>
          <a:p>
            <a:r>
              <a:t>FASTER: 60,000 / 5,000 = 12.0 days; 60,000 / 20,000 = 3.0 days; saving 9.0 days x US$16,200 = US$145,800 (~US$146k); with US$16,157/day the result is US$145,400 (~US$145k). Per tonne: 145,800 / 60,000 = US$2.43/t.</a:t>
            </a:r>
          </a:p>
          <a:p>
            <a:r>
              <a:t>BETTER ECONOMICS: not quantified. Logic: freight per tonne on a 60 kt Panamax is lower than on two ~30 kt Handysize/Supramax parcels on the same route, and port-call charges are incurred once instead of twice; the saving depends on route, season and berth draft and must come from FKS voyage data.</a:t>
            </a:r>
          </a:p>
          <a:p>
            <a:r>
              <a:t>MORE SECURE: cargo value 60,000 t x US$300/t = US$18.0m; 0.2 percentage points x US$18.0m = US$36,000 (~US$36k); per tonne 36,000 / 60,000 = US$0.60/t.</a:t>
            </a:r>
          </a:p>
          <a:p>
            <a:r>
              <a:t>Combined quantified value: ~US$182k per 60 kt cargo (~US$3.0/t) before any freight saving.</a:t>
            </a:r>
          </a:p>
          <a:p/>
          <a:p>
            <a:r>
              <a:t>INTERNAL DATA STILL TO VALIDATE</a:t>
            </a:r>
          </a:p>
          <a:p>
            <a:r>
              <a:t>1) Replace benchmark discharge rates with measured statement-of-facts averages per site (2024-25). 2) Refresh the vessel-time value with a dated Baltic Panamax 5TC / Supramax 10TC average and state the date on the slide footnote. 3) Quantify the freight and port-cost saving from FKS voyage data (Panamax vs smaller parcels; Australia and Black Sea routes). 4) Validate the cargo-loss differential with customer weighbridge reconciliations and industry data for the conventional rate. 5) Confirm the wheat price basis.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Credibility through the real assets: three large photographs, three capacities, one hero number (~9 Mt a year). The model on slides 4-5 is not a concept; it runs today inside Pelindo and Krakatau ports.</a:t>
            </a:r>
          </a:p>
          <a:p/>
          <a:p>
            <a:r>
              <a:t>TALK TRACK</a:t>
            </a:r>
          </a:p>
          <a:p>
            <a:r>
              <a:t>None of this is theoretical. FKS has run the model at Teluk Lamong in Surabaya since 2017, at Cigading in Cilegon since 2020 and at Belawan in Medan since 2021, inside Pelindo and Krakatau ports. Belawan is a revitalised Pelindo warehouse and conveyor, about one million tonnes a year. Cigading is an integrated four-hundred-thousand-tonne warehouse fed by conveyor from the jetty, co-invested with Krakatau Bandar Samudera, about four million tonnes a year. Teluk Lamong has two hundred and twenty thousand tonnes of transit storage behind Pelindo’s deep-water berth, also about four million tonnes a year. Together that is about nine million tonnes, roughly forty percent of the country’s core food and feed imports.</a:t>
            </a:r>
          </a:p>
          <a:p/>
          <a:p>
            <a:r>
              <a:t>SOURCE / DATA BASIS</a:t>
            </a:r>
          </a:p>
          <a:p>
            <a:r>
              <a:t>DETAIL MOVED OFF THE SLIDE IN v8 (say it, do not show it): city and partner lines (Medan · North Sumatra · Pelindo; Cilegon · Banten · Krakatau (KBS); Surabaya · East Java · Pelindo); partnership lines (operating partnership with Pelindo; co-invested with KBS, 30 + 20-year term; JV with anchor feed customers); the map with site markers (now on slides 3 and 8).</a:t>
            </a:r>
          </a:p>
          <a:p/>
          <a:p>
            <a:r>
              <a:t>FKS INTERNAL (v6 deck, priority source): Belawan ~1 Mtpa, revitalised 30 kt warehouse and conveyor, operating partnership with Pelindo; Cigading ~4 Mtpa, integrated 400 kt warehouse fed by conveyor from the jetty, co-invested with KBS, 30 + 20-year term; Teluk Lamong ~4 Mtpa, ~220 kt transit storage behind the deep-water berth, JV with anchor feed customers; ~9 Mt a year through the three gateways, about a third of Indonesia’s food &amp; feed dry-bulk imports; volumes and capacities are FKS data to be validated.</a:t>
            </a:r>
          </a:p>
          <a:p>
            <a:r>
              <a:t>PUBLIC CROSS-CHECK: Teluk Lamong storage reported as 200 kt (10 silos 80 kt plus 120 kt flat; Majalah Dermaga) versus FKS ~220 kt; Cigading reported as 200 kt flat storage plus 70-100 kt silos (Bisnis.com, Antara Banten) versus FKS 400 kt - CONFLICTS flagged, FKS figures used on the face pending validation. Belawan conveyor 850-900 t/h, 30 kt warehouse, SBM vessels discharged in 2 days versus 4-5 (Bisnis Sumatra, May 2021) - consistent. Operating entities (v6): PT SGT (Cigading), PT NPL, a JV (Teluk Lamong), PT SGTM (Belawan). Share of imports: 9 / ~22-26 Mt = ~35-40%; “about a third” is conservative.</a:t>
            </a:r>
          </a:p>
          <a:p/>
          <a:p>
            <a:r>
              <a:t>CALCULATION BASIS</a:t>
            </a:r>
          </a:p>
          <a:p>
            <a:r>
              <a:t>~9 Mt = ~1 + ~4 + ~4 Mtpa. 9 / 22.3 = 40% of the four core commodities on slide 2 (the denominator used on the face); v6 said “about a third”, which corresponds to ~26 Mt including raw sugar. One denominator (the ~22 Mt) is now used across the deck.</a:t>
            </a:r>
          </a:p>
          <a:p/>
          <a:p>
            <a:r>
              <a:t>INTERNAL DATA STILL TO VALIDATE</a:t>
            </a:r>
          </a:p>
          <a:p>
            <a:r>
              <a:t>1) FKS to confirm throughput by site (t/yr 2023-2025), utilisation and the split between FKS Multi Agro’s own cargo and third-party customers. 2) Reconcile storage capacities with press figures (Cigading 400 kt vs 200 kt + silos; Teluk Lamong 220 vs 200 kt). 3) Confirm cooperation agreement tenors (Cigading 30 + 20 years; Teluk Lamong and Belawan). 4) Replace the low-resolution site photographs with brand-approved originals.</a:t>
            </a:r>
          </a:p>
          <a:p>
            <a:r>
              <a:t>6) Photographs on this slide are the 398 x 360 px images extracted from the v6 PDF; obtain high-resolution originals from FKS corporate communications before the meeting.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A journey, not a project register: five steps left to right, each with a year, a place and one milestone. It should feel progressive and lead into the pipeline on slide 8.</a:t>
            </a:r>
          </a:p>
          <a:p/>
          <a:p>
            <a:r>
              <a:t>TALK TRACK</a:t>
            </a:r>
          </a:p>
          <a:p>
            <a:r>
              <a:t>The platform was built step by step. It started at Teluk Lamong in 2015, with the first transit warehouse and conveyor at Pelindo’s new deep-water berth, in commercial operation from 2017. Cigading followed in 2019 and 2020, an integrated warehouse fed by conveyor from Jetty 1, co-invested with Krakatau Bandar Samudera. In 2020 and 2021 FKS took an idle Pelindo warehouse and conveyor at Belawan and had it back in service in about eleven months. From 2024 the chain is being linked further: a second jetty conveyor at Cigading, a bagging line at Teluk Lamong, and from 2026 a conveyor straight into the mills next to Cigading. The next step is expansion at the existing sites and two new gateways, which is the next slide.</a:t>
            </a:r>
          </a:p>
          <a:p/>
          <a:p>
            <a:r>
              <a:t>SOURCE / DATA BASIS</a:t>
            </a:r>
          </a:p>
          <a:p>
            <a:r>
              <a:t>DETAIL MOVED OFF THE SLIDE IN v8 (say it, do not show it): city lines (Surabaya · East Java; Cilegon · Banten; Medan · North Sumatra; Cigading · Teluk Lamong); the ~11-month Belawan turnaround; the “co-invested with KBS” and “Jetty 1 / Jetty 2” detail; the expansion figures (Cigading 4 → 6 Mtpa, Teluk Lamong 4 → 5 Mtpa, Ciwandan, Dumai) now on slide 8.</a:t>
            </a:r>
          </a:p>
          <a:p/>
          <a:p>
            <a:r>
              <a:t>FKS INTERNAL: FKS infrastructure development journey 2015-2026 (Teluk Lamong construction 2015, commercial 2017, bagging facility 2025; Cigading construction 2019, Jetty 1 conveyor 2020, Jetty 2 conveyor 2024, extension into the Bungasari and Tereos factories 2026; Belawan revitalisation 2020, operations 2021) and the v6 deck (Belawan back in service in ~11 months; Cigading 4 → 6 Mtpa; Teluk Lamong 4 → 5 Mtpa; new gateways Ciwandan and Dumai). Photographs: FKS sites (from v6). PUBLIC: Belawan conveyor inaugurated May 2021 (Bisnis Sumatra); Cigading Sentral Grain Terminal 2 soft launch reported in 2016 with phase 2 in 2020 (FKS Multi Agro, Antara Banten) - treated as the earlier phase of the same site.</a:t>
            </a:r>
          </a:p>
          <a:p/>
          <a:p>
            <a:r>
              <a:t>CALCULATION BASIS</a:t>
            </a:r>
          </a:p>
          <a:p>
            <a:r>
              <a:t>None.</a:t>
            </a:r>
          </a:p>
          <a:p/>
          <a:p>
            <a:r>
              <a:t>INTERNAL DATA STILL TO VALIDATE</a:t>
            </a:r>
          </a:p>
          <a:p>
            <a:r>
              <a:t>1) Confirm the status wording for the 2026 Cigading mill conveyor at the meeting date (planned / commissioning / operating). 2) Reconcile the 2016 SGT2 soft launch with the 2019-20 dates on the journey slide. 3) Replace photographs with high-resolution originals.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Two concrete next projects, each in two lines: the current problem and what FKS will improve. Dumai is export loading of palm-kernel products with Pelindo; Ciwandan replicates the Cigading import model next door. Existing-site expansions are the secondary strip. Nothing else on the face.</a:t>
            </a:r>
          </a:p>
          <a:p/>
          <a:p>
            <a:r>
              <a:t>TALK TRACK</a:t>
            </a:r>
          </a:p>
          <a:p>
            <a:r>
              <a:t>Slide 3 said most relevant gateways still handle cargo conventionally. Here are the two projects FKS has identified. Dumai is Riau’s main port for palm-kernel exports, about one point three million tonnes a year of expeller and shell. Today it is loaded truck to vessel at under two thousand tonnes a ship-day. With Pelindo, FKS would install a dumping pit, conveyor, ship loader and weighbridge, the same mechanised handling applied to export loading, under a cooperation agreement whose scope and tariff are already documented. Ciwandan sits next to Cigading in the Banten cluster and handles about one point two million tonnes of wheat and soybean meal a year by grab, hopper and truck. FKS would replicate the Cigading model there: a transit warehouse, a conveyor and controlled dispatch. Alongside those, the lowest-risk capital is expansion at the existing sites: Cigading from four to six million tonnes and Teluk Lamong from four to five.</a:t>
            </a:r>
          </a:p>
          <a:p/>
          <a:p>
            <a:r>
              <a:t>SOURCE / DATA BASIS</a:t>
            </a:r>
          </a:p>
          <a:p>
            <a:r>
              <a:t>DETAIL MOVED OFF THE SLIDE IN v8 (say it, do not show it): the WHY / TODAY / FKS PLAN / UNLOCKS rows; the Dumai tariff component (initial FKS component Rp40,000/t; Pelindo portion ~Rp65,000/t); ~2 Mt of dry bulk in total at Dumai; “agreement estimate, subject to anchor cargo”; the watchlist sites (Teluk Bayur, Makassar) and the four-symbol legend; the “lowest-risk capital: the sites are already in place” line.</a:t>
            </a:r>
          </a:p>
          <a:p/>
          <a:p>
            <a:r>
              <a:t>DUMAI - FKS-Pelindo cooperation document “Tujuan Utama dan Ruang Lingkup Dumai”, tariff and cargo volume section (SOURCE OF TRUTH for scope): initial tariff component for FKSSL Rp40,000/t (dumping pit, intake, conveyor and ship loader Rp37,000/t; weighbridge Rp3,000/t); receiving, cargodoring and port services remain Pelindo’s portion at ~Rp65,000/t; joint socialisation of the new loading tariff for PKE and PKS at TCK Pelabuhan Dumai; PKE and PKS cargo currently estimated at 1.3 Mt per year; the parties to jointly serve all PKE and PKS potential in Riau. PKE = palm kernel expeller; PKS = palm kernel shell; TCK = Terminal Curah Kering. FKS INTERNAL (v6): ~2 Mt of dry bulk a year at Dumai, Riau’s main port; conventional handling at ~1.7 kt per ship-day; value created: faster turnaround, subject to anchor cargo. PUBLIC: Pelindo Multi Terminal Dumai dry-bulk traffic 2.12 Mt through Q3 2024, dominated by palm kernel meal, shell and kernel exports (Pelindo Multi Terminal news) - consistent with FKS’s ~2 Mt.</a:t>
            </a:r>
          </a:p>
          <a:p>
            <a:r>
              <a:t>CIWANDAN - FKS INTERNAL (v6): ~1.2 Mt of wheat and soybean meal a year; grab, hopper and truck at ~5 kt per ship-day; FKS opportunity: warehouse, conveyor, controlled dispatch; the Cigading model replicated next door. PUBLIC: PTP Nonpetikemas Banten handles wheat, corn and soybean meal at Ciwandan; soybean-meal volume 116,926 t in Jan-Aug 2026, +28% (Kompas Money, Antara); no mechanised grain unloader reported.</a:t>
            </a:r>
          </a:p>
          <a:p>
            <a:r>
              <a:t>SITE EXPANSIONS - FKS INTERNAL (v6): Cigading 4 → 6 Mtpa (bagging, conveyor, warehouse); Teluk Lamong 4 → 5 Mtpa (new wharf and warehouse). WATCHLIST (public data only): Teluk Bayur, Makassar.</a:t>
            </a:r>
          </a:p>
          <a:p/>
          <a:p>
            <a:r>
              <a:t>CALCULATION BASIS</a:t>
            </a:r>
          </a:p>
          <a:p>
            <a:r>
              <a:t>Dumai indicative FKS revenue at full capture (DERIVED, not on the slide): 1.3 Mt/yr x Rp40,000/t = Rp52 bn/yr (~US$3.2m at Rp16,300/US$) before ramp-up, volume share and operating cost; combined customer tariff Rp40,000 (FKS) + ~Rp65,000 (Pelindo) = ~Rp105,000/t.</a:t>
            </a:r>
          </a:p>
          <a:p/>
          <a:p>
            <a:r>
              <a:t>INTERNAL DATA STILL TO VALIDATE</a:t>
            </a:r>
          </a:p>
          <a:p>
            <a:r>
              <a:t>1) Confirm the Dumai document status (MoU vs signed cooperation agreement, date), the FKSSL entity, capex, ramp-up and volume share; brief the presenter for “is it signed?”. 2) Confirm current loading rates at TCK Dumai and the target rate with the ship loader. 3) Define Ciwandan scope, capacity, capex and the Pelindo cooperation structure; prepare the answer to “why Ciwandan rather than more capacity at Cigading?”. 4) Confirm the ~1.2 Mt Ciwandan wheat and soybean-meal volume with port data. 5) Provide an indicative capex envelope and timing per project, or state when it will be shared.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A transaction structure that reads in five seconds: today FKS Multi Agro owns 100% of FSL; after an illustrative investment Danantara holds 49% alongside FKS Multi Agro at 51%; FSL carries the operating platform and the pipeline. Only one qualification on the face; the legal caveats, the fit with Pelindo and the next steps are in these notes.</a:t>
            </a:r>
          </a:p>
          <a:p/>
          <a:p>
            <a:r>
              <a:t>TALK TRACK</a:t>
            </a:r>
          </a:p>
          <a:p>
            <a:r>
              <a:t>The proposed route for Danantara is a stake in FSL, FKS Solusi Logistik, the logistics platform. Today FSL is wholly owned by FKS Multi Agro. In the illustrative structure Danantara would take forty-nine percent, by capital injection into FSL, by acquiring shares from FKS Multi Agro, or a combination; that is for negotiation. Through FSL, Danantara gets exposure to the three operating gateways and to the pipeline: Ciwandan, Dumai and the site expansions. There is a natural fit: Pelindo, our port partner at four of the five sites, is a Danantara portfolio company, and concession governance will be addressed in the structure. Next steps are an NDA and data room, a feasibility model with project and equity returns and capex per project, and then valuation, stake size and use of proceeds.</a:t>
            </a:r>
          </a:p>
          <a:p/>
          <a:p>
            <a:r>
              <a:t>SOURCE / DATA BASIS</a:t>
            </a:r>
          </a:p>
          <a:p>
            <a:r>
              <a:t>DETAIL MOVED OFF THE SLIDE IN v8 (say it, do not show it): the platform note (illustrative asset and project entities under FSL; entities, JV shares and cooperation-agreement tenors to be confirmed); operating entity names (PT SGT, PT NPL · JV, PT SGTM); “Future port projects”; WHY THE FIT (Pelindo, FKS’s port partner at four of the five sites, is a Danantara portfolio company; concession governance to be addressed in the structure); NEXT STEPS (NDA and data room; feasibility model with project and equity returns and capex per project; valuation, stake size, new capital versus share purchase and use of proceeds to be agreed).</a:t>
            </a:r>
          </a:p>
          <a:p/>
          <a:p>
            <a:r>
              <a:t>FKS INTERNAL (v6 deck): FKS Multi Agro 100% of FSL (FKS Solusi Logistik) today; illustrative post-transaction FKS Multi Agro 51% / Danantara 49%; Danantara invests by capital injection and / or share acquisition; operating entities Cigading (PT SGT), Teluk Lamong (PT NPL, JV), Belawan (PT SGTM); pipeline Ciwandan, Dumai, site expansions, future port projects; “illustrative asset and project entities under FSL; legal structure to be confirmed”; to be agreed and modelled: valuation and stake size, new capital versus share purchase, use of proceeds (pipeline capex), returns (project and equity IRR, payback). No change has been made to this logic. Pelindo, FKS’s port partner at Belawan, Teluk Lamong, Dumai and Ciwandan, sits within the Danantara portfolio of state enterprises; concession governance should be addressed in the transaction structure. NAMING CONFLICT (public vs internal): public references describe PT FKS Solusi Logistik as the Belawan operating company (abbreviated FKSSL in the Dumai document) and Nusa Prima Logistik / PT Sentral Grain Terminal as the Teluk Lamong / Cigading operators, whereas v6 names FSL as the platform and PT SGTM as the Belawan entity; whether FSL is the holding entity of PT SGT, PT NPL and PT SGTM is to be confirmed by FKS Legal before the meeting. The v6 face is kept until confirmed. Transaction route: the face keeps v6’s “capital injection and / or share acquisition”; note that only a primary injection funds the pipeline, and a secondary purchase pays FKS Multi Agro; the subtitle is worded to be true for both.</a:t>
            </a:r>
          </a:p>
          <a:p/>
          <a:p>
            <a:r>
              <a:t>CALCULATION BASIS</a:t>
            </a:r>
          </a:p>
          <a:p>
            <a:r>
              <a:t>None on the slide. The investment case follows the standard chain: volume x handling and storage tariff = revenue, less operating expenses, landlord / concession payments and maintenance = EBITDA, less tax, maintenance capex and working capital = project cash flow, set against initial capex and the financing structure to derive project IRR, equity IRR, payback, ROIC and valuation. These outputs are to be produced in the feasibility model and are deliberately not shown until validated.</a:t>
            </a:r>
          </a:p>
          <a:p/>
          <a:p>
            <a:r>
              <a:t>INTERNAL DATA STILL TO VALIDATE</a:t>
            </a:r>
          </a:p>
          <a:p>
            <a:r>
              <a:t>1) Confirm the legal perimeter: which entities (PT SGT, PT NPL, PT SGTM) sit under FSL and how the JV at Teluk Lamong is held. 2) Confirm whether the entry is primary (capital injection) or secondary (share purchase) or both, and the indicative size; only a primary injection funds the pipeline. 3) Confirm cooperation agreement tenors per site for the data room. 4) Prepare feasibility model outputs (project and equity IRR, payback, ROIC) and an indicative capex envelope for Dumai, Ciwandan and the expansions for the next meeting. 5) Confirm Pelindo’s position within the Danantara portfolio and how concession governance would be handled.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Standard FKS disclaimer from the template.</a:t>
            </a:r>
          </a:p>
          <a:p/>
          <a:p>
            <a:r>
              <a:t>TALK TRACK</a:t>
            </a:r>
          </a:p>
          <a:p>
            <a:r>
              <a:t>None.</a:t>
            </a:r>
          </a:p>
          <a:p/>
          <a:p>
            <a:r>
              <a:t>SOURCE / DATA BASIS</a:t>
            </a:r>
          </a:p>
          <a:p>
            <a:r>
              <a:t>FKS template.</a:t>
            </a:r>
          </a:p>
          <a:p/>
          <a:p>
            <a:r>
              <a:t>CALCULATION BASIS</a:t>
            </a:r>
          </a:p>
          <a:p>
            <a:r>
              <a:t>None.</a:t>
            </a:r>
          </a:p>
          <a:p/>
          <a:p>
            <a:r>
              <a:t>INTERNAL DATA STILL TO VALIDATE</a:t>
            </a:r>
          </a:p>
          <a:p>
            <a:r>
              <a:t>Legal to confirm wording for an external investor audience.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10.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7754" y="3371688"/>
            <a:ext cx="6858000" cy="797409"/>
          </a:xfrm>
        </p:spPr>
        <p:txBody>
          <a:bodyPr anchor="b">
            <a:normAutofit/>
          </a:bodyPr>
          <a:lstStyle>
            <a:lvl1pPr algn="l">
              <a:defRPr sz="2400" b="1" i="0" baseline="0">
                <a:solidFill>
                  <a:srgbClr val="4D4D4F"/>
                </a:solidFill>
                <a:latin typeface="Calibri" charset="0"/>
                <a:ea typeface="Calibri" charset="0"/>
                <a:cs typeface="Calibri" charset="0"/>
              </a:defRPr>
            </a:lvl1pPr>
          </a:lstStyle>
          <a:p>
            <a:r>
              <a:rPr lang="en-US" dirty="0"/>
              <a:t>Presentation Title Calibri Bold 24 </a:t>
            </a:r>
            <a:r>
              <a:rPr lang="en-US" dirty="0" err="1"/>
              <a:t>pt</a:t>
            </a:r>
            <a:br>
              <a:rPr lang="en-US" dirty="0"/>
            </a:br>
            <a:r>
              <a:rPr lang="en-US" dirty="0"/>
              <a:t>(2 rows maximum)</a:t>
            </a:r>
          </a:p>
        </p:txBody>
      </p:sp>
      <p:sp>
        <p:nvSpPr>
          <p:cNvPr id="3" name="Subtitle 2"/>
          <p:cNvSpPr>
            <a:spLocks noGrp="1"/>
          </p:cNvSpPr>
          <p:nvPr>
            <p:ph type="subTitle" idx="1" hasCustomPrompt="1"/>
          </p:nvPr>
        </p:nvSpPr>
        <p:spPr>
          <a:xfrm>
            <a:off x="447754" y="4262244"/>
            <a:ext cx="6858000" cy="949351"/>
          </a:xfrm>
        </p:spPr>
        <p:txBody>
          <a:bodyPr>
            <a:normAutofit/>
          </a:bodyPr>
          <a:lstStyle>
            <a:lvl1pPr marL="0" indent="0" algn="l">
              <a:lnSpc>
                <a:spcPct val="100000"/>
              </a:lnSpc>
              <a:buNone/>
              <a:defRPr sz="1800">
                <a:solidFill>
                  <a:srgbClr val="747678"/>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Presentation Subtitle Calibri 18 </a:t>
            </a:r>
            <a:r>
              <a:rPr lang="en-US" dirty="0" err="1"/>
              <a:t>pt</a:t>
            </a:r>
            <a:endParaRPr lang="en-US" dirty="0"/>
          </a:p>
          <a:p>
            <a:r>
              <a:rPr lang="en-US" dirty="0"/>
              <a:t>(2 rows maximum)</a:t>
            </a:r>
          </a:p>
        </p:txBody>
      </p:sp>
    </p:spTree>
    <p:extLst>
      <p:ext uri="{BB962C8B-B14F-4D97-AF65-F5344CB8AC3E}">
        <p14:creationId xmlns:p14="http://schemas.microsoft.com/office/powerpoint/2010/main" val="1152151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43593" y="1125997"/>
            <a:ext cx="5218899" cy="901516"/>
          </a:xfrm>
        </p:spPr>
        <p:txBody>
          <a:bodyPr anchor="t">
            <a:normAutofit/>
          </a:bodyPr>
          <a:lstStyle>
            <a:lvl1pPr algn="l">
              <a:defRPr sz="2800" b="1" i="0" baseline="0">
                <a:solidFill>
                  <a:schemeClr val="bg1"/>
                </a:solidFill>
                <a:latin typeface="Calibri" charset="0"/>
                <a:ea typeface="Calibri" charset="0"/>
                <a:cs typeface="Calibri" charset="0"/>
              </a:defRPr>
            </a:lvl1pPr>
          </a:lstStyle>
          <a:p>
            <a:r>
              <a:rPr lang="en-US" dirty="0"/>
              <a:t>Presentation Section</a:t>
            </a:r>
            <a:br>
              <a:rPr lang="en-US" dirty="0"/>
            </a:br>
            <a:r>
              <a:rPr lang="en-US" dirty="0"/>
              <a:t>Calibri Bold 28 </a:t>
            </a:r>
            <a:r>
              <a:rPr lang="en-US" dirty="0" err="1"/>
              <a:t>pt</a:t>
            </a:r>
            <a:endParaRPr lang="en-US" dirty="0"/>
          </a:p>
        </p:txBody>
      </p:sp>
      <p:sp>
        <p:nvSpPr>
          <p:cNvPr id="3" name="Subtitle 2"/>
          <p:cNvSpPr>
            <a:spLocks noGrp="1"/>
          </p:cNvSpPr>
          <p:nvPr>
            <p:ph type="subTitle" idx="1" hasCustomPrompt="1"/>
          </p:nvPr>
        </p:nvSpPr>
        <p:spPr>
          <a:xfrm>
            <a:off x="743593" y="2051253"/>
            <a:ext cx="5218899" cy="796954"/>
          </a:xfrm>
        </p:spPr>
        <p:txBody>
          <a:bodyPr>
            <a:normAutofit/>
          </a:bodyPr>
          <a:lstStyle>
            <a:lvl1pPr marL="0" indent="0" algn="l">
              <a:lnSpc>
                <a:spcPct val="100000"/>
              </a:lnSpc>
              <a:buNone/>
              <a:defRPr sz="1800">
                <a:solidFill>
                  <a:schemeClr val="bg1"/>
                </a:solidFill>
                <a:latin typeface="Calibri" charset="0"/>
                <a:ea typeface="Calibri" charset="0"/>
                <a:cs typeface="Calibri"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Section Sub-title Calibri 18 </a:t>
            </a:r>
            <a:r>
              <a:rPr lang="en-US" dirty="0" err="1"/>
              <a:t>pt</a:t>
            </a:r>
            <a:endParaRPr lang="en-US" dirty="0"/>
          </a:p>
          <a:p>
            <a:r>
              <a:rPr lang="en-US" dirty="0"/>
              <a:t>(2 rows maximum)</a:t>
            </a:r>
          </a:p>
        </p:txBody>
      </p:sp>
    </p:spTree>
    <p:extLst>
      <p:ext uri="{BB962C8B-B14F-4D97-AF65-F5344CB8AC3E}">
        <p14:creationId xmlns:p14="http://schemas.microsoft.com/office/powerpoint/2010/main" val="1876049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593" y="1125997"/>
            <a:ext cx="5218899" cy="868888"/>
          </a:xfrm>
        </p:spPr>
        <p:txBody>
          <a:bodyPr anchor="t">
            <a:normAutofit/>
          </a:bodyPr>
          <a:lstStyle>
            <a:lvl1pPr>
              <a:defRPr sz="2800" b="1" i="0" baseline="0">
                <a:solidFill>
                  <a:srgbClr val="4D4D4F"/>
                </a:solidFill>
                <a:latin typeface="Calibri" charset="0"/>
                <a:ea typeface="Calibri" charset="0"/>
                <a:cs typeface="Calibri" charset="0"/>
              </a:defRPr>
            </a:lvl1pPr>
          </a:lstStyle>
          <a:p>
            <a:r>
              <a:rPr lang="en-US" dirty="0"/>
              <a:t>Presentation Section</a:t>
            </a:r>
            <a:br>
              <a:rPr lang="en-US" dirty="0"/>
            </a:br>
            <a:r>
              <a:rPr lang="en-US" dirty="0"/>
              <a:t>Calibri Bold 28 </a:t>
            </a:r>
            <a:r>
              <a:rPr lang="en-US" dirty="0" err="1"/>
              <a:t>pt</a:t>
            </a:r>
            <a:endParaRPr lang="en-US" dirty="0"/>
          </a:p>
        </p:txBody>
      </p:sp>
      <p:sp>
        <p:nvSpPr>
          <p:cNvPr id="3" name="Text Placeholder 2"/>
          <p:cNvSpPr>
            <a:spLocks noGrp="1"/>
          </p:cNvSpPr>
          <p:nvPr>
            <p:ph type="body" idx="1" hasCustomPrompt="1"/>
          </p:nvPr>
        </p:nvSpPr>
        <p:spPr>
          <a:xfrm>
            <a:off x="743593" y="2047272"/>
            <a:ext cx="5218899" cy="853322"/>
          </a:xfrm>
        </p:spPr>
        <p:txBody>
          <a:bodyPr>
            <a:normAutofit/>
          </a:bodyPr>
          <a:lstStyle>
            <a:lvl1pPr marL="0" indent="0">
              <a:lnSpc>
                <a:spcPct val="100000"/>
              </a:lnSpc>
              <a:buNone/>
              <a:defRPr sz="1800" b="0" i="0" baseline="0">
                <a:solidFill>
                  <a:srgbClr val="4D4D4F"/>
                </a:solidFill>
                <a:latin typeface="Calibri" charset="0"/>
                <a:ea typeface="Calibri" charset="0"/>
                <a:cs typeface="Calibri"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Presentation Section Sub-title Calibri 18 </a:t>
            </a:r>
            <a:r>
              <a:rPr lang="en-US" dirty="0" err="1"/>
              <a:t>pt</a:t>
            </a:r>
            <a:endParaRPr lang="en-US" dirty="0"/>
          </a:p>
          <a:p>
            <a:pPr lvl="0"/>
            <a:r>
              <a:rPr lang="en-US" dirty="0"/>
              <a:t>(2 rows maximum)</a:t>
            </a:r>
          </a:p>
        </p:txBody>
      </p:sp>
    </p:spTree>
    <p:extLst>
      <p:ext uri="{BB962C8B-B14F-4D97-AF65-F5344CB8AC3E}">
        <p14:creationId xmlns:p14="http://schemas.microsoft.com/office/powerpoint/2010/main" val="221903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593" y="1125997"/>
            <a:ext cx="5211342" cy="914400"/>
          </a:xfrm>
        </p:spPr>
        <p:txBody>
          <a:bodyPr anchor="t">
            <a:noAutofit/>
          </a:bodyPr>
          <a:lstStyle>
            <a:lvl1pPr>
              <a:defRPr sz="2800" b="1" i="0">
                <a:solidFill>
                  <a:srgbClr val="4D4D4F"/>
                </a:solidFill>
                <a:latin typeface="Calibri" charset="0"/>
                <a:ea typeface="Calibri" charset="0"/>
                <a:cs typeface="Calibri" charset="0"/>
              </a:defRPr>
            </a:lvl1pPr>
          </a:lstStyle>
          <a:p>
            <a:r>
              <a:rPr lang="en-US" dirty="0"/>
              <a:t>Presentation Section</a:t>
            </a:r>
            <a:br>
              <a:rPr lang="en-US" dirty="0"/>
            </a:br>
            <a:r>
              <a:rPr lang="en-US" dirty="0"/>
              <a:t>Calibri Bold 28 </a:t>
            </a:r>
            <a:r>
              <a:rPr lang="en-US" dirty="0" err="1"/>
              <a:t>pt</a:t>
            </a:r>
            <a:endParaRPr lang="en-US" dirty="0"/>
          </a:p>
        </p:txBody>
      </p:sp>
      <p:sp>
        <p:nvSpPr>
          <p:cNvPr id="4" name="Text Placeholder 3"/>
          <p:cNvSpPr>
            <a:spLocks noGrp="1"/>
          </p:cNvSpPr>
          <p:nvPr>
            <p:ph type="body" sz="half" idx="2" hasCustomPrompt="1"/>
          </p:nvPr>
        </p:nvSpPr>
        <p:spPr>
          <a:xfrm>
            <a:off x="743593" y="2051253"/>
            <a:ext cx="5218899" cy="953530"/>
          </a:xfrm>
        </p:spPr>
        <p:txBody>
          <a:bodyPr>
            <a:normAutofit/>
          </a:bodyPr>
          <a:lstStyle>
            <a:lvl1pPr marL="0" indent="0">
              <a:lnSpc>
                <a:spcPct val="100000"/>
              </a:lnSpc>
              <a:buNone/>
              <a:defRPr sz="1800" b="0"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Presentation Section Sub-title Calibri 18 </a:t>
            </a:r>
            <a:r>
              <a:rPr lang="en-US" dirty="0" err="1"/>
              <a:t>pt</a:t>
            </a:r>
            <a:endParaRPr lang="en-US" dirty="0"/>
          </a:p>
          <a:p>
            <a:pPr lvl="0"/>
            <a:r>
              <a:rPr lang="en-US" dirty="0"/>
              <a:t>(2 rows maximum)</a:t>
            </a:r>
          </a:p>
        </p:txBody>
      </p:sp>
    </p:spTree>
    <p:extLst>
      <p:ext uri="{BB962C8B-B14F-4D97-AF65-F5344CB8AC3E}">
        <p14:creationId xmlns:p14="http://schemas.microsoft.com/office/powerpoint/2010/main" val="1716391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593" y="1125997"/>
            <a:ext cx="5218899" cy="952185"/>
          </a:xfrm>
        </p:spPr>
        <p:txBody>
          <a:bodyPr anchor="t">
            <a:noAutofit/>
          </a:bodyPr>
          <a:lstStyle>
            <a:lvl1pPr>
              <a:defRPr sz="2800" b="1" i="0">
                <a:solidFill>
                  <a:schemeClr val="bg1"/>
                </a:solidFill>
                <a:latin typeface="Calibri" charset="0"/>
                <a:ea typeface="Calibri" charset="0"/>
                <a:cs typeface="Calibri" charset="0"/>
              </a:defRPr>
            </a:lvl1pPr>
          </a:lstStyle>
          <a:p>
            <a:r>
              <a:rPr lang="en-US" dirty="0"/>
              <a:t>Presentation Section</a:t>
            </a:r>
            <a:br>
              <a:rPr lang="en-US" dirty="0"/>
            </a:br>
            <a:r>
              <a:rPr lang="en-US" dirty="0"/>
              <a:t>Calibri Bold 28 </a:t>
            </a:r>
            <a:r>
              <a:rPr lang="en-US" dirty="0" err="1"/>
              <a:t>pt</a:t>
            </a:r>
            <a:endParaRPr lang="en-US" dirty="0"/>
          </a:p>
        </p:txBody>
      </p:sp>
      <p:sp>
        <p:nvSpPr>
          <p:cNvPr id="4" name="Text Placeholder 3"/>
          <p:cNvSpPr>
            <a:spLocks noGrp="1"/>
          </p:cNvSpPr>
          <p:nvPr>
            <p:ph type="body" sz="half" idx="2" hasCustomPrompt="1"/>
          </p:nvPr>
        </p:nvSpPr>
        <p:spPr>
          <a:xfrm>
            <a:off x="743592" y="2051253"/>
            <a:ext cx="5218899" cy="878374"/>
          </a:xfrm>
        </p:spPr>
        <p:txBody>
          <a:bodyPr>
            <a:normAutofit/>
          </a:bodyPr>
          <a:lstStyle>
            <a:lvl1pPr marL="0" indent="0" algn="l">
              <a:lnSpc>
                <a:spcPct val="100000"/>
              </a:lnSpc>
              <a:buNone/>
              <a:defRPr sz="1800" b="0" i="0">
                <a:solidFill>
                  <a:schemeClr val="bg1"/>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Presentation Section Sub-title Calibri 18 </a:t>
            </a:r>
            <a:r>
              <a:rPr lang="en-US" dirty="0" err="1"/>
              <a:t>pt</a:t>
            </a:r>
            <a:endParaRPr lang="en-US" dirty="0"/>
          </a:p>
          <a:p>
            <a:pPr lvl="0"/>
            <a:r>
              <a:rPr lang="en-US" dirty="0"/>
              <a:t>(2 rows maximum)</a:t>
            </a:r>
          </a:p>
        </p:txBody>
      </p:sp>
    </p:spTree>
    <p:extLst>
      <p:ext uri="{BB962C8B-B14F-4D97-AF65-F5344CB8AC3E}">
        <p14:creationId xmlns:p14="http://schemas.microsoft.com/office/powerpoint/2010/main" val="239438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591" y="1125997"/>
            <a:ext cx="5218900" cy="993775"/>
          </a:xfrm>
        </p:spPr>
        <p:txBody>
          <a:bodyPr anchor="t">
            <a:normAutofit/>
          </a:bodyPr>
          <a:lstStyle>
            <a:lvl1pPr>
              <a:defRPr sz="2800" b="1" i="0">
                <a:solidFill>
                  <a:srgbClr val="4D4D4F"/>
                </a:solidFill>
                <a:latin typeface="Calibri" charset="0"/>
                <a:ea typeface="Calibri" charset="0"/>
                <a:cs typeface="Calibri" charset="0"/>
              </a:defRPr>
            </a:lvl1pPr>
          </a:lstStyle>
          <a:p>
            <a:r>
              <a:rPr lang="en-US" dirty="0"/>
              <a:t>Presentation Section</a:t>
            </a:r>
            <a:br>
              <a:rPr lang="en-US" dirty="0"/>
            </a:br>
            <a:r>
              <a:rPr lang="en-US" dirty="0"/>
              <a:t>Calibri Bold 28 </a:t>
            </a:r>
            <a:r>
              <a:rPr lang="en-US" dirty="0" err="1"/>
              <a:t>pt</a:t>
            </a:r>
            <a:endParaRPr lang="en-US" dirty="0"/>
          </a:p>
        </p:txBody>
      </p:sp>
      <p:sp>
        <p:nvSpPr>
          <p:cNvPr id="9" name="Text Placeholder 3"/>
          <p:cNvSpPr>
            <a:spLocks noGrp="1"/>
          </p:cNvSpPr>
          <p:nvPr>
            <p:ph type="body" sz="half" idx="2" hasCustomPrompt="1"/>
          </p:nvPr>
        </p:nvSpPr>
        <p:spPr>
          <a:xfrm>
            <a:off x="743592" y="2051253"/>
            <a:ext cx="5218899" cy="865848"/>
          </a:xfrm>
        </p:spPr>
        <p:txBody>
          <a:bodyPr>
            <a:normAutofit/>
          </a:bodyPr>
          <a:lstStyle>
            <a:lvl1pPr marL="0" indent="0">
              <a:lnSpc>
                <a:spcPct val="100000"/>
              </a:lnSpc>
              <a:buNone/>
              <a:defRPr sz="1800" b="0"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Presentation Section Sub-title Calibri 18 </a:t>
            </a:r>
            <a:r>
              <a:rPr lang="en-US" dirty="0" err="1"/>
              <a:t>pt</a:t>
            </a:r>
            <a:endParaRPr lang="en-US" dirty="0"/>
          </a:p>
          <a:p>
            <a:pPr lvl="0"/>
            <a:r>
              <a:rPr lang="en-US" dirty="0"/>
              <a:t>(2 rows maximum)</a:t>
            </a:r>
          </a:p>
        </p:txBody>
      </p:sp>
    </p:spTree>
    <p:extLst>
      <p:ext uri="{BB962C8B-B14F-4D97-AF65-F5344CB8AC3E}">
        <p14:creationId xmlns:p14="http://schemas.microsoft.com/office/powerpoint/2010/main" val="1229388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592" y="1125997"/>
            <a:ext cx="5218899" cy="993775"/>
          </a:xfrm>
        </p:spPr>
        <p:txBody>
          <a:bodyPr anchor="t">
            <a:noAutofit/>
          </a:bodyPr>
          <a:lstStyle>
            <a:lvl1pPr>
              <a:defRPr sz="2800" b="1" i="0">
                <a:solidFill>
                  <a:srgbClr val="4D4D4F"/>
                </a:solidFill>
                <a:latin typeface="Calibri" charset="0"/>
                <a:ea typeface="Calibri" charset="0"/>
                <a:cs typeface="Calibri" charset="0"/>
              </a:defRPr>
            </a:lvl1pPr>
          </a:lstStyle>
          <a:p>
            <a:r>
              <a:rPr lang="en-US" dirty="0"/>
              <a:t>Presentation Section</a:t>
            </a:r>
            <a:br>
              <a:rPr lang="en-US" dirty="0"/>
            </a:br>
            <a:r>
              <a:rPr lang="en-US" dirty="0"/>
              <a:t>Calibri Bold 28 </a:t>
            </a:r>
            <a:r>
              <a:rPr lang="en-US" dirty="0" err="1"/>
              <a:t>pt</a:t>
            </a:r>
            <a:endParaRPr lang="en-US" dirty="0"/>
          </a:p>
        </p:txBody>
      </p:sp>
      <p:sp>
        <p:nvSpPr>
          <p:cNvPr id="9" name="Text Placeholder 3"/>
          <p:cNvSpPr>
            <a:spLocks noGrp="1"/>
          </p:cNvSpPr>
          <p:nvPr>
            <p:ph type="body" sz="half" idx="2" hasCustomPrompt="1"/>
          </p:nvPr>
        </p:nvSpPr>
        <p:spPr>
          <a:xfrm>
            <a:off x="743592" y="2051253"/>
            <a:ext cx="5218899" cy="847059"/>
          </a:xfrm>
        </p:spPr>
        <p:txBody>
          <a:bodyPr>
            <a:normAutofit/>
          </a:bodyPr>
          <a:lstStyle>
            <a:lvl1pPr marL="0" indent="0">
              <a:lnSpc>
                <a:spcPct val="100000"/>
              </a:lnSpc>
              <a:buNone/>
              <a:defRPr sz="1800" b="0"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Presentation Section Sub-title Calibri 18 </a:t>
            </a:r>
            <a:r>
              <a:rPr lang="en-US" dirty="0" err="1"/>
              <a:t>pt</a:t>
            </a:r>
            <a:endParaRPr lang="en-US" dirty="0"/>
          </a:p>
          <a:p>
            <a:pPr lvl="0"/>
            <a:r>
              <a:rPr lang="en-US" dirty="0"/>
              <a:t>(2 rows maximum)</a:t>
            </a:r>
          </a:p>
        </p:txBody>
      </p:sp>
    </p:spTree>
    <p:extLst>
      <p:ext uri="{BB962C8B-B14F-4D97-AF65-F5344CB8AC3E}">
        <p14:creationId xmlns:p14="http://schemas.microsoft.com/office/powerpoint/2010/main" val="1766304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Al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515295" y="914027"/>
            <a:ext cx="3731753" cy="3741100"/>
          </a:xfrm>
        </p:spPr>
        <p:txBody>
          <a:bodyPr>
            <a:normAutofit/>
          </a:bodyPr>
          <a:lstStyle>
            <a:lvl1pPr marL="0" indent="0" algn="l">
              <a:buNone/>
              <a:defRPr sz="1200" b="0" i="0">
                <a:solidFill>
                  <a:srgbClr val="4D4D4F"/>
                </a:solidFill>
                <a:latin typeface="Calibri" charset="0"/>
                <a:ea typeface="Calibri" charset="0"/>
                <a:cs typeface="Calibri"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Full content goes here (Calibri regular 12 </a:t>
            </a:r>
            <a:r>
              <a:rPr lang="en-US" dirty="0" err="1"/>
              <a:t>pt</a:t>
            </a:r>
            <a:r>
              <a:rPr lang="en-US" dirty="0"/>
              <a:t>)</a:t>
            </a:r>
          </a:p>
          <a:p>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a:t>
            </a:r>
            <a:r>
              <a:rPr lang="en-US" dirty="0" err="1"/>
              <a:t>vel</a:t>
            </a:r>
            <a:r>
              <a:rPr lang="en-US" dirty="0"/>
              <a:t> </a:t>
            </a:r>
            <a:r>
              <a:rPr lang="en-US" dirty="0" err="1"/>
              <a:t>illum</a:t>
            </a:r>
            <a:r>
              <a:rPr lang="en-US" dirty="0"/>
              <a:t> </a:t>
            </a:r>
            <a:r>
              <a:rPr lang="en-US" dirty="0" err="1"/>
              <a:t>dolore</a:t>
            </a:r>
            <a:r>
              <a:rPr lang="en-US" dirty="0"/>
              <a:t>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a:t>
            </a:r>
            <a:r>
              <a:rPr lang="en-US" dirty="0" err="1"/>
              <a:t>eros</a:t>
            </a:r>
            <a:r>
              <a:rPr lang="en-US" dirty="0"/>
              <a:t> et.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a:t>
            </a:r>
          </a:p>
          <a:p>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vel</a:t>
            </a:r>
            <a:r>
              <a:rPr lang="en-US" dirty="0"/>
              <a:t> </a:t>
            </a:r>
            <a:r>
              <a:rPr lang="en-US" dirty="0" err="1"/>
              <a:t>illum</a:t>
            </a:r>
            <a:r>
              <a:rPr lang="en-US" dirty="0"/>
              <a:t> </a:t>
            </a:r>
            <a:r>
              <a:rPr lang="en-US" dirty="0" err="1"/>
              <a:t>dolore</a:t>
            </a:r>
            <a:r>
              <a:rPr lang="en-US" dirty="0"/>
              <a:t>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a:t>
            </a:r>
            <a:r>
              <a:rPr lang="en-US" dirty="0" err="1"/>
              <a:t>eros</a:t>
            </a:r>
            <a:r>
              <a:rPr lang="en-US" dirty="0"/>
              <a:t> et.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endParaRPr lang="en-US" dirty="0"/>
          </a:p>
        </p:txBody>
      </p:sp>
      <p:sp>
        <p:nvSpPr>
          <p:cNvPr id="6" name="Slide Number Placeholder 5"/>
          <p:cNvSpPr>
            <a:spLocks noGrp="1"/>
          </p:cNvSpPr>
          <p:nvPr>
            <p:ph type="sldNum" sz="quarter" idx="12"/>
          </p:nvPr>
        </p:nvSpPr>
        <p:spPr>
          <a:xfrm>
            <a:off x="6881143" y="4714363"/>
            <a:ext cx="2057400" cy="274637"/>
          </a:xfrm>
        </p:spPr>
        <p:txBody>
          <a:bodyPr/>
          <a:lstStyle>
            <a:lvl1pPr>
              <a:defRPr sz="600" b="0" i="0">
                <a:solidFill>
                  <a:srgbClr val="4D4D4F"/>
                </a:solidFill>
                <a:latin typeface="Calibri" charset="0"/>
                <a:ea typeface="Calibri" charset="0"/>
                <a:cs typeface="Calibri" charset="0"/>
              </a:defRPr>
            </a:lvl1pPr>
          </a:lstStyle>
          <a:p>
            <a:fld id="{A9F82C8E-865A-2440-AB2D-36CAA05B882C}" type="slidenum">
              <a:rPr lang="en-US" smtClean="0"/>
              <a:pPr/>
              <a:t>‹#›</a:t>
            </a:fld>
            <a:endParaRPr lang="en-US" dirty="0"/>
          </a:p>
        </p:txBody>
      </p:sp>
      <p:sp>
        <p:nvSpPr>
          <p:cNvPr id="9" name="Text Placeholder 3"/>
          <p:cNvSpPr>
            <a:spLocks noGrp="1"/>
          </p:cNvSpPr>
          <p:nvPr>
            <p:ph type="body" sz="half" idx="13" hasCustomPrompt="1"/>
          </p:nvPr>
        </p:nvSpPr>
        <p:spPr>
          <a:xfrm>
            <a:off x="4467619" y="914027"/>
            <a:ext cx="3731754" cy="3741100"/>
          </a:xfrm>
        </p:spPr>
        <p:txBody>
          <a:bodyPr>
            <a:normAutofit/>
          </a:bodyPr>
          <a:lstStyle>
            <a:lvl1pPr marL="0" indent="0">
              <a:buNone/>
              <a:defRPr sz="1200" b="0"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a:t>
            </a:r>
            <a:r>
              <a:rPr lang="en-US" dirty="0" err="1"/>
              <a:t>vel</a:t>
            </a:r>
            <a:r>
              <a:rPr lang="en-US" dirty="0"/>
              <a:t> </a:t>
            </a:r>
            <a:r>
              <a:rPr lang="en-US" dirty="0" err="1"/>
              <a:t>illum</a:t>
            </a:r>
            <a:r>
              <a:rPr lang="en-US" dirty="0"/>
              <a:t> </a:t>
            </a:r>
            <a:r>
              <a:rPr lang="en-US" dirty="0" err="1"/>
              <a:t>dolore</a:t>
            </a:r>
            <a:r>
              <a:rPr lang="en-US" dirty="0"/>
              <a:t>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a:t>
            </a:r>
            <a:r>
              <a:rPr lang="en-US" dirty="0" err="1"/>
              <a:t>eros</a:t>
            </a:r>
            <a:r>
              <a:rPr lang="en-US" dirty="0"/>
              <a:t> et.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a:t>
            </a:r>
          </a:p>
          <a:p>
            <a:pPr lvl="0"/>
            <a:endParaRPr lang="en-US" dirty="0"/>
          </a:p>
          <a:p>
            <a:pPr lvl="0"/>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a:t>
            </a:r>
          </a:p>
        </p:txBody>
      </p:sp>
      <p:sp>
        <p:nvSpPr>
          <p:cNvPr id="10" name="Text Placeholder 3"/>
          <p:cNvSpPr>
            <a:spLocks noGrp="1"/>
          </p:cNvSpPr>
          <p:nvPr>
            <p:ph type="body" sz="half" idx="15" hasCustomPrompt="1"/>
          </p:nvPr>
        </p:nvSpPr>
        <p:spPr>
          <a:xfrm>
            <a:off x="515294" y="520742"/>
            <a:ext cx="7684078" cy="327313"/>
          </a:xfrm>
        </p:spPr>
        <p:txBody>
          <a:bodyPr>
            <a:normAutofit/>
          </a:bodyPr>
          <a:lstStyle>
            <a:lvl1pPr marL="0" indent="0">
              <a:buNone/>
              <a:defRPr sz="1400" b="1" i="0">
                <a:solidFill>
                  <a:srgbClr val="747678"/>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Subtitle Goes Here Calibri Bold 14 </a:t>
            </a:r>
            <a:r>
              <a:rPr lang="en-US" dirty="0" err="1"/>
              <a:t>pt</a:t>
            </a:r>
            <a:r>
              <a:rPr lang="en-US" dirty="0"/>
              <a:t> </a:t>
            </a:r>
          </a:p>
        </p:txBody>
      </p:sp>
      <p:sp>
        <p:nvSpPr>
          <p:cNvPr id="11" name="Text Placeholder 3"/>
          <p:cNvSpPr>
            <a:spLocks noGrp="1"/>
          </p:cNvSpPr>
          <p:nvPr>
            <p:ph type="body" sz="half" idx="16" hasCustomPrompt="1"/>
          </p:nvPr>
        </p:nvSpPr>
        <p:spPr>
          <a:xfrm>
            <a:off x="515294" y="221183"/>
            <a:ext cx="7684078" cy="299560"/>
          </a:xfrm>
        </p:spPr>
        <p:txBody>
          <a:bodyPr>
            <a:noAutofit/>
          </a:bodyPr>
          <a:lstStyle>
            <a:lvl1pPr marL="0" indent="0">
              <a:buNone/>
              <a:defRPr sz="1800" b="1"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18 </a:t>
            </a:r>
            <a:r>
              <a:rPr lang="en-US" dirty="0" err="1"/>
              <a:t>pt</a:t>
            </a:r>
            <a:endParaRPr lang="en-US" dirty="0"/>
          </a:p>
        </p:txBody>
      </p:sp>
    </p:spTree>
    <p:extLst>
      <p:ext uri="{BB962C8B-B14F-4D97-AF65-F5344CB8AC3E}">
        <p14:creationId xmlns:p14="http://schemas.microsoft.com/office/powerpoint/2010/main" val="458837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mbering and Bullet Poi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881143" y="4714363"/>
            <a:ext cx="2057400" cy="274637"/>
          </a:xfrm>
        </p:spPr>
        <p:txBody>
          <a:bodyPr/>
          <a:lstStyle>
            <a:lvl1pPr>
              <a:defRPr sz="600" b="0" i="0">
                <a:solidFill>
                  <a:srgbClr val="4D4D4F"/>
                </a:solidFill>
                <a:latin typeface="Calibri" charset="0"/>
                <a:ea typeface="Calibri" charset="0"/>
                <a:cs typeface="Calibri" charset="0"/>
              </a:defRPr>
            </a:lvl1pPr>
          </a:lstStyle>
          <a:p>
            <a:fld id="{A9F82C8E-865A-2440-AB2D-36CAA05B882C}" type="slidenum">
              <a:rPr lang="en-US" smtClean="0"/>
              <a:pPr/>
              <a:t>‹#›</a:t>
            </a:fld>
            <a:endParaRPr lang="en-US" dirty="0"/>
          </a:p>
        </p:txBody>
      </p:sp>
      <p:sp>
        <p:nvSpPr>
          <p:cNvPr id="12" name="Text Placeholder 3"/>
          <p:cNvSpPr>
            <a:spLocks noGrp="1"/>
          </p:cNvSpPr>
          <p:nvPr>
            <p:ph type="body" sz="half" idx="15" hasCustomPrompt="1"/>
          </p:nvPr>
        </p:nvSpPr>
        <p:spPr>
          <a:xfrm>
            <a:off x="515294" y="520742"/>
            <a:ext cx="7684078" cy="327313"/>
          </a:xfrm>
        </p:spPr>
        <p:txBody>
          <a:bodyPr>
            <a:normAutofit/>
          </a:bodyPr>
          <a:lstStyle>
            <a:lvl1pPr marL="0" indent="0">
              <a:buNone/>
              <a:defRPr sz="1400" b="1" i="0">
                <a:solidFill>
                  <a:srgbClr val="747678"/>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Subtitle Goes Here Calibri Bold 14 </a:t>
            </a:r>
            <a:r>
              <a:rPr lang="en-US" dirty="0" err="1"/>
              <a:t>pt</a:t>
            </a:r>
            <a:r>
              <a:rPr lang="en-US" dirty="0"/>
              <a:t> </a:t>
            </a:r>
          </a:p>
        </p:txBody>
      </p:sp>
      <p:sp>
        <p:nvSpPr>
          <p:cNvPr id="13" name="Text Placeholder 3"/>
          <p:cNvSpPr>
            <a:spLocks noGrp="1"/>
          </p:cNvSpPr>
          <p:nvPr>
            <p:ph type="body" sz="half" idx="16" hasCustomPrompt="1"/>
          </p:nvPr>
        </p:nvSpPr>
        <p:spPr>
          <a:xfrm>
            <a:off x="515294" y="221183"/>
            <a:ext cx="7684078" cy="299560"/>
          </a:xfrm>
        </p:spPr>
        <p:txBody>
          <a:bodyPr>
            <a:noAutofit/>
          </a:bodyPr>
          <a:lstStyle>
            <a:lvl1pPr marL="0" indent="0">
              <a:buNone/>
              <a:defRPr sz="1800" b="1"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18 </a:t>
            </a:r>
            <a:r>
              <a:rPr lang="en-US" dirty="0" err="1"/>
              <a:t>pt</a:t>
            </a:r>
            <a:endParaRPr lang="en-US" dirty="0"/>
          </a:p>
        </p:txBody>
      </p:sp>
      <p:sp>
        <p:nvSpPr>
          <p:cNvPr id="7" name="Text Placeholder 3"/>
          <p:cNvSpPr>
            <a:spLocks noGrp="1"/>
          </p:cNvSpPr>
          <p:nvPr>
            <p:ph type="body" sz="half" idx="17" hasCustomPrompt="1"/>
          </p:nvPr>
        </p:nvSpPr>
        <p:spPr>
          <a:xfrm>
            <a:off x="515294" y="893957"/>
            <a:ext cx="7684078" cy="3761169"/>
          </a:xfrm>
        </p:spPr>
        <p:txBody>
          <a:bodyPr>
            <a:normAutofit/>
          </a:bodyPr>
          <a:lstStyle>
            <a:lvl1pPr marL="176213" indent="-176213">
              <a:buFont typeface="+mj-lt"/>
              <a:buAutoNum type="arabicPeriod"/>
              <a:defRPr sz="1200" b="0" i="0">
                <a:solidFill>
                  <a:srgbClr val="4C4C4E"/>
                </a:solidFill>
                <a:latin typeface="Calibri" charset="0"/>
                <a:ea typeface="Calibri" charset="0"/>
                <a:cs typeface="Calibri" charset="0"/>
              </a:defRPr>
            </a:lvl1pPr>
            <a:lvl2pPr marL="457200" indent="0">
              <a:buNone/>
              <a:defRPr sz="1400"/>
            </a:lvl2pPr>
            <a:lvl3pPr marL="363538" indent="-187325">
              <a:buFont typeface="+mj-lt"/>
              <a:buAutoNum type="alphaLcParenR"/>
              <a:defRPr sz="1200">
                <a:solidFill>
                  <a:srgbClr val="4C4C4E"/>
                </a:solidFill>
              </a:defRPr>
            </a:lvl3pPr>
            <a:lvl4pPr marL="539750" indent="-87313">
              <a:buFont typeface="Arial" panose="020B0604020202020204" pitchFamily="34" charset="0"/>
              <a:buChar char="•"/>
              <a:defRPr sz="1000">
                <a:solidFill>
                  <a:srgbClr val="4C4C4E"/>
                </a:solidFill>
              </a:defRPr>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Calibri 12 </a:t>
            </a:r>
            <a:r>
              <a:rPr lang="en-US" dirty="0" err="1"/>
              <a:t>pt</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adipiscing</a:t>
            </a:r>
            <a:r>
              <a:rPr lang="en-US" dirty="0"/>
              <a:t> </a:t>
            </a:r>
            <a:r>
              <a:rPr lang="en-US" dirty="0" err="1"/>
              <a:t>elit</a:t>
            </a:r>
            <a:r>
              <a:rPr lang="en-US" dirty="0"/>
              <a:t>.</a:t>
            </a:r>
          </a:p>
          <a:p>
            <a:pPr lvl="2"/>
            <a:r>
              <a:rPr lang="en-US" dirty="0"/>
              <a:t>Text numbering with alphabetical 12 pt.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a:t>
            </a:r>
          </a:p>
          <a:p>
            <a:pPr lvl="3"/>
            <a:r>
              <a:rPr lang="en-US" dirty="0"/>
              <a:t>Text numbering with bullet point 10 pt. </a:t>
            </a:r>
            <a:r>
              <a:rPr lang="en-US" dirty="0" err="1"/>
              <a:t>euismod</a:t>
            </a:r>
            <a:r>
              <a:rPr lang="en-US" dirty="0"/>
              <a:t> tin </a:t>
            </a:r>
            <a:r>
              <a:rPr lang="en-US" dirty="0" err="1"/>
              <a:t>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a:t>
            </a:r>
          </a:p>
          <a:p>
            <a:pPr lvl="3"/>
            <a:r>
              <a:rPr lang="en-US" dirty="0"/>
              <a:t>Text numbering with bullet point 10 pt. </a:t>
            </a:r>
            <a:r>
              <a:rPr lang="en-US" dirty="0" err="1"/>
              <a:t>euismod</a:t>
            </a:r>
            <a:r>
              <a:rPr lang="en-US" dirty="0"/>
              <a:t> tin </a:t>
            </a:r>
            <a:r>
              <a:rPr lang="en-US" dirty="0" err="1"/>
              <a:t>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a:t>
            </a:r>
          </a:p>
          <a:p>
            <a:pPr lvl="2"/>
            <a:r>
              <a:rPr lang="en-US" dirty="0"/>
              <a:t>Text numbering with alphabetical 12 pt.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a:t>
            </a:r>
          </a:p>
          <a:p>
            <a:pPr lvl="3"/>
            <a:r>
              <a:rPr lang="en-US" dirty="0"/>
              <a:t>Text numbering with bullet point 10 pt. </a:t>
            </a:r>
            <a:r>
              <a:rPr lang="en-US" dirty="0" err="1"/>
              <a:t>euismod</a:t>
            </a:r>
            <a:r>
              <a:rPr lang="en-US" dirty="0"/>
              <a:t> tin </a:t>
            </a:r>
            <a:r>
              <a:rPr lang="en-US" dirty="0" err="1"/>
              <a:t>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a:t>
            </a:r>
          </a:p>
          <a:p>
            <a:pPr lvl="3"/>
            <a:r>
              <a:rPr lang="en-US" dirty="0"/>
              <a:t>Text numbering with bullet point 10 pt. </a:t>
            </a:r>
            <a:r>
              <a:rPr lang="en-US" dirty="0" err="1"/>
              <a:t>euismod</a:t>
            </a:r>
            <a:r>
              <a:rPr lang="en-US" dirty="0"/>
              <a:t> tin </a:t>
            </a:r>
            <a:r>
              <a:rPr lang="en-US" dirty="0" err="1"/>
              <a:t>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a:t>
            </a:r>
          </a:p>
        </p:txBody>
      </p:sp>
    </p:spTree>
    <p:extLst>
      <p:ext uri="{BB962C8B-B14F-4D97-AF65-F5344CB8AC3E}">
        <p14:creationId xmlns:p14="http://schemas.microsoft.com/office/powerpoint/2010/main" val="61565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Picture Placeholder 2"/>
          <p:cNvSpPr>
            <a:spLocks noGrp="1" noChangeAspect="1"/>
          </p:cNvSpPr>
          <p:nvPr>
            <p:ph type="pic" idx="14"/>
          </p:nvPr>
        </p:nvSpPr>
        <p:spPr>
          <a:xfrm>
            <a:off x="0" y="1209124"/>
            <a:ext cx="9144000" cy="3934376"/>
          </a:xfrm>
          <a:blipFill dpi="0" rotWithShape="1">
            <a:blip r:embed="rId3">
              <a:alphaModFix amt="0"/>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11" name="Text Placeholder 3"/>
          <p:cNvSpPr>
            <a:spLocks noGrp="1"/>
          </p:cNvSpPr>
          <p:nvPr>
            <p:ph type="body" sz="half" idx="15" hasCustomPrompt="1"/>
          </p:nvPr>
        </p:nvSpPr>
        <p:spPr>
          <a:xfrm>
            <a:off x="515294" y="513185"/>
            <a:ext cx="7684078" cy="327313"/>
          </a:xfrm>
        </p:spPr>
        <p:txBody>
          <a:bodyPr>
            <a:normAutofit/>
          </a:bodyPr>
          <a:lstStyle>
            <a:lvl1pPr marL="0" indent="0">
              <a:buNone/>
              <a:defRPr sz="1400" b="1" i="0">
                <a:solidFill>
                  <a:srgbClr val="747678"/>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Subtitle Goes Here Calibri Bold 14 </a:t>
            </a:r>
            <a:r>
              <a:rPr lang="en-US" dirty="0" err="1"/>
              <a:t>pt</a:t>
            </a:r>
            <a:r>
              <a:rPr lang="en-US" dirty="0"/>
              <a:t> </a:t>
            </a:r>
          </a:p>
        </p:txBody>
      </p:sp>
      <p:sp>
        <p:nvSpPr>
          <p:cNvPr id="12" name="Text Placeholder 3"/>
          <p:cNvSpPr>
            <a:spLocks noGrp="1"/>
          </p:cNvSpPr>
          <p:nvPr>
            <p:ph type="body" sz="half" idx="16" hasCustomPrompt="1"/>
          </p:nvPr>
        </p:nvSpPr>
        <p:spPr>
          <a:xfrm>
            <a:off x="515294" y="213626"/>
            <a:ext cx="7684078" cy="299560"/>
          </a:xfrm>
        </p:spPr>
        <p:txBody>
          <a:bodyPr>
            <a:noAutofit/>
          </a:bodyPr>
          <a:lstStyle>
            <a:lvl1pPr marL="0" indent="0">
              <a:buNone/>
              <a:defRPr sz="1800" b="1"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18 </a:t>
            </a:r>
            <a:r>
              <a:rPr lang="en-US" dirty="0" err="1"/>
              <a:t>pt</a:t>
            </a:r>
            <a:endParaRPr lang="en-US" dirty="0"/>
          </a:p>
        </p:txBody>
      </p:sp>
    </p:spTree>
    <p:extLst>
      <p:ext uri="{BB962C8B-B14F-4D97-AF65-F5344CB8AC3E}">
        <p14:creationId xmlns:p14="http://schemas.microsoft.com/office/powerpoint/2010/main" val="1820633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a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15295" y="901580"/>
            <a:ext cx="5303614" cy="3670420"/>
          </a:xfrm>
        </p:spPr>
        <p:txBody>
          <a:bodyPr>
            <a:normAutofit/>
          </a:bodyPr>
          <a:lstStyle>
            <a:lvl1pPr marL="0" indent="0">
              <a:buNone/>
              <a:defRPr sz="1200" b="0" i="0">
                <a:solidFill>
                  <a:srgbClr val="4D4D4F"/>
                </a:solidFill>
                <a:latin typeface="Calibri" charset="0"/>
                <a:ea typeface="Calibri" charset="0"/>
                <a:cs typeface="Calibri"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Full content goes here (Calibri regular 12 </a:t>
            </a:r>
            <a:r>
              <a:rPr lang="en-US" dirty="0" err="1"/>
              <a:t>pt</a:t>
            </a:r>
            <a:r>
              <a:rPr lang="en-US" dirty="0"/>
              <a:t>)</a:t>
            </a:r>
          </a:p>
          <a:p>
            <a:pPr lvl="0"/>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a:t>
            </a:r>
            <a:r>
              <a:rPr lang="en-US" dirty="0" err="1"/>
              <a:t>vel</a:t>
            </a:r>
            <a:r>
              <a:rPr lang="en-US" dirty="0"/>
              <a:t> </a:t>
            </a:r>
            <a:r>
              <a:rPr lang="en-US" dirty="0" err="1"/>
              <a:t>illum</a:t>
            </a:r>
            <a:r>
              <a:rPr lang="en-US" dirty="0"/>
              <a:t> </a:t>
            </a:r>
            <a:r>
              <a:rPr lang="en-US" dirty="0" err="1"/>
              <a:t>dolore</a:t>
            </a:r>
            <a:r>
              <a:rPr lang="en-US" dirty="0"/>
              <a:t>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a:t>
            </a:r>
            <a:r>
              <a:rPr lang="en-US" dirty="0" err="1"/>
              <a:t>eros</a:t>
            </a:r>
            <a:r>
              <a:rPr lang="en-US" dirty="0"/>
              <a:t> et.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cnim</a:t>
            </a:r>
            <a:r>
              <a:rPr lang="en-US" dirty="0"/>
              <a:t> ad minim </a:t>
            </a:r>
            <a:r>
              <a:rPr lang="en-US" dirty="0" err="1"/>
              <a:t>veniam</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ut</a:t>
            </a:r>
            <a:r>
              <a:rPr lang="en-US" dirty="0"/>
              <a:t> </a:t>
            </a:r>
            <a:r>
              <a:rPr lang="en-US" dirty="0" err="1"/>
              <a:t>aliquip</a:t>
            </a:r>
            <a:r>
              <a:rPr lang="en-US" dirty="0"/>
              <a:t> ex.</a:t>
            </a:r>
          </a:p>
          <a:p>
            <a:pPr lvl="0"/>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cnim</a:t>
            </a:r>
            <a:r>
              <a:rPr lang="en-US" dirty="0"/>
              <a:t> ad minim </a:t>
            </a:r>
            <a:r>
              <a:rPr lang="en-US" dirty="0" err="1"/>
              <a:t>veniam</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ut</a:t>
            </a:r>
            <a:r>
              <a:rPr lang="en-US" dirty="0"/>
              <a:t> </a:t>
            </a:r>
            <a:r>
              <a:rPr lang="en-US" dirty="0" err="1"/>
              <a:t>aliquip</a:t>
            </a:r>
            <a:r>
              <a:rPr lang="en-US" dirty="0"/>
              <a:t> ex.</a:t>
            </a:r>
          </a:p>
          <a:p>
            <a:pPr lvl="0"/>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cnim</a:t>
            </a:r>
            <a:r>
              <a:rPr lang="en-US" dirty="0"/>
              <a:t> ad minim </a:t>
            </a:r>
            <a:r>
              <a:rPr lang="en-US" dirty="0" err="1"/>
              <a:t>veniam</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ut</a:t>
            </a:r>
            <a:r>
              <a:rPr lang="en-US" dirty="0"/>
              <a:t> </a:t>
            </a:r>
            <a:r>
              <a:rPr lang="en-US" dirty="0" err="1"/>
              <a:t>aliquip</a:t>
            </a:r>
            <a:r>
              <a:rPr lang="en-US" dirty="0"/>
              <a:t> ex.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wisi</a:t>
            </a:r>
            <a:r>
              <a:rPr lang="en-US" dirty="0"/>
              <a:t> </a:t>
            </a:r>
            <a:r>
              <a:rPr lang="en-US" dirty="0" err="1"/>
              <a:t>enim</a:t>
            </a:r>
            <a:r>
              <a:rPr lang="en-US" dirty="0"/>
              <a:t> ad minim. </a:t>
            </a:r>
            <a:r>
              <a:rPr lang="en-US" dirty="0" err="1"/>
              <a:t>Enim</a:t>
            </a:r>
            <a:r>
              <a:rPr lang="en-US" dirty="0"/>
              <a:t> ad minim </a:t>
            </a:r>
            <a:r>
              <a:rPr lang="en-US" dirty="0" err="1"/>
              <a:t>veniam</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ut</a:t>
            </a:r>
            <a:r>
              <a:rPr lang="en-US" dirty="0"/>
              <a:t> </a:t>
            </a:r>
            <a:r>
              <a:rPr lang="en-US" dirty="0" err="1"/>
              <a:t>aliquip</a:t>
            </a:r>
            <a:r>
              <a:rPr lang="en-US" dirty="0"/>
              <a:t> ex.</a:t>
            </a:r>
          </a:p>
        </p:txBody>
      </p:sp>
      <p:sp>
        <p:nvSpPr>
          <p:cNvPr id="6" name="Slide Number Placeholder 5"/>
          <p:cNvSpPr>
            <a:spLocks noGrp="1"/>
          </p:cNvSpPr>
          <p:nvPr>
            <p:ph type="sldNum" sz="quarter" idx="12"/>
          </p:nvPr>
        </p:nvSpPr>
        <p:spPr>
          <a:xfrm>
            <a:off x="6881143" y="4714363"/>
            <a:ext cx="2057400" cy="274637"/>
          </a:xfrm>
        </p:spPr>
        <p:txBody>
          <a:bodyPr/>
          <a:lstStyle>
            <a:lvl1pPr>
              <a:defRPr sz="600" b="0" i="0">
                <a:solidFill>
                  <a:srgbClr val="4D4D4F"/>
                </a:solidFill>
                <a:latin typeface="Calibri" charset="0"/>
                <a:ea typeface="Calibri" charset="0"/>
                <a:cs typeface="Calibri" charset="0"/>
              </a:defRPr>
            </a:lvl1pPr>
          </a:lstStyle>
          <a:p>
            <a:fld id="{A9F82C8E-865A-2440-AB2D-36CAA05B882C}" type="slidenum">
              <a:rPr lang="en-US" smtClean="0"/>
              <a:pPr/>
              <a:t>‹#›</a:t>
            </a:fld>
            <a:endParaRPr lang="en-US" dirty="0"/>
          </a:p>
        </p:txBody>
      </p:sp>
      <p:sp>
        <p:nvSpPr>
          <p:cNvPr id="8" name="Picture Placeholder 2"/>
          <p:cNvSpPr>
            <a:spLocks noGrp="1"/>
          </p:cNvSpPr>
          <p:nvPr>
            <p:ph type="pic" idx="13"/>
          </p:nvPr>
        </p:nvSpPr>
        <p:spPr>
          <a:xfrm>
            <a:off x="6196760" y="1110883"/>
            <a:ext cx="2584504" cy="346111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2" name="Text Placeholder 3"/>
          <p:cNvSpPr>
            <a:spLocks noGrp="1"/>
          </p:cNvSpPr>
          <p:nvPr>
            <p:ph type="body" sz="half" idx="15" hasCustomPrompt="1"/>
          </p:nvPr>
        </p:nvSpPr>
        <p:spPr>
          <a:xfrm>
            <a:off x="515294" y="520742"/>
            <a:ext cx="7684078" cy="327313"/>
          </a:xfrm>
        </p:spPr>
        <p:txBody>
          <a:bodyPr>
            <a:normAutofit/>
          </a:bodyPr>
          <a:lstStyle>
            <a:lvl1pPr marL="0" indent="0">
              <a:buNone/>
              <a:defRPr sz="1400" b="1" i="0">
                <a:solidFill>
                  <a:srgbClr val="747678"/>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Subtitle Goes Here Calibri Bold 14 </a:t>
            </a:r>
            <a:r>
              <a:rPr lang="en-US" dirty="0" err="1"/>
              <a:t>pt</a:t>
            </a:r>
            <a:r>
              <a:rPr lang="en-US" dirty="0"/>
              <a:t> </a:t>
            </a:r>
          </a:p>
        </p:txBody>
      </p:sp>
      <p:sp>
        <p:nvSpPr>
          <p:cNvPr id="13" name="Text Placeholder 3"/>
          <p:cNvSpPr>
            <a:spLocks noGrp="1"/>
          </p:cNvSpPr>
          <p:nvPr>
            <p:ph type="body" sz="half" idx="16" hasCustomPrompt="1"/>
          </p:nvPr>
        </p:nvSpPr>
        <p:spPr>
          <a:xfrm>
            <a:off x="515294" y="221183"/>
            <a:ext cx="7684078" cy="299560"/>
          </a:xfrm>
        </p:spPr>
        <p:txBody>
          <a:bodyPr>
            <a:noAutofit/>
          </a:bodyPr>
          <a:lstStyle>
            <a:lvl1pPr marL="0" indent="0">
              <a:buNone/>
              <a:defRPr sz="1800" b="1"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18 </a:t>
            </a:r>
            <a:r>
              <a:rPr lang="en-US" dirty="0" err="1"/>
              <a:t>pt</a:t>
            </a:r>
            <a:endParaRPr lang="en-US" dirty="0"/>
          </a:p>
        </p:txBody>
      </p:sp>
    </p:spTree>
    <p:extLst>
      <p:ext uri="{BB962C8B-B14F-4D97-AF65-F5344CB8AC3E}">
        <p14:creationId xmlns:p14="http://schemas.microsoft.com/office/powerpoint/2010/main" val="17834384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and Pie Cha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3" hasCustomPrompt="1"/>
          </p:nvPr>
        </p:nvSpPr>
        <p:spPr>
          <a:xfrm>
            <a:off x="5268663" y="3661077"/>
            <a:ext cx="2930708" cy="844224"/>
          </a:xfrm>
        </p:spPr>
        <p:txBody>
          <a:bodyPr anchor="b">
            <a:noAutofit/>
          </a:bodyPr>
          <a:lstStyle>
            <a:lvl1pPr marL="0" indent="0">
              <a:buNone/>
              <a:defRPr sz="1000" b="0" i="0">
                <a:solidFill>
                  <a:srgbClr val="4D4D4F"/>
                </a:solidFill>
                <a:latin typeface="Calibri" charset="0"/>
                <a:ea typeface="Calibri" charset="0"/>
                <a:cs typeface="Calibri"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a:t>
            </a:r>
          </a:p>
        </p:txBody>
      </p:sp>
      <p:sp>
        <p:nvSpPr>
          <p:cNvPr id="9" name="Slide Number Placeholder 8"/>
          <p:cNvSpPr>
            <a:spLocks noGrp="1"/>
          </p:cNvSpPr>
          <p:nvPr>
            <p:ph type="sldNum" sz="quarter" idx="12"/>
          </p:nvPr>
        </p:nvSpPr>
        <p:spPr>
          <a:xfrm>
            <a:off x="6881143" y="4714363"/>
            <a:ext cx="2057400" cy="274637"/>
          </a:xfrm>
        </p:spPr>
        <p:txBody>
          <a:bodyPr/>
          <a:lstStyle>
            <a:lvl1pPr>
              <a:defRPr sz="600" b="0" i="0">
                <a:solidFill>
                  <a:srgbClr val="4D4D4F"/>
                </a:solidFill>
                <a:latin typeface="Calibri" charset="0"/>
                <a:ea typeface="Calibri" charset="0"/>
                <a:cs typeface="Calibri" charset="0"/>
              </a:defRPr>
            </a:lvl1pPr>
          </a:lstStyle>
          <a:p>
            <a:fld id="{A9F82C8E-865A-2440-AB2D-36CAA05B882C}" type="slidenum">
              <a:rPr lang="en-US" smtClean="0"/>
              <a:pPr/>
              <a:t>‹#›</a:t>
            </a:fld>
            <a:endParaRPr lang="en-US" dirty="0"/>
          </a:p>
        </p:txBody>
      </p:sp>
      <p:sp>
        <p:nvSpPr>
          <p:cNvPr id="15" name="Text Placeholder 2"/>
          <p:cNvSpPr>
            <a:spLocks noGrp="1"/>
          </p:cNvSpPr>
          <p:nvPr>
            <p:ph type="body" idx="1" hasCustomPrompt="1"/>
          </p:nvPr>
        </p:nvSpPr>
        <p:spPr>
          <a:xfrm>
            <a:off x="515294" y="901580"/>
            <a:ext cx="7684077" cy="1380641"/>
          </a:xfrm>
        </p:spPr>
        <p:txBody>
          <a:bodyPr>
            <a:normAutofit/>
          </a:bodyPr>
          <a:lstStyle>
            <a:lvl1pPr marL="0" indent="0">
              <a:buNone/>
              <a:defRPr sz="1200" b="0" i="0">
                <a:solidFill>
                  <a:srgbClr val="4D4D4F"/>
                </a:solidFill>
                <a:latin typeface="Calibri" charset="0"/>
                <a:ea typeface="Calibri" charset="0"/>
                <a:cs typeface="Calibri"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Full content goes here (Calibri regular 12 </a:t>
            </a:r>
            <a:r>
              <a:rPr lang="en-US" dirty="0" err="1"/>
              <a:t>pt</a:t>
            </a:r>
            <a:r>
              <a:rPr lang="en-US" dirty="0"/>
              <a:t>)</a:t>
            </a:r>
          </a:p>
          <a:p>
            <a:pPr lvl="0"/>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a:t>
            </a:r>
            <a:r>
              <a:rPr lang="en-US" dirty="0" err="1"/>
              <a:t>vel</a:t>
            </a:r>
            <a:r>
              <a:rPr lang="en-US" dirty="0"/>
              <a:t> </a:t>
            </a:r>
            <a:r>
              <a:rPr lang="en-US" dirty="0" err="1"/>
              <a:t>illum</a:t>
            </a:r>
            <a:r>
              <a:rPr lang="en-US" dirty="0"/>
              <a:t> </a:t>
            </a:r>
            <a:r>
              <a:rPr lang="en-US" dirty="0" err="1"/>
              <a:t>dolore</a:t>
            </a:r>
            <a:r>
              <a:rPr lang="en-US" dirty="0"/>
              <a:t>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a:t>
            </a:r>
            <a:r>
              <a:rPr lang="en-US" dirty="0" err="1"/>
              <a:t>eros</a:t>
            </a:r>
            <a:r>
              <a:rPr lang="en-US" dirty="0"/>
              <a:t> et.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cnim</a:t>
            </a:r>
            <a:r>
              <a:rPr lang="en-US" dirty="0"/>
              <a:t> ad minim </a:t>
            </a:r>
            <a:r>
              <a:rPr lang="en-US" dirty="0" err="1"/>
              <a:t>veniam</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ut</a:t>
            </a:r>
            <a:r>
              <a:rPr lang="en-US" dirty="0"/>
              <a:t> </a:t>
            </a:r>
            <a:r>
              <a:rPr lang="en-US" dirty="0" err="1"/>
              <a:t>aliquip</a:t>
            </a:r>
            <a:r>
              <a:rPr lang="en-US" dirty="0"/>
              <a:t> ex.</a:t>
            </a:r>
          </a:p>
        </p:txBody>
      </p:sp>
      <p:cxnSp>
        <p:nvCxnSpPr>
          <p:cNvPr id="18" name="Straight Connector 17"/>
          <p:cNvCxnSpPr/>
          <p:nvPr userDrawn="1"/>
        </p:nvCxnSpPr>
        <p:spPr>
          <a:xfrm>
            <a:off x="5350374" y="3536687"/>
            <a:ext cx="2848997" cy="0"/>
          </a:xfrm>
          <a:prstGeom prst="line">
            <a:avLst/>
          </a:prstGeom>
          <a:ln>
            <a:solidFill>
              <a:srgbClr val="4C4C4E"/>
            </a:solidFill>
          </a:ln>
        </p:spPr>
        <p:style>
          <a:lnRef idx="1">
            <a:schemeClr val="accent1"/>
          </a:lnRef>
          <a:fillRef idx="0">
            <a:schemeClr val="accent1"/>
          </a:fillRef>
          <a:effectRef idx="0">
            <a:schemeClr val="accent1"/>
          </a:effectRef>
          <a:fontRef idx="minor">
            <a:schemeClr val="tx1"/>
          </a:fontRef>
        </p:style>
      </p:cxnSp>
      <p:sp>
        <p:nvSpPr>
          <p:cNvPr id="20" name="Text Placeholder 3"/>
          <p:cNvSpPr>
            <a:spLocks noGrp="1"/>
          </p:cNvSpPr>
          <p:nvPr>
            <p:ph type="body" sz="half" idx="15" hasCustomPrompt="1"/>
          </p:nvPr>
        </p:nvSpPr>
        <p:spPr>
          <a:xfrm>
            <a:off x="515294" y="520742"/>
            <a:ext cx="7684078" cy="327313"/>
          </a:xfrm>
        </p:spPr>
        <p:txBody>
          <a:bodyPr>
            <a:normAutofit/>
          </a:bodyPr>
          <a:lstStyle>
            <a:lvl1pPr marL="0" indent="0">
              <a:buNone/>
              <a:defRPr sz="1400" b="1" i="0">
                <a:solidFill>
                  <a:srgbClr val="747678"/>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Subtitle Goes Here Calibri Bold 14 </a:t>
            </a:r>
            <a:r>
              <a:rPr lang="en-US" dirty="0" err="1"/>
              <a:t>pt</a:t>
            </a:r>
            <a:r>
              <a:rPr lang="en-US" dirty="0"/>
              <a:t> </a:t>
            </a:r>
          </a:p>
        </p:txBody>
      </p:sp>
      <p:sp>
        <p:nvSpPr>
          <p:cNvPr id="21" name="Text Placeholder 3"/>
          <p:cNvSpPr>
            <a:spLocks noGrp="1"/>
          </p:cNvSpPr>
          <p:nvPr>
            <p:ph type="body" sz="half" idx="16" hasCustomPrompt="1"/>
          </p:nvPr>
        </p:nvSpPr>
        <p:spPr>
          <a:xfrm>
            <a:off x="515294" y="221183"/>
            <a:ext cx="7684078" cy="299560"/>
          </a:xfrm>
        </p:spPr>
        <p:txBody>
          <a:bodyPr>
            <a:noAutofit/>
          </a:bodyPr>
          <a:lstStyle>
            <a:lvl1pPr marL="0" indent="0">
              <a:buNone/>
              <a:defRPr sz="1800" b="1"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18 </a:t>
            </a:r>
            <a:r>
              <a:rPr lang="en-US" dirty="0" err="1"/>
              <a:t>pt</a:t>
            </a:r>
            <a:endParaRPr lang="en-US" dirty="0"/>
          </a:p>
        </p:txBody>
      </p:sp>
      <p:sp>
        <p:nvSpPr>
          <p:cNvPr id="10" name="Content Placeholder 2"/>
          <p:cNvSpPr>
            <a:spLocks noGrp="1"/>
          </p:cNvSpPr>
          <p:nvPr>
            <p:ph idx="17" hasCustomPrompt="1"/>
          </p:nvPr>
        </p:nvSpPr>
        <p:spPr>
          <a:xfrm>
            <a:off x="515294" y="2492771"/>
            <a:ext cx="2146487" cy="1727744"/>
          </a:xfrm>
        </p:spPr>
        <p:txBody>
          <a:bodyPr>
            <a:normAutofit/>
          </a:bodyPr>
          <a:lstStyle>
            <a:lvl1pPr marL="0" indent="0">
              <a:buNone/>
              <a:defRPr sz="1200" b="0" i="0" baseline="0">
                <a:latin typeface="Calibri" charset="0"/>
                <a:ea typeface="Calibri" charset="0"/>
                <a:cs typeface="Calibri" charset="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Pie Chart 1</a:t>
            </a:r>
          </a:p>
        </p:txBody>
      </p:sp>
      <p:sp>
        <p:nvSpPr>
          <p:cNvPr id="11" name="Content Placeholder 2"/>
          <p:cNvSpPr>
            <a:spLocks noGrp="1"/>
          </p:cNvSpPr>
          <p:nvPr>
            <p:ph idx="18" hasCustomPrompt="1"/>
          </p:nvPr>
        </p:nvSpPr>
        <p:spPr>
          <a:xfrm>
            <a:off x="2919745" y="2492771"/>
            <a:ext cx="2146487" cy="1729232"/>
          </a:xfrm>
        </p:spPr>
        <p:txBody>
          <a:bodyPr>
            <a:normAutofit/>
          </a:bodyPr>
          <a:lstStyle>
            <a:lvl1pPr marL="0" indent="0">
              <a:buNone/>
              <a:defRPr sz="1000" b="0" i="0" baseline="0">
                <a:latin typeface="Calibri" charset="0"/>
                <a:ea typeface="Calibri" charset="0"/>
                <a:cs typeface="Calibri" charset="0"/>
              </a:defRPr>
            </a:lvl1pPr>
            <a:lvl2pPr marL="457200" indent="0">
              <a:buNone/>
              <a:defRPr sz="1000" b="0" i="0">
                <a:latin typeface="Calibri" charset="0"/>
                <a:ea typeface="Calibri" charset="0"/>
                <a:cs typeface="Calibri" charset="0"/>
              </a:defRPr>
            </a:lvl2pPr>
            <a:lvl3pPr marL="914400" indent="0">
              <a:buNone/>
              <a:defRPr sz="1000" b="0" i="0">
                <a:latin typeface="Calibri" charset="0"/>
                <a:ea typeface="Calibri" charset="0"/>
                <a:cs typeface="Calibri" charset="0"/>
              </a:defRPr>
            </a:lvl3pPr>
            <a:lvl4pPr marL="1371600" indent="0">
              <a:buNone/>
              <a:defRPr sz="1000" b="0" i="0">
                <a:latin typeface="Calibri" charset="0"/>
                <a:ea typeface="Calibri" charset="0"/>
                <a:cs typeface="Calibri" charset="0"/>
              </a:defRPr>
            </a:lvl4pPr>
            <a:lvl5pPr marL="1828800" indent="0">
              <a:buNone/>
              <a:defRPr sz="1000" b="0" i="0">
                <a:latin typeface="Calibri" charset="0"/>
                <a:ea typeface="Calibri" charset="0"/>
                <a:cs typeface="Calibri" charset="0"/>
              </a:defRPr>
            </a:lvl5pPr>
            <a:lvl6pPr>
              <a:defRPr sz="2000"/>
            </a:lvl6pPr>
            <a:lvl7pPr>
              <a:defRPr sz="2000"/>
            </a:lvl7pPr>
            <a:lvl8pPr>
              <a:defRPr sz="2000"/>
            </a:lvl8pPr>
            <a:lvl9pPr>
              <a:defRPr sz="2000"/>
            </a:lvl9pPr>
          </a:lstStyle>
          <a:p>
            <a:pPr lvl="0"/>
            <a:r>
              <a:rPr lang="en-US" dirty="0"/>
              <a:t>Pie Chart 2</a:t>
            </a:r>
          </a:p>
        </p:txBody>
      </p:sp>
    </p:spTree>
    <p:extLst>
      <p:ext uri="{BB962C8B-B14F-4D97-AF65-F5344CB8AC3E}">
        <p14:creationId xmlns:p14="http://schemas.microsoft.com/office/powerpoint/2010/main" val="20404841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phic Cha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p:cNvSpPr>
            <a:spLocks noGrp="1"/>
          </p:cNvSpPr>
          <p:nvPr>
            <p:ph type="body" sz="half" idx="2" hasCustomPrompt="1"/>
          </p:nvPr>
        </p:nvSpPr>
        <p:spPr>
          <a:xfrm>
            <a:off x="515294" y="4159328"/>
            <a:ext cx="7684078" cy="448831"/>
          </a:xfrm>
        </p:spPr>
        <p:txBody>
          <a:bodyPr>
            <a:normAutofit/>
          </a:bodyPr>
          <a:lstStyle>
            <a:lvl1pPr marL="0" indent="0">
              <a:buNone/>
              <a:defRPr sz="1000" b="0"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Calibri 10 </a:t>
            </a:r>
            <a:r>
              <a:rPr lang="en-US" dirty="0" err="1"/>
              <a:t>pt</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a:t>
            </a:r>
          </a:p>
        </p:txBody>
      </p:sp>
      <p:sp>
        <p:nvSpPr>
          <p:cNvPr id="7" name="Slide Number Placeholder 6"/>
          <p:cNvSpPr>
            <a:spLocks noGrp="1"/>
          </p:cNvSpPr>
          <p:nvPr>
            <p:ph type="sldNum" sz="quarter" idx="12"/>
          </p:nvPr>
        </p:nvSpPr>
        <p:spPr>
          <a:xfrm>
            <a:off x="6881143" y="4714362"/>
            <a:ext cx="2057400" cy="274637"/>
          </a:xfrm>
        </p:spPr>
        <p:txBody>
          <a:bodyPr/>
          <a:lstStyle>
            <a:lvl1pPr>
              <a:defRPr sz="600" b="0" i="0">
                <a:solidFill>
                  <a:srgbClr val="4D4D4F"/>
                </a:solidFill>
                <a:latin typeface="Calibri" charset="0"/>
                <a:ea typeface="Calibri" charset="0"/>
                <a:cs typeface="Calibri" charset="0"/>
              </a:defRPr>
            </a:lvl1pPr>
          </a:lstStyle>
          <a:p>
            <a:fld id="{A9F82C8E-865A-2440-AB2D-36CAA05B882C}" type="slidenum">
              <a:rPr lang="en-US" smtClean="0"/>
              <a:pPr/>
              <a:t>‹#›</a:t>
            </a:fld>
            <a:endParaRPr lang="en-US" dirty="0"/>
          </a:p>
        </p:txBody>
      </p:sp>
      <p:cxnSp>
        <p:nvCxnSpPr>
          <p:cNvPr id="9" name="Straight Connector 8"/>
          <p:cNvCxnSpPr/>
          <p:nvPr userDrawn="1"/>
        </p:nvCxnSpPr>
        <p:spPr>
          <a:xfrm>
            <a:off x="600010" y="4043007"/>
            <a:ext cx="7599362" cy="0"/>
          </a:xfrm>
          <a:prstGeom prst="line">
            <a:avLst/>
          </a:prstGeom>
          <a:ln>
            <a:solidFill>
              <a:srgbClr val="4C4C4E"/>
            </a:solidFill>
          </a:ln>
        </p:spPr>
        <p:style>
          <a:lnRef idx="1">
            <a:schemeClr val="accent1"/>
          </a:lnRef>
          <a:fillRef idx="0">
            <a:schemeClr val="accent1"/>
          </a:fillRef>
          <a:effectRef idx="0">
            <a:schemeClr val="accent1"/>
          </a:effectRef>
          <a:fontRef idx="minor">
            <a:schemeClr val="tx1"/>
          </a:fontRef>
        </p:style>
      </p:cxnSp>
      <p:sp>
        <p:nvSpPr>
          <p:cNvPr id="13" name="Text Placeholder 3"/>
          <p:cNvSpPr>
            <a:spLocks noGrp="1"/>
          </p:cNvSpPr>
          <p:nvPr>
            <p:ph type="body" sz="half" idx="15" hasCustomPrompt="1"/>
          </p:nvPr>
        </p:nvSpPr>
        <p:spPr>
          <a:xfrm>
            <a:off x="515294" y="520742"/>
            <a:ext cx="7684078" cy="327313"/>
          </a:xfrm>
        </p:spPr>
        <p:txBody>
          <a:bodyPr>
            <a:normAutofit/>
          </a:bodyPr>
          <a:lstStyle>
            <a:lvl1pPr marL="0" indent="0">
              <a:buNone/>
              <a:defRPr sz="1400" b="1" i="0">
                <a:solidFill>
                  <a:srgbClr val="747678"/>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Subtitle Goes Here Calibri Bold 14 </a:t>
            </a:r>
            <a:r>
              <a:rPr lang="en-US" dirty="0" err="1"/>
              <a:t>pt</a:t>
            </a:r>
            <a:r>
              <a:rPr lang="en-US" dirty="0"/>
              <a:t> </a:t>
            </a:r>
          </a:p>
        </p:txBody>
      </p:sp>
      <p:sp>
        <p:nvSpPr>
          <p:cNvPr id="16" name="Text Placeholder 3"/>
          <p:cNvSpPr>
            <a:spLocks noGrp="1"/>
          </p:cNvSpPr>
          <p:nvPr>
            <p:ph type="body" sz="half" idx="16" hasCustomPrompt="1"/>
          </p:nvPr>
        </p:nvSpPr>
        <p:spPr>
          <a:xfrm>
            <a:off x="515294" y="221183"/>
            <a:ext cx="7684078" cy="299560"/>
          </a:xfrm>
        </p:spPr>
        <p:txBody>
          <a:bodyPr>
            <a:noAutofit/>
          </a:bodyPr>
          <a:lstStyle>
            <a:lvl1pPr marL="0" indent="0">
              <a:buNone/>
              <a:defRPr sz="1800" b="1"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18 </a:t>
            </a:r>
            <a:r>
              <a:rPr lang="en-US" dirty="0" err="1"/>
              <a:t>pt</a:t>
            </a:r>
            <a:endParaRPr lang="en-US" dirty="0"/>
          </a:p>
        </p:txBody>
      </p:sp>
      <p:sp>
        <p:nvSpPr>
          <p:cNvPr id="10" name="Content Placeholder 2"/>
          <p:cNvSpPr>
            <a:spLocks noGrp="1"/>
          </p:cNvSpPr>
          <p:nvPr>
            <p:ph idx="17" hasCustomPrompt="1"/>
          </p:nvPr>
        </p:nvSpPr>
        <p:spPr>
          <a:xfrm>
            <a:off x="515294" y="1074452"/>
            <a:ext cx="2797840" cy="2583148"/>
          </a:xfrm>
        </p:spPr>
        <p:txBody>
          <a:bodyPr>
            <a:normAutofit/>
          </a:bodyPr>
          <a:lstStyle>
            <a:lvl1pPr marL="0" indent="0">
              <a:buNone/>
              <a:defRPr sz="1200" b="0" i="0" baseline="0">
                <a:latin typeface="Calibri" charset="0"/>
                <a:ea typeface="Calibri" charset="0"/>
                <a:cs typeface="Calibri" charset="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Graphic </a:t>
            </a:r>
            <a:r>
              <a:rPr lang="en-US" dirty="0"/>
              <a:t>Chart 1</a:t>
            </a:r>
          </a:p>
        </p:txBody>
      </p:sp>
      <p:sp>
        <p:nvSpPr>
          <p:cNvPr id="11" name="Content Placeholder 2"/>
          <p:cNvSpPr>
            <a:spLocks noGrp="1"/>
          </p:cNvSpPr>
          <p:nvPr>
            <p:ph idx="18" hasCustomPrompt="1"/>
          </p:nvPr>
        </p:nvSpPr>
        <p:spPr>
          <a:xfrm>
            <a:off x="4018374" y="1074452"/>
            <a:ext cx="2797840" cy="2583148"/>
          </a:xfrm>
        </p:spPr>
        <p:txBody>
          <a:bodyPr>
            <a:normAutofit/>
          </a:bodyPr>
          <a:lstStyle>
            <a:lvl1pPr marL="0" indent="0">
              <a:buNone/>
              <a:defRPr sz="1200" b="0" i="0" baseline="0">
                <a:latin typeface="Calibri" charset="0"/>
                <a:ea typeface="Calibri" charset="0"/>
                <a:cs typeface="Calibri" charset="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Graphic Chart 2</a:t>
            </a:r>
          </a:p>
        </p:txBody>
      </p:sp>
    </p:spTree>
    <p:extLst>
      <p:ext uri="{BB962C8B-B14F-4D97-AF65-F5344CB8AC3E}">
        <p14:creationId xmlns:p14="http://schemas.microsoft.com/office/powerpoint/2010/main" val="18017456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a:xfrm>
            <a:off x="6881143" y="4714361"/>
            <a:ext cx="2057400" cy="274637"/>
          </a:xfrm>
        </p:spPr>
        <p:txBody>
          <a:bodyPr/>
          <a:lstStyle>
            <a:lvl1pPr>
              <a:defRPr sz="600" b="0" i="0">
                <a:solidFill>
                  <a:srgbClr val="4D4D4F"/>
                </a:solidFill>
                <a:latin typeface="Calibri" charset="0"/>
                <a:ea typeface="Calibri" charset="0"/>
                <a:cs typeface="Calibri" charset="0"/>
              </a:defRPr>
            </a:lvl1pPr>
          </a:lstStyle>
          <a:p>
            <a:fld id="{A9F82C8E-865A-2440-AB2D-36CAA05B882C}" type="slidenum">
              <a:rPr lang="en-US" smtClean="0"/>
              <a:pPr/>
              <a:t>‹#›</a:t>
            </a:fld>
            <a:endParaRPr lang="en-US" dirty="0"/>
          </a:p>
        </p:txBody>
      </p:sp>
      <p:sp>
        <p:nvSpPr>
          <p:cNvPr id="8" name="Text Placeholder 3"/>
          <p:cNvSpPr>
            <a:spLocks noGrp="1"/>
          </p:cNvSpPr>
          <p:nvPr>
            <p:ph type="body" sz="half" idx="15" hasCustomPrompt="1"/>
          </p:nvPr>
        </p:nvSpPr>
        <p:spPr>
          <a:xfrm>
            <a:off x="515294" y="520742"/>
            <a:ext cx="7684078" cy="327313"/>
          </a:xfrm>
        </p:spPr>
        <p:txBody>
          <a:bodyPr>
            <a:normAutofit/>
          </a:bodyPr>
          <a:lstStyle>
            <a:lvl1pPr marL="0" indent="0">
              <a:buNone/>
              <a:defRPr sz="1400" b="1" i="0">
                <a:solidFill>
                  <a:srgbClr val="747678"/>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Subtitle Goes Here Calibri Bold 14 </a:t>
            </a:r>
            <a:r>
              <a:rPr lang="en-US" dirty="0" err="1"/>
              <a:t>pt</a:t>
            </a:r>
            <a:r>
              <a:rPr lang="en-US" dirty="0"/>
              <a:t> </a:t>
            </a:r>
          </a:p>
        </p:txBody>
      </p:sp>
      <p:sp>
        <p:nvSpPr>
          <p:cNvPr id="10" name="Text Placeholder 3"/>
          <p:cNvSpPr>
            <a:spLocks noGrp="1"/>
          </p:cNvSpPr>
          <p:nvPr>
            <p:ph type="body" sz="half" idx="16" hasCustomPrompt="1"/>
          </p:nvPr>
        </p:nvSpPr>
        <p:spPr>
          <a:xfrm>
            <a:off x="515294" y="221183"/>
            <a:ext cx="7684078" cy="299560"/>
          </a:xfrm>
        </p:spPr>
        <p:txBody>
          <a:bodyPr>
            <a:noAutofit/>
          </a:bodyPr>
          <a:lstStyle>
            <a:lvl1pPr marL="0" indent="0">
              <a:buNone/>
              <a:defRPr sz="1800" b="1"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18 </a:t>
            </a:r>
            <a:r>
              <a:rPr lang="en-US" dirty="0" err="1"/>
              <a:t>pt</a:t>
            </a:r>
            <a:endParaRPr lang="en-US" dirty="0"/>
          </a:p>
        </p:txBody>
      </p:sp>
      <p:sp>
        <p:nvSpPr>
          <p:cNvPr id="9" name="Text Placeholder 3"/>
          <p:cNvSpPr>
            <a:spLocks noGrp="1"/>
          </p:cNvSpPr>
          <p:nvPr>
            <p:ph type="body" sz="half" idx="17" hasCustomPrompt="1"/>
          </p:nvPr>
        </p:nvSpPr>
        <p:spPr>
          <a:xfrm>
            <a:off x="515294" y="2740220"/>
            <a:ext cx="7684078" cy="305279"/>
          </a:xfrm>
        </p:spPr>
        <p:txBody>
          <a:bodyPr>
            <a:normAutofit/>
          </a:bodyPr>
          <a:lstStyle>
            <a:lvl1pPr marL="0" indent="0">
              <a:buNone/>
              <a:defRPr sz="1400" b="1" i="0">
                <a:solidFill>
                  <a:srgbClr val="E3B52B"/>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14 </a:t>
            </a:r>
            <a:r>
              <a:rPr lang="en-US" dirty="0" err="1"/>
              <a:t>pt</a:t>
            </a:r>
            <a:endParaRPr lang="en-US" dirty="0"/>
          </a:p>
        </p:txBody>
      </p:sp>
      <p:sp>
        <p:nvSpPr>
          <p:cNvPr id="11" name="Content Placeholder 2"/>
          <p:cNvSpPr>
            <a:spLocks noGrp="1"/>
          </p:cNvSpPr>
          <p:nvPr>
            <p:ph idx="18" hasCustomPrompt="1"/>
          </p:nvPr>
        </p:nvSpPr>
        <p:spPr>
          <a:xfrm>
            <a:off x="515294" y="1000832"/>
            <a:ext cx="6175617" cy="1483360"/>
          </a:xfrm>
        </p:spPr>
        <p:txBody>
          <a:bodyPr>
            <a:normAutofit/>
          </a:bodyPr>
          <a:lstStyle>
            <a:lvl1pPr marL="0" indent="0">
              <a:buNone/>
              <a:defRPr sz="1200" b="0" i="0" baseline="0">
                <a:latin typeface="Calibri" charset="0"/>
                <a:ea typeface="Calibri" charset="0"/>
                <a:cs typeface="Calibri" charset="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Table 1</a:t>
            </a:r>
          </a:p>
        </p:txBody>
      </p:sp>
      <p:sp>
        <p:nvSpPr>
          <p:cNvPr id="12" name="Content Placeholder 2"/>
          <p:cNvSpPr>
            <a:spLocks noGrp="1"/>
          </p:cNvSpPr>
          <p:nvPr>
            <p:ph idx="19" hasCustomPrompt="1"/>
          </p:nvPr>
        </p:nvSpPr>
        <p:spPr>
          <a:xfrm>
            <a:off x="515294" y="3045499"/>
            <a:ext cx="3913488" cy="1483360"/>
          </a:xfrm>
        </p:spPr>
        <p:txBody>
          <a:bodyPr>
            <a:normAutofit/>
          </a:bodyPr>
          <a:lstStyle>
            <a:lvl1pPr marL="0" indent="0">
              <a:buNone/>
              <a:defRPr sz="1200" b="0" i="0" baseline="0">
                <a:latin typeface="Calibri" charset="0"/>
                <a:ea typeface="Calibri" charset="0"/>
                <a:cs typeface="Calibri" charset="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Table 2</a:t>
            </a:r>
          </a:p>
        </p:txBody>
      </p:sp>
    </p:spTree>
    <p:extLst>
      <p:ext uri="{BB962C8B-B14F-4D97-AF65-F5344CB8AC3E}">
        <p14:creationId xmlns:p14="http://schemas.microsoft.com/office/powerpoint/2010/main" val="2717794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sclaim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Slide Number Placeholder 6">
            <a:extLst>
              <a:ext uri="{FF2B5EF4-FFF2-40B4-BE49-F238E27FC236}">
                <a16:creationId xmlns:a16="http://schemas.microsoft.com/office/drawing/2014/main" id="{86B4E325-3FED-6242-93FA-9F5968BBC581}"/>
              </a:ext>
            </a:extLst>
          </p:cNvPr>
          <p:cNvSpPr>
            <a:spLocks noGrp="1"/>
          </p:cNvSpPr>
          <p:nvPr>
            <p:ph type="sldNum" sz="quarter" idx="12"/>
          </p:nvPr>
        </p:nvSpPr>
        <p:spPr>
          <a:xfrm>
            <a:off x="6881143" y="4714361"/>
            <a:ext cx="2057400" cy="274637"/>
          </a:xfrm>
        </p:spPr>
        <p:txBody>
          <a:bodyPr/>
          <a:lstStyle>
            <a:lvl1pPr>
              <a:defRPr sz="600" b="0" i="0">
                <a:solidFill>
                  <a:srgbClr val="4D4D4F"/>
                </a:solidFill>
                <a:latin typeface="Calibri" charset="0"/>
                <a:ea typeface="Calibri" charset="0"/>
                <a:cs typeface="Calibri" charset="0"/>
              </a:defRPr>
            </a:lvl1pPr>
          </a:lstStyle>
          <a:p>
            <a:fld id="{A9F82C8E-865A-2440-AB2D-36CAA05B882C}" type="slidenum">
              <a:rPr lang="en-US" smtClean="0"/>
              <a:pPr/>
              <a:t>‹#›</a:t>
            </a:fld>
            <a:endParaRPr lang="en-US" dirty="0"/>
          </a:p>
        </p:txBody>
      </p:sp>
    </p:spTree>
    <p:extLst>
      <p:ext uri="{BB962C8B-B14F-4D97-AF65-F5344CB8AC3E}">
        <p14:creationId xmlns:p14="http://schemas.microsoft.com/office/powerpoint/2010/main" val="17781636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48490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6ADC9AF-6661-B144-94A8-89B5CD57472A}" type="slidenum">
              <a:rPr lang="en-US" smtClean="0"/>
              <a:t>‹#›</a:t>
            </a:fld>
            <a:endParaRPr lang="en-US"/>
          </a:p>
        </p:txBody>
      </p:sp>
    </p:spTree>
    <p:extLst>
      <p:ext uri="{BB962C8B-B14F-4D97-AF65-F5344CB8AC3E}">
        <p14:creationId xmlns:p14="http://schemas.microsoft.com/office/powerpoint/2010/main" val="1716898214"/>
      </p:ext>
    </p:extLst>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4303CDEA-F753-1A46-9150-C3C35FADBDB0}" type="slidenum">
              <a:rPr lang="en-US" smtClean="0"/>
              <a:t>‹#›</a:t>
            </a:fld>
            <a:endParaRPr lang="en-US"/>
          </a:p>
        </p:txBody>
      </p:sp>
    </p:spTree>
    <p:extLst>
      <p:ext uri="{BB962C8B-B14F-4D97-AF65-F5344CB8AC3E}">
        <p14:creationId xmlns:p14="http://schemas.microsoft.com/office/powerpoint/2010/main" val="643123585"/>
      </p:ext>
    </p:extLst>
  </p:cSld>
  <p:clrMap bg1="lt1" tx1="dk1" bg2="lt2" tx2="dk2" accent1="accent1" accent2="accent2" accent3="accent3" accent4="accent4" accent5="accent5" accent6="accent6" hlink="hlink" folHlink="folHlink"/>
  <p:sldLayoutIdLst>
    <p:sldLayoutId id="2147483663" r:id="rId1"/>
    <p:sldLayoutId id="2147483665" r:id="rId2"/>
    <p:sldLayoutId id="2147483670" r:id="rId3"/>
    <p:sldLayoutId id="2147483671" r:id="rId4"/>
    <p:sldLayoutId id="2147483672" r:id="rId5"/>
    <p:sldLayoutId id="2147483673"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A9F82C8E-865A-2440-AB2D-36CAA05B882C}" type="slidenum">
              <a:rPr lang="en-US" smtClean="0"/>
              <a:t>‹#›</a:t>
            </a:fld>
            <a:endParaRPr lang="en-US"/>
          </a:p>
        </p:txBody>
      </p:sp>
    </p:spTree>
    <p:extLst>
      <p:ext uri="{BB962C8B-B14F-4D97-AF65-F5344CB8AC3E}">
        <p14:creationId xmlns:p14="http://schemas.microsoft.com/office/powerpoint/2010/main" val="186858212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8" r:id="rId3"/>
    <p:sldLayoutId id="2147483677" r:id="rId4"/>
    <p:sldLayoutId id="2147483679" r:id="rId5"/>
    <p:sldLayoutId id="2147483682" r:id="rId6"/>
    <p:sldLayoutId id="2147483683" r:id="rId7"/>
    <p:sldLayoutId id="2147483697"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002DDC29-0FEC-674C-BA85-B0716BC4334E}" type="slidenum">
              <a:rPr lang="en-US" smtClean="0"/>
              <a:t>‹#›</a:t>
            </a:fld>
            <a:endParaRPr lang="en-US"/>
          </a:p>
        </p:txBody>
      </p:sp>
    </p:spTree>
    <p:extLst>
      <p:ext uri="{BB962C8B-B14F-4D97-AF65-F5344CB8AC3E}">
        <p14:creationId xmlns:p14="http://schemas.microsoft.com/office/powerpoint/2010/main" val="568857032"/>
      </p:ext>
    </p:extLst>
  </p:cSld>
  <p:clrMap bg1="lt1" tx1="dk1" bg2="lt2" tx2="dk2" accent1="accent1" accent2="accent2" accent3="accent3" accent4="accent4" accent5="accent5" accent6="accent6" hlink="hlink" folHlink="folHlink"/>
  <p:sldLayoutIdLst>
    <p:sldLayoutId id="2147483696"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2400" b="1">
                <a:solidFill>
                  <a:srgbClr val="4D4D4F"/>
                </a:solidFill>
                <a:latin typeface="Calibri"/>
              </a:rPr>
              <a:t>Building Indonesia’s food &amp; feed logistics backbone</a:t>
            </a:r>
          </a:p>
        </p:txBody>
      </p:sp>
      <p:sp>
        <p:nvSpPr>
          <p:cNvPr id="3" name="Subtitle 2"/>
          <p:cNvSpPr>
            <a:spLocks noGrp="1"/>
          </p:cNvSpPr>
          <p:nvPr>
            <p:ph type="subTitle" idx="1"/>
          </p:nvPr>
        </p:nvSpPr>
        <p:spPr>
          <a:xfrm>
            <a:ext cx="0" cy="822960"/>
          </a:xfrm>
        </p:spPr>
        <p:txBody>
          <a:bodyPr/>
          <a:lstStyle/>
          <a:p>
            <a:r>
              <a:rPr sz="1800" b="0">
                <a:solidFill>
                  <a:srgbClr val="747678"/>
                </a:solidFill>
                <a:latin typeface="Calibri"/>
              </a:rPr>
              <a:t>Strategic investment discussion  |  FKS Group × Danantara Indonesia</a:t>
            </a:r>
          </a:p>
          <a:p>
            <a:r>
              <a:rPr sz="1200">
                <a:solidFill>
                  <a:srgbClr val="747678"/>
                </a:solidFill>
                <a:latin typeface="Calibri"/>
              </a:rPr>
              <a:t>October 2026  ·  Strictly private and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The cargo is large and recurring; the mills that take it are concentrated</a:t>
            </a:r>
          </a:p>
        </p:txBody>
      </p:sp>
      <p:sp>
        <p:nvSpPr>
          <p:cNvPr id="5" name="Text Placeholder 4"/>
          <p:cNvSpPr>
            <a:spLocks noGrp="1"/>
          </p:cNvSpPr>
          <p:nvPr>
            <p:ph type="body" idx="16" sz="half"/>
          </p:nvPr>
        </p:nvSpPr>
        <p:spPr/>
        <p:txBody>
          <a:bodyPr/>
          <a:lstStyle/>
          <a:p>
            <a:r>
              <a:rPr sz="1800" b="1">
                <a:solidFill>
                  <a:srgbClr val="4D4D4F"/>
                </a:solidFill>
                <a:latin typeface="Calibri"/>
              </a:rPr>
              <a:t>~22 Mt of imports a year, processed in a few corridors</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2</a:t>
            </a:r>
          </a:p>
        </p:txBody>
      </p:sp>
      <p:sp>
        <p:nvSpPr>
          <p:cNvPr id="8" name="TextBox 7"/>
          <p:cNvSpPr txBox="1"/>
          <p:nvPr/>
        </p:nvSpPr>
        <p:spPr>
          <a:xfrm>
            <a:off x="512064" y="1005840"/>
            <a:ext cx="2651760" cy="231140"/>
          </a:xfrm>
          <a:prstGeom prst="rect">
            <a:avLst/>
          </a:prstGeom>
          <a:noFill/>
        </p:spPr>
        <p:txBody>
          <a:bodyPr wrap="square" lIns="0" rIns="0" tIns="0" bIns="0" anchor="t">
            <a:noAutofit/>
          </a:bodyPr>
          <a:lstStyle/>
          <a:p>
            <a:pPr algn="l"/>
            <a:r>
              <a:rPr sz="1400" b="1" i="0" spc="150">
                <a:solidFill>
                  <a:srgbClr val="747678"/>
                </a:solidFill>
                <a:latin typeface="Calibri"/>
              </a:rPr>
              <a:t>WHAT ARRIVES</a:t>
            </a:r>
          </a:p>
        </p:txBody>
      </p:sp>
      <p:sp>
        <p:nvSpPr>
          <p:cNvPr id="9" name="TextBox 8"/>
          <p:cNvSpPr txBox="1"/>
          <p:nvPr/>
        </p:nvSpPr>
        <p:spPr>
          <a:xfrm>
            <a:off x="3520440" y="1005840"/>
            <a:ext cx="1554480" cy="231140"/>
          </a:xfrm>
          <a:prstGeom prst="rect">
            <a:avLst/>
          </a:prstGeom>
          <a:noFill/>
        </p:spPr>
        <p:txBody>
          <a:bodyPr wrap="square" lIns="0" rIns="0" tIns="0" bIns="0" anchor="t">
            <a:noAutofit/>
          </a:bodyPr>
          <a:lstStyle/>
          <a:p>
            <a:pPr algn="l"/>
            <a:r>
              <a:rPr sz="1400" b="1" i="0" spc="150">
                <a:solidFill>
                  <a:srgbClr val="747678"/>
                </a:solidFill>
                <a:latin typeface="Calibri"/>
              </a:rPr>
              <a:t>PROCESSED BY</a:t>
            </a:r>
          </a:p>
        </p:txBody>
      </p:sp>
      <p:sp>
        <p:nvSpPr>
          <p:cNvPr id="10" name="TextBox 9"/>
          <p:cNvSpPr txBox="1"/>
          <p:nvPr/>
        </p:nvSpPr>
        <p:spPr>
          <a:xfrm>
            <a:off x="5120640" y="1005840"/>
            <a:ext cx="3511296" cy="231140"/>
          </a:xfrm>
          <a:prstGeom prst="rect">
            <a:avLst/>
          </a:prstGeom>
          <a:noFill/>
        </p:spPr>
        <p:txBody>
          <a:bodyPr wrap="square" lIns="0" rIns="0" tIns="0" bIns="0" anchor="t">
            <a:noAutofit/>
          </a:bodyPr>
          <a:lstStyle/>
          <a:p>
            <a:pPr algn="l"/>
            <a:r>
              <a:rPr sz="1400" b="1" i="0" spc="150">
                <a:solidFill>
                  <a:srgbClr val="747678"/>
                </a:solidFill>
                <a:latin typeface="Calibri"/>
              </a:rPr>
              <a:t>WHERE THE MILLS ARE</a:t>
            </a:r>
          </a:p>
        </p:txBody>
      </p:sp>
      <p:sp>
        <p:nvSpPr>
          <p:cNvPr id="11" name="TextBox 10"/>
          <p:cNvSpPr txBox="1"/>
          <p:nvPr/>
        </p:nvSpPr>
        <p:spPr>
          <a:xfrm>
            <a:off x="512064" y="1188720"/>
            <a:ext cx="2194560" cy="731520"/>
          </a:xfrm>
          <a:prstGeom prst="rect">
            <a:avLst/>
          </a:prstGeom>
          <a:noFill/>
        </p:spPr>
        <p:txBody>
          <a:bodyPr wrap="square" lIns="0" rIns="0" tIns="0" bIns="0" anchor="ctr">
            <a:noAutofit/>
          </a:bodyPr>
          <a:lstStyle/>
          <a:p>
            <a:pPr algn="l"/>
            <a:r>
              <a:rPr sz="5000" b="1" i="0">
                <a:solidFill>
                  <a:srgbClr val="4D4D4F"/>
                </a:solidFill>
                <a:latin typeface="Calibri"/>
              </a:rPr>
              <a:t>~22 Mt</a:t>
            </a:r>
          </a:p>
        </p:txBody>
      </p:sp>
      <p:sp>
        <p:nvSpPr>
          <p:cNvPr id="12" name="TextBox 11"/>
          <p:cNvSpPr txBox="1"/>
          <p:nvPr/>
        </p:nvSpPr>
        <p:spPr>
          <a:xfrm>
            <a:off x="2670048" y="1298448"/>
            <a:ext cx="2377440" cy="548640"/>
          </a:xfrm>
          <a:prstGeom prst="rect">
            <a:avLst/>
          </a:prstGeom>
          <a:noFill/>
        </p:spPr>
        <p:txBody>
          <a:bodyPr wrap="square" lIns="0" rIns="0" tIns="0" bIns="0" anchor="t">
            <a:noAutofit/>
          </a:bodyPr>
          <a:lstStyle/>
          <a:p>
            <a:pPr algn="l"/>
            <a:r>
              <a:rPr sz="1600" b="0" i="0">
                <a:solidFill>
                  <a:srgbClr val="747678"/>
                </a:solidFill>
                <a:latin typeface="Calibri"/>
              </a:rPr>
              <a:t>food &amp; feed raw materials imported every year</a:t>
            </a:r>
          </a:p>
        </p:txBody>
      </p:sp>
      <p:pic>
        <p:nvPicPr>
          <p:cNvPr id="13" name="Icon Wheat" descr="_crop_icon_wheat_62x62.png"/>
          <p:cNvPicPr>
            <a:picLocks noChangeAspect="1"/>
          </p:cNvPicPr>
          <p:nvPr/>
        </p:nvPicPr>
        <p:blipFill>
          <a:blip r:embed="rId2"/>
          <a:stretch>
            <a:fillRect/>
          </a:stretch>
        </p:blipFill>
        <p:spPr>
          <a:xfrm>
            <a:off x="512064" y="2139696"/>
            <a:ext cx="566928" cy="566928"/>
          </a:xfrm>
          <a:prstGeom prst="rect">
            <a:avLst/>
          </a:prstGeom>
        </p:spPr>
      </p:pic>
      <p:sp>
        <p:nvSpPr>
          <p:cNvPr id="14" name="TextBox 13"/>
          <p:cNvSpPr txBox="1"/>
          <p:nvPr/>
        </p:nvSpPr>
        <p:spPr>
          <a:xfrm>
            <a:off x="1188720" y="2112264"/>
            <a:ext cx="2194560" cy="274320"/>
          </a:xfrm>
          <a:prstGeom prst="rect">
            <a:avLst/>
          </a:prstGeom>
          <a:noFill/>
        </p:spPr>
        <p:txBody>
          <a:bodyPr wrap="square" lIns="0" rIns="0" tIns="0" bIns="0" anchor="t">
            <a:noAutofit/>
          </a:bodyPr>
          <a:lstStyle/>
          <a:p>
            <a:pPr algn="l"/>
            <a:r>
              <a:rPr sz="1800" b="1" i="0">
                <a:solidFill>
                  <a:srgbClr val="4D4D4F"/>
                </a:solidFill>
                <a:latin typeface="Calibri"/>
              </a:rPr>
              <a:t>Wheat</a:t>
            </a:r>
          </a:p>
        </p:txBody>
      </p:sp>
      <p:sp>
        <p:nvSpPr>
          <p:cNvPr id="15" name="TextBox 14"/>
          <p:cNvSpPr txBox="1"/>
          <p:nvPr/>
        </p:nvSpPr>
        <p:spPr>
          <a:xfrm>
            <a:off x="1188720" y="2386584"/>
            <a:ext cx="2194560" cy="347472"/>
          </a:xfrm>
          <a:prstGeom prst="rect">
            <a:avLst/>
          </a:prstGeom>
          <a:noFill/>
        </p:spPr>
        <p:txBody>
          <a:bodyPr wrap="square" lIns="0" rIns="0" tIns="0" bIns="0" anchor="t">
            <a:noAutofit/>
          </a:bodyPr>
          <a:lstStyle/>
          <a:p>
            <a:pPr algn="l"/>
            <a:r>
              <a:rPr sz="2200" b="1" i="0">
                <a:solidFill>
                  <a:srgbClr val="8A6A0C"/>
                </a:solidFill>
                <a:latin typeface="Calibri"/>
              </a:rPr>
              <a:t>11.7 Mt</a:t>
            </a:r>
          </a:p>
        </p:txBody>
      </p:sp>
      <p:sp>
        <p:nvSpPr>
          <p:cNvPr id="16" name="Chevron 15"/>
          <p:cNvSpPr/>
          <p:nvPr/>
        </p:nvSpPr>
        <p:spPr>
          <a:xfrm>
            <a:off x="3401568" y="2322576"/>
            <a:ext cx="137160" cy="201168"/>
          </a:xfrm>
          <a:prstGeom prst="chevron">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80" y="2139696"/>
            <a:ext cx="1554480" cy="566928"/>
          </a:xfrm>
          <a:prstGeom prst="rect">
            <a:avLst/>
          </a:prstGeom>
          <a:noFill/>
        </p:spPr>
        <p:txBody>
          <a:bodyPr wrap="square" lIns="0" rIns="0" tIns="0" bIns="0" anchor="ctr">
            <a:noAutofit/>
          </a:bodyPr>
          <a:lstStyle/>
          <a:p>
            <a:pPr algn="l"/>
            <a:r>
              <a:rPr sz="1800" b="0" i="0">
                <a:solidFill>
                  <a:srgbClr val="4D4D4F"/>
                </a:solidFill>
                <a:latin typeface="Calibri"/>
              </a:rPr>
              <a:t>Flour mills</a:t>
            </a:r>
          </a:p>
        </p:txBody>
      </p:sp>
      <p:pic>
        <p:nvPicPr>
          <p:cNvPr id="18" name="Icon Soybean meal &amp; feed" descr="_crop_icon_sbm_62x62.png"/>
          <p:cNvPicPr>
            <a:picLocks noChangeAspect="1"/>
          </p:cNvPicPr>
          <p:nvPr/>
        </p:nvPicPr>
        <p:blipFill>
          <a:blip r:embed="rId3"/>
          <a:stretch>
            <a:fillRect/>
          </a:stretch>
        </p:blipFill>
        <p:spPr>
          <a:xfrm>
            <a:off x="512064" y="2816352"/>
            <a:ext cx="566928" cy="566928"/>
          </a:xfrm>
          <a:prstGeom prst="rect">
            <a:avLst/>
          </a:prstGeom>
        </p:spPr>
      </p:pic>
      <p:sp>
        <p:nvSpPr>
          <p:cNvPr id="19" name="TextBox 18"/>
          <p:cNvSpPr txBox="1"/>
          <p:nvPr/>
        </p:nvSpPr>
        <p:spPr>
          <a:xfrm>
            <a:off x="1188720" y="2788920"/>
            <a:ext cx="2194560" cy="274320"/>
          </a:xfrm>
          <a:prstGeom prst="rect">
            <a:avLst/>
          </a:prstGeom>
          <a:noFill/>
        </p:spPr>
        <p:txBody>
          <a:bodyPr wrap="square" lIns="0" rIns="0" tIns="0" bIns="0" anchor="t">
            <a:noAutofit/>
          </a:bodyPr>
          <a:lstStyle/>
          <a:p>
            <a:pPr algn="l"/>
            <a:r>
              <a:rPr sz="1800" b="1" i="0">
                <a:solidFill>
                  <a:srgbClr val="4D4D4F"/>
                </a:solidFill>
                <a:latin typeface="Calibri"/>
              </a:rPr>
              <a:t>Soybean meal &amp; feed</a:t>
            </a:r>
          </a:p>
        </p:txBody>
      </p:sp>
      <p:sp>
        <p:nvSpPr>
          <p:cNvPr id="20" name="TextBox 19"/>
          <p:cNvSpPr txBox="1"/>
          <p:nvPr/>
        </p:nvSpPr>
        <p:spPr>
          <a:xfrm>
            <a:off x="1188720" y="3063240"/>
            <a:ext cx="2194560" cy="347472"/>
          </a:xfrm>
          <a:prstGeom prst="rect">
            <a:avLst/>
          </a:prstGeom>
          <a:noFill/>
        </p:spPr>
        <p:txBody>
          <a:bodyPr wrap="square" lIns="0" rIns="0" tIns="0" bIns="0" anchor="t">
            <a:noAutofit/>
          </a:bodyPr>
          <a:lstStyle/>
          <a:p>
            <a:pPr algn="l"/>
            <a:r>
              <a:rPr sz="2200" b="1" i="0">
                <a:solidFill>
                  <a:srgbClr val="8A6A0C"/>
                </a:solidFill>
                <a:latin typeface="Calibri"/>
              </a:rPr>
              <a:t>8.0 Mt</a:t>
            </a:r>
          </a:p>
        </p:txBody>
      </p:sp>
      <p:sp>
        <p:nvSpPr>
          <p:cNvPr id="21" name="Chevron 20"/>
          <p:cNvSpPr/>
          <p:nvPr/>
        </p:nvSpPr>
        <p:spPr>
          <a:xfrm>
            <a:off x="3401568" y="2999232"/>
            <a:ext cx="137160" cy="201168"/>
          </a:xfrm>
          <a:prstGeom prst="chevron">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11880" y="2816352"/>
            <a:ext cx="1554480" cy="566928"/>
          </a:xfrm>
          <a:prstGeom prst="rect">
            <a:avLst/>
          </a:prstGeom>
          <a:noFill/>
        </p:spPr>
        <p:txBody>
          <a:bodyPr wrap="square" lIns="0" rIns="0" tIns="0" bIns="0" anchor="ctr">
            <a:noAutofit/>
          </a:bodyPr>
          <a:lstStyle/>
          <a:p>
            <a:pPr algn="l"/>
            <a:r>
              <a:rPr sz="1800" b="0" i="0">
                <a:solidFill>
                  <a:srgbClr val="4D4D4F"/>
                </a:solidFill>
                <a:latin typeface="Calibri"/>
              </a:rPr>
              <a:t>Feed mills</a:t>
            </a:r>
          </a:p>
        </p:txBody>
      </p:sp>
      <p:pic>
        <p:nvPicPr>
          <p:cNvPr id="23" name="Icon Soybeans" descr="_crop_icon_soy_62x62.png"/>
          <p:cNvPicPr>
            <a:picLocks noChangeAspect="1"/>
          </p:cNvPicPr>
          <p:nvPr/>
        </p:nvPicPr>
        <p:blipFill>
          <a:blip r:embed="rId4"/>
          <a:stretch>
            <a:fillRect/>
          </a:stretch>
        </p:blipFill>
        <p:spPr>
          <a:xfrm>
            <a:off x="512064" y="3493008"/>
            <a:ext cx="566928" cy="566928"/>
          </a:xfrm>
          <a:prstGeom prst="rect">
            <a:avLst/>
          </a:prstGeom>
        </p:spPr>
      </p:pic>
      <p:sp>
        <p:nvSpPr>
          <p:cNvPr id="24" name="TextBox 23"/>
          <p:cNvSpPr txBox="1"/>
          <p:nvPr/>
        </p:nvSpPr>
        <p:spPr>
          <a:xfrm>
            <a:off x="1188720" y="3465576"/>
            <a:ext cx="2194560" cy="274320"/>
          </a:xfrm>
          <a:prstGeom prst="rect">
            <a:avLst/>
          </a:prstGeom>
          <a:noFill/>
        </p:spPr>
        <p:txBody>
          <a:bodyPr wrap="square" lIns="0" rIns="0" tIns="0" bIns="0" anchor="t">
            <a:noAutofit/>
          </a:bodyPr>
          <a:lstStyle/>
          <a:p>
            <a:pPr algn="l"/>
            <a:r>
              <a:rPr sz="1800" b="1" i="0">
                <a:solidFill>
                  <a:srgbClr val="4D4D4F"/>
                </a:solidFill>
                <a:latin typeface="Calibri"/>
              </a:rPr>
              <a:t>Soybeans</a:t>
            </a:r>
          </a:p>
        </p:txBody>
      </p:sp>
      <p:sp>
        <p:nvSpPr>
          <p:cNvPr id="25" name="TextBox 24"/>
          <p:cNvSpPr txBox="1"/>
          <p:nvPr/>
        </p:nvSpPr>
        <p:spPr>
          <a:xfrm>
            <a:off x="1188720" y="3739896"/>
            <a:ext cx="2194560" cy="347472"/>
          </a:xfrm>
          <a:prstGeom prst="rect">
            <a:avLst/>
          </a:prstGeom>
          <a:noFill/>
        </p:spPr>
        <p:txBody>
          <a:bodyPr wrap="square" lIns="0" rIns="0" tIns="0" bIns="0" anchor="t">
            <a:noAutofit/>
          </a:bodyPr>
          <a:lstStyle/>
          <a:p>
            <a:pPr algn="l"/>
            <a:r>
              <a:rPr sz="2200" b="1" i="0">
                <a:solidFill>
                  <a:srgbClr val="8A6A0C"/>
                </a:solidFill>
                <a:latin typeface="Calibri"/>
              </a:rPr>
              <a:t>2.6 Mt</a:t>
            </a:r>
          </a:p>
        </p:txBody>
      </p:sp>
      <p:sp>
        <p:nvSpPr>
          <p:cNvPr id="26" name="Chevron 25"/>
          <p:cNvSpPr/>
          <p:nvPr/>
        </p:nvSpPr>
        <p:spPr>
          <a:xfrm>
            <a:off x="3401568" y="3675887"/>
            <a:ext cx="137160" cy="201168"/>
          </a:xfrm>
          <a:prstGeom prst="chevron">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11880" y="3493008"/>
            <a:ext cx="1554480" cy="566928"/>
          </a:xfrm>
          <a:prstGeom prst="rect">
            <a:avLst/>
          </a:prstGeom>
          <a:noFill/>
        </p:spPr>
        <p:txBody>
          <a:bodyPr wrap="square" lIns="0" rIns="0" tIns="0" bIns="0" anchor="ctr">
            <a:noAutofit/>
          </a:bodyPr>
          <a:lstStyle/>
          <a:p>
            <a:pPr algn="l"/>
            <a:r>
              <a:rPr sz="1800" b="0" i="0">
                <a:solidFill>
                  <a:srgbClr val="4D4D4F"/>
                </a:solidFill>
                <a:latin typeface="Calibri"/>
              </a:rPr>
              <a:t>Food processors</a:t>
            </a:r>
          </a:p>
        </p:txBody>
      </p:sp>
      <p:sp>
        <p:nvSpPr>
          <p:cNvPr id="2" name="Map - Neighbouring countries"/>
          <p:cNvSpPr/>
          <p:nvPr/>
        </p:nvSpPr>
        <p:spPr>
          <a:xfrm>
            <a:off x="5335352" y="1225296"/>
            <a:ext cx="3296584" cy="1346033"/>
          </a:xfrm>
          <a:custGeom>
            <a:avLst/>
            <a:gdLst/>
            <a:ahLst/>
            <a:cxnLst/>
            <a:rect l="l" t="t" r="r" b="b"/>
            <a:pathLst>
              <a:path w="3296584" h="1346033">
                <a:moveTo>
                  <a:pt x="205075" y="4337"/>
                </a:moveTo>
                <a:lnTo>
                  <a:pt x="206494" y="823"/>
                </a:lnTo>
                <a:lnTo>
                  <a:pt x="208212" y="0"/>
                </a:lnTo>
                <a:lnTo>
                  <a:pt x="209408" y="0"/>
                </a:lnTo>
                <a:lnTo>
                  <a:pt x="212396" y="0"/>
                </a:lnTo>
                <a:lnTo>
                  <a:pt x="215683" y="0"/>
                </a:lnTo>
                <a:lnTo>
                  <a:pt x="221959" y="0"/>
                </a:lnTo>
                <a:lnTo>
                  <a:pt x="238320" y="2393"/>
                </a:lnTo>
                <a:lnTo>
                  <a:pt x="243176" y="3889"/>
                </a:lnTo>
                <a:lnTo>
                  <a:pt x="249676" y="1421"/>
                </a:lnTo>
                <a:lnTo>
                  <a:pt x="252514" y="2991"/>
                </a:lnTo>
                <a:lnTo>
                  <a:pt x="255503" y="5534"/>
                </a:lnTo>
                <a:lnTo>
                  <a:pt x="257221" y="12563"/>
                </a:lnTo>
                <a:lnTo>
                  <a:pt x="261480" y="19069"/>
                </a:lnTo>
                <a:lnTo>
                  <a:pt x="270071" y="18097"/>
                </a:lnTo>
                <a:lnTo>
                  <a:pt x="273059" y="19069"/>
                </a:lnTo>
                <a:lnTo>
                  <a:pt x="274927" y="19218"/>
                </a:lnTo>
                <a:lnTo>
                  <a:pt x="276571" y="24976"/>
                </a:lnTo>
                <a:lnTo>
                  <a:pt x="277392" y="34847"/>
                </a:lnTo>
                <a:lnTo>
                  <a:pt x="276571" y="40680"/>
                </a:lnTo>
                <a:lnTo>
                  <a:pt x="270370" y="48906"/>
                </a:lnTo>
                <a:lnTo>
                  <a:pt x="269548" y="54514"/>
                </a:lnTo>
                <a:lnTo>
                  <a:pt x="272760" y="57954"/>
                </a:lnTo>
                <a:lnTo>
                  <a:pt x="277019" y="61693"/>
                </a:lnTo>
                <a:lnTo>
                  <a:pt x="279410" y="64535"/>
                </a:lnTo>
                <a:lnTo>
                  <a:pt x="281950" y="64086"/>
                </a:lnTo>
                <a:lnTo>
                  <a:pt x="285162" y="62142"/>
                </a:lnTo>
                <a:lnTo>
                  <a:pt x="288076" y="57281"/>
                </a:lnTo>
                <a:lnTo>
                  <a:pt x="290093" y="53168"/>
                </a:lnTo>
                <a:lnTo>
                  <a:pt x="301075" y="48457"/>
                </a:lnTo>
                <a:lnTo>
                  <a:pt x="312431" y="44270"/>
                </a:lnTo>
                <a:lnTo>
                  <a:pt x="314000" y="44718"/>
                </a:lnTo>
                <a:lnTo>
                  <a:pt x="315793" y="46588"/>
                </a:lnTo>
                <a:lnTo>
                  <a:pt x="319453" y="52645"/>
                </a:lnTo>
                <a:lnTo>
                  <a:pt x="321545" y="53916"/>
                </a:lnTo>
                <a:lnTo>
                  <a:pt x="324683" y="54514"/>
                </a:lnTo>
                <a:lnTo>
                  <a:pt x="329987" y="53916"/>
                </a:lnTo>
                <a:lnTo>
                  <a:pt x="336188" y="50476"/>
                </a:lnTo>
                <a:lnTo>
                  <a:pt x="339400" y="44045"/>
                </a:lnTo>
                <a:lnTo>
                  <a:pt x="340820" y="38960"/>
                </a:lnTo>
                <a:lnTo>
                  <a:pt x="349710" y="30136"/>
                </a:lnTo>
                <a:lnTo>
                  <a:pt x="350681" y="23556"/>
                </a:lnTo>
                <a:lnTo>
                  <a:pt x="353147" y="19293"/>
                </a:lnTo>
                <a:lnTo>
                  <a:pt x="366071" y="22210"/>
                </a:lnTo>
                <a:lnTo>
                  <a:pt x="371002" y="24528"/>
                </a:lnTo>
                <a:lnTo>
                  <a:pt x="385495" y="47635"/>
                </a:lnTo>
                <a:lnTo>
                  <a:pt x="404621" y="63937"/>
                </a:lnTo>
                <a:lnTo>
                  <a:pt x="412764" y="69994"/>
                </a:lnTo>
                <a:lnTo>
                  <a:pt x="418965" y="72910"/>
                </a:lnTo>
                <a:lnTo>
                  <a:pt x="427556" y="81659"/>
                </a:lnTo>
                <a:lnTo>
                  <a:pt x="435027" y="92577"/>
                </a:lnTo>
                <a:lnTo>
                  <a:pt x="451388" y="123386"/>
                </a:lnTo>
                <a:lnTo>
                  <a:pt x="454227" y="136921"/>
                </a:lnTo>
                <a:lnTo>
                  <a:pt x="455348" y="157561"/>
                </a:lnTo>
                <a:lnTo>
                  <a:pt x="451762" y="188669"/>
                </a:lnTo>
                <a:lnTo>
                  <a:pt x="447354" y="204223"/>
                </a:lnTo>
                <a:lnTo>
                  <a:pt x="448176" y="211551"/>
                </a:lnTo>
                <a:lnTo>
                  <a:pt x="454227" y="222768"/>
                </a:lnTo>
                <a:lnTo>
                  <a:pt x="452360" y="233387"/>
                </a:lnTo>
                <a:lnTo>
                  <a:pt x="453555" y="242211"/>
                </a:lnTo>
                <a:lnTo>
                  <a:pt x="453107" y="266739"/>
                </a:lnTo>
                <a:lnTo>
                  <a:pt x="456543" y="273918"/>
                </a:lnTo>
                <a:lnTo>
                  <a:pt x="460428" y="278554"/>
                </a:lnTo>
                <a:lnTo>
                  <a:pt x="480973" y="293136"/>
                </a:lnTo>
                <a:lnTo>
                  <a:pt x="482467" y="298520"/>
                </a:lnTo>
                <a:lnTo>
                  <a:pt x="492627" y="316991"/>
                </a:lnTo>
                <a:lnTo>
                  <a:pt x="511379" y="357222"/>
                </a:lnTo>
                <a:lnTo>
                  <a:pt x="516534" y="375319"/>
                </a:lnTo>
                <a:lnTo>
                  <a:pt x="515936" y="380179"/>
                </a:lnTo>
                <a:lnTo>
                  <a:pt x="513695" y="382199"/>
                </a:lnTo>
                <a:lnTo>
                  <a:pt x="508167" y="383993"/>
                </a:lnTo>
                <a:lnTo>
                  <a:pt x="503610" y="380479"/>
                </a:lnTo>
                <a:lnTo>
                  <a:pt x="502041" y="377936"/>
                </a:lnTo>
                <a:lnTo>
                  <a:pt x="502564" y="374795"/>
                </a:lnTo>
                <a:lnTo>
                  <a:pt x="500696" y="371655"/>
                </a:lnTo>
                <a:lnTo>
                  <a:pt x="496213" y="367990"/>
                </a:lnTo>
                <a:lnTo>
                  <a:pt x="493599" y="364625"/>
                </a:lnTo>
                <a:lnTo>
                  <a:pt x="494346" y="370159"/>
                </a:lnTo>
                <a:lnTo>
                  <a:pt x="494420" y="377263"/>
                </a:lnTo>
                <a:lnTo>
                  <a:pt x="488668" y="377861"/>
                </a:lnTo>
                <a:lnTo>
                  <a:pt x="481346" y="375618"/>
                </a:lnTo>
                <a:lnTo>
                  <a:pt x="472232" y="377637"/>
                </a:lnTo>
                <a:lnTo>
                  <a:pt x="461399" y="386386"/>
                </a:lnTo>
                <a:lnTo>
                  <a:pt x="456170" y="386685"/>
                </a:lnTo>
                <a:lnTo>
                  <a:pt x="452210" y="379133"/>
                </a:lnTo>
                <a:lnTo>
                  <a:pt x="450193" y="374048"/>
                </a:lnTo>
                <a:lnTo>
                  <a:pt x="446981" y="370458"/>
                </a:lnTo>
                <a:lnTo>
                  <a:pt x="412615" y="352062"/>
                </a:lnTo>
                <a:lnTo>
                  <a:pt x="399914" y="347276"/>
                </a:lnTo>
                <a:lnTo>
                  <a:pt x="386541" y="333367"/>
                </a:lnTo>
                <a:lnTo>
                  <a:pt x="356509" y="317963"/>
                </a:lnTo>
                <a:lnTo>
                  <a:pt x="337383" y="302932"/>
                </a:lnTo>
                <a:lnTo>
                  <a:pt x="329240" y="293585"/>
                </a:lnTo>
                <a:lnTo>
                  <a:pt x="309741" y="285359"/>
                </a:lnTo>
                <a:lnTo>
                  <a:pt x="301299" y="275712"/>
                </a:lnTo>
                <a:lnTo>
                  <a:pt x="297115" y="273768"/>
                </a:lnTo>
                <a:lnTo>
                  <a:pt x="293006" y="270328"/>
                </a:lnTo>
                <a:lnTo>
                  <a:pt x="297340" y="260906"/>
                </a:lnTo>
                <a:lnTo>
                  <a:pt x="295547" y="251110"/>
                </a:lnTo>
                <a:lnTo>
                  <a:pt x="293305" y="242809"/>
                </a:lnTo>
                <a:lnTo>
                  <a:pt x="279484" y="226433"/>
                </a:lnTo>
                <a:lnTo>
                  <a:pt x="272760" y="214991"/>
                </a:lnTo>
                <a:lnTo>
                  <a:pt x="259761" y="203625"/>
                </a:lnTo>
                <a:lnTo>
                  <a:pt x="254606" y="197119"/>
                </a:lnTo>
                <a:lnTo>
                  <a:pt x="249601" y="189492"/>
                </a:lnTo>
                <a:lnTo>
                  <a:pt x="252739" y="186799"/>
                </a:lnTo>
                <a:lnTo>
                  <a:pt x="255652" y="185229"/>
                </a:lnTo>
                <a:lnTo>
                  <a:pt x="252963" y="179695"/>
                </a:lnTo>
                <a:lnTo>
                  <a:pt x="245567" y="170049"/>
                </a:lnTo>
                <a:lnTo>
                  <a:pt x="242130" y="159056"/>
                </a:lnTo>
                <a:lnTo>
                  <a:pt x="242130" y="138193"/>
                </a:lnTo>
                <a:lnTo>
                  <a:pt x="231521" y="108879"/>
                </a:lnTo>
                <a:lnTo>
                  <a:pt x="222556" y="68199"/>
                </a:lnTo>
                <a:lnTo>
                  <a:pt x="224125" y="53991"/>
                </a:lnTo>
                <a:lnTo>
                  <a:pt x="221809" y="38586"/>
                </a:lnTo>
                <a:lnTo>
                  <a:pt x="215833" y="23705"/>
                </a:lnTo>
                <a:lnTo>
                  <a:pt x="207988" y="13161"/>
                </a:lnTo>
                <a:lnTo>
                  <a:pt x="205075" y="4337"/>
                </a:lnTo>
                <a:close/>
                <a:moveTo>
                  <a:pt x="1509110" y="174162"/>
                </a:moveTo>
                <a:lnTo>
                  <a:pt x="1506346" y="174162"/>
                </a:lnTo>
                <a:lnTo>
                  <a:pt x="1499921" y="172517"/>
                </a:lnTo>
                <a:lnTo>
                  <a:pt x="1486997" y="164590"/>
                </a:lnTo>
                <a:lnTo>
                  <a:pt x="1473773" y="161748"/>
                </a:lnTo>
                <a:lnTo>
                  <a:pt x="1454573" y="161524"/>
                </a:lnTo>
                <a:lnTo>
                  <a:pt x="1443666" y="160402"/>
                </a:lnTo>
                <a:lnTo>
                  <a:pt x="1439258" y="161599"/>
                </a:lnTo>
                <a:lnTo>
                  <a:pt x="1435522" y="161673"/>
                </a:lnTo>
                <a:lnTo>
                  <a:pt x="1432833" y="160028"/>
                </a:lnTo>
                <a:lnTo>
                  <a:pt x="1429994" y="159206"/>
                </a:lnTo>
                <a:lnTo>
                  <a:pt x="1422523" y="163917"/>
                </a:lnTo>
                <a:lnTo>
                  <a:pt x="1419012" y="162496"/>
                </a:lnTo>
                <a:lnTo>
                  <a:pt x="1415426" y="160477"/>
                </a:lnTo>
                <a:lnTo>
                  <a:pt x="1409150" y="159804"/>
                </a:lnTo>
                <a:lnTo>
                  <a:pt x="1401530" y="160402"/>
                </a:lnTo>
                <a:lnTo>
                  <a:pt x="1393163" y="165188"/>
                </a:lnTo>
                <a:lnTo>
                  <a:pt x="1383749" y="160851"/>
                </a:lnTo>
                <a:lnTo>
                  <a:pt x="1381135" y="160926"/>
                </a:lnTo>
                <a:lnTo>
                  <a:pt x="1379342" y="162047"/>
                </a:lnTo>
                <a:lnTo>
                  <a:pt x="1375233" y="167955"/>
                </a:lnTo>
                <a:lnTo>
                  <a:pt x="1367538" y="172517"/>
                </a:lnTo>
                <a:lnTo>
                  <a:pt x="1363728" y="180817"/>
                </a:lnTo>
                <a:lnTo>
                  <a:pt x="1361337" y="188744"/>
                </a:lnTo>
                <a:lnTo>
                  <a:pt x="1359245" y="191511"/>
                </a:lnTo>
                <a:lnTo>
                  <a:pt x="1358722" y="206915"/>
                </a:lnTo>
                <a:lnTo>
                  <a:pt x="1357527" y="214318"/>
                </a:lnTo>
                <a:lnTo>
                  <a:pt x="1359469" y="224189"/>
                </a:lnTo>
                <a:lnTo>
                  <a:pt x="1359096" y="228377"/>
                </a:lnTo>
                <a:lnTo>
                  <a:pt x="1355659" y="234658"/>
                </a:lnTo>
                <a:lnTo>
                  <a:pt x="1355211" y="236154"/>
                </a:lnTo>
                <a:lnTo>
                  <a:pt x="1353418" y="246100"/>
                </a:lnTo>
                <a:lnTo>
                  <a:pt x="1354090" y="248792"/>
                </a:lnTo>
                <a:lnTo>
                  <a:pt x="1353642" y="252157"/>
                </a:lnTo>
                <a:lnTo>
                  <a:pt x="1350728" y="259186"/>
                </a:lnTo>
                <a:lnTo>
                  <a:pt x="1345499" y="261056"/>
                </a:lnTo>
                <a:lnTo>
                  <a:pt x="1339970" y="262177"/>
                </a:lnTo>
                <a:lnTo>
                  <a:pt x="1335264" y="259784"/>
                </a:lnTo>
                <a:lnTo>
                  <a:pt x="1331005" y="263673"/>
                </a:lnTo>
                <a:lnTo>
                  <a:pt x="1325626" y="269580"/>
                </a:lnTo>
                <a:lnTo>
                  <a:pt x="1323236" y="273619"/>
                </a:lnTo>
                <a:lnTo>
                  <a:pt x="1323310" y="277358"/>
                </a:lnTo>
                <a:lnTo>
                  <a:pt x="1323833" y="279825"/>
                </a:lnTo>
                <a:lnTo>
                  <a:pt x="1322713" y="282443"/>
                </a:lnTo>
                <a:lnTo>
                  <a:pt x="1322563" y="285135"/>
                </a:lnTo>
                <a:lnTo>
                  <a:pt x="1322862" y="289098"/>
                </a:lnTo>
                <a:lnTo>
                  <a:pt x="1326523" y="290743"/>
                </a:lnTo>
                <a:lnTo>
                  <a:pt x="1330333" y="294108"/>
                </a:lnTo>
                <a:lnTo>
                  <a:pt x="1330184" y="297398"/>
                </a:lnTo>
                <a:lnTo>
                  <a:pt x="1328092" y="299642"/>
                </a:lnTo>
                <a:lnTo>
                  <a:pt x="1323310" y="303156"/>
                </a:lnTo>
                <a:lnTo>
                  <a:pt x="1314495" y="310261"/>
                </a:lnTo>
                <a:lnTo>
                  <a:pt x="1304559" y="316392"/>
                </a:lnTo>
                <a:lnTo>
                  <a:pt x="1300823" y="317813"/>
                </a:lnTo>
                <a:lnTo>
                  <a:pt x="1299478" y="320580"/>
                </a:lnTo>
                <a:lnTo>
                  <a:pt x="1298806" y="324394"/>
                </a:lnTo>
                <a:lnTo>
                  <a:pt x="1300973" y="332620"/>
                </a:lnTo>
                <a:lnTo>
                  <a:pt x="1303064" y="335087"/>
                </a:lnTo>
                <a:lnTo>
                  <a:pt x="1304185" y="338004"/>
                </a:lnTo>
                <a:lnTo>
                  <a:pt x="1302840" y="341444"/>
                </a:lnTo>
                <a:lnTo>
                  <a:pt x="1301869" y="344435"/>
                </a:lnTo>
                <a:lnTo>
                  <a:pt x="1298208" y="346304"/>
                </a:lnTo>
                <a:lnTo>
                  <a:pt x="1294697" y="347650"/>
                </a:lnTo>
                <a:lnTo>
                  <a:pt x="1293352" y="350043"/>
                </a:lnTo>
                <a:lnTo>
                  <a:pt x="1291485" y="359989"/>
                </a:lnTo>
                <a:lnTo>
                  <a:pt x="1289318" y="365149"/>
                </a:lnTo>
                <a:lnTo>
                  <a:pt x="1284462" y="372851"/>
                </a:lnTo>
                <a:lnTo>
                  <a:pt x="1282893" y="376366"/>
                </a:lnTo>
                <a:lnTo>
                  <a:pt x="1280428" y="377487"/>
                </a:lnTo>
                <a:lnTo>
                  <a:pt x="1271014" y="373898"/>
                </a:lnTo>
                <a:lnTo>
                  <a:pt x="1262647" y="376067"/>
                </a:lnTo>
                <a:lnTo>
                  <a:pt x="1251516" y="377487"/>
                </a:lnTo>
                <a:lnTo>
                  <a:pt x="1242102" y="377263"/>
                </a:lnTo>
                <a:lnTo>
                  <a:pt x="1234781" y="378833"/>
                </a:lnTo>
                <a:lnTo>
                  <a:pt x="1229775" y="382872"/>
                </a:lnTo>
                <a:lnTo>
                  <a:pt x="1224172" y="388031"/>
                </a:lnTo>
                <a:lnTo>
                  <a:pt x="1218345" y="391770"/>
                </a:lnTo>
                <a:lnTo>
                  <a:pt x="1213863" y="393640"/>
                </a:lnTo>
                <a:lnTo>
                  <a:pt x="1205719" y="388256"/>
                </a:lnTo>
                <a:lnTo>
                  <a:pt x="1201610" y="388704"/>
                </a:lnTo>
                <a:lnTo>
                  <a:pt x="1194214" y="386835"/>
                </a:lnTo>
                <a:lnTo>
                  <a:pt x="1176807" y="380778"/>
                </a:lnTo>
                <a:lnTo>
                  <a:pt x="1172549" y="378983"/>
                </a:lnTo>
                <a:lnTo>
                  <a:pt x="1167917" y="378833"/>
                </a:lnTo>
                <a:lnTo>
                  <a:pt x="1166497" y="377114"/>
                </a:lnTo>
                <a:lnTo>
                  <a:pt x="1167244" y="374197"/>
                </a:lnTo>
                <a:lnTo>
                  <a:pt x="1166497" y="370309"/>
                </a:lnTo>
                <a:lnTo>
                  <a:pt x="1163135" y="368888"/>
                </a:lnTo>
                <a:lnTo>
                  <a:pt x="1128247" y="369486"/>
                </a:lnTo>
                <a:lnTo>
                  <a:pt x="1118236" y="372776"/>
                </a:lnTo>
                <a:lnTo>
                  <a:pt x="1111437" y="375394"/>
                </a:lnTo>
                <a:lnTo>
                  <a:pt x="1106581" y="378460"/>
                </a:lnTo>
                <a:lnTo>
                  <a:pt x="1105162" y="386012"/>
                </a:lnTo>
                <a:lnTo>
                  <a:pt x="1102323" y="393042"/>
                </a:lnTo>
                <a:lnTo>
                  <a:pt x="1098587" y="400594"/>
                </a:lnTo>
                <a:lnTo>
                  <a:pt x="1086933" y="402838"/>
                </a:lnTo>
                <a:lnTo>
                  <a:pt x="1078416" y="410390"/>
                </a:lnTo>
                <a:lnTo>
                  <a:pt x="1075503" y="411363"/>
                </a:lnTo>
                <a:lnTo>
                  <a:pt x="1069601" y="410241"/>
                </a:lnTo>
                <a:lnTo>
                  <a:pt x="1063325" y="409568"/>
                </a:lnTo>
                <a:lnTo>
                  <a:pt x="1058843" y="411736"/>
                </a:lnTo>
                <a:lnTo>
                  <a:pt x="1054061" y="411587"/>
                </a:lnTo>
                <a:lnTo>
                  <a:pt x="1039418" y="408072"/>
                </a:lnTo>
                <a:lnTo>
                  <a:pt x="1025523" y="407474"/>
                </a:lnTo>
                <a:lnTo>
                  <a:pt x="1017678" y="409344"/>
                </a:lnTo>
                <a:lnTo>
                  <a:pt x="1013345" y="410017"/>
                </a:lnTo>
                <a:lnTo>
                  <a:pt x="989214" y="420411"/>
                </a:lnTo>
                <a:lnTo>
                  <a:pt x="981071" y="421607"/>
                </a:lnTo>
                <a:lnTo>
                  <a:pt x="977709" y="420112"/>
                </a:lnTo>
                <a:lnTo>
                  <a:pt x="973077" y="415849"/>
                </a:lnTo>
                <a:lnTo>
                  <a:pt x="966802" y="411587"/>
                </a:lnTo>
                <a:lnTo>
                  <a:pt x="951860" y="397080"/>
                </a:lnTo>
                <a:lnTo>
                  <a:pt x="946332" y="393640"/>
                </a:lnTo>
                <a:lnTo>
                  <a:pt x="942671" y="390125"/>
                </a:lnTo>
                <a:lnTo>
                  <a:pt x="939160" y="386012"/>
                </a:lnTo>
                <a:lnTo>
                  <a:pt x="934229" y="381526"/>
                </a:lnTo>
                <a:lnTo>
                  <a:pt x="929672" y="378460"/>
                </a:lnTo>
                <a:lnTo>
                  <a:pt x="923546" y="372178"/>
                </a:lnTo>
                <a:lnTo>
                  <a:pt x="917419" y="365298"/>
                </a:lnTo>
                <a:lnTo>
                  <a:pt x="916075" y="353184"/>
                </a:lnTo>
                <a:lnTo>
                  <a:pt x="911219" y="351015"/>
                </a:lnTo>
                <a:lnTo>
                  <a:pt x="909575" y="347875"/>
                </a:lnTo>
                <a:lnTo>
                  <a:pt x="908828" y="344285"/>
                </a:lnTo>
                <a:lnTo>
                  <a:pt x="915552" y="334414"/>
                </a:lnTo>
                <a:lnTo>
                  <a:pt x="920408" y="344809"/>
                </a:lnTo>
                <a:lnTo>
                  <a:pt x="922350" y="347127"/>
                </a:lnTo>
                <a:lnTo>
                  <a:pt x="933183" y="354156"/>
                </a:lnTo>
                <a:lnTo>
                  <a:pt x="942148" y="357596"/>
                </a:lnTo>
                <a:lnTo>
                  <a:pt x="951785" y="359017"/>
                </a:lnTo>
                <a:lnTo>
                  <a:pt x="961647" y="359316"/>
                </a:lnTo>
                <a:lnTo>
                  <a:pt x="965532" y="358867"/>
                </a:lnTo>
                <a:lnTo>
                  <a:pt x="969342" y="357446"/>
                </a:lnTo>
                <a:lnTo>
                  <a:pt x="973152" y="358942"/>
                </a:lnTo>
                <a:lnTo>
                  <a:pt x="993697" y="370309"/>
                </a:lnTo>
                <a:lnTo>
                  <a:pt x="1001691" y="372328"/>
                </a:lnTo>
                <a:lnTo>
                  <a:pt x="1010133" y="371505"/>
                </a:lnTo>
                <a:lnTo>
                  <a:pt x="1013495" y="372627"/>
                </a:lnTo>
                <a:lnTo>
                  <a:pt x="1025298" y="381301"/>
                </a:lnTo>
                <a:lnTo>
                  <a:pt x="1028810" y="382348"/>
                </a:lnTo>
                <a:lnTo>
                  <a:pt x="1034637" y="381675"/>
                </a:lnTo>
                <a:lnTo>
                  <a:pt x="1027166" y="377712"/>
                </a:lnTo>
                <a:lnTo>
                  <a:pt x="1022310" y="374870"/>
                </a:lnTo>
                <a:lnTo>
                  <a:pt x="1020144" y="369561"/>
                </a:lnTo>
                <a:lnTo>
                  <a:pt x="1021488" y="363878"/>
                </a:lnTo>
                <a:lnTo>
                  <a:pt x="1026195" y="360139"/>
                </a:lnTo>
                <a:lnTo>
                  <a:pt x="1029482" y="356026"/>
                </a:lnTo>
                <a:lnTo>
                  <a:pt x="1030677" y="343837"/>
                </a:lnTo>
                <a:lnTo>
                  <a:pt x="1032769" y="337630"/>
                </a:lnTo>
                <a:lnTo>
                  <a:pt x="1036729" y="331722"/>
                </a:lnTo>
                <a:lnTo>
                  <a:pt x="1037999" y="326039"/>
                </a:lnTo>
                <a:lnTo>
                  <a:pt x="1033591" y="321702"/>
                </a:lnTo>
                <a:lnTo>
                  <a:pt x="1032620" y="314299"/>
                </a:lnTo>
                <a:lnTo>
                  <a:pt x="1033591" y="308092"/>
                </a:lnTo>
                <a:lnTo>
                  <a:pt x="1036056" y="303904"/>
                </a:lnTo>
                <a:lnTo>
                  <a:pt x="1040091" y="306671"/>
                </a:lnTo>
                <a:lnTo>
                  <a:pt x="1044200" y="309288"/>
                </a:lnTo>
                <a:lnTo>
                  <a:pt x="1048309" y="308989"/>
                </a:lnTo>
                <a:lnTo>
                  <a:pt x="1051148" y="307942"/>
                </a:lnTo>
                <a:lnTo>
                  <a:pt x="1051671" y="304802"/>
                </a:lnTo>
                <a:lnTo>
                  <a:pt x="1050849" y="299268"/>
                </a:lnTo>
                <a:lnTo>
                  <a:pt x="1051073" y="289098"/>
                </a:lnTo>
                <a:lnTo>
                  <a:pt x="1056302" y="280947"/>
                </a:lnTo>
                <a:lnTo>
                  <a:pt x="1064520" y="275338"/>
                </a:lnTo>
                <a:lnTo>
                  <a:pt x="1072365" y="272646"/>
                </a:lnTo>
                <a:lnTo>
                  <a:pt x="1101576" y="268085"/>
                </a:lnTo>
                <a:lnTo>
                  <a:pt x="1147746" y="256494"/>
                </a:lnTo>
                <a:lnTo>
                  <a:pt x="1161492" y="251932"/>
                </a:lnTo>
                <a:lnTo>
                  <a:pt x="1166497" y="249614"/>
                </a:lnTo>
                <a:lnTo>
                  <a:pt x="1170756" y="246399"/>
                </a:lnTo>
                <a:lnTo>
                  <a:pt x="1177853" y="236004"/>
                </a:lnTo>
                <a:lnTo>
                  <a:pt x="1191301" y="219777"/>
                </a:lnTo>
                <a:lnTo>
                  <a:pt x="1200714" y="206317"/>
                </a:lnTo>
                <a:lnTo>
                  <a:pt x="1220586" y="186874"/>
                </a:lnTo>
                <a:lnTo>
                  <a:pt x="1236424" y="168778"/>
                </a:lnTo>
                <a:lnTo>
                  <a:pt x="1238591" y="165338"/>
                </a:lnTo>
                <a:lnTo>
                  <a:pt x="1241206" y="155467"/>
                </a:lnTo>
                <a:lnTo>
                  <a:pt x="1241355" y="150830"/>
                </a:lnTo>
                <a:lnTo>
                  <a:pt x="1240907" y="146119"/>
                </a:lnTo>
                <a:lnTo>
                  <a:pt x="1243074" y="143951"/>
                </a:lnTo>
                <a:lnTo>
                  <a:pt x="1246137" y="142605"/>
                </a:lnTo>
                <a:lnTo>
                  <a:pt x="1246884" y="142605"/>
                </a:lnTo>
                <a:lnTo>
                  <a:pt x="1249200" y="144699"/>
                </a:lnTo>
                <a:lnTo>
                  <a:pt x="1254728" y="147540"/>
                </a:lnTo>
                <a:lnTo>
                  <a:pt x="1258837" y="151204"/>
                </a:lnTo>
                <a:lnTo>
                  <a:pt x="1261601" y="155990"/>
                </a:lnTo>
                <a:lnTo>
                  <a:pt x="1263618" y="160402"/>
                </a:lnTo>
                <a:lnTo>
                  <a:pt x="1263768" y="164216"/>
                </a:lnTo>
                <a:lnTo>
                  <a:pt x="1266233" y="167282"/>
                </a:lnTo>
                <a:lnTo>
                  <a:pt x="1273256" y="167805"/>
                </a:lnTo>
                <a:lnTo>
                  <a:pt x="1275497" y="171694"/>
                </a:lnTo>
                <a:lnTo>
                  <a:pt x="1280353" y="178424"/>
                </a:lnTo>
                <a:lnTo>
                  <a:pt x="1284836" y="183285"/>
                </a:lnTo>
                <a:lnTo>
                  <a:pt x="1287525" y="185154"/>
                </a:lnTo>
                <a:lnTo>
                  <a:pt x="1290962" y="184107"/>
                </a:lnTo>
                <a:lnTo>
                  <a:pt x="1296266" y="179695"/>
                </a:lnTo>
                <a:lnTo>
                  <a:pt x="1300076" y="174311"/>
                </a:lnTo>
                <a:lnTo>
                  <a:pt x="1302616" y="166983"/>
                </a:lnTo>
                <a:lnTo>
                  <a:pt x="1300599" y="165936"/>
                </a:lnTo>
                <a:lnTo>
                  <a:pt x="1304185" y="160477"/>
                </a:lnTo>
                <a:lnTo>
                  <a:pt x="1304857" y="157561"/>
                </a:lnTo>
                <a:lnTo>
                  <a:pt x="1303214" y="154869"/>
                </a:lnTo>
                <a:lnTo>
                  <a:pt x="1301122" y="152251"/>
                </a:lnTo>
                <a:lnTo>
                  <a:pt x="1300300" y="145596"/>
                </a:lnTo>
                <a:lnTo>
                  <a:pt x="1298881" y="137071"/>
                </a:lnTo>
                <a:lnTo>
                  <a:pt x="1297909" y="133257"/>
                </a:lnTo>
                <a:lnTo>
                  <a:pt x="1300674" y="130490"/>
                </a:lnTo>
                <a:lnTo>
                  <a:pt x="1306725" y="126976"/>
                </a:lnTo>
                <a:lnTo>
                  <a:pt x="1312702" y="122938"/>
                </a:lnTo>
                <a:lnTo>
                  <a:pt x="1318828" y="119647"/>
                </a:lnTo>
                <a:lnTo>
                  <a:pt x="1318977" y="125555"/>
                </a:lnTo>
                <a:lnTo>
                  <a:pt x="1318828" y="135276"/>
                </a:lnTo>
                <a:lnTo>
                  <a:pt x="1320696" y="143352"/>
                </a:lnTo>
                <a:lnTo>
                  <a:pt x="1324805" y="157785"/>
                </a:lnTo>
                <a:lnTo>
                  <a:pt x="1329586" y="159729"/>
                </a:lnTo>
                <a:lnTo>
                  <a:pt x="1335264" y="161000"/>
                </a:lnTo>
                <a:lnTo>
                  <a:pt x="1338551" y="160552"/>
                </a:lnTo>
                <a:lnTo>
                  <a:pt x="1340643" y="159654"/>
                </a:lnTo>
                <a:lnTo>
                  <a:pt x="1341240" y="158458"/>
                </a:lnTo>
                <a:lnTo>
                  <a:pt x="1337654" y="152850"/>
                </a:lnTo>
                <a:lnTo>
                  <a:pt x="1336758" y="139539"/>
                </a:lnTo>
                <a:lnTo>
                  <a:pt x="1333844" y="130790"/>
                </a:lnTo>
                <a:lnTo>
                  <a:pt x="1329362" y="122115"/>
                </a:lnTo>
                <a:lnTo>
                  <a:pt x="1327270" y="119647"/>
                </a:lnTo>
                <a:lnTo>
                  <a:pt x="1344826" y="117180"/>
                </a:lnTo>
                <a:lnTo>
                  <a:pt x="1348786" y="114488"/>
                </a:lnTo>
                <a:lnTo>
                  <a:pt x="1355659" y="108505"/>
                </a:lnTo>
                <a:lnTo>
                  <a:pt x="1358199" y="105140"/>
                </a:lnTo>
                <a:lnTo>
                  <a:pt x="1360291" y="97662"/>
                </a:lnTo>
                <a:lnTo>
                  <a:pt x="1351700" y="93175"/>
                </a:lnTo>
                <a:lnTo>
                  <a:pt x="1348338" y="87417"/>
                </a:lnTo>
                <a:lnTo>
                  <a:pt x="1348114" y="81285"/>
                </a:lnTo>
                <a:lnTo>
                  <a:pt x="1358349" y="69769"/>
                </a:lnTo>
                <a:lnTo>
                  <a:pt x="1361935" y="67077"/>
                </a:lnTo>
                <a:lnTo>
                  <a:pt x="1363503" y="71115"/>
                </a:lnTo>
                <a:lnTo>
                  <a:pt x="1367986" y="72162"/>
                </a:lnTo>
                <a:lnTo>
                  <a:pt x="1372170" y="72312"/>
                </a:lnTo>
                <a:lnTo>
                  <a:pt x="1376353" y="72088"/>
                </a:lnTo>
                <a:lnTo>
                  <a:pt x="1382330" y="66255"/>
                </a:lnTo>
                <a:lnTo>
                  <a:pt x="1385393" y="57954"/>
                </a:lnTo>
                <a:lnTo>
                  <a:pt x="1396002" y="46214"/>
                </a:lnTo>
                <a:lnTo>
                  <a:pt x="1399737" y="37165"/>
                </a:lnTo>
                <a:lnTo>
                  <a:pt x="1401829" y="27668"/>
                </a:lnTo>
                <a:lnTo>
                  <a:pt x="1428500" y="0"/>
                </a:lnTo>
                <a:lnTo>
                  <a:pt x="1431712" y="0"/>
                </a:lnTo>
                <a:lnTo>
                  <a:pt x="1447550" y="0"/>
                </a:lnTo>
                <a:lnTo>
                  <a:pt x="1449493" y="0"/>
                </a:lnTo>
                <a:lnTo>
                  <a:pt x="1453751" y="0"/>
                </a:lnTo>
                <a:lnTo>
                  <a:pt x="1455021" y="0"/>
                </a:lnTo>
                <a:lnTo>
                  <a:pt x="1454424" y="0"/>
                </a:lnTo>
                <a:lnTo>
                  <a:pt x="1451884" y="0"/>
                </a:lnTo>
                <a:lnTo>
                  <a:pt x="1450389" y="0"/>
                </a:lnTo>
                <a:lnTo>
                  <a:pt x="1452182" y="0"/>
                </a:lnTo>
                <a:lnTo>
                  <a:pt x="1459728" y="0"/>
                </a:lnTo>
                <a:lnTo>
                  <a:pt x="1467647" y="0"/>
                </a:lnTo>
                <a:lnTo>
                  <a:pt x="1472055" y="0"/>
                </a:lnTo>
                <a:lnTo>
                  <a:pt x="1475865" y="0"/>
                </a:lnTo>
                <a:lnTo>
                  <a:pt x="1483411" y="0"/>
                </a:lnTo>
                <a:lnTo>
                  <a:pt x="1485054" y="0"/>
                </a:lnTo>
                <a:lnTo>
                  <a:pt x="1484531" y="0"/>
                </a:lnTo>
                <a:lnTo>
                  <a:pt x="1485278" y="0"/>
                </a:lnTo>
                <a:lnTo>
                  <a:pt x="1488192" y="0"/>
                </a:lnTo>
                <a:lnTo>
                  <a:pt x="1494617" y="0"/>
                </a:lnTo>
                <a:lnTo>
                  <a:pt x="1503507" y="0"/>
                </a:lnTo>
                <a:lnTo>
                  <a:pt x="1511800" y="0"/>
                </a:lnTo>
                <a:lnTo>
                  <a:pt x="1514489" y="1944"/>
                </a:lnTo>
                <a:lnTo>
                  <a:pt x="1516282" y="5459"/>
                </a:lnTo>
                <a:lnTo>
                  <a:pt x="1518075" y="11217"/>
                </a:lnTo>
                <a:lnTo>
                  <a:pt x="1518225" y="17050"/>
                </a:lnTo>
                <a:lnTo>
                  <a:pt x="1512248" y="22658"/>
                </a:lnTo>
                <a:lnTo>
                  <a:pt x="1514788" y="31856"/>
                </a:lnTo>
                <a:lnTo>
                  <a:pt x="1514415" y="37240"/>
                </a:lnTo>
                <a:lnTo>
                  <a:pt x="1512323" y="41802"/>
                </a:lnTo>
                <a:lnTo>
                  <a:pt x="1503656" y="45989"/>
                </a:lnTo>
                <a:lnTo>
                  <a:pt x="1527339" y="41877"/>
                </a:lnTo>
                <a:lnTo>
                  <a:pt x="1533166" y="39484"/>
                </a:lnTo>
                <a:lnTo>
                  <a:pt x="1541235" y="33426"/>
                </a:lnTo>
                <a:lnTo>
                  <a:pt x="1545568" y="38661"/>
                </a:lnTo>
                <a:lnTo>
                  <a:pt x="1549602" y="47709"/>
                </a:lnTo>
                <a:lnTo>
                  <a:pt x="1546315" y="49953"/>
                </a:lnTo>
                <a:lnTo>
                  <a:pt x="1536080" y="53318"/>
                </a:lnTo>
                <a:lnTo>
                  <a:pt x="1535557" y="54664"/>
                </a:lnTo>
                <a:lnTo>
                  <a:pt x="1538994" y="59375"/>
                </a:lnTo>
                <a:lnTo>
                  <a:pt x="1543252" y="58926"/>
                </a:lnTo>
                <a:lnTo>
                  <a:pt x="1551769" y="55786"/>
                </a:lnTo>
                <a:lnTo>
                  <a:pt x="1559538" y="50775"/>
                </a:lnTo>
                <a:lnTo>
                  <a:pt x="1563349" y="50850"/>
                </a:lnTo>
                <a:lnTo>
                  <a:pt x="1567308" y="51897"/>
                </a:lnTo>
                <a:lnTo>
                  <a:pt x="1575003" y="55113"/>
                </a:lnTo>
                <a:lnTo>
                  <a:pt x="1579336" y="57655"/>
                </a:lnTo>
                <a:lnTo>
                  <a:pt x="1582997" y="60945"/>
                </a:lnTo>
                <a:lnTo>
                  <a:pt x="1585388" y="67900"/>
                </a:lnTo>
                <a:lnTo>
                  <a:pt x="1594278" y="70368"/>
                </a:lnTo>
                <a:lnTo>
                  <a:pt x="1612432" y="80089"/>
                </a:lnTo>
                <a:lnTo>
                  <a:pt x="1615869" y="80912"/>
                </a:lnTo>
                <a:lnTo>
                  <a:pt x="1619380" y="81136"/>
                </a:lnTo>
                <a:lnTo>
                  <a:pt x="1628943" y="79939"/>
                </a:lnTo>
                <a:lnTo>
                  <a:pt x="1632304" y="81285"/>
                </a:lnTo>
                <a:lnTo>
                  <a:pt x="1634770" y="84800"/>
                </a:lnTo>
                <a:lnTo>
                  <a:pt x="1635517" y="89137"/>
                </a:lnTo>
                <a:lnTo>
                  <a:pt x="1635293" y="93774"/>
                </a:lnTo>
                <a:lnTo>
                  <a:pt x="1634322" y="97288"/>
                </a:lnTo>
                <a:lnTo>
                  <a:pt x="1632080" y="100205"/>
                </a:lnTo>
                <a:lnTo>
                  <a:pt x="1625506" y="104691"/>
                </a:lnTo>
                <a:lnTo>
                  <a:pt x="1609070" y="110449"/>
                </a:lnTo>
                <a:lnTo>
                  <a:pt x="1591140" y="114861"/>
                </a:lnTo>
                <a:lnTo>
                  <a:pt x="1582100" y="114562"/>
                </a:lnTo>
                <a:lnTo>
                  <a:pt x="1569475" y="110749"/>
                </a:lnTo>
                <a:lnTo>
                  <a:pt x="1564843" y="111272"/>
                </a:lnTo>
                <a:lnTo>
                  <a:pt x="1560435" y="112992"/>
                </a:lnTo>
                <a:lnTo>
                  <a:pt x="1554757" y="124957"/>
                </a:lnTo>
                <a:lnTo>
                  <a:pt x="1565142" y="136921"/>
                </a:lnTo>
                <a:lnTo>
                  <a:pt x="1582922" y="149410"/>
                </a:lnTo>
                <a:lnTo>
                  <a:pt x="1585388" y="152476"/>
                </a:lnTo>
                <a:lnTo>
                  <a:pt x="1584715" y="156289"/>
                </a:lnTo>
                <a:lnTo>
                  <a:pt x="1581876" y="158608"/>
                </a:lnTo>
                <a:lnTo>
                  <a:pt x="1578141" y="159879"/>
                </a:lnTo>
                <a:lnTo>
                  <a:pt x="1568130" y="161823"/>
                </a:lnTo>
                <a:lnTo>
                  <a:pt x="1558044" y="163319"/>
                </a:lnTo>
                <a:lnTo>
                  <a:pt x="1549677" y="165412"/>
                </a:lnTo>
                <a:lnTo>
                  <a:pt x="1541534" y="168254"/>
                </a:lnTo>
                <a:lnTo>
                  <a:pt x="1533166" y="167282"/>
                </a:lnTo>
                <a:lnTo>
                  <a:pt x="1521587" y="161673"/>
                </a:lnTo>
                <a:lnTo>
                  <a:pt x="1518225" y="161300"/>
                </a:lnTo>
                <a:lnTo>
                  <a:pt x="1514788" y="164216"/>
                </a:lnTo>
                <a:lnTo>
                  <a:pt x="1511351" y="171993"/>
                </a:lnTo>
                <a:lnTo>
                  <a:pt x="1509110" y="174162"/>
                </a:lnTo>
                <a:close/>
                <a:moveTo>
                  <a:pt x="217775" y="90109"/>
                </a:moveTo>
                <a:lnTo>
                  <a:pt x="215907" y="92203"/>
                </a:lnTo>
                <a:lnTo>
                  <a:pt x="210454" y="91007"/>
                </a:lnTo>
                <a:lnTo>
                  <a:pt x="211425" y="78743"/>
                </a:lnTo>
                <a:lnTo>
                  <a:pt x="214563" y="77173"/>
                </a:lnTo>
                <a:lnTo>
                  <a:pt x="219344" y="79416"/>
                </a:lnTo>
                <a:lnTo>
                  <a:pt x="221510" y="81510"/>
                </a:lnTo>
                <a:lnTo>
                  <a:pt x="217775" y="90109"/>
                </a:lnTo>
                <a:close/>
                <a:moveTo>
                  <a:pt x="184829" y="2543"/>
                </a:moveTo>
                <a:lnTo>
                  <a:pt x="190133" y="10544"/>
                </a:lnTo>
                <a:lnTo>
                  <a:pt x="187443" y="14133"/>
                </a:lnTo>
                <a:lnTo>
                  <a:pt x="186173" y="15180"/>
                </a:lnTo>
                <a:lnTo>
                  <a:pt x="182961" y="13984"/>
                </a:lnTo>
                <a:lnTo>
                  <a:pt x="179973" y="17050"/>
                </a:lnTo>
                <a:lnTo>
                  <a:pt x="177059" y="17723"/>
                </a:lnTo>
                <a:lnTo>
                  <a:pt x="174145" y="12114"/>
                </a:lnTo>
                <a:lnTo>
                  <a:pt x="170559" y="9946"/>
                </a:lnTo>
                <a:lnTo>
                  <a:pt x="169738" y="6132"/>
                </a:lnTo>
                <a:lnTo>
                  <a:pt x="174594" y="5459"/>
                </a:lnTo>
                <a:lnTo>
                  <a:pt x="177433" y="6730"/>
                </a:lnTo>
                <a:lnTo>
                  <a:pt x="182886" y="4113"/>
                </a:lnTo>
                <a:lnTo>
                  <a:pt x="184829" y="2543"/>
                </a:lnTo>
                <a:close/>
                <a:moveTo>
                  <a:pt x="1047039" y="305475"/>
                </a:moveTo>
                <a:lnTo>
                  <a:pt x="1044797" y="306447"/>
                </a:lnTo>
                <a:lnTo>
                  <a:pt x="1041286" y="303755"/>
                </a:lnTo>
                <a:lnTo>
                  <a:pt x="1040390" y="281097"/>
                </a:lnTo>
                <a:lnTo>
                  <a:pt x="1042855" y="279077"/>
                </a:lnTo>
                <a:lnTo>
                  <a:pt x="1044499" y="279377"/>
                </a:lnTo>
                <a:lnTo>
                  <a:pt x="1046217" y="283489"/>
                </a:lnTo>
                <a:lnTo>
                  <a:pt x="1046067" y="293435"/>
                </a:lnTo>
                <a:lnTo>
                  <a:pt x="1046366" y="302184"/>
                </a:lnTo>
                <a:lnTo>
                  <a:pt x="1047039" y="305475"/>
                </a:lnTo>
                <a:close/>
                <a:moveTo>
                  <a:pt x="492777" y="386536"/>
                </a:moveTo>
                <a:lnTo>
                  <a:pt x="481571" y="391471"/>
                </a:lnTo>
                <a:lnTo>
                  <a:pt x="468870" y="386910"/>
                </a:lnTo>
                <a:lnTo>
                  <a:pt x="472979" y="379656"/>
                </a:lnTo>
                <a:lnTo>
                  <a:pt x="481421" y="377861"/>
                </a:lnTo>
                <a:lnTo>
                  <a:pt x="488220" y="380179"/>
                </a:lnTo>
                <a:lnTo>
                  <a:pt x="492104" y="381974"/>
                </a:lnTo>
                <a:lnTo>
                  <a:pt x="494719" y="383993"/>
                </a:lnTo>
                <a:lnTo>
                  <a:pt x="492777" y="386536"/>
                </a:lnTo>
                <a:close/>
                <a:moveTo>
                  <a:pt x="1327270" y="119647"/>
                </a:moveTo>
                <a:lnTo>
                  <a:pt x="1329362" y="122115"/>
                </a:lnTo>
                <a:lnTo>
                  <a:pt x="1333844" y="130790"/>
                </a:lnTo>
                <a:lnTo>
                  <a:pt x="1336758" y="139539"/>
                </a:lnTo>
                <a:lnTo>
                  <a:pt x="1337654" y="152850"/>
                </a:lnTo>
                <a:lnTo>
                  <a:pt x="1341240" y="158458"/>
                </a:lnTo>
                <a:lnTo>
                  <a:pt x="1340643" y="159654"/>
                </a:lnTo>
                <a:lnTo>
                  <a:pt x="1338551" y="160552"/>
                </a:lnTo>
                <a:lnTo>
                  <a:pt x="1335264" y="161000"/>
                </a:lnTo>
                <a:lnTo>
                  <a:pt x="1329586" y="159729"/>
                </a:lnTo>
                <a:lnTo>
                  <a:pt x="1324805" y="157785"/>
                </a:lnTo>
                <a:lnTo>
                  <a:pt x="1320696" y="143352"/>
                </a:lnTo>
                <a:lnTo>
                  <a:pt x="1318828" y="135276"/>
                </a:lnTo>
                <a:lnTo>
                  <a:pt x="1318977" y="125555"/>
                </a:lnTo>
                <a:lnTo>
                  <a:pt x="1318828" y="119647"/>
                </a:lnTo>
                <a:lnTo>
                  <a:pt x="1327270" y="119647"/>
                </a:lnTo>
                <a:close/>
                <a:moveTo>
                  <a:pt x="1318828" y="119647"/>
                </a:moveTo>
                <a:lnTo>
                  <a:pt x="1312702" y="122938"/>
                </a:lnTo>
                <a:lnTo>
                  <a:pt x="1306725" y="126976"/>
                </a:lnTo>
                <a:lnTo>
                  <a:pt x="1300674" y="130490"/>
                </a:lnTo>
                <a:lnTo>
                  <a:pt x="1297909" y="133257"/>
                </a:lnTo>
                <a:lnTo>
                  <a:pt x="1298881" y="137071"/>
                </a:lnTo>
                <a:lnTo>
                  <a:pt x="1300300" y="145596"/>
                </a:lnTo>
                <a:lnTo>
                  <a:pt x="1301122" y="152251"/>
                </a:lnTo>
                <a:lnTo>
                  <a:pt x="1303214" y="154869"/>
                </a:lnTo>
                <a:lnTo>
                  <a:pt x="1304857" y="157561"/>
                </a:lnTo>
                <a:lnTo>
                  <a:pt x="1304185" y="160477"/>
                </a:lnTo>
                <a:lnTo>
                  <a:pt x="1300599" y="165936"/>
                </a:lnTo>
                <a:lnTo>
                  <a:pt x="1302616" y="166983"/>
                </a:lnTo>
                <a:lnTo>
                  <a:pt x="1300076" y="174311"/>
                </a:lnTo>
                <a:lnTo>
                  <a:pt x="1296266" y="179695"/>
                </a:lnTo>
                <a:lnTo>
                  <a:pt x="1290962" y="184107"/>
                </a:lnTo>
                <a:lnTo>
                  <a:pt x="1287525" y="185154"/>
                </a:lnTo>
                <a:lnTo>
                  <a:pt x="1284836" y="183285"/>
                </a:lnTo>
                <a:lnTo>
                  <a:pt x="1280353" y="178424"/>
                </a:lnTo>
                <a:lnTo>
                  <a:pt x="1275497" y="171694"/>
                </a:lnTo>
                <a:lnTo>
                  <a:pt x="1273256" y="167805"/>
                </a:lnTo>
                <a:lnTo>
                  <a:pt x="1266233" y="167282"/>
                </a:lnTo>
                <a:lnTo>
                  <a:pt x="1263768" y="164216"/>
                </a:lnTo>
                <a:lnTo>
                  <a:pt x="1263618" y="160402"/>
                </a:lnTo>
                <a:lnTo>
                  <a:pt x="1261601" y="155990"/>
                </a:lnTo>
                <a:lnTo>
                  <a:pt x="1258837" y="151204"/>
                </a:lnTo>
                <a:lnTo>
                  <a:pt x="1254728" y="147540"/>
                </a:lnTo>
                <a:lnTo>
                  <a:pt x="1249200" y="144699"/>
                </a:lnTo>
                <a:lnTo>
                  <a:pt x="1246884" y="142605"/>
                </a:lnTo>
                <a:lnTo>
                  <a:pt x="1255400" y="142754"/>
                </a:lnTo>
                <a:lnTo>
                  <a:pt x="1264440" y="141558"/>
                </a:lnTo>
                <a:lnTo>
                  <a:pt x="1273779" y="137594"/>
                </a:lnTo>
                <a:lnTo>
                  <a:pt x="1282818" y="132734"/>
                </a:lnTo>
                <a:lnTo>
                  <a:pt x="1290364" y="127275"/>
                </a:lnTo>
                <a:lnTo>
                  <a:pt x="1297461" y="121068"/>
                </a:lnTo>
                <a:lnTo>
                  <a:pt x="1304932" y="116207"/>
                </a:lnTo>
                <a:lnTo>
                  <a:pt x="1316437" y="110524"/>
                </a:lnTo>
                <a:lnTo>
                  <a:pt x="1320397" y="110973"/>
                </a:lnTo>
                <a:lnTo>
                  <a:pt x="1320322" y="115011"/>
                </a:lnTo>
                <a:lnTo>
                  <a:pt x="1318828" y="119647"/>
                </a:lnTo>
                <a:close/>
                <a:moveTo>
                  <a:pt x="2068975" y="1197371"/>
                </a:moveTo>
                <a:lnTo>
                  <a:pt x="2066435" y="1187650"/>
                </a:lnTo>
                <a:lnTo>
                  <a:pt x="2063671" y="1183462"/>
                </a:lnTo>
                <a:lnTo>
                  <a:pt x="2061504" y="1181069"/>
                </a:lnTo>
                <a:lnTo>
                  <a:pt x="2060832" y="1178153"/>
                </a:lnTo>
                <a:lnTo>
                  <a:pt x="2060907" y="1175087"/>
                </a:lnTo>
                <a:lnTo>
                  <a:pt x="2062251" y="1173666"/>
                </a:lnTo>
                <a:lnTo>
                  <a:pt x="2071366" y="1173292"/>
                </a:lnTo>
                <a:lnTo>
                  <a:pt x="2075027" y="1168282"/>
                </a:lnTo>
                <a:lnTo>
                  <a:pt x="2075027" y="1162299"/>
                </a:lnTo>
                <a:lnTo>
                  <a:pt x="2073159" y="1160205"/>
                </a:lnTo>
                <a:lnTo>
                  <a:pt x="2071366" y="1159383"/>
                </a:lnTo>
                <a:lnTo>
                  <a:pt x="2061878" y="1163870"/>
                </a:lnTo>
                <a:lnTo>
                  <a:pt x="2059188" y="1163047"/>
                </a:lnTo>
                <a:lnTo>
                  <a:pt x="2057545" y="1161477"/>
                </a:lnTo>
                <a:lnTo>
                  <a:pt x="2058068" y="1154747"/>
                </a:lnTo>
                <a:lnTo>
                  <a:pt x="2065912" y="1148540"/>
                </a:lnTo>
                <a:lnTo>
                  <a:pt x="2072561" y="1137248"/>
                </a:lnTo>
                <a:lnTo>
                  <a:pt x="2077193" y="1132761"/>
                </a:lnTo>
                <a:lnTo>
                  <a:pt x="2088026" y="1128499"/>
                </a:lnTo>
                <a:lnTo>
                  <a:pt x="2092434" y="1127302"/>
                </a:lnTo>
                <a:lnTo>
                  <a:pt x="2123961" y="1121096"/>
                </a:lnTo>
                <a:lnTo>
                  <a:pt x="2131506" y="1120722"/>
                </a:lnTo>
                <a:lnTo>
                  <a:pt x="2151528" y="1120871"/>
                </a:lnTo>
                <a:lnTo>
                  <a:pt x="2178274" y="1119525"/>
                </a:lnTo>
                <a:lnTo>
                  <a:pt x="2184923" y="1118628"/>
                </a:lnTo>
                <a:lnTo>
                  <a:pt x="2193514" y="1115936"/>
                </a:lnTo>
                <a:lnTo>
                  <a:pt x="2201807" y="1112496"/>
                </a:lnTo>
                <a:lnTo>
                  <a:pt x="2206215" y="1109879"/>
                </a:lnTo>
                <a:lnTo>
                  <a:pt x="2210772" y="1107935"/>
                </a:lnTo>
                <a:lnTo>
                  <a:pt x="2217645" y="1110327"/>
                </a:lnTo>
                <a:lnTo>
                  <a:pt x="2229374" y="1112197"/>
                </a:lnTo>
                <a:lnTo>
                  <a:pt x="2232512" y="1113842"/>
                </a:lnTo>
                <a:lnTo>
                  <a:pt x="2235426" y="1116086"/>
                </a:lnTo>
                <a:lnTo>
                  <a:pt x="2221903" y="1127975"/>
                </a:lnTo>
                <a:lnTo>
                  <a:pt x="2206962" y="1137772"/>
                </a:lnTo>
                <a:lnTo>
                  <a:pt x="2197772" y="1140763"/>
                </a:lnTo>
                <a:lnTo>
                  <a:pt x="2188285" y="1142782"/>
                </a:lnTo>
                <a:lnTo>
                  <a:pt x="2181112" y="1146596"/>
                </a:lnTo>
                <a:lnTo>
                  <a:pt x="2174986" y="1152578"/>
                </a:lnTo>
                <a:lnTo>
                  <a:pt x="2167217" y="1155943"/>
                </a:lnTo>
                <a:lnTo>
                  <a:pt x="2158401" y="1157065"/>
                </a:lnTo>
                <a:lnTo>
                  <a:pt x="2150856" y="1158859"/>
                </a:lnTo>
                <a:lnTo>
                  <a:pt x="2144057" y="1162374"/>
                </a:lnTo>
                <a:lnTo>
                  <a:pt x="2134569" y="1168356"/>
                </a:lnTo>
                <a:lnTo>
                  <a:pt x="2130759" y="1168955"/>
                </a:lnTo>
                <a:lnTo>
                  <a:pt x="2126650" y="1168805"/>
                </a:lnTo>
                <a:lnTo>
                  <a:pt x="2118806" y="1171123"/>
                </a:lnTo>
                <a:lnTo>
                  <a:pt x="2094376" y="1179723"/>
                </a:lnTo>
                <a:lnTo>
                  <a:pt x="2079584" y="1189295"/>
                </a:lnTo>
                <a:lnTo>
                  <a:pt x="2068975" y="1197371"/>
                </a:lnTo>
                <a:close/>
                <a:moveTo>
                  <a:pt x="1991876" y="1184658"/>
                </a:moveTo>
                <a:lnTo>
                  <a:pt x="2003979" y="1178227"/>
                </a:lnTo>
                <a:lnTo>
                  <a:pt x="2022357" y="1173292"/>
                </a:lnTo>
                <a:lnTo>
                  <a:pt x="2021909" y="1176956"/>
                </a:lnTo>
                <a:lnTo>
                  <a:pt x="2020041" y="1182565"/>
                </a:lnTo>
                <a:lnTo>
                  <a:pt x="2017277" y="1185257"/>
                </a:lnTo>
                <a:lnTo>
                  <a:pt x="2013019" y="1190043"/>
                </a:lnTo>
                <a:lnTo>
                  <a:pt x="2010254" y="1191089"/>
                </a:lnTo>
                <a:lnTo>
                  <a:pt x="1999272" y="1190043"/>
                </a:lnTo>
                <a:lnTo>
                  <a:pt x="1997853" y="1190716"/>
                </a:lnTo>
                <a:lnTo>
                  <a:pt x="1995910" y="1190192"/>
                </a:lnTo>
                <a:lnTo>
                  <a:pt x="1993071" y="1187126"/>
                </a:lnTo>
                <a:lnTo>
                  <a:pt x="1991876" y="1184658"/>
                </a:lnTo>
                <a:close/>
                <a:moveTo>
                  <a:pt x="3257437" y="1167983"/>
                </a:moveTo>
                <a:lnTo>
                  <a:pt x="3257437" y="1167010"/>
                </a:lnTo>
                <a:lnTo>
                  <a:pt x="3257437" y="1151755"/>
                </a:lnTo>
                <a:lnTo>
                  <a:pt x="3257437" y="1136575"/>
                </a:lnTo>
                <a:lnTo>
                  <a:pt x="3257437" y="1121395"/>
                </a:lnTo>
                <a:lnTo>
                  <a:pt x="3257437" y="1106140"/>
                </a:lnTo>
                <a:lnTo>
                  <a:pt x="3257437" y="1090960"/>
                </a:lnTo>
                <a:lnTo>
                  <a:pt x="3257437" y="1075779"/>
                </a:lnTo>
                <a:lnTo>
                  <a:pt x="3257362" y="1060599"/>
                </a:lnTo>
                <a:lnTo>
                  <a:pt x="3257362" y="1045344"/>
                </a:lnTo>
                <a:lnTo>
                  <a:pt x="3257362" y="1030164"/>
                </a:lnTo>
                <a:lnTo>
                  <a:pt x="3257362" y="1014983"/>
                </a:lnTo>
                <a:lnTo>
                  <a:pt x="3257362" y="1002421"/>
                </a:lnTo>
                <a:lnTo>
                  <a:pt x="3253253" y="997560"/>
                </a:lnTo>
                <a:lnTo>
                  <a:pt x="3248920" y="990082"/>
                </a:lnTo>
                <a:lnTo>
                  <a:pt x="3249891" y="980510"/>
                </a:lnTo>
                <a:lnTo>
                  <a:pt x="3255046" y="968545"/>
                </a:lnTo>
                <a:lnTo>
                  <a:pt x="3257362" y="960619"/>
                </a:lnTo>
                <a:lnTo>
                  <a:pt x="3257362" y="954113"/>
                </a:lnTo>
                <a:lnTo>
                  <a:pt x="3257362" y="938933"/>
                </a:lnTo>
                <a:lnTo>
                  <a:pt x="3257362" y="923752"/>
                </a:lnTo>
                <a:lnTo>
                  <a:pt x="3257362" y="908572"/>
                </a:lnTo>
                <a:lnTo>
                  <a:pt x="3257362" y="893317"/>
                </a:lnTo>
                <a:lnTo>
                  <a:pt x="3257362" y="878137"/>
                </a:lnTo>
                <a:lnTo>
                  <a:pt x="3257362" y="862957"/>
                </a:lnTo>
                <a:lnTo>
                  <a:pt x="3257287" y="847702"/>
                </a:lnTo>
                <a:lnTo>
                  <a:pt x="3257287" y="832521"/>
                </a:lnTo>
                <a:lnTo>
                  <a:pt x="3257287" y="817341"/>
                </a:lnTo>
                <a:lnTo>
                  <a:pt x="3257287" y="802086"/>
                </a:lnTo>
                <a:lnTo>
                  <a:pt x="3257287" y="786906"/>
                </a:lnTo>
                <a:lnTo>
                  <a:pt x="3257287" y="771725"/>
                </a:lnTo>
                <a:lnTo>
                  <a:pt x="3257287" y="756545"/>
                </a:lnTo>
                <a:lnTo>
                  <a:pt x="3257287" y="741290"/>
                </a:lnTo>
                <a:lnTo>
                  <a:pt x="3257287" y="726110"/>
                </a:lnTo>
                <a:lnTo>
                  <a:pt x="3257287" y="710930"/>
                </a:lnTo>
                <a:lnTo>
                  <a:pt x="3257287" y="695675"/>
                </a:lnTo>
                <a:lnTo>
                  <a:pt x="3257213" y="686551"/>
                </a:lnTo>
                <a:lnTo>
                  <a:pt x="3257213" y="681541"/>
                </a:lnTo>
                <a:lnTo>
                  <a:pt x="3257213" y="681242"/>
                </a:lnTo>
                <a:lnTo>
                  <a:pt x="3259454" y="681242"/>
                </a:lnTo>
                <a:lnTo>
                  <a:pt x="3267074" y="681317"/>
                </a:lnTo>
                <a:lnTo>
                  <a:pt x="3273126" y="682588"/>
                </a:lnTo>
                <a:lnTo>
                  <a:pt x="3296584" y="698815"/>
                </a:lnTo>
                <a:lnTo>
                  <a:pt x="3296584" y="705321"/>
                </a:lnTo>
                <a:lnTo>
                  <a:pt x="3296584" y="706892"/>
                </a:lnTo>
                <a:lnTo>
                  <a:pt x="3296584" y="707714"/>
                </a:lnTo>
                <a:lnTo>
                  <a:pt x="3296584" y="716613"/>
                </a:lnTo>
                <a:lnTo>
                  <a:pt x="3296584" y="725736"/>
                </a:lnTo>
                <a:lnTo>
                  <a:pt x="3296584" y="734410"/>
                </a:lnTo>
                <a:lnTo>
                  <a:pt x="3296584" y="736205"/>
                </a:lnTo>
                <a:lnTo>
                  <a:pt x="3296584" y="736953"/>
                </a:lnTo>
                <a:lnTo>
                  <a:pt x="3296584" y="739944"/>
                </a:lnTo>
                <a:lnTo>
                  <a:pt x="3296584" y="742636"/>
                </a:lnTo>
                <a:lnTo>
                  <a:pt x="3296584" y="753255"/>
                </a:lnTo>
                <a:lnTo>
                  <a:pt x="3296584" y="756545"/>
                </a:lnTo>
                <a:lnTo>
                  <a:pt x="3296584" y="762528"/>
                </a:lnTo>
                <a:lnTo>
                  <a:pt x="3296584" y="769033"/>
                </a:lnTo>
                <a:lnTo>
                  <a:pt x="3296584" y="770604"/>
                </a:lnTo>
                <a:lnTo>
                  <a:pt x="3296584" y="771352"/>
                </a:lnTo>
                <a:lnTo>
                  <a:pt x="3296584" y="771576"/>
                </a:lnTo>
                <a:lnTo>
                  <a:pt x="3296584" y="770454"/>
                </a:lnTo>
                <a:lnTo>
                  <a:pt x="3296584" y="770978"/>
                </a:lnTo>
                <a:lnTo>
                  <a:pt x="3296584" y="772099"/>
                </a:lnTo>
                <a:lnTo>
                  <a:pt x="3296584" y="774343"/>
                </a:lnTo>
                <a:lnTo>
                  <a:pt x="3296584" y="778680"/>
                </a:lnTo>
                <a:lnTo>
                  <a:pt x="3296584" y="784662"/>
                </a:lnTo>
                <a:lnTo>
                  <a:pt x="3296584" y="787354"/>
                </a:lnTo>
                <a:lnTo>
                  <a:pt x="3296584" y="792739"/>
                </a:lnTo>
                <a:lnTo>
                  <a:pt x="3296584" y="799244"/>
                </a:lnTo>
                <a:lnTo>
                  <a:pt x="3296584" y="805750"/>
                </a:lnTo>
                <a:lnTo>
                  <a:pt x="3296584" y="811284"/>
                </a:lnTo>
                <a:lnTo>
                  <a:pt x="3296584" y="813602"/>
                </a:lnTo>
                <a:lnTo>
                  <a:pt x="3296584" y="813976"/>
                </a:lnTo>
                <a:lnTo>
                  <a:pt x="3296584" y="846729"/>
                </a:lnTo>
                <a:lnTo>
                  <a:pt x="3296584" y="851814"/>
                </a:lnTo>
                <a:lnTo>
                  <a:pt x="3296584" y="873276"/>
                </a:lnTo>
                <a:lnTo>
                  <a:pt x="3296584" y="890027"/>
                </a:lnTo>
                <a:lnTo>
                  <a:pt x="3296584" y="895187"/>
                </a:lnTo>
                <a:lnTo>
                  <a:pt x="3296584" y="897131"/>
                </a:lnTo>
                <a:lnTo>
                  <a:pt x="3296584" y="900720"/>
                </a:lnTo>
                <a:lnTo>
                  <a:pt x="3296584" y="906104"/>
                </a:lnTo>
                <a:lnTo>
                  <a:pt x="3296584" y="928688"/>
                </a:lnTo>
                <a:lnTo>
                  <a:pt x="3296584" y="930632"/>
                </a:lnTo>
                <a:lnTo>
                  <a:pt x="3296584" y="931380"/>
                </a:lnTo>
                <a:lnTo>
                  <a:pt x="3296584" y="931081"/>
                </a:lnTo>
                <a:lnTo>
                  <a:pt x="3296584" y="932202"/>
                </a:lnTo>
                <a:lnTo>
                  <a:pt x="3296584" y="936315"/>
                </a:lnTo>
                <a:lnTo>
                  <a:pt x="3296584" y="939007"/>
                </a:lnTo>
                <a:lnTo>
                  <a:pt x="3296584" y="946336"/>
                </a:lnTo>
                <a:lnTo>
                  <a:pt x="3296584" y="954262"/>
                </a:lnTo>
                <a:lnTo>
                  <a:pt x="3296584" y="956581"/>
                </a:lnTo>
                <a:lnTo>
                  <a:pt x="3296584" y="958301"/>
                </a:lnTo>
                <a:lnTo>
                  <a:pt x="3296584" y="962638"/>
                </a:lnTo>
                <a:lnTo>
                  <a:pt x="3296584" y="975949"/>
                </a:lnTo>
                <a:lnTo>
                  <a:pt x="3296584" y="984249"/>
                </a:lnTo>
                <a:lnTo>
                  <a:pt x="3296584" y="987390"/>
                </a:lnTo>
                <a:lnTo>
                  <a:pt x="3296584" y="988885"/>
                </a:lnTo>
                <a:lnTo>
                  <a:pt x="3296584" y="990231"/>
                </a:lnTo>
                <a:lnTo>
                  <a:pt x="3296584" y="988736"/>
                </a:lnTo>
                <a:lnTo>
                  <a:pt x="3296584" y="997111"/>
                </a:lnTo>
                <a:lnTo>
                  <a:pt x="3296584" y="1000775"/>
                </a:lnTo>
                <a:lnTo>
                  <a:pt x="3296584" y="1004215"/>
                </a:lnTo>
                <a:lnTo>
                  <a:pt x="3296584" y="1022013"/>
                </a:lnTo>
                <a:lnTo>
                  <a:pt x="3296584" y="1037791"/>
                </a:lnTo>
                <a:lnTo>
                  <a:pt x="3296584" y="1044222"/>
                </a:lnTo>
                <a:lnTo>
                  <a:pt x="3296584" y="1049457"/>
                </a:lnTo>
                <a:lnTo>
                  <a:pt x="3296584" y="1055589"/>
                </a:lnTo>
                <a:lnTo>
                  <a:pt x="3296584" y="1062693"/>
                </a:lnTo>
                <a:lnTo>
                  <a:pt x="3296584" y="1075032"/>
                </a:lnTo>
                <a:lnTo>
                  <a:pt x="3296584" y="1079668"/>
                </a:lnTo>
                <a:lnTo>
                  <a:pt x="3296584" y="1082435"/>
                </a:lnTo>
                <a:lnTo>
                  <a:pt x="3296584" y="1092081"/>
                </a:lnTo>
                <a:lnTo>
                  <a:pt x="3296584" y="1096269"/>
                </a:lnTo>
                <a:lnTo>
                  <a:pt x="3296584" y="1109654"/>
                </a:lnTo>
                <a:lnTo>
                  <a:pt x="3296584" y="1118703"/>
                </a:lnTo>
                <a:lnTo>
                  <a:pt x="3296584" y="1122442"/>
                </a:lnTo>
                <a:lnTo>
                  <a:pt x="3296584" y="1125732"/>
                </a:lnTo>
                <a:lnTo>
                  <a:pt x="3296584" y="1133958"/>
                </a:lnTo>
                <a:lnTo>
                  <a:pt x="3296584" y="1136276"/>
                </a:lnTo>
                <a:lnTo>
                  <a:pt x="3296584" y="1154522"/>
                </a:lnTo>
                <a:lnTo>
                  <a:pt x="3296584" y="1162972"/>
                </a:lnTo>
                <a:lnTo>
                  <a:pt x="3296584" y="1165964"/>
                </a:lnTo>
                <a:lnTo>
                  <a:pt x="3296584" y="1165739"/>
                </a:lnTo>
                <a:lnTo>
                  <a:pt x="3296584" y="1160355"/>
                </a:lnTo>
                <a:lnTo>
                  <a:pt x="3296584" y="1160205"/>
                </a:lnTo>
                <a:lnTo>
                  <a:pt x="3296584" y="1161402"/>
                </a:lnTo>
                <a:lnTo>
                  <a:pt x="3296584" y="1164393"/>
                </a:lnTo>
                <a:lnTo>
                  <a:pt x="3296584" y="1172619"/>
                </a:lnTo>
                <a:lnTo>
                  <a:pt x="3296584" y="1181219"/>
                </a:lnTo>
                <a:lnTo>
                  <a:pt x="3296584" y="1189519"/>
                </a:lnTo>
                <a:lnTo>
                  <a:pt x="3296584" y="1196324"/>
                </a:lnTo>
                <a:lnTo>
                  <a:pt x="3296584" y="1201633"/>
                </a:lnTo>
                <a:lnTo>
                  <a:pt x="3296584" y="1203054"/>
                </a:lnTo>
                <a:lnTo>
                  <a:pt x="3296584" y="1204774"/>
                </a:lnTo>
                <a:lnTo>
                  <a:pt x="3296584" y="1206195"/>
                </a:lnTo>
                <a:lnTo>
                  <a:pt x="3296584" y="1208513"/>
                </a:lnTo>
                <a:lnTo>
                  <a:pt x="3296584" y="1210532"/>
                </a:lnTo>
                <a:lnTo>
                  <a:pt x="3296584" y="1214196"/>
                </a:lnTo>
                <a:lnTo>
                  <a:pt x="3296584" y="1215991"/>
                </a:lnTo>
                <a:lnTo>
                  <a:pt x="3296584" y="1216739"/>
                </a:lnTo>
                <a:lnTo>
                  <a:pt x="3296584" y="1219356"/>
                </a:lnTo>
                <a:lnTo>
                  <a:pt x="3296584" y="1224067"/>
                </a:lnTo>
                <a:lnTo>
                  <a:pt x="3296584" y="1228928"/>
                </a:lnTo>
                <a:lnTo>
                  <a:pt x="3296584" y="1234836"/>
                </a:lnTo>
                <a:lnTo>
                  <a:pt x="3296584" y="1237004"/>
                </a:lnTo>
                <a:lnTo>
                  <a:pt x="3296584" y="1238425"/>
                </a:lnTo>
                <a:lnTo>
                  <a:pt x="3296584" y="1240444"/>
                </a:lnTo>
                <a:lnTo>
                  <a:pt x="3296584" y="1243286"/>
                </a:lnTo>
                <a:lnTo>
                  <a:pt x="3296584" y="1246052"/>
                </a:lnTo>
                <a:lnTo>
                  <a:pt x="3296584" y="1248072"/>
                </a:lnTo>
                <a:lnTo>
                  <a:pt x="3296584" y="1249343"/>
                </a:lnTo>
                <a:lnTo>
                  <a:pt x="3296584" y="1253082"/>
                </a:lnTo>
                <a:lnTo>
                  <a:pt x="3296584" y="1251511"/>
                </a:lnTo>
                <a:lnTo>
                  <a:pt x="3296584" y="1257643"/>
                </a:lnTo>
                <a:lnTo>
                  <a:pt x="3296584" y="1259139"/>
                </a:lnTo>
                <a:lnTo>
                  <a:pt x="3296584" y="1256821"/>
                </a:lnTo>
                <a:lnTo>
                  <a:pt x="3296584" y="1259214"/>
                </a:lnTo>
                <a:lnTo>
                  <a:pt x="3296584" y="1265719"/>
                </a:lnTo>
                <a:lnTo>
                  <a:pt x="3296584" y="1270057"/>
                </a:lnTo>
                <a:lnTo>
                  <a:pt x="3296584" y="1272599"/>
                </a:lnTo>
                <a:lnTo>
                  <a:pt x="3296584" y="1275590"/>
                </a:lnTo>
                <a:lnTo>
                  <a:pt x="3296584" y="1281498"/>
                </a:lnTo>
                <a:lnTo>
                  <a:pt x="3296584" y="1282395"/>
                </a:lnTo>
                <a:lnTo>
                  <a:pt x="3296584" y="1282844"/>
                </a:lnTo>
                <a:lnTo>
                  <a:pt x="3296584" y="1280302"/>
                </a:lnTo>
                <a:lnTo>
                  <a:pt x="3296584" y="1277011"/>
                </a:lnTo>
                <a:lnTo>
                  <a:pt x="3296584" y="1272599"/>
                </a:lnTo>
                <a:lnTo>
                  <a:pt x="3296584" y="1269982"/>
                </a:lnTo>
                <a:lnTo>
                  <a:pt x="3296584" y="1263700"/>
                </a:lnTo>
                <a:lnTo>
                  <a:pt x="3296584" y="1260261"/>
                </a:lnTo>
                <a:lnTo>
                  <a:pt x="3296584" y="1259139"/>
                </a:lnTo>
                <a:lnTo>
                  <a:pt x="3296584" y="1255549"/>
                </a:lnTo>
                <a:lnTo>
                  <a:pt x="3296584" y="1252932"/>
                </a:lnTo>
                <a:lnTo>
                  <a:pt x="3296584" y="1251362"/>
                </a:lnTo>
                <a:lnTo>
                  <a:pt x="3296584" y="1246352"/>
                </a:lnTo>
                <a:lnTo>
                  <a:pt x="3296584" y="1245604"/>
                </a:lnTo>
                <a:lnTo>
                  <a:pt x="3296584" y="1247174"/>
                </a:lnTo>
                <a:lnTo>
                  <a:pt x="3296584" y="1248146"/>
                </a:lnTo>
                <a:lnTo>
                  <a:pt x="3296584" y="1247698"/>
                </a:lnTo>
                <a:lnTo>
                  <a:pt x="3296584" y="1243435"/>
                </a:lnTo>
                <a:lnTo>
                  <a:pt x="3296584" y="1241865"/>
                </a:lnTo>
                <a:lnTo>
                  <a:pt x="3296584" y="1243211"/>
                </a:lnTo>
                <a:lnTo>
                  <a:pt x="3296584" y="1243435"/>
                </a:lnTo>
                <a:lnTo>
                  <a:pt x="3296584" y="1240369"/>
                </a:lnTo>
                <a:lnTo>
                  <a:pt x="3296584" y="1239098"/>
                </a:lnTo>
                <a:lnTo>
                  <a:pt x="3296584" y="1234836"/>
                </a:lnTo>
                <a:lnTo>
                  <a:pt x="3296584" y="1230872"/>
                </a:lnTo>
                <a:lnTo>
                  <a:pt x="3296584" y="1227283"/>
                </a:lnTo>
                <a:lnTo>
                  <a:pt x="3296584" y="1218160"/>
                </a:lnTo>
                <a:lnTo>
                  <a:pt x="3296584" y="1209560"/>
                </a:lnTo>
                <a:lnTo>
                  <a:pt x="3296584" y="1202456"/>
                </a:lnTo>
                <a:lnTo>
                  <a:pt x="3296584" y="1190940"/>
                </a:lnTo>
                <a:lnTo>
                  <a:pt x="3296584" y="1188098"/>
                </a:lnTo>
                <a:lnTo>
                  <a:pt x="3296584" y="1177554"/>
                </a:lnTo>
                <a:lnTo>
                  <a:pt x="3296584" y="1170600"/>
                </a:lnTo>
                <a:lnTo>
                  <a:pt x="3296584" y="1163571"/>
                </a:lnTo>
                <a:lnTo>
                  <a:pt x="3296584" y="1165964"/>
                </a:lnTo>
                <a:lnTo>
                  <a:pt x="3296584" y="1165664"/>
                </a:lnTo>
                <a:lnTo>
                  <a:pt x="3296584" y="1160953"/>
                </a:lnTo>
                <a:lnTo>
                  <a:pt x="3296584" y="1155420"/>
                </a:lnTo>
                <a:lnTo>
                  <a:pt x="3296584" y="1140389"/>
                </a:lnTo>
                <a:lnTo>
                  <a:pt x="3296584" y="1132462"/>
                </a:lnTo>
                <a:lnTo>
                  <a:pt x="3296584" y="1118404"/>
                </a:lnTo>
                <a:lnTo>
                  <a:pt x="3296584" y="1110028"/>
                </a:lnTo>
                <a:lnTo>
                  <a:pt x="3296584" y="1102700"/>
                </a:lnTo>
                <a:lnTo>
                  <a:pt x="3296584" y="1100008"/>
                </a:lnTo>
                <a:lnTo>
                  <a:pt x="3296584" y="1096867"/>
                </a:lnTo>
                <a:lnTo>
                  <a:pt x="3296584" y="1092829"/>
                </a:lnTo>
                <a:lnTo>
                  <a:pt x="3296584" y="1089987"/>
                </a:lnTo>
                <a:lnTo>
                  <a:pt x="3296584" y="1083781"/>
                </a:lnTo>
                <a:lnTo>
                  <a:pt x="3296584" y="1081762"/>
                </a:lnTo>
                <a:lnTo>
                  <a:pt x="3296584" y="1080715"/>
                </a:lnTo>
                <a:lnTo>
                  <a:pt x="3296584" y="1080117"/>
                </a:lnTo>
                <a:lnTo>
                  <a:pt x="3296584" y="1079070"/>
                </a:lnTo>
                <a:lnTo>
                  <a:pt x="3296584" y="1073985"/>
                </a:lnTo>
                <a:lnTo>
                  <a:pt x="3296584" y="1072414"/>
                </a:lnTo>
                <a:lnTo>
                  <a:pt x="3296584" y="1071442"/>
                </a:lnTo>
                <a:lnTo>
                  <a:pt x="3296584" y="1069498"/>
                </a:lnTo>
                <a:lnTo>
                  <a:pt x="3296584" y="1067628"/>
                </a:lnTo>
                <a:lnTo>
                  <a:pt x="3296584" y="1064413"/>
                </a:lnTo>
                <a:lnTo>
                  <a:pt x="3296584" y="1056785"/>
                </a:lnTo>
                <a:lnTo>
                  <a:pt x="3296584" y="1057533"/>
                </a:lnTo>
                <a:lnTo>
                  <a:pt x="3296584" y="1056262"/>
                </a:lnTo>
                <a:lnTo>
                  <a:pt x="3296584" y="1053570"/>
                </a:lnTo>
                <a:lnTo>
                  <a:pt x="3296584" y="1051925"/>
                </a:lnTo>
                <a:lnTo>
                  <a:pt x="3296584" y="1054243"/>
                </a:lnTo>
                <a:lnTo>
                  <a:pt x="3296584" y="1060300"/>
                </a:lnTo>
                <a:lnTo>
                  <a:pt x="3296584" y="1060674"/>
                </a:lnTo>
                <a:lnTo>
                  <a:pt x="3296584" y="1059403"/>
                </a:lnTo>
                <a:lnTo>
                  <a:pt x="3296584" y="1060150"/>
                </a:lnTo>
                <a:lnTo>
                  <a:pt x="3296584" y="1062917"/>
                </a:lnTo>
                <a:lnTo>
                  <a:pt x="3296584" y="1066731"/>
                </a:lnTo>
                <a:lnTo>
                  <a:pt x="3296584" y="1066133"/>
                </a:lnTo>
                <a:lnTo>
                  <a:pt x="3296584" y="1062319"/>
                </a:lnTo>
                <a:lnTo>
                  <a:pt x="3296584" y="1059926"/>
                </a:lnTo>
                <a:lnTo>
                  <a:pt x="3296584" y="1055589"/>
                </a:lnTo>
                <a:lnTo>
                  <a:pt x="3296584" y="1050653"/>
                </a:lnTo>
                <a:lnTo>
                  <a:pt x="3296584" y="1046765"/>
                </a:lnTo>
                <a:lnTo>
                  <a:pt x="3296584" y="1043923"/>
                </a:lnTo>
                <a:lnTo>
                  <a:pt x="3296584" y="1050653"/>
                </a:lnTo>
                <a:lnTo>
                  <a:pt x="3296584" y="1080117"/>
                </a:lnTo>
                <a:lnTo>
                  <a:pt x="3296584" y="1080715"/>
                </a:lnTo>
                <a:lnTo>
                  <a:pt x="3296584" y="1079967"/>
                </a:lnTo>
                <a:lnTo>
                  <a:pt x="3296584" y="1085650"/>
                </a:lnTo>
                <a:lnTo>
                  <a:pt x="3296584" y="1086473"/>
                </a:lnTo>
                <a:lnTo>
                  <a:pt x="3296584" y="1086398"/>
                </a:lnTo>
                <a:lnTo>
                  <a:pt x="3296584" y="1084005"/>
                </a:lnTo>
                <a:lnTo>
                  <a:pt x="3296584" y="1083182"/>
                </a:lnTo>
                <a:lnTo>
                  <a:pt x="3296584" y="1084379"/>
                </a:lnTo>
                <a:lnTo>
                  <a:pt x="3296584" y="1086473"/>
                </a:lnTo>
                <a:lnTo>
                  <a:pt x="3296584" y="1092754"/>
                </a:lnTo>
                <a:lnTo>
                  <a:pt x="3296584" y="1099260"/>
                </a:lnTo>
                <a:lnTo>
                  <a:pt x="3296584" y="1102251"/>
                </a:lnTo>
                <a:lnTo>
                  <a:pt x="3296584" y="1104046"/>
                </a:lnTo>
                <a:lnTo>
                  <a:pt x="3296584" y="1107561"/>
                </a:lnTo>
                <a:lnTo>
                  <a:pt x="3296584" y="1107785"/>
                </a:lnTo>
                <a:lnTo>
                  <a:pt x="3296584" y="1105766"/>
                </a:lnTo>
                <a:lnTo>
                  <a:pt x="3296584" y="1104644"/>
                </a:lnTo>
                <a:lnTo>
                  <a:pt x="3296584" y="1105766"/>
                </a:lnTo>
                <a:lnTo>
                  <a:pt x="3296584" y="1108383"/>
                </a:lnTo>
                <a:lnTo>
                  <a:pt x="3296584" y="1107935"/>
                </a:lnTo>
                <a:lnTo>
                  <a:pt x="3296584" y="1103373"/>
                </a:lnTo>
                <a:lnTo>
                  <a:pt x="3296584" y="1099858"/>
                </a:lnTo>
                <a:lnTo>
                  <a:pt x="3296584" y="1096792"/>
                </a:lnTo>
                <a:lnTo>
                  <a:pt x="3296584" y="1097316"/>
                </a:lnTo>
                <a:lnTo>
                  <a:pt x="3296584" y="1098961"/>
                </a:lnTo>
                <a:lnTo>
                  <a:pt x="3296584" y="1099111"/>
                </a:lnTo>
                <a:lnTo>
                  <a:pt x="3296584" y="1102999"/>
                </a:lnTo>
                <a:lnTo>
                  <a:pt x="3296584" y="1107710"/>
                </a:lnTo>
                <a:lnTo>
                  <a:pt x="3296584" y="1111898"/>
                </a:lnTo>
                <a:lnTo>
                  <a:pt x="3296584" y="1109430"/>
                </a:lnTo>
                <a:lnTo>
                  <a:pt x="3296584" y="1110103"/>
                </a:lnTo>
                <a:lnTo>
                  <a:pt x="3296584" y="1117506"/>
                </a:lnTo>
                <a:lnTo>
                  <a:pt x="3296584" y="1118329"/>
                </a:lnTo>
                <a:lnTo>
                  <a:pt x="3296584" y="1119824"/>
                </a:lnTo>
                <a:lnTo>
                  <a:pt x="3296584" y="1127078"/>
                </a:lnTo>
                <a:lnTo>
                  <a:pt x="3296584" y="1133734"/>
                </a:lnTo>
                <a:lnTo>
                  <a:pt x="3296584" y="1141286"/>
                </a:lnTo>
                <a:lnTo>
                  <a:pt x="3296584" y="1144277"/>
                </a:lnTo>
                <a:lnTo>
                  <a:pt x="3296584" y="1152204"/>
                </a:lnTo>
                <a:lnTo>
                  <a:pt x="3296584" y="1156167"/>
                </a:lnTo>
                <a:lnTo>
                  <a:pt x="3296584" y="1161776"/>
                </a:lnTo>
                <a:lnTo>
                  <a:pt x="3296584" y="1165964"/>
                </a:lnTo>
                <a:lnTo>
                  <a:pt x="3296584" y="1174264"/>
                </a:lnTo>
                <a:lnTo>
                  <a:pt x="3296584" y="1183611"/>
                </a:lnTo>
                <a:lnTo>
                  <a:pt x="3296584" y="1181742"/>
                </a:lnTo>
                <a:lnTo>
                  <a:pt x="3296584" y="1176807"/>
                </a:lnTo>
                <a:lnTo>
                  <a:pt x="3296584" y="1175461"/>
                </a:lnTo>
                <a:lnTo>
                  <a:pt x="3296584" y="1172768"/>
                </a:lnTo>
                <a:lnTo>
                  <a:pt x="3296584" y="1171796"/>
                </a:lnTo>
                <a:lnTo>
                  <a:pt x="3296584" y="1173890"/>
                </a:lnTo>
                <a:lnTo>
                  <a:pt x="3296584" y="1175012"/>
                </a:lnTo>
                <a:lnTo>
                  <a:pt x="3296584" y="1174862"/>
                </a:lnTo>
                <a:lnTo>
                  <a:pt x="3296584" y="1173292"/>
                </a:lnTo>
                <a:lnTo>
                  <a:pt x="3289561" y="1170376"/>
                </a:lnTo>
                <a:lnTo>
                  <a:pt x="3281194" y="1171647"/>
                </a:lnTo>
                <a:lnTo>
                  <a:pt x="3275442" y="1175087"/>
                </a:lnTo>
                <a:lnTo>
                  <a:pt x="3269166" y="1175610"/>
                </a:lnTo>
                <a:lnTo>
                  <a:pt x="3257437" y="1167983"/>
                </a:lnTo>
                <a:close/>
                <a:moveTo>
                  <a:pt x="2139052" y="0"/>
                </a:moveTo>
                <a:lnTo>
                  <a:pt x="2145178" y="0"/>
                </a:lnTo>
                <a:lnTo>
                  <a:pt x="2153022" y="0"/>
                </a:lnTo>
                <a:lnTo>
                  <a:pt x="2152947" y="0"/>
                </a:lnTo>
                <a:lnTo>
                  <a:pt x="2154217" y="0"/>
                </a:lnTo>
                <a:lnTo>
                  <a:pt x="2161389" y="0"/>
                </a:lnTo>
                <a:lnTo>
                  <a:pt x="2162510" y="0"/>
                </a:lnTo>
                <a:lnTo>
                  <a:pt x="2158252" y="0"/>
                </a:lnTo>
                <a:lnTo>
                  <a:pt x="2155039" y="0"/>
                </a:lnTo>
                <a:lnTo>
                  <a:pt x="2149212" y="0"/>
                </a:lnTo>
                <a:lnTo>
                  <a:pt x="2149063" y="0"/>
                </a:lnTo>
                <a:lnTo>
                  <a:pt x="2151528" y="0"/>
                </a:lnTo>
                <a:lnTo>
                  <a:pt x="2159671" y="0"/>
                </a:lnTo>
                <a:lnTo>
                  <a:pt x="2165872" y="0"/>
                </a:lnTo>
                <a:lnTo>
                  <a:pt x="2166993" y="0"/>
                </a:lnTo>
                <a:lnTo>
                  <a:pt x="2172895" y="0"/>
                </a:lnTo>
                <a:lnTo>
                  <a:pt x="2172745" y="0"/>
                </a:lnTo>
                <a:lnTo>
                  <a:pt x="2170354" y="0"/>
                </a:lnTo>
                <a:lnTo>
                  <a:pt x="2171102" y="0"/>
                </a:lnTo>
                <a:lnTo>
                  <a:pt x="2175509" y="0"/>
                </a:lnTo>
                <a:lnTo>
                  <a:pt x="2179245" y="0"/>
                </a:lnTo>
                <a:lnTo>
                  <a:pt x="2181187" y="0"/>
                </a:lnTo>
                <a:lnTo>
                  <a:pt x="2182906" y="0"/>
                </a:lnTo>
                <a:lnTo>
                  <a:pt x="2182607" y="0"/>
                </a:lnTo>
                <a:lnTo>
                  <a:pt x="2182084" y="0"/>
                </a:lnTo>
                <a:lnTo>
                  <a:pt x="2179469" y="0"/>
                </a:lnTo>
                <a:lnTo>
                  <a:pt x="2171400" y="0"/>
                </a:lnTo>
                <a:lnTo>
                  <a:pt x="2160568" y="0"/>
                </a:lnTo>
                <a:lnTo>
                  <a:pt x="2154815" y="0"/>
                </a:lnTo>
                <a:lnTo>
                  <a:pt x="2152947" y="0"/>
                </a:lnTo>
                <a:lnTo>
                  <a:pt x="2156533" y="0"/>
                </a:lnTo>
                <a:lnTo>
                  <a:pt x="2155114" y="1271"/>
                </a:lnTo>
                <a:lnTo>
                  <a:pt x="2152723" y="14208"/>
                </a:lnTo>
                <a:lnTo>
                  <a:pt x="2149212" y="7628"/>
                </a:lnTo>
                <a:lnTo>
                  <a:pt x="2146821" y="748"/>
                </a:lnTo>
                <a:lnTo>
                  <a:pt x="2144580" y="0"/>
                </a:lnTo>
                <a:lnTo>
                  <a:pt x="2141816" y="0"/>
                </a:lnTo>
                <a:lnTo>
                  <a:pt x="2137483" y="0"/>
                </a:lnTo>
                <a:lnTo>
                  <a:pt x="2135764" y="0"/>
                </a:lnTo>
                <a:lnTo>
                  <a:pt x="2131207" y="0"/>
                </a:lnTo>
                <a:lnTo>
                  <a:pt x="2125455" y="0"/>
                </a:lnTo>
                <a:lnTo>
                  <a:pt x="2121719" y="0"/>
                </a:lnTo>
                <a:lnTo>
                  <a:pt x="2115369" y="0"/>
                </a:lnTo>
                <a:lnTo>
                  <a:pt x="2113950" y="0"/>
                </a:lnTo>
                <a:lnTo>
                  <a:pt x="2113203" y="0"/>
                </a:lnTo>
                <a:lnTo>
                  <a:pt x="2111783" y="0"/>
                </a:lnTo>
                <a:lnTo>
                  <a:pt x="2104387" y="0"/>
                </a:lnTo>
                <a:lnTo>
                  <a:pt x="2098634" y="0"/>
                </a:lnTo>
                <a:lnTo>
                  <a:pt x="2093853" y="0"/>
                </a:lnTo>
                <a:lnTo>
                  <a:pt x="2092359" y="0"/>
                </a:lnTo>
                <a:lnTo>
                  <a:pt x="2096244" y="0"/>
                </a:lnTo>
                <a:lnTo>
                  <a:pt x="2100278" y="0"/>
                </a:lnTo>
                <a:lnTo>
                  <a:pt x="2106105" y="0"/>
                </a:lnTo>
                <a:lnTo>
                  <a:pt x="2107824" y="2543"/>
                </a:lnTo>
                <a:lnTo>
                  <a:pt x="2114024" y="20564"/>
                </a:lnTo>
                <a:lnTo>
                  <a:pt x="2113800" y="38960"/>
                </a:lnTo>
                <a:lnTo>
                  <a:pt x="2109318" y="47111"/>
                </a:lnTo>
                <a:lnTo>
                  <a:pt x="2097962" y="62516"/>
                </a:lnTo>
                <a:lnTo>
                  <a:pt x="2089744" y="67376"/>
                </a:lnTo>
                <a:lnTo>
                  <a:pt x="2085411" y="64909"/>
                </a:lnTo>
                <a:lnTo>
                  <a:pt x="2081900" y="55561"/>
                </a:lnTo>
                <a:lnTo>
                  <a:pt x="2081302" y="51747"/>
                </a:lnTo>
                <a:lnTo>
                  <a:pt x="2083693" y="42923"/>
                </a:lnTo>
                <a:lnTo>
                  <a:pt x="2083917" y="34922"/>
                </a:lnTo>
                <a:lnTo>
                  <a:pt x="2081227" y="32155"/>
                </a:lnTo>
                <a:lnTo>
                  <a:pt x="2078164" y="32753"/>
                </a:lnTo>
                <a:lnTo>
                  <a:pt x="2076894" y="33875"/>
                </a:lnTo>
                <a:lnTo>
                  <a:pt x="2069573" y="44419"/>
                </a:lnTo>
                <a:lnTo>
                  <a:pt x="2066510" y="47036"/>
                </a:lnTo>
                <a:lnTo>
                  <a:pt x="2062027" y="47410"/>
                </a:lnTo>
                <a:lnTo>
                  <a:pt x="2058441" y="46737"/>
                </a:lnTo>
                <a:lnTo>
                  <a:pt x="2036701" y="37539"/>
                </a:lnTo>
                <a:lnTo>
                  <a:pt x="2018995" y="28416"/>
                </a:lnTo>
                <a:lnTo>
                  <a:pt x="2005099" y="19966"/>
                </a:lnTo>
                <a:lnTo>
                  <a:pt x="1995014" y="7179"/>
                </a:lnTo>
                <a:lnTo>
                  <a:pt x="1992922" y="0"/>
                </a:lnTo>
                <a:lnTo>
                  <a:pt x="1992773" y="0"/>
                </a:lnTo>
                <a:lnTo>
                  <a:pt x="1988290" y="0"/>
                </a:lnTo>
                <a:lnTo>
                  <a:pt x="1987767" y="0"/>
                </a:lnTo>
                <a:lnTo>
                  <a:pt x="1988066" y="0"/>
                </a:lnTo>
                <a:lnTo>
                  <a:pt x="1992548" y="0"/>
                </a:lnTo>
                <a:lnTo>
                  <a:pt x="1998002" y="0"/>
                </a:lnTo>
                <a:lnTo>
                  <a:pt x="2000990" y="0"/>
                </a:lnTo>
                <a:lnTo>
                  <a:pt x="2003456" y="0"/>
                </a:lnTo>
                <a:lnTo>
                  <a:pt x="2005099" y="0"/>
                </a:lnTo>
                <a:lnTo>
                  <a:pt x="2004651" y="0"/>
                </a:lnTo>
                <a:lnTo>
                  <a:pt x="2002783" y="0"/>
                </a:lnTo>
                <a:lnTo>
                  <a:pt x="1994267" y="0"/>
                </a:lnTo>
                <a:lnTo>
                  <a:pt x="1986796" y="0"/>
                </a:lnTo>
                <a:lnTo>
                  <a:pt x="1971630" y="0"/>
                </a:lnTo>
                <a:lnTo>
                  <a:pt x="1968044" y="0"/>
                </a:lnTo>
                <a:lnTo>
                  <a:pt x="1964234" y="0"/>
                </a:lnTo>
                <a:lnTo>
                  <a:pt x="1959976" y="0"/>
                </a:lnTo>
                <a:lnTo>
                  <a:pt x="1955792" y="0"/>
                </a:lnTo>
                <a:lnTo>
                  <a:pt x="1951309" y="0"/>
                </a:lnTo>
                <a:lnTo>
                  <a:pt x="1950114" y="0"/>
                </a:lnTo>
                <a:lnTo>
                  <a:pt x="1950488" y="0"/>
                </a:lnTo>
                <a:lnTo>
                  <a:pt x="1950039" y="0"/>
                </a:lnTo>
                <a:lnTo>
                  <a:pt x="1943689" y="0"/>
                </a:lnTo>
                <a:lnTo>
                  <a:pt x="1935546" y="0"/>
                </a:lnTo>
                <a:lnTo>
                  <a:pt x="1927776" y="0"/>
                </a:lnTo>
                <a:lnTo>
                  <a:pt x="1925759" y="0"/>
                </a:lnTo>
                <a:lnTo>
                  <a:pt x="1924863" y="0"/>
                </a:lnTo>
                <a:lnTo>
                  <a:pt x="1923518" y="0"/>
                </a:lnTo>
                <a:lnTo>
                  <a:pt x="1921725" y="0"/>
                </a:lnTo>
                <a:lnTo>
                  <a:pt x="1918139" y="0"/>
                </a:lnTo>
                <a:lnTo>
                  <a:pt x="1913731" y="0"/>
                </a:lnTo>
                <a:lnTo>
                  <a:pt x="1908277" y="0"/>
                </a:lnTo>
                <a:lnTo>
                  <a:pt x="1902749" y="0"/>
                </a:lnTo>
                <a:lnTo>
                  <a:pt x="1900956" y="0"/>
                </a:lnTo>
                <a:lnTo>
                  <a:pt x="1898939" y="0"/>
                </a:lnTo>
                <a:lnTo>
                  <a:pt x="1893112" y="0"/>
                </a:lnTo>
                <a:lnTo>
                  <a:pt x="1885790" y="0"/>
                </a:lnTo>
                <a:lnTo>
                  <a:pt x="1876974" y="0"/>
                </a:lnTo>
                <a:lnTo>
                  <a:pt x="1875181" y="0"/>
                </a:lnTo>
                <a:lnTo>
                  <a:pt x="1873314" y="0"/>
                </a:lnTo>
                <a:lnTo>
                  <a:pt x="1863676" y="0"/>
                </a:lnTo>
                <a:lnTo>
                  <a:pt x="1858522" y="0"/>
                </a:lnTo>
                <a:lnTo>
                  <a:pt x="1852918" y="0"/>
                </a:lnTo>
                <a:lnTo>
                  <a:pt x="1850378" y="0"/>
                </a:lnTo>
                <a:lnTo>
                  <a:pt x="1847091" y="0"/>
                </a:lnTo>
                <a:lnTo>
                  <a:pt x="1841862" y="0"/>
                </a:lnTo>
                <a:lnTo>
                  <a:pt x="1837080" y="0"/>
                </a:lnTo>
                <a:lnTo>
                  <a:pt x="1832598" y="0"/>
                </a:lnTo>
                <a:lnTo>
                  <a:pt x="1834167" y="0"/>
                </a:lnTo>
                <a:lnTo>
                  <a:pt x="1839097" y="0"/>
                </a:lnTo>
                <a:lnTo>
                  <a:pt x="1843281" y="0"/>
                </a:lnTo>
                <a:lnTo>
                  <a:pt x="1848361" y="0"/>
                </a:lnTo>
                <a:lnTo>
                  <a:pt x="1848735" y="0"/>
                </a:lnTo>
                <a:lnTo>
                  <a:pt x="1849631" y="0"/>
                </a:lnTo>
                <a:lnTo>
                  <a:pt x="1857924" y="0"/>
                </a:lnTo>
                <a:lnTo>
                  <a:pt x="1864946" y="0"/>
                </a:lnTo>
                <a:lnTo>
                  <a:pt x="1868682" y="0"/>
                </a:lnTo>
                <a:lnTo>
                  <a:pt x="1883773" y="0"/>
                </a:lnTo>
                <a:lnTo>
                  <a:pt x="1890048" y="0"/>
                </a:lnTo>
                <a:lnTo>
                  <a:pt x="1899835" y="0"/>
                </a:lnTo>
                <a:lnTo>
                  <a:pt x="1907829" y="0"/>
                </a:lnTo>
                <a:lnTo>
                  <a:pt x="1914179" y="0"/>
                </a:lnTo>
                <a:lnTo>
                  <a:pt x="1914702" y="0"/>
                </a:lnTo>
                <a:lnTo>
                  <a:pt x="1914403" y="0"/>
                </a:lnTo>
                <a:lnTo>
                  <a:pt x="1915823" y="0"/>
                </a:lnTo>
                <a:lnTo>
                  <a:pt x="1918288" y="0"/>
                </a:lnTo>
                <a:lnTo>
                  <a:pt x="1921650" y="0"/>
                </a:lnTo>
                <a:lnTo>
                  <a:pt x="1925460" y="0"/>
                </a:lnTo>
                <a:lnTo>
                  <a:pt x="1936368" y="0"/>
                </a:lnTo>
                <a:lnTo>
                  <a:pt x="1939954" y="0"/>
                </a:lnTo>
                <a:lnTo>
                  <a:pt x="1942867" y="0"/>
                </a:lnTo>
                <a:lnTo>
                  <a:pt x="1946976" y="0"/>
                </a:lnTo>
                <a:lnTo>
                  <a:pt x="1951758" y="0"/>
                </a:lnTo>
                <a:lnTo>
                  <a:pt x="1956614" y="0"/>
                </a:lnTo>
                <a:lnTo>
                  <a:pt x="1965280" y="0"/>
                </a:lnTo>
                <a:lnTo>
                  <a:pt x="1972975" y="0"/>
                </a:lnTo>
                <a:lnTo>
                  <a:pt x="1977906" y="0"/>
                </a:lnTo>
                <a:lnTo>
                  <a:pt x="1978802" y="0"/>
                </a:lnTo>
                <a:lnTo>
                  <a:pt x="1979997" y="0"/>
                </a:lnTo>
                <a:lnTo>
                  <a:pt x="1978204" y="0"/>
                </a:lnTo>
                <a:lnTo>
                  <a:pt x="1970734" y="0"/>
                </a:lnTo>
                <a:lnTo>
                  <a:pt x="1974170" y="0"/>
                </a:lnTo>
                <a:lnTo>
                  <a:pt x="1984032" y="0"/>
                </a:lnTo>
                <a:lnTo>
                  <a:pt x="1988962" y="0"/>
                </a:lnTo>
                <a:lnTo>
                  <a:pt x="2001065" y="0"/>
                </a:lnTo>
                <a:lnTo>
                  <a:pt x="2003979" y="0"/>
                </a:lnTo>
                <a:lnTo>
                  <a:pt x="2006071" y="0"/>
                </a:lnTo>
                <a:lnTo>
                  <a:pt x="2010329" y="0"/>
                </a:lnTo>
                <a:lnTo>
                  <a:pt x="2013467" y="0"/>
                </a:lnTo>
                <a:lnTo>
                  <a:pt x="2015932" y="0"/>
                </a:lnTo>
                <a:lnTo>
                  <a:pt x="2019443" y="0"/>
                </a:lnTo>
                <a:lnTo>
                  <a:pt x="2022880" y="0"/>
                </a:lnTo>
                <a:lnTo>
                  <a:pt x="2035655" y="0"/>
                </a:lnTo>
                <a:lnTo>
                  <a:pt x="2043798" y="0"/>
                </a:lnTo>
                <a:lnTo>
                  <a:pt x="2046114" y="0"/>
                </a:lnTo>
                <a:lnTo>
                  <a:pt x="2047982" y="0"/>
                </a:lnTo>
                <a:lnTo>
                  <a:pt x="2049402" y="0"/>
                </a:lnTo>
                <a:lnTo>
                  <a:pt x="2054108" y="0"/>
                </a:lnTo>
                <a:lnTo>
                  <a:pt x="2059711" y="0"/>
                </a:lnTo>
                <a:lnTo>
                  <a:pt x="2067332" y="0"/>
                </a:lnTo>
                <a:lnTo>
                  <a:pt x="2074429" y="0"/>
                </a:lnTo>
                <a:lnTo>
                  <a:pt x="2077044" y="0"/>
                </a:lnTo>
                <a:lnTo>
                  <a:pt x="2079584" y="0"/>
                </a:lnTo>
                <a:lnTo>
                  <a:pt x="2082423" y="0"/>
                </a:lnTo>
                <a:lnTo>
                  <a:pt x="2091985" y="0"/>
                </a:lnTo>
                <a:lnTo>
                  <a:pt x="2101174" y="0"/>
                </a:lnTo>
                <a:lnTo>
                  <a:pt x="2103715" y="0"/>
                </a:lnTo>
                <a:lnTo>
                  <a:pt x="2101996" y="0"/>
                </a:lnTo>
                <a:lnTo>
                  <a:pt x="2094824" y="0"/>
                </a:lnTo>
                <a:lnTo>
                  <a:pt x="2099083" y="0"/>
                </a:lnTo>
                <a:lnTo>
                  <a:pt x="2102818" y="0"/>
                </a:lnTo>
                <a:lnTo>
                  <a:pt x="2111858" y="0"/>
                </a:lnTo>
                <a:lnTo>
                  <a:pt x="2129414" y="0"/>
                </a:lnTo>
                <a:lnTo>
                  <a:pt x="2135242" y="0"/>
                </a:lnTo>
                <a:lnTo>
                  <a:pt x="2139052" y="0"/>
                </a:lnTo>
                <a:close/>
                <a:moveTo>
                  <a:pt x="1776940" y="31707"/>
                </a:moveTo>
                <a:lnTo>
                  <a:pt x="1781049" y="37091"/>
                </a:lnTo>
                <a:lnTo>
                  <a:pt x="1786204" y="35745"/>
                </a:lnTo>
                <a:lnTo>
                  <a:pt x="1794347" y="37240"/>
                </a:lnTo>
                <a:lnTo>
                  <a:pt x="1796065" y="40007"/>
                </a:lnTo>
                <a:lnTo>
                  <a:pt x="1795766" y="41877"/>
                </a:lnTo>
                <a:lnTo>
                  <a:pt x="1787026" y="47111"/>
                </a:lnTo>
                <a:lnTo>
                  <a:pt x="1781348" y="41652"/>
                </a:lnTo>
                <a:lnTo>
                  <a:pt x="1771262" y="45391"/>
                </a:lnTo>
                <a:lnTo>
                  <a:pt x="1766481" y="43148"/>
                </a:lnTo>
                <a:lnTo>
                  <a:pt x="1759906" y="45167"/>
                </a:lnTo>
                <a:lnTo>
                  <a:pt x="1755797" y="40904"/>
                </a:lnTo>
                <a:lnTo>
                  <a:pt x="1757441" y="36866"/>
                </a:lnTo>
                <a:lnTo>
                  <a:pt x="1767900" y="30211"/>
                </a:lnTo>
                <a:lnTo>
                  <a:pt x="1776940" y="31707"/>
                </a:lnTo>
                <a:close/>
                <a:moveTo>
                  <a:pt x="1709030" y="92951"/>
                </a:moveTo>
                <a:lnTo>
                  <a:pt x="1707013" y="97513"/>
                </a:lnTo>
                <a:lnTo>
                  <a:pt x="1704697" y="99606"/>
                </a:lnTo>
                <a:lnTo>
                  <a:pt x="1701559" y="98410"/>
                </a:lnTo>
                <a:lnTo>
                  <a:pt x="1699168" y="96092"/>
                </a:lnTo>
                <a:lnTo>
                  <a:pt x="1697898" y="99532"/>
                </a:lnTo>
                <a:lnTo>
                  <a:pt x="1691324" y="100878"/>
                </a:lnTo>
                <a:lnTo>
                  <a:pt x="1687215" y="106187"/>
                </a:lnTo>
                <a:lnTo>
                  <a:pt x="1681238" y="107683"/>
                </a:lnTo>
                <a:lnTo>
                  <a:pt x="1676980" y="106935"/>
                </a:lnTo>
                <a:lnTo>
                  <a:pt x="1677428" y="102224"/>
                </a:lnTo>
                <a:lnTo>
                  <a:pt x="1689083" y="95120"/>
                </a:lnTo>
                <a:lnTo>
                  <a:pt x="1696330" y="92428"/>
                </a:lnTo>
                <a:lnTo>
                  <a:pt x="1702680" y="87343"/>
                </a:lnTo>
                <a:lnTo>
                  <a:pt x="1705892" y="86744"/>
                </a:lnTo>
                <a:lnTo>
                  <a:pt x="1707461" y="90932"/>
                </a:lnTo>
                <a:lnTo>
                  <a:pt x="1709030" y="92951"/>
                </a:lnTo>
                <a:close/>
                <a:moveTo>
                  <a:pt x="1846718" y="5384"/>
                </a:moveTo>
                <a:lnTo>
                  <a:pt x="1839097" y="6356"/>
                </a:lnTo>
                <a:lnTo>
                  <a:pt x="1836707" y="6281"/>
                </a:lnTo>
                <a:lnTo>
                  <a:pt x="1830805" y="0"/>
                </a:lnTo>
                <a:lnTo>
                  <a:pt x="1830207" y="0"/>
                </a:lnTo>
                <a:lnTo>
                  <a:pt x="1825500" y="0"/>
                </a:lnTo>
                <a:lnTo>
                  <a:pt x="1827219" y="0"/>
                </a:lnTo>
                <a:lnTo>
                  <a:pt x="1833419" y="0"/>
                </a:lnTo>
                <a:lnTo>
                  <a:pt x="1844103" y="0"/>
                </a:lnTo>
                <a:lnTo>
                  <a:pt x="1861286" y="0"/>
                </a:lnTo>
                <a:lnTo>
                  <a:pt x="1863975" y="0"/>
                </a:lnTo>
                <a:lnTo>
                  <a:pt x="1858596" y="0"/>
                </a:lnTo>
                <a:lnTo>
                  <a:pt x="1854786" y="1271"/>
                </a:lnTo>
                <a:lnTo>
                  <a:pt x="1846718" y="5384"/>
                </a:lnTo>
                <a:close/>
                <a:moveTo>
                  <a:pt x="3296584" y="1346033"/>
                </a:moveTo>
                <a:lnTo>
                  <a:pt x="3295986" y="1346033"/>
                </a:lnTo>
                <a:lnTo>
                  <a:pt x="3290906" y="1346033"/>
                </a:lnTo>
                <a:lnTo>
                  <a:pt x="3275217" y="1346033"/>
                </a:lnTo>
                <a:lnTo>
                  <a:pt x="3260052" y="1346033"/>
                </a:lnTo>
                <a:lnTo>
                  <a:pt x="3231364" y="1346033"/>
                </a:lnTo>
                <a:lnTo>
                  <a:pt x="3213658" y="1346033"/>
                </a:lnTo>
                <a:lnTo>
                  <a:pt x="3200360" y="1346033"/>
                </a:lnTo>
                <a:lnTo>
                  <a:pt x="3175183" y="1346033"/>
                </a:lnTo>
                <a:lnTo>
                  <a:pt x="3168384" y="1346033"/>
                </a:lnTo>
                <a:lnTo>
                  <a:pt x="3165247" y="1346033"/>
                </a:lnTo>
                <a:lnTo>
                  <a:pt x="3164948" y="1346033"/>
                </a:lnTo>
                <a:lnTo>
                  <a:pt x="3168384" y="1346033"/>
                </a:lnTo>
                <a:lnTo>
                  <a:pt x="3173091" y="1346033"/>
                </a:lnTo>
                <a:lnTo>
                  <a:pt x="3173838" y="1346033"/>
                </a:lnTo>
                <a:lnTo>
                  <a:pt x="3164275" y="1346033"/>
                </a:lnTo>
                <a:lnTo>
                  <a:pt x="3150828" y="1346033"/>
                </a:lnTo>
                <a:lnTo>
                  <a:pt x="3144627" y="1346033"/>
                </a:lnTo>
                <a:lnTo>
                  <a:pt x="3128117" y="1346033"/>
                </a:lnTo>
                <a:lnTo>
                  <a:pt x="3112652" y="1346033"/>
                </a:lnTo>
                <a:lnTo>
                  <a:pt x="3108692" y="1346033"/>
                </a:lnTo>
                <a:lnTo>
                  <a:pt x="3107497" y="1346033"/>
                </a:lnTo>
                <a:lnTo>
                  <a:pt x="3114818" y="1346033"/>
                </a:lnTo>
                <a:lnTo>
                  <a:pt x="3118255" y="1346033"/>
                </a:lnTo>
                <a:lnTo>
                  <a:pt x="3123111" y="1346033"/>
                </a:lnTo>
                <a:lnTo>
                  <a:pt x="3127071" y="1346033"/>
                </a:lnTo>
                <a:lnTo>
                  <a:pt x="3131404" y="1346033"/>
                </a:lnTo>
                <a:lnTo>
                  <a:pt x="3131628" y="1346033"/>
                </a:lnTo>
                <a:lnTo>
                  <a:pt x="3134093" y="1346033"/>
                </a:lnTo>
                <a:lnTo>
                  <a:pt x="3132450" y="1346033"/>
                </a:lnTo>
                <a:lnTo>
                  <a:pt x="3130955" y="1346033"/>
                </a:lnTo>
                <a:lnTo>
                  <a:pt x="3124232" y="1346033"/>
                </a:lnTo>
                <a:lnTo>
                  <a:pt x="3116836" y="1346033"/>
                </a:lnTo>
                <a:lnTo>
                  <a:pt x="3111158" y="1346033"/>
                </a:lnTo>
                <a:lnTo>
                  <a:pt x="3103463" y="1346033"/>
                </a:lnTo>
                <a:lnTo>
                  <a:pt x="3100474" y="1346033"/>
                </a:lnTo>
                <a:lnTo>
                  <a:pt x="3092705" y="1346033"/>
                </a:lnTo>
                <a:lnTo>
                  <a:pt x="3089642" y="1346033"/>
                </a:lnTo>
                <a:lnTo>
                  <a:pt x="3074102" y="1346033"/>
                </a:lnTo>
                <a:lnTo>
                  <a:pt x="3064166" y="1346033"/>
                </a:lnTo>
                <a:lnTo>
                  <a:pt x="3048851" y="1346033"/>
                </a:lnTo>
                <a:lnTo>
                  <a:pt x="3053931" y="1346033"/>
                </a:lnTo>
                <a:lnTo>
                  <a:pt x="3059982" y="1346033"/>
                </a:lnTo>
                <a:lnTo>
                  <a:pt x="3064988" y="1346033"/>
                </a:lnTo>
                <a:lnTo>
                  <a:pt x="3073281" y="1346033"/>
                </a:lnTo>
                <a:lnTo>
                  <a:pt x="3071712" y="1346033"/>
                </a:lnTo>
                <a:lnTo>
                  <a:pt x="3067677" y="1346033"/>
                </a:lnTo>
                <a:lnTo>
                  <a:pt x="3054828" y="1346033"/>
                </a:lnTo>
                <a:lnTo>
                  <a:pt x="3049000" y="1346033"/>
                </a:lnTo>
                <a:lnTo>
                  <a:pt x="3041754" y="1346033"/>
                </a:lnTo>
                <a:lnTo>
                  <a:pt x="3038168" y="1346033"/>
                </a:lnTo>
                <a:lnTo>
                  <a:pt x="3036001" y="1346033"/>
                </a:lnTo>
                <a:lnTo>
                  <a:pt x="3029053" y="1346033"/>
                </a:lnTo>
                <a:lnTo>
                  <a:pt x="3025691" y="1346033"/>
                </a:lnTo>
                <a:lnTo>
                  <a:pt x="3012094" y="1346033"/>
                </a:lnTo>
                <a:lnTo>
                  <a:pt x="3002681" y="1346033"/>
                </a:lnTo>
                <a:lnTo>
                  <a:pt x="2994762" y="1346033"/>
                </a:lnTo>
                <a:lnTo>
                  <a:pt x="2980717" y="1346033"/>
                </a:lnTo>
                <a:lnTo>
                  <a:pt x="2971154" y="1346033"/>
                </a:lnTo>
                <a:lnTo>
                  <a:pt x="2962637" y="1346033"/>
                </a:lnTo>
                <a:lnTo>
                  <a:pt x="2957931" y="1346033"/>
                </a:lnTo>
                <a:lnTo>
                  <a:pt x="2951730" y="1346033"/>
                </a:lnTo>
                <a:lnTo>
                  <a:pt x="2961442" y="1346033"/>
                </a:lnTo>
                <a:lnTo>
                  <a:pt x="2969959" y="1346033"/>
                </a:lnTo>
                <a:lnTo>
                  <a:pt x="2979223" y="1346033"/>
                </a:lnTo>
                <a:lnTo>
                  <a:pt x="2983406" y="1346033"/>
                </a:lnTo>
                <a:lnTo>
                  <a:pt x="2989607" y="1346033"/>
                </a:lnTo>
                <a:lnTo>
                  <a:pt x="2994314" y="1346033"/>
                </a:lnTo>
                <a:lnTo>
                  <a:pt x="2997227" y="1346033"/>
                </a:lnTo>
                <a:lnTo>
                  <a:pt x="2995434" y="1346033"/>
                </a:lnTo>
                <a:lnTo>
                  <a:pt x="2994687" y="1346033"/>
                </a:lnTo>
                <a:lnTo>
                  <a:pt x="2996555" y="1346033"/>
                </a:lnTo>
                <a:lnTo>
                  <a:pt x="2997302" y="1346033"/>
                </a:lnTo>
                <a:lnTo>
                  <a:pt x="3008957" y="1346033"/>
                </a:lnTo>
                <a:lnTo>
                  <a:pt x="3018743" y="1346033"/>
                </a:lnTo>
                <a:lnTo>
                  <a:pt x="3030024" y="1346033"/>
                </a:lnTo>
                <a:lnTo>
                  <a:pt x="3028680" y="1346033"/>
                </a:lnTo>
                <a:lnTo>
                  <a:pt x="3025094" y="1346033"/>
                </a:lnTo>
                <a:lnTo>
                  <a:pt x="3024048" y="1346033"/>
                </a:lnTo>
                <a:lnTo>
                  <a:pt x="3029427" y="1346033"/>
                </a:lnTo>
                <a:lnTo>
                  <a:pt x="3034582" y="1346033"/>
                </a:lnTo>
                <a:lnTo>
                  <a:pt x="3028605" y="1346033"/>
                </a:lnTo>
                <a:lnTo>
                  <a:pt x="3024869" y="1346033"/>
                </a:lnTo>
                <a:lnTo>
                  <a:pt x="3018893" y="1346033"/>
                </a:lnTo>
                <a:lnTo>
                  <a:pt x="3018818" y="1346033"/>
                </a:lnTo>
                <a:lnTo>
                  <a:pt x="3019490" y="1346033"/>
                </a:lnTo>
                <a:lnTo>
                  <a:pt x="3011198" y="1346033"/>
                </a:lnTo>
                <a:lnTo>
                  <a:pt x="3000440" y="1346033"/>
                </a:lnTo>
                <a:lnTo>
                  <a:pt x="2993417" y="1346033"/>
                </a:lnTo>
                <a:lnTo>
                  <a:pt x="2986843" y="1346033"/>
                </a:lnTo>
                <a:lnTo>
                  <a:pt x="2978102" y="1346033"/>
                </a:lnTo>
                <a:lnTo>
                  <a:pt x="2970108" y="1346033"/>
                </a:lnTo>
                <a:lnTo>
                  <a:pt x="2962936" y="1346033"/>
                </a:lnTo>
                <a:lnTo>
                  <a:pt x="2955689" y="1346033"/>
                </a:lnTo>
                <a:lnTo>
                  <a:pt x="2944184" y="1346033"/>
                </a:lnTo>
                <a:lnTo>
                  <a:pt x="2933202" y="1346033"/>
                </a:lnTo>
                <a:lnTo>
                  <a:pt x="2924984" y="1346033"/>
                </a:lnTo>
                <a:lnTo>
                  <a:pt x="2917887" y="1346033"/>
                </a:lnTo>
                <a:lnTo>
                  <a:pt x="2894727" y="1346033"/>
                </a:lnTo>
                <a:lnTo>
                  <a:pt x="2884193" y="1346033"/>
                </a:lnTo>
                <a:lnTo>
                  <a:pt x="2882027" y="1346033"/>
                </a:lnTo>
                <a:lnTo>
                  <a:pt x="2877544" y="1346033"/>
                </a:lnTo>
                <a:lnTo>
                  <a:pt x="2878441" y="1346033"/>
                </a:lnTo>
                <a:lnTo>
                  <a:pt x="2882027" y="1346033"/>
                </a:lnTo>
                <a:lnTo>
                  <a:pt x="2885613" y="1346033"/>
                </a:lnTo>
                <a:lnTo>
                  <a:pt x="2883446" y="1346033"/>
                </a:lnTo>
                <a:lnTo>
                  <a:pt x="2879636" y="1346033"/>
                </a:lnTo>
                <a:lnTo>
                  <a:pt x="2870148" y="1346033"/>
                </a:lnTo>
                <a:lnTo>
                  <a:pt x="2864246" y="1346033"/>
                </a:lnTo>
                <a:lnTo>
                  <a:pt x="2859390" y="1346033"/>
                </a:lnTo>
                <a:lnTo>
                  <a:pt x="2846914" y="1346033"/>
                </a:lnTo>
                <a:lnTo>
                  <a:pt x="2841759" y="1346033"/>
                </a:lnTo>
                <a:lnTo>
                  <a:pt x="2835185" y="1346033"/>
                </a:lnTo>
                <a:lnTo>
                  <a:pt x="2828237" y="1346033"/>
                </a:lnTo>
                <a:lnTo>
                  <a:pt x="2825249" y="1346033"/>
                </a:lnTo>
                <a:lnTo>
                  <a:pt x="2820168" y="1346033"/>
                </a:lnTo>
                <a:lnTo>
                  <a:pt x="2820691" y="1346033"/>
                </a:lnTo>
                <a:lnTo>
                  <a:pt x="2824128" y="1346033"/>
                </a:lnTo>
                <a:lnTo>
                  <a:pt x="2827191" y="1346033"/>
                </a:lnTo>
                <a:lnTo>
                  <a:pt x="2832794" y="1346033"/>
                </a:lnTo>
                <a:lnTo>
                  <a:pt x="2839294" y="1346033"/>
                </a:lnTo>
                <a:lnTo>
                  <a:pt x="2842880" y="1346033"/>
                </a:lnTo>
                <a:lnTo>
                  <a:pt x="2844598" y="1346033"/>
                </a:lnTo>
                <a:lnTo>
                  <a:pt x="2838472" y="1346033"/>
                </a:lnTo>
                <a:lnTo>
                  <a:pt x="2834288" y="1346033"/>
                </a:lnTo>
                <a:lnTo>
                  <a:pt x="2832346" y="1346033"/>
                </a:lnTo>
                <a:lnTo>
                  <a:pt x="2827340" y="1346033"/>
                </a:lnTo>
                <a:lnTo>
                  <a:pt x="2824800" y="1346033"/>
                </a:lnTo>
                <a:lnTo>
                  <a:pt x="2814117" y="1346033"/>
                </a:lnTo>
                <a:lnTo>
                  <a:pt x="2802687" y="1346033"/>
                </a:lnTo>
                <a:lnTo>
                  <a:pt x="2799549" y="1346033"/>
                </a:lnTo>
                <a:lnTo>
                  <a:pt x="2795365" y="1346033"/>
                </a:lnTo>
                <a:lnTo>
                  <a:pt x="2789986" y="1346033"/>
                </a:lnTo>
                <a:lnTo>
                  <a:pt x="2781694" y="1346033"/>
                </a:lnTo>
                <a:lnTo>
                  <a:pt x="2758758" y="1346033"/>
                </a:lnTo>
                <a:lnTo>
                  <a:pt x="2749270" y="1346033"/>
                </a:lnTo>
                <a:lnTo>
                  <a:pt x="2743742" y="1346033"/>
                </a:lnTo>
                <a:lnTo>
                  <a:pt x="2748075" y="1346033"/>
                </a:lnTo>
                <a:lnTo>
                  <a:pt x="2753230" y="1346033"/>
                </a:lnTo>
                <a:lnTo>
                  <a:pt x="2754873" y="1346033"/>
                </a:lnTo>
                <a:lnTo>
                  <a:pt x="2753753" y="1346033"/>
                </a:lnTo>
                <a:lnTo>
                  <a:pt x="2731041" y="1346033"/>
                </a:lnTo>
                <a:lnTo>
                  <a:pt x="2720358" y="1346033"/>
                </a:lnTo>
                <a:lnTo>
                  <a:pt x="2711243" y="1346033"/>
                </a:lnTo>
                <a:lnTo>
                  <a:pt x="2702727" y="1346033"/>
                </a:lnTo>
                <a:lnTo>
                  <a:pt x="2691520" y="1346033"/>
                </a:lnTo>
                <a:lnTo>
                  <a:pt x="2677401" y="1346033"/>
                </a:lnTo>
                <a:lnTo>
                  <a:pt x="2643408" y="1346033"/>
                </a:lnTo>
                <a:lnTo>
                  <a:pt x="2635340" y="1346033"/>
                </a:lnTo>
                <a:lnTo>
                  <a:pt x="2611059" y="1346033"/>
                </a:lnTo>
                <a:lnTo>
                  <a:pt x="2602916" y="1346033"/>
                </a:lnTo>
                <a:lnTo>
                  <a:pt x="2566010" y="1346033"/>
                </a:lnTo>
                <a:lnTo>
                  <a:pt x="2541506" y="1346033"/>
                </a:lnTo>
                <a:lnTo>
                  <a:pt x="2533437" y="1346033"/>
                </a:lnTo>
                <a:lnTo>
                  <a:pt x="2522904" y="1346033"/>
                </a:lnTo>
                <a:lnTo>
                  <a:pt x="2514312" y="1346033"/>
                </a:lnTo>
                <a:lnTo>
                  <a:pt x="2508261" y="1346033"/>
                </a:lnTo>
                <a:lnTo>
                  <a:pt x="2495934" y="1346033"/>
                </a:lnTo>
                <a:lnTo>
                  <a:pt x="2447149" y="1346033"/>
                </a:lnTo>
                <a:lnTo>
                  <a:pt x="2405238" y="1346033"/>
                </a:lnTo>
                <a:lnTo>
                  <a:pt x="2376774" y="1346033"/>
                </a:lnTo>
                <a:lnTo>
                  <a:pt x="2358694" y="1346033"/>
                </a:lnTo>
                <a:lnTo>
                  <a:pt x="2328811" y="1346033"/>
                </a:lnTo>
                <a:lnTo>
                  <a:pt x="2293100" y="1346033"/>
                </a:lnTo>
                <a:lnTo>
                  <a:pt x="2263964" y="1346033"/>
                </a:lnTo>
                <a:lnTo>
                  <a:pt x="2237219" y="1346033"/>
                </a:lnTo>
                <a:lnTo>
                  <a:pt x="2219587" y="1346033"/>
                </a:lnTo>
                <a:lnTo>
                  <a:pt x="2196801" y="1346033"/>
                </a:lnTo>
                <a:lnTo>
                  <a:pt x="2148838" y="1346033"/>
                </a:lnTo>
                <a:lnTo>
                  <a:pt x="2132403" y="1346033"/>
                </a:lnTo>
                <a:lnTo>
                  <a:pt x="2106255" y="1346033"/>
                </a:lnTo>
                <a:lnTo>
                  <a:pt x="2098560" y="1346033"/>
                </a:lnTo>
                <a:lnTo>
                  <a:pt x="2083842" y="1346033"/>
                </a:lnTo>
                <a:lnTo>
                  <a:pt x="2045890" y="1346033"/>
                </a:lnTo>
                <a:lnTo>
                  <a:pt x="2028408" y="1346033"/>
                </a:lnTo>
                <a:lnTo>
                  <a:pt x="2017053" y="1346033"/>
                </a:lnTo>
                <a:lnTo>
                  <a:pt x="2007415" y="1346033"/>
                </a:lnTo>
                <a:lnTo>
                  <a:pt x="1998600" y="1346033"/>
                </a:lnTo>
                <a:lnTo>
                  <a:pt x="1986721" y="1346033"/>
                </a:lnTo>
                <a:lnTo>
                  <a:pt x="1979325" y="1346033"/>
                </a:lnTo>
                <a:lnTo>
                  <a:pt x="1963039" y="1346033"/>
                </a:lnTo>
                <a:lnTo>
                  <a:pt x="1952355" y="1346033"/>
                </a:lnTo>
                <a:lnTo>
                  <a:pt x="1941747" y="1346033"/>
                </a:lnTo>
                <a:lnTo>
                  <a:pt x="1930017" y="1346033"/>
                </a:lnTo>
                <a:lnTo>
                  <a:pt x="1919558" y="1346033"/>
                </a:lnTo>
                <a:lnTo>
                  <a:pt x="1911191" y="1346033"/>
                </a:lnTo>
                <a:lnTo>
                  <a:pt x="1897893" y="1346033"/>
                </a:lnTo>
                <a:lnTo>
                  <a:pt x="1851051" y="1346033"/>
                </a:lnTo>
                <a:lnTo>
                  <a:pt x="1844327" y="1346033"/>
                </a:lnTo>
                <a:lnTo>
                  <a:pt x="1835735" y="1346033"/>
                </a:lnTo>
                <a:lnTo>
                  <a:pt x="1819598" y="1346033"/>
                </a:lnTo>
                <a:lnTo>
                  <a:pt x="1795318" y="1346033"/>
                </a:lnTo>
                <a:lnTo>
                  <a:pt x="1751240" y="1346033"/>
                </a:lnTo>
                <a:lnTo>
                  <a:pt x="1730023" y="1346033"/>
                </a:lnTo>
                <a:lnTo>
                  <a:pt x="1721581" y="1346033"/>
                </a:lnTo>
                <a:lnTo>
                  <a:pt x="1705967" y="1346033"/>
                </a:lnTo>
                <a:lnTo>
                  <a:pt x="1679445" y="1346033"/>
                </a:lnTo>
                <a:lnTo>
                  <a:pt x="1670107" y="1346033"/>
                </a:lnTo>
                <a:lnTo>
                  <a:pt x="1663084" y="1346033"/>
                </a:lnTo>
                <a:lnTo>
                  <a:pt x="1649338" y="1346033"/>
                </a:lnTo>
                <a:lnTo>
                  <a:pt x="1634172" y="1346033"/>
                </a:lnTo>
                <a:lnTo>
                  <a:pt x="1621696" y="1346033"/>
                </a:lnTo>
                <a:lnTo>
                  <a:pt x="1607800" y="1346033"/>
                </a:lnTo>
                <a:lnTo>
                  <a:pt x="1579784" y="1346033"/>
                </a:lnTo>
                <a:lnTo>
                  <a:pt x="1551096" y="1346033"/>
                </a:lnTo>
                <a:lnTo>
                  <a:pt x="1541384" y="1346033"/>
                </a:lnTo>
                <a:lnTo>
                  <a:pt x="1530701" y="1346033"/>
                </a:lnTo>
                <a:lnTo>
                  <a:pt x="1516656" y="1346033"/>
                </a:lnTo>
                <a:lnTo>
                  <a:pt x="1509708" y="1346033"/>
                </a:lnTo>
                <a:lnTo>
                  <a:pt x="1476986" y="1346033"/>
                </a:lnTo>
                <a:lnTo>
                  <a:pt x="1456142" y="1346033"/>
                </a:lnTo>
                <a:lnTo>
                  <a:pt x="1430143" y="1346033"/>
                </a:lnTo>
                <a:lnTo>
                  <a:pt x="1407731" y="1346033"/>
                </a:lnTo>
                <a:lnTo>
                  <a:pt x="1390548" y="1346033"/>
                </a:lnTo>
                <a:lnTo>
                  <a:pt x="1371049" y="1346033"/>
                </a:lnTo>
                <a:lnTo>
                  <a:pt x="1359021" y="1346033"/>
                </a:lnTo>
                <a:lnTo>
                  <a:pt x="1337580" y="1346033"/>
                </a:lnTo>
                <a:lnTo>
                  <a:pt x="1331379" y="1346033"/>
                </a:lnTo>
                <a:lnTo>
                  <a:pt x="1326373" y="1346033"/>
                </a:lnTo>
                <a:lnTo>
                  <a:pt x="1317483" y="1346033"/>
                </a:lnTo>
                <a:lnTo>
                  <a:pt x="1317259" y="1346033"/>
                </a:lnTo>
                <a:lnTo>
                  <a:pt x="1314794" y="1346033"/>
                </a:lnTo>
                <a:lnTo>
                  <a:pt x="1315018" y="1346033"/>
                </a:lnTo>
                <a:lnTo>
                  <a:pt x="1316362" y="1346033"/>
                </a:lnTo>
                <a:lnTo>
                  <a:pt x="1324207" y="1346033"/>
                </a:lnTo>
                <a:lnTo>
                  <a:pt x="1330408" y="1346033"/>
                </a:lnTo>
                <a:lnTo>
                  <a:pt x="1343631" y="1346033"/>
                </a:lnTo>
                <a:lnTo>
                  <a:pt x="1355286" y="1346033"/>
                </a:lnTo>
                <a:lnTo>
                  <a:pt x="1361935" y="1346033"/>
                </a:lnTo>
                <a:lnTo>
                  <a:pt x="1367837" y="1346033"/>
                </a:lnTo>
                <a:lnTo>
                  <a:pt x="1366940" y="1346033"/>
                </a:lnTo>
                <a:lnTo>
                  <a:pt x="1363055" y="1346033"/>
                </a:lnTo>
                <a:lnTo>
                  <a:pt x="1365670" y="1346033"/>
                </a:lnTo>
                <a:lnTo>
                  <a:pt x="1369704" y="1346033"/>
                </a:lnTo>
                <a:lnTo>
                  <a:pt x="1370974" y="1346033"/>
                </a:lnTo>
                <a:lnTo>
                  <a:pt x="1371946" y="1346033"/>
                </a:lnTo>
                <a:lnTo>
                  <a:pt x="1368957" y="1346033"/>
                </a:lnTo>
                <a:lnTo>
                  <a:pt x="1350803" y="1346033"/>
                </a:lnTo>
                <a:lnTo>
                  <a:pt x="1338775" y="1346033"/>
                </a:lnTo>
                <a:lnTo>
                  <a:pt x="1330034" y="1346033"/>
                </a:lnTo>
                <a:lnTo>
                  <a:pt x="1322638" y="1346033"/>
                </a:lnTo>
                <a:lnTo>
                  <a:pt x="1316437" y="1346033"/>
                </a:lnTo>
                <a:lnTo>
                  <a:pt x="1314495" y="1346033"/>
                </a:lnTo>
                <a:lnTo>
                  <a:pt x="1312478" y="1346033"/>
                </a:lnTo>
                <a:lnTo>
                  <a:pt x="1314644" y="1346033"/>
                </a:lnTo>
                <a:lnTo>
                  <a:pt x="1313748" y="1346033"/>
                </a:lnTo>
                <a:lnTo>
                  <a:pt x="1306127" y="1346033"/>
                </a:lnTo>
                <a:lnTo>
                  <a:pt x="1289019" y="1346033"/>
                </a:lnTo>
                <a:lnTo>
                  <a:pt x="1286255" y="1346033"/>
                </a:lnTo>
                <a:lnTo>
                  <a:pt x="1286330" y="1346033"/>
                </a:lnTo>
                <a:lnTo>
                  <a:pt x="1282221" y="1346033"/>
                </a:lnTo>
                <a:lnTo>
                  <a:pt x="1268549" y="1346033"/>
                </a:lnTo>
                <a:lnTo>
                  <a:pt x="1254429" y="1346033"/>
                </a:lnTo>
                <a:lnTo>
                  <a:pt x="1252039" y="1346033"/>
                </a:lnTo>
                <a:lnTo>
                  <a:pt x="1249424" y="1346033"/>
                </a:lnTo>
                <a:lnTo>
                  <a:pt x="1244194" y="1346033"/>
                </a:lnTo>
                <a:lnTo>
                  <a:pt x="1220362" y="1346033"/>
                </a:lnTo>
                <a:lnTo>
                  <a:pt x="1192272" y="1346033"/>
                </a:lnTo>
                <a:lnTo>
                  <a:pt x="1184652" y="1346033"/>
                </a:lnTo>
                <a:lnTo>
                  <a:pt x="1181215" y="1346033"/>
                </a:lnTo>
                <a:lnTo>
                  <a:pt x="1183157" y="1346033"/>
                </a:lnTo>
                <a:lnTo>
                  <a:pt x="1186295" y="1346033"/>
                </a:lnTo>
                <a:lnTo>
                  <a:pt x="1189806" y="1346033"/>
                </a:lnTo>
                <a:lnTo>
                  <a:pt x="1191525" y="1346033"/>
                </a:lnTo>
                <a:lnTo>
                  <a:pt x="1193168" y="1346033"/>
                </a:lnTo>
                <a:lnTo>
                  <a:pt x="1193019" y="1346033"/>
                </a:lnTo>
                <a:lnTo>
                  <a:pt x="1193990" y="1346033"/>
                </a:lnTo>
                <a:lnTo>
                  <a:pt x="1196455" y="1346033"/>
                </a:lnTo>
                <a:lnTo>
                  <a:pt x="1199294" y="1346033"/>
                </a:lnTo>
                <a:lnTo>
                  <a:pt x="1208259" y="1346033"/>
                </a:lnTo>
                <a:lnTo>
                  <a:pt x="1210874" y="1346033"/>
                </a:lnTo>
                <a:lnTo>
                  <a:pt x="1222230" y="1346033"/>
                </a:lnTo>
                <a:lnTo>
                  <a:pt x="1225666" y="1346033"/>
                </a:lnTo>
                <a:lnTo>
                  <a:pt x="1229850" y="1346033"/>
                </a:lnTo>
                <a:lnTo>
                  <a:pt x="1231120" y="1346033"/>
                </a:lnTo>
                <a:lnTo>
                  <a:pt x="1225368" y="1346033"/>
                </a:lnTo>
                <a:lnTo>
                  <a:pt x="1220138" y="1346033"/>
                </a:lnTo>
                <a:lnTo>
                  <a:pt x="1211397" y="1346033"/>
                </a:lnTo>
                <a:lnTo>
                  <a:pt x="1205719" y="1346033"/>
                </a:lnTo>
                <a:lnTo>
                  <a:pt x="1196904" y="1346033"/>
                </a:lnTo>
                <a:lnTo>
                  <a:pt x="1197053" y="1346033"/>
                </a:lnTo>
                <a:lnTo>
                  <a:pt x="1201087" y="1346033"/>
                </a:lnTo>
                <a:lnTo>
                  <a:pt x="1207662" y="1346033"/>
                </a:lnTo>
                <a:lnTo>
                  <a:pt x="1213788" y="1346033"/>
                </a:lnTo>
                <a:lnTo>
                  <a:pt x="1220661" y="1346033"/>
                </a:lnTo>
                <a:lnTo>
                  <a:pt x="1219540" y="1346033"/>
                </a:lnTo>
                <a:lnTo>
                  <a:pt x="1218494" y="1346033"/>
                </a:lnTo>
                <a:lnTo>
                  <a:pt x="1219092" y="1346033"/>
                </a:lnTo>
                <a:lnTo>
                  <a:pt x="1221483" y="1346033"/>
                </a:lnTo>
                <a:lnTo>
                  <a:pt x="1224621" y="1346033"/>
                </a:lnTo>
                <a:lnTo>
                  <a:pt x="1228057" y="1346033"/>
                </a:lnTo>
                <a:lnTo>
                  <a:pt x="1231195" y="1346033"/>
                </a:lnTo>
                <a:lnTo>
                  <a:pt x="1233137" y="1346033"/>
                </a:lnTo>
                <a:lnTo>
                  <a:pt x="1237769" y="1346033"/>
                </a:lnTo>
                <a:lnTo>
                  <a:pt x="1241505" y="1346033"/>
                </a:lnTo>
                <a:lnTo>
                  <a:pt x="1248826" y="1346033"/>
                </a:lnTo>
                <a:lnTo>
                  <a:pt x="1255251" y="1346033"/>
                </a:lnTo>
                <a:lnTo>
                  <a:pt x="1258239" y="1346033"/>
                </a:lnTo>
                <a:lnTo>
                  <a:pt x="1257268" y="1346033"/>
                </a:lnTo>
                <a:lnTo>
                  <a:pt x="1259211" y="1346033"/>
                </a:lnTo>
                <a:lnTo>
                  <a:pt x="1258090" y="1346033"/>
                </a:lnTo>
                <a:lnTo>
                  <a:pt x="1241579" y="1346033"/>
                </a:lnTo>
                <a:lnTo>
                  <a:pt x="1226563" y="1346033"/>
                </a:lnTo>
                <a:lnTo>
                  <a:pt x="1217523" y="1346033"/>
                </a:lnTo>
                <a:lnTo>
                  <a:pt x="1209903" y="1346033"/>
                </a:lnTo>
                <a:lnTo>
                  <a:pt x="1205047" y="1346033"/>
                </a:lnTo>
                <a:lnTo>
                  <a:pt x="1198622" y="1346033"/>
                </a:lnTo>
                <a:lnTo>
                  <a:pt x="1198248" y="1346033"/>
                </a:lnTo>
                <a:lnTo>
                  <a:pt x="1198846" y="1346033"/>
                </a:lnTo>
                <a:lnTo>
                  <a:pt x="1204001" y="1346033"/>
                </a:lnTo>
                <a:lnTo>
                  <a:pt x="1208708" y="1346033"/>
                </a:lnTo>
                <a:lnTo>
                  <a:pt x="1223948" y="1346033"/>
                </a:lnTo>
                <a:lnTo>
                  <a:pt x="1224695" y="1346033"/>
                </a:lnTo>
                <a:lnTo>
                  <a:pt x="1224546" y="1346033"/>
                </a:lnTo>
                <a:lnTo>
                  <a:pt x="1226787" y="1346033"/>
                </a:lnTo>
                <a:lnTo>
                  <a:pt x="1224770" y="1346033"/>
                </a:lnTo>
                <a:lnTo>
                  <a:pt x="1218420" y="1346033"/>
                </a:lnTo>
                <a:lnTo>
                  <a:pt x="1226787" y="1346033"/>
                </a:lnTo>
                <a:lnTo>
                  <a:pt x="1238965" y="1346033"/>
                </a:lnTo>
                <a:lnTo>
                  <a:pt x="1243821" y="1346033"/>
                </a:lnTo>
                <a:lnTo>
                  <a:pt x="1251366" y="1346033"/>
                </a:lnTo>
                <a:lnTo>
                  <a:pt x="1252786" y="1346033"/>
                </a:lnTo>
                <a:lnTo>
                  <a:pt x="1249050" y="1346033"/>
                </a:lnTo>
                <a:lnTo>
                  <a:pt x="1254354" y="1346033"/>
                </a:lnTo>
                <a:lnTo>
                  <a:pt x="1252711" y="1346033"/>
                </a:lnTo>
                <a:lnTo>
                  <a:pt x="1257418" y="1346033"/>
                </a:lnTo>
                <a:lnTo>
                  <a:pt x="1264814" y="1346033"/>
                </a:lnTo>
                <a:lnTo>
                  <a:pt x="1270342" y="1346033"/>
                </a:lnTo>
                <a:lnTo>
                  <a:pt x="1273256" y="1346033"/>
                </a:lnTo>
                <a:lnTo>
                  <a:pt x="1287151" y="1346033"/>
                </a:lnTo>
                <a:lnTo>
                  <a:pt x="1295071" y="1346033"/>
                </a:lnTo>
                <a:lnTo>
                  <a:pt x="1306277" y="1346033"/>
                </a:lnTo>
                <a:lnTo>
                  <a:pt x="1328913" y="1346033"/>
                </a:lnTo>
                <a:lnTo>
                  <a:pt x="1350878" y="1346033"/>
                </a:lnTo>
                <a:lnTo>
                  <a:pt x="1361337" y="1346033"/>
                </a:lnTo>
                <a:lnTo>
                  <a:pt x="1374411" y="1346033"/>
                </a:lnTo>
                <a:lnTo>
                  <a:pt x="1383600" y="1346033"/>
                </a:lnTo>
                <a:lnTo>
                  <a:pt x="1392341" y="1346033"/>
                </a:lnTo>
                <a:lnTo>
                  <a:pt x="1436792" y="1346033"/>
                </a:lnTo>
                <a:lnTo>
                  <a:pt x="1444338" y="1346033"/>
                </a:lnTo>
                <a:lnTo>
                  <a:pt x="1453975" y="1346033"/>
                </a:lnTo>
                <a:lnTo>
                  <a:pt x="1465854" y="1346033"/>
                </a:lnTo>
                <a:lnTo>
                  <a:pt x="1476612" y="1346033"/>
                </a:lnTo>
                <a:lnTo>
                  <a:pt x="1488117" y="1346033"/>
                </a:lnTo>
                <a:lnTo>
                  <a:pt x="1496559" y="1346033"/>
                </a:lnTo>
                <a:lnTo>
                  <a:pt x="1517328" y="1346033"/>
                </a:lnTo>
                <a:lnTo>
                  <a:pt x="1528385" y="1346033"/>
                </a:lnTo>
                <a:lnTo>
                  <a:pt x="1547436" y="1346033"/>
                </a:lnTo>
                <a:lnTo>
                  <a:pt x="1555803" y="1346033"/>
                </a:lnTo>
                <a:lnTo>
                  <a:pt x="1575152" y="1346033"/>
                </a:lnTo>
                <a:lnTo>
                  <a:pt x="1597042" y="1346033"/>
                </a:lnTo>
                <a:lnTo>
                  <a:pt x="1623414" y="1346033"/>
                </a:lnTo>
                <a:lnTo>
                  <a:pt x="1642465" y="1346033"/>
                </a:lnTo>
                <a:lnTo>
                  <a:pt x="1659424" y="1346033"/>
                </a:lnTo>
                <a:lnTo>
                  <a:pt x="1673020" y="1346033"/>
                </a:lnTo>
                <a:lnTo>
                  <a:pt x="1704996" y="1346033"/>
                </a:lnTo>
                <a:lnTo>
                  <a:pt x="1722776" y="1346033"/>
                </a:lnTo>
                <a:lnTo>
                  <a:pt x="1755947" y="1346033"/>
                </a:lnTo>
                <a:lnTo>
                  <a:pt x="1764912" y="1346033"/>
                </a:lnTo>
                <a:lnTo>
                  <a:pt x="1778509" y="1346033"/>
                </a:lnTo>
                <a:lnTo>
                  <a:pt x="1790313" y="1346033"/>
                </a:lnTo>
                <a:lnTo>
                  <a:pt x="1801967" y="1346033"/>
                </a:lnTo>
                <a:lnTo>
                  <a:pt x="1809065" y="1346033"/>
                </a:lnTo>
                <a:lnTo>
                  <a:pt x="1812202" y="1346033"/>
                </a:lnTo>
                <a:lnTo>
                  <a:pt x="1819001" y="1346033"/>
                </a:lnTo>
                <a:lnTo>
                  <a:pt x="1823707" y="1346033"/>
                </a:lnTo>
                <a:lnTo>
                  <a:pt x="1827368" y="1346033"/>
                </a:lnTo>
                <a:lnTo>
                  <a:pt x="1840218" y="1346033"/>
                </a:lnTo>
                <a:lnTo>
                  <a:pt x="1859343" y="1346033"/>
                </a:lnTo>
                <a:lnTo>
                  <a:pt x="1865544" y="1346033"/>
                </a:lnTo>
                <a:lnTo>
                  <a:pt x="1866739" y="1346033"/>
                </a:lnTo>
                <a:lnTo>
                  <a:pt x="1862630" y="1346033"/>
                </a:lnTo>
                <a:lnTo>
                  <a:pt x="1857476" y="1346033"/>
                </a:lnTo>
                <a:lnTo>
                  <a:pt x="1854039" y="1346033"/>
                </a:lnTo>
                <a:lnTo>
                  <a:pt x="1850752" y="1346033"/>
                </a:lnTo>
                <a:lnTo>
                  <a:pt x="1850453" y="1346033"/>
                </a:lnTo>
                <a:lnTo>
                  <a:pt x="1851723" y="1346033"/>
                </a:lnTo>
                <a:lnTo>
                  <a:pt x="1859269" y="1346033"/>
                </a:lnTo>
                <a:lnTo>
                  <a:pt x="1864648" y="1346033"/>
                </a:lnTo>
                <a:lnTo>
                  <a:pt x="1872044" y="1346033"/>
                </a:lnTo>
                <a:lnTo>
                  <a:pt x="1878842" y="1346033"/>
                </a:lnTo>
                <a:lnTo>
                  <a:pt x="1884445" y="1346033"/>
                </a:lnTo>
                <a:lnTo>
                  <a:pt x="1893560" y="1346033"/>
                </a:lnTo>
                <a:lnTo>
                  <a:pt x="1897445" y="1346033"/>
                </a:lnTo>
                <a:lnTo>
                  <a:pt x="1903122" y="1346033"/>
                </a:lnTo>
                <a:lnTo>
                  <a:pt x="1908277" y="1346033"/>
                </a:lnTo>
                <a:lnTo>
                  <a:pt x="1912312" y="1346033"/>
                </a:lnTo>
                <a:lnTo>
                  <a:pt x="1920007" y="1346033"/>
                </a:lnTo>
                <a:lnTo>
                  <a:pt x="1925087" y="1346033"/>
                </a:lnTo>
                <a:lnTo>
                  <a:pt x="1934351" y="1346033"/>
                </a:lnTo>
                <a:lnTo>
                  <a:pt x="1943091" y="1346033"/>
                </a:lnTo>
                <a:lnTo>
                  <a:pt x="1950263" y="1346033"/>
                </a:lnTo>
                <a:lnTo>
                  <a:pt x="1953700" y="1346033"/>
                </a:lnTo>
                <a:lnTo>
                  <a:pt x="1956539" y="1346033"/>
                </a:lnTo>
                <a:lnTo>
                  <a:pt x="1957137" y="1346033"/>
                </a:lnTo>
                <a:lnTo>
                  <a:pt x="1956464" y="1346033"/>
                </a:lnTo>
                <a:lnTo>
                  <a:pt x="1959901" y="1346033"/>
                </a:lnTo>
                <a:lnTo>
                  <a:pt x="1958257" y="1346033"/>
                </a:lnTo>
                <a:lnTo>
                  <a:pt x="1958855" y="1346033"/>
                </a:lnTo>
                <a:lnTo>
                  <a:pt x="1960648" y="1346033"/>
                </a:lnTo>
                <a:lnTo>
                  <a:pt x="1964085" y="1346033"/>
                </a:lnTo>
                <a:lnTo>
                  <a:pt x="1970808" y="1346033"/>
                </a:lnTo>
                <a:lnTo>
                  <a:pt x="1974170" y="1346033"/>
                </a:lnTo>
                <a:lnTo>
                  <a:pt x="1976561" y="1346033"/>
                </a:lnTo>
                <a:lnTo>
                  <a:pt x="1976411" y="1346033"/>
                </a:lnTo>
                <a:lnTo>
                  <a:pt x="1979773" y="1346033"/>
                </a:lnTo>
                <a:lnTo>
                  <a:pt x="1978429" y="1346033"/>
                </a:lnTo>
                <a:lnTo>
                  <a:pt x="1972601" y="1346033"/>
                </a:lnTo>
                <a:lnTo>
                  <a:pt x="1970136" y="1346033"/>
                </a:lnTo>
                <a:lnTo>
                  <a:pt x="1965280" y="1346033"/>
                </a:lnTo>
                <a:lnTo>
                  <a:pt x="1959826" y="1346033"/>
                </a:lnTo>
                <a:lnTo>
                  <a:pt x="1953177" y="1346033"/>
                </a:lnTo>
                <a:lnTo>
                  <a:pt x="1951085" y="1346033"/>
                </a:lnTo>
                <a:lnTo>
                  <a:pt x="1953700" y="1346033"/>
                </a:lnTo>
                <a:lnTo>
                  <a:pt x="1957884" y="1346033"/>
                </a:lnTo>
                <a:lnTo>
                  <a:pt x="1961246" y="1346033"/>
                </a:lnTo>
                <a:lnTo>
                  <a:pt x="1962740" y="1346033"/>
                </a:lnTo>
                <a:lnTo>
                  <a:pt x="1959826" y="1346033"/>
                </a:lnTo>
                <a:lnTo>
                  <a:pt x="1962814" y="1346033"/>
                </a:lnTo>
                <a:lnTo>
                  <a:pt x="1968941" y="1346033"/>
                </a:lnTo>
                <a:lnTo>
                  <a:pt x="1978653" y="1346033"/>
                </a:lnTo>
                <a:lnTo>
                  <a:pt x="1982836" y="1346033"/>
                </a:lnTo>
                <a:lnTo>
                  <a:pt x="1986273" y="1346033"/>
                </a:lnTo>
                <a:lnTo>
                  <a:pt x="1992474" y="1346033"/>
                </a:lnTo>
                <a:lnTo>
                  <a:pt x="1998899" y="1346033"/>
                </a:lnTo>
                <a:lnTo>
                  <a:pt x="2003082" y="1346033"/>
                </a:lnTo>
                <a:lnTo>
                  <a:pt x="2011599" y="1346033"/>
                </a:lnTo>
                <a:lnTo>
                  <a:pt x="2023029" y="1346033"/>
                </a:lnTo>
                <a:lnTo>
                  <a:pt x="2028782" y="1346033"/>
                </a:lnTo>
                <a:lnTo>
                  <a:pt x="2040885" y="1346033"/>
                </a:lnTo>
                <a:lnTo>
                  <a:pt x="2046861" y="1346033"/>
                </a:lnTo>
                <a:lnTo>
                  <a:pt x="2045741" y="1346033"/>
                </a:lnTo>
                <a:lnTo>
                  <a:pt x="2039166" y="1346033"/>
                </a:lnTo>
                <a:lnTo>
                  <a:pt x="2031770" y="1346033"/>
                </a:lnTo>
                <a:lnTo>
                  <a:pt x="2023104" y="1346033"/>
                </a:lnTo>
                <a:lnTo>
                  <a:pt x="2019443" y="1346033"/>
                </a:lnTo>
                <a:lnTo>
                  <a:pt x="2018173" y="1346033"/>
                </a:lnTo>
                <a:lnTo>
                  <a:pt x="2020265" y="1346033"/>
                </a:lnTo>
                <a:lnTo>
                  <a:pt x="2021685" y="1346033"/>
                </a:lnTo>
                <a:lnTo>
                  <a:pt x="2027288" y="1346033"/>
                </a:lnTo>
                <a:lnTo>
                  <a:pt x="2032293" y="1346033"/>
                </a:lnTo>
                <a:lnTo>
                  <a:pt x="2032891" y="1346033"/>
                </a:lnTo>
                <a:lnTo>
                  <a:pt x="2034684" y="1346033"/>
                </a:lnTo>
                <a:lnTo>
                  <a:pt x="2037672" y="1346033"/>
                </a:lnTo>
                <a:lnTo>
                  <a:pt x="2037598" y="1346033"/>
                </a:lnTo>
                <a:lnTo>
                  <a:pt x="2034535" y="1346033"/>
                </a:lnTo>
                <a:lnTo>
                  <a:pt x="2026840" y="1346033"/>
                </a:lnTo>
                <a:lnTo>
                  <a:pt x="2023179" y="1346033"/>
                </a:lnTo>
                <a:lnTo>
                  <a:pt x="2017725" y="1346033"/>
                </a:lnTo>
                <a:lnTo>
                  <a:pt x="2018846" y="1346033"/>
                </a:lnTo>
                <a:lnTo>
                  <a:pt x="2022058" y="1346033"/>
                </a:lnTo>
                <a:lnTo>
                  <a:pt x="2026989" y="1346033"/>
                </a:lnTo>
                <a:lnTo>
                  <a:pt x="2031173" y="1346033"/>
                </a:lnTo>
                <a:lnTo>
                  <a:pt x="2037299" y="1346033"/>
                </a:lnTo>
                <a:lnTo>
                  <a:pt x="2040810" y="1346033"/>
                </a:lnTo>
                <a:lnTo>
                  <a:pt x="2039988" y="1346033"/>
                </a:lnTo>
                <a:lnTo>
                  <a:pt x="2040959" y="1346033"/>
                </a:lnTo>
                <a:lnTo>
                  <a:pt x="2045218" y="1346033"/>
                </a:lnTo>
                <a:lnTo>
                  <a:pt x="2061803" y="1346033"/>
                </a:lnTo>
                <a:lnTo>
                  <a:pt x="2065090" y="1346033"/>
                </a:lnTo>
                <a:lnTo>
                  <a:pt x="2068602" y="1346033"/>
                </a:lnTo>
                <a:lnTo>
                  <a:pt x="2069722" y="1346033"/>
                </a:lnTo>
                <a:lnTo>
                  <a:pt x="2069349" y="1346033"/>
                </a:lnTo>
                <a:lnTo>
                  <a:pt x="2065688" y="1346033"/>
                </a:lnTo>
                <a:lnTo>
                  <a:pt x="2057097" y="1346033"/>
                </a:lnTo>
                <a:lnTo>
                  <a:pt x="2055154" y="1346033"/>
                </a:lnTo>
                <a:lnTo>
                  <a:pt x="2055901" y="1346033"/>
                </a:lnTo>
                <a:lnTo>
                  <a:pt x="2051867" y="1346033"/>
                </a:lnTo>
                <a:lnTo>
                  <a:pt x="2057470" y="1346033"/>
                </a:lnTo>
                <a:lnTo>
                  <a:pt x="2062326" y="1346033"/>
                </a:lnTo>
                <a:lnTo>
                  <a:pt x="2065613" y="1346033"/>
                </a:lnTo>
                <a:lnTo>
                  <a:pt x="2065688" y="1346033"/>
                </a:lnTo>
                <a:lnTo>
                  <a:pt x="2066734" y="1346033"/>
                </a:lnTo>
                <a:lnTo>
                  <a:pt x="2069349" y="1346033"/>
                </a:lnTo>
                <a:lnTo>
                  <a:pt x="2078015" y="1346033"/>
                </a:lnTo>
                <a:lnTo>
                  <a:pt x="2086457" y="1346033"/>
                </a:lnTo>
                <a:lnTo>
                  <a:pt x="2090491" y="1346033"/>
                </a:lnTo>
                <a:lnTo>
                  <a:pt x="2091985" y="1346033"/>
                </a:lnTo>
                <a:lnTo>
                  <a:pt x="2092583" y="1346033"/>
                </a:lnTo>
                <a:lnTo>
                  <a:pt x="2082049" y="1346033"/>
                </a:lnTo>
                <a:lnTo>
                  <a:pt x="2081750" y="1346033"/>
                </a:lnTo>
                <a:lnTo>
                  <a:pt x="2077342" y="1346033"/>
                </a:lnTo>
                <a:lnTo>
                  <a:pt x="2077268" y="1346033"/>
                </a:lnTo>
                <a:lnTo>
                  <a:pt x="2083842" y="1346033"/>
                </a:lnTo>
                <a:lnTo>
                  <a:pt x="2085187" y="1346033"/>
                </a:lnTo>
                <a:lnTo>
                  <a:pt x="2088922" y="1346033"/>
                </a:lnTo>
                <a:lnTo>
                  <a:pt x="2096468" y="1346033"/>
                </a:lnTo>
                <a:lnTo>
                  <a:pt x="2101548" y="1346033"/>
                </a:lnTo>
                <a:lnTo>
                  <a:pt x="2107226" y="1346033"/>
                </a:lnTo>
                <a:lnTo>
                  <a:pt x="2108571" y="1346033"/>
                </a:lnTo>
                <a:lnTo>
                  <a:pt x="2108496" y="1346033"/>
                </a:lnTo>
                <a:lnTo>
                  <a:pt x="2110812" y="1346033"/>
                </a:lnTo>
                <a:lnTo>
                  <a:pt x="2116564" y="1346033"/>
                </a:lnTo>
                <a:lnTo>
                  <a:pt x="2114771" y="1346033"/>
                </a:lnTo>
                <a:lnTo>
                  <a:pt x="2113352" y="1346033"/>
                </a:lnTo>
                <a:lnTo>
                  <a:pt x="2115519" y="1346033"/>
                </a:lnTo>
                <a:lnTo>
                  <a:pt x="2116789" y="1346033"/>
                </a:lnTo>
                <a:lnTo>
                  <a:pt x="2119030" y="1346033"/>
                </a:lnTo>
                <a:lnTo>
                  <a:pt x="2125156" y="1346033"/>
                </a:lnTo>
                <a:lnTo>
                  <a:pt x="2126650" y="1346033"/>
                </a:lnTo>
                <a:lnTo>
                  <a:pt x="2127397" y="1346033"/>
                </a:lnTo>
                <a:lnTo>
                  <a:pt x="2130460" y="1346033"/>
                </a:lnTo>
                <a:lnTo>
                  <a:pt x="2134569" y="1346033"/>
                </a:lnTo>
                <a:lnTo>
                  <a:pt x="2140172" y="1346033"/>
                </a:lnTo>
                <a:lnTo>
                  <a:pt x="2139873" y="1346033"/>
                </a:lnTo>
                <a:lnTo>
                  <a:pt x="2141965" y="1346033"/>
                </a:lnTo>
                <a:lnTo>
                  <a:pt x="2142638" y="1346033"/>
                </a:lnTo>
                <a:lnTo>
                  <a:pt x="2146149" y="1346033"/>
                </a:lnTo>
                <a:lnTo>
                  <a:pt x="2146896" y="1346033"/>
                </a:lnTo>
                <a:lnTo>
                  <a:pt x="2144057" y="1346033"/>
                </a:lnTo>
                <a:lnTo>
                  <a:pt x="2142638" y="1346033"/>
                </a:lnTo>
                <a:lnTo>
                  <a:pt x="2147494" y="1346033"/>
                </a:lnTo>
                <a:lnTo>
                  <a:pt x="2152350" y="1346033"/>
                </a:lnTo>
                <a:lnTo>
                  <a:pt x="2155637" y="1346033"/>
                </a:lnTo>
                <a:lnTo>
                  <a:pt x="2157878" y="1346033"/>
                </a:lnTo>
                <a:lnTo>
                  <a:pt x="2160941" y="1346033"/>
                </a:lnTo>
                <a:lnTo>
                  <a:pt x="2162734" y="1346033"/>
                </a:lnTo>
                <a:lnTo>
                  <a:pt x="2168711" y="1346033"/>
                </a:lnTo>
                <a:lnTo>
                  <a:pt x="2174613" y="1346033"/>
                </a:lnTo>
                <a:lnTo>
                  <a:pt x="2181187" y="1346033"/>
                </a:lnTo>
                <a:lnTo>
                  <a:pt x="2189330" y="1346033"/>
                </a:lnTo>
                <a:lnTo>
                  <a:pt x="2196951" y="1346033"/>
                </a:lnTo>
                <a:lnTo>
                  <a:pt x="2195681" y="1346033"/>
                </a:lnTo>
                <a:lnTo>
                  <a:pt x="2196577" y="1346033"/>
                </a:lnTo>
                <a:lnTo>
                  <a:pt x="2206065" y="1346033"/>
                </a:lnTo>
                <a:lnTo>
                  <a:pt x="2213760" y="1346033"/>
                </a:lnTo>
                <a:lnTo>
                  <a:pt x="2220708" y="1346033"/>
                </a:lnTo>
                <a:lnTo>
                  <a:pt x="2235201" y="1346033"/>
                </a:lnTo>
                <a:lnTo>
                  <a:pt x="2247528" y="1346033"/>
                </a:lnTo>
                <a:lnTo>
                  <a:pt x="2252982" y="1346033"/>
                </a:lnTo>
                <a:lnTo>
                  <a:pt x="2263591" y="1346033"/>
                </a:lnTo>
                <a:lnTo>
                  <a:pt x="2270314" y="1346033"/>
                </a:lnTo>
                <a:lnTo>
                  <a:pt x="2279653" y="1346033"/>
                </a:lnTo>
                <a:lnTo>
                  <a:pt x="2301468" y="1346033"/>
                </a:lnTo>
                <a:lnTo>
                  <a:pt x="2302887" y="1346033"/>
                </a:lnTo>
                <a:lnTo>
                  <a:pt x="2299974" y="1346033"/>
                </a:lnTo>
                <a:lnTo>
                  <a:pt x="2297284" y="1346033"/>
                </a:lnTo>
                <a:lnTo>
                  <a:pt x="2293997" y="1346033"/>
                </a:lnTo>
                <a:lnTo>
                  <a:pt x="2293175" y="1346033"/>
                </a:lnTo>
                <a:lnTo>
                  <a:pt x="2296388" y="1346033"/>
                </a:lnTo>
                <a:lnTo>
                  <a:pt x="2299600" y="1346033"/>
                </a:lnTo>
                <a:lnTo>
                  <a:pt x="2303111" y="1346033"/>
                </a:lnTo>
                <a:lnTo>
                  <a:pt x="2307071" y="1346033"/>
                </a:lnTo>
                <a:lnTo>
                  <a:pt x="2307370" y="1346033"/>
                </a:lnTo>
                <a:lnTo>
                  <a:pt x="2304979" y="1346033"/>
                </a:lnTo>
                <a:lnTo>
                  <a:pt x="2300945" y="1346033"/>
                </a:lnTo>
                <a:lnTo>
                  <a:pt x="2301094" y="1346033"/>
                </a:lnTo>
                <a:lnTo>
                  <a:pt x="2304307" y="1346033"/>
                </a:lnTo>
                <a:lnTo>
                  <a:pt x="2309312" y="1346033"/>
                </a:lnTo>
                <a:lnTo>
                  <a:pt x="2314766" y="1346033"/>
                </a:lnTo>
                <a:lnTo>
                  <a:pt x="2318128" y="1346033"/>
                </a:lnTo>
                <a:lnTo>
                  <a:pt x="2318651" y="1346033"/>
                </a:lnTo>
                <a:lnTo>
                  <a:pt x="2323656" y="1346033"/>
                </a:lnTo>
                <a:lnTo>
                  <a:pt x="2331052" y="1346033"/>
                </a:lnTo>
                <a:lnTo>
                  <a:pt x="2335535" y="1346033"/>
                </a:lnTo>
                <a:lnTo>
                  <a:pt x="2367062" y="1346033"/>
                </a:lnTo>
                <a:lnTo>
                  <a:pt x="2375056" y="1346033"/>
                </a:lnTo>
                <a:lnTo>
                  <a:pt x="2375803" y="1346033"/>
                </a:lnTo>
                <a:lnTo>
                  <a:pt x="2378866" y="1346033"/>
                </a:lnTo>
                <a:lnTo>
                  <a:pt x="2380509" y="1346033"/>
                </a:lnTo>
                <a:lnTo>
                  <a:pt x="2380210" y="1346033"/>
                </a:lnTo>
                <a:lnTo>
                  <a:pt x="2382751" y="1346033"/>
                </a:lnTo>
                <a:lnTo>
                  <a:pt x="2391193" y="1346033"/>
                </a:lnTo>
                <a:lnTo>
                  <a:pt x="2397020" y="1346033"/>
                </a:lnTo>
                <a:lnTo>
                  <a:pt x="2405088" y="1346033"/>
                </a:lnTo>
                <a:lnTo>
                  <a:pt x="2406657" y="1346033"/>
                </a:lnTo>
                <a:lnTo>
                  <a:pt x="2410169" y="1346033"/>
                </a:lnTo>
                <a:lnTo>
                  <a:pt x="2411289" y="1346033"/>
                </a:lnTo>
                <a:lnTo>
                  <a:pt x="2409646" y="1346033"/>
                </a:lnTo>
                <a:lnTo>
                  <a:pt x="2408525" y="1346033"/>
                </a:lnTo>
                <a:lnTo>
                  <a:pt x="2410318" y="1346033"/>
                </a:lnTo>
                <a:lnTo>
                  <a:pt x="2419731" y="1346033"/>
                </a:lnTo>
                <a:lnTo>
                  <a:pt x="2426156" y="1346033"/>
                </a:lnTo>
                <a:lnTo>
                  <a:pt x="2423093" y="1346033"/>
                </a:lnTo>
                <a:lnTo>
                  <a:pt x="2419059" y="1346033"/>
                </a:lnTo>
                <a:lnTo>
                  <a:pt x="2412260" y="1346033"/>
                </a:lnTo>
                <a:lnTo>
                  <a:pt x="2407927" y="1346033"/>
                </a:lnTo>
                <a:lnTo>
                  <a:pt x="2414950" y="1346033"/>
                </a:lnTo>
                <a:lnTo>
                  <a:pt x="2414875" y="1346033"/>
                </a:lnTo>
                <a:lnTo>
                  <a:pt x="2408151" y="1346033"/>
                </a:lnTo>
                <a:lnTo>
                  <a:pt x="2398888" y="1346033"/>
                </a:lnTo>
                <a:lnTo>
                  <a:pt x="2391043" y="1346033"/>
                </a:lnTo>
                <a:lnTo>
                  <a:pt x="2397020" y="1346033"/>
                </a:lnTo>
                <a:lnTo>
                  <a:pt x="2409048" y="1346033"/>
                </a:lnTo>
                <a:lnTo>
                  <a:pt x="2415772" y="1346033"/>
                </a:lnTo>
                <a:lnTo>
                  <a:pt x="2416369" y="1346033"/>
                </a:lnTo>
                <a:lnTo>
                  <a:pt x="2419657" y="1346033"/>
                </a:lnTo>
                <a:lnTo>
                  <a:pt x="2421674" y="1346033"/>
                </a:lnTo>
                <a:lnTo>
                  <a:pt x="2422271" y="1346033"/>
                </a:lnTo>
                <a:lnTo>
                  <a:pt x="2425409" y="1346033"/>
                </a:lnTo>
                <a:lnTo>
                  <a:pt x="2432805" y="1346033"/>
                </a:lnTo>
                <a:lnTo>
                  <a:pt x="2442891" y="1346033"/>
                </a:lnTo>
                <a:lnTo>
                  <a:pt x="2447597" y="1346033"/>
                </a:lnTo>
                <a:lnTo>
                  <a:pt x="2452304" y="1346033"/>
                </a:lnTo>
                <a:lnTo>
                  <a:pt x="2456861" y="1346033"/>
                </a:lnTo>
                <a:lnTo>
                  <a:pt x="2447523" y="1346033"/>
                </a:lnTo>
                <a:lnTo>
                  <a:pt x="2448270" y="1346033"/>
                </a:lnTo>
                <a:lnTo>
                  <a:pt x="2449988" y="1346033"/>
                </a:lnTo>
                <a:lnTo>
                  <a:pt x="2461194" y="1346033"/>
                </a:lnTo>
                <a:lnTo>
                  <a:pt x="2467320" y="1346033"/>
                </a:lnTo>
                <a:lnTo>
                  <a:pt x="2471355" y="1346033"/>
                </a:lnTo>
                <a:lnTo>
                  <a:pt x="2480170" y="1346033"/>
                </a:lnTo>
                <a:lnTo>
                  <a:pt x="2483532" y="1346033"/>
                </a:lnTo>
                <a:lnTo>
                  <a:pt x="2483009" y="1346033"/>
                </a:lnTo>
                <a:lnTo>
                  <a:pt x="2483980" y="1346033"/>
                </a:lnTo>
                <a:lnTo>
                  <a:pt x="2487641" y="1346033"/>
                </a:lnTo>
                <a:lnTo>
                  <a:pt x="2492423" y="1346033"/>
                </a:lnTo>
                <a:lnTo>
                  <a:pt x="2495486" y="1346033"/>
                </a:lnTo>
                <a:lnTo>
                  <a:pt x="2502209" y="1346033"/>
                </a:lnTo>
                <a:lnTo>
                  <a:pt x="2504525" y="1346033"/>
                </a:lnTo>
                <a:lnTo>
                  <a:pt x="2503405" y="1346033"/>
                </a:lnTo>
                <a:lnTo>
                  <a:pt x="2502732" y="1346033"/>
                </a:lnTo>
                <a:lnTo>
                  <a:pt x="2508933" y="1346033"/>
                </a:lnTo>
                <a:lnTo>
                  <a:pt x="2513864" y="1346033"/>
                </a:lnTo>
                <a:lnTo>
                  <a:pt x="2514387" y="1346033"/>
                </a:lnTo>
                <a:lnTo>
                  <a:pt x="2513640" y="1346033"/>
                </a:lnTo>
                <a:lnTo>
                  <a:pt x="2515582" y="1346033"/>
                </a:lnTo>
                <a:lnTo>
                  <a:pt x="2528581" y="1346033"/>
                </a:lnTo>
                <a:lnTo>
                  <a:pt x="2531943" y="1346033"/>
                </a:lnTo>
                <a:lnTo>
                  <a:pt x="2533960" y="1346033"/>
                </a:lnTo>
                <a:lnTo>
                  <a:pt x="2535604" y="1346033"/>
                </a:lnTo>
                <a:lnTo>
                  <a:pt x="2537696" y="1346033"/>
                </a:lnTo>
                <a:lnTo>
                  <a:pt x="2544868" y="1346033"/>
                </a:lnTo>
                <a:lnTo>
                  <a:pt x="2566384" y="1346033"/>
                </a:lnTo>
                <a:lnTo>
                  <a:pt x="2578487" y="1346033"/>
                </a:lnTo>
                <a:lnTo>
                  <a:pt x="2583641" y="1346033"/>
                </a:lnTo>
                <a:lnTo>
                  <a:pt x="2591635" y="1346033"/>
                </a:lnTo>
                <a:lnTo>
                  <a:pt x="2600451" y="1346033"/>
                </a:lnTo>
                <a:lnTo>
                  <a:pt x="2605755" y="1346033"/>
                </a:lnTo>
                <a:lnTo>
                  <a:pt x="2614645" y="1346033"/>
                </a:lnTo>
                <a:lnTo>
                  <a:pt x="2617559" y="1346033"/>
                </a:lnTo>
                <a:lnTo>
                  <a:pt x="2619875" y="1346033"/>
                </a:lnTo>
                <a:lnTo>
                  <a:pt x="2625030" y="1346033"/>
                </a:lnTo>
                <a:lnTo>
                  <a:pt x="2630484" y="1346033"/>
                </a:lnTo>
                <a:lnTo>
                  <a:pt x="2637357" y="1346033"/>
                </a:lnTo>
                <a:lnTo>
                  <a:pt x="2640121" y="1346033"/>
                </a:lnTo>
                <a:lnTo>
                  <a:pt x="2633920" y="1346033"/>
                </a:lnTo>
                <a:lnTo>
                  <a:pt x="2634294" y="1346033"/>
                </a:lnTo>
                <a:lnTo>
                  <a:pt x="2633920" y="1346033"/>
                </a:lnTo>
                <a:lnTo>
                  <a:pt x="2635041" y="1346033"/>
                </a:lnTo>
                <a:lnTo>
                  <a:pt x="2637207" y="1346033"/>
                </a:lnTo>
                <a:lnTo>
                  <a:pt x="2622340" y="1345435"/>
                </a:lnTo>
                <a:lnTo>
                  <a:pt x="2607623" y="1343640"/>
                </a:lnTo>
                <a:lnTo>
                  <a:pt x="2596865" y="1346033"/>
                </a:lnTo>
                <a:lnTo>
                  <a:pt x="2592308" y="1344163"/>
                </a:lnTo>
                <a:lnTo>
                  <a:pt x="2582745" y="1334741"/>
                </a:lnTo>
                <a:lnTo>
                  <a:pt x="2573556" y="1331226"/>
                </a:lnTo>
                <a:lnTo>
                  <a:pt x="2572809" y="1328908"/>
                </a:lnTo>
                <a:lnTo>
                  <a:pt x="2584015" y="1322178"/>
                </a:lnTo>
                <a:lnTo>
                  <a:pt x="2588273" y="1323300"/>
                </a:lnTo>
                <a:lnTo>
                  <a:pt x="2594773" y="1329656"/>
                </a:lnTo>
                <a:lnTo>
                  <a:pt x="2598434" y="1331899"/>
                </a:lnTo>
                <a:lnTo>
                  <a:pt x="2601646" y="1331451"/>
                </a:lnTo>
                <a:lnTo>
                  <a:pt x="2603663" y="1326515"/>
                </a:lnTo>
                <a:lnTo>
                  <a:pt x="2606502" y="1323898"/>
                </a:lnTo>
                <a:lnTo>
                  <a:pt x="2611807" y="1325394"/>
                </a:lnTo>
                <a:lnTo>
                  <a:pt x="2628467" y="1336087"/>
                </a:lnTo>
                <a:lnTo>
                  <a:pt x="2637880" y="1346033"/>
                </a:lnTo>
                <a:lnTo>
                  <a:pt x="2642661" y="1343715"/>
                </a:lnTo>
                <a:lnTo>
                  <a:pt x="2650879" y="1337882"/>
                </a:lnTo>
                <a:lnTo>
                  <a:pt x="2658649" y="1339078"/>
                </a:lnTo>
                <a:lnTo>
                  <a:pt x="2663430" y="1342518"/>
                </a:lnTo>
                <a:lnTo>
                  <a:pt x="2670079" y="1346033"/>
                </a:lnTo>
                <a:lnTo>
                  <a:pt x="2675383" y="1346033"/>
                </a:lnTo>
                <a:lnTo>
                  <a:pt x="2688159" y="1346033"/>
                </a:lnTo>
                <a:lnTo>
                  <a:pt x="2694658" y="1346033"/>
                </a:lnTo>
                <a:lnTo>
                  <a:pt x="2701382" y="1346033"/>
                </a:lnTo>
                <a:lnTo>
                  <a:pt x="2710422" y="1346033"/>
                </a:lnTo>
                <a:lnTo>
                  <a:pt x="2729099" y="1346033"/>
                </a:lnTo>
                <a:lnTo>
                  <a:pt x="2746655" y="1346033"/>
                </a:lnTo>
                <a:lnTo>
                  <a:pt x="2753977" y="1346033"/>
                </a:lnTo>
                <a:lnTo>
                  <a:pt x="2762493" y="1346033"/>
                </a:lnTo>
                <a:lnTo>
                  <a:pt x="2767424" y="1346033"/>
                </a:lnTo>
                <a:lnTo>
                  <a:pt x="2776464" y="1346033"/>
                </a:lnTo>
                <a:lnTo>
                  <a:pt x="2790808" y="1346033"/>
                </a:lnTo>
                <a:lnTo>
                  <a:pt x="2797233" y="1346033"/>
                </a:lnTo>
                <a:lnTo>
                  <a:pt x="2800147" y="1346033"/>
                </a:lnTo>
                <a:lnTo>
                  <a:pt x="2813220" y="1346033"/>
                </a:lnTo>
                <a:lnTo>
                  <a:pt x="2827266" y="1346033"/>
                </a:lnTo>
                <a:lnTo>
                  <a:pt x="2837277" y="1346033"/>
                </a:lnTo>
                <a:lnTo>
                  <a:pt x="2851994" y="1346033"/>
                </a:lnTo>
                <a:lnTo>
                  <a:pt x="2862229" y="1346033"/>
                </a:lnTo>
                <a:lnTo>
                  <a:pt x="2869849" y="1346033"/>
                </a:lnTo>
                <a:lnTo>
                  <a:pt x="2877096" y="1346033"/>
                </a:lnTo>
                <a:lnTo>
                  <a:pt x="2879860" y="1346033"/>
                </a:lnTo>
                <a:lnTo>
                  <a:pt x="2874033" y="1346033"/>
                </a:lnTo>
                <a:lnTo>
                  <a:pt x="2873286" y="1346033"/>
                </a:lnTo>
                <a:lnTo>
                  <a:pt x="2877918" y="1346033"/>
                </a:lnTo>
                <a:lnTo>
                  <a:pt x="2877395" y="1346033"/>
                </a:lnTo>
                <a:lnTo>
                  <a:pt x="2871045" y="1346033"/>
                </a:lnTo>
                <a:lnTo>
                  <a:pt x="2863499" y="1346033"/>
                </a:lnTo>
                <a:lnTo>
                  <a:pt x="2863574" y="1346033"/>
                </a:lnTo>
                <a:lnTo>
                  <a:pt x="2866562" y="1346033"/>
                </a:lnTo>
                <a:lnTo>
                  <a:pt x="2870074" y="1346033"/>
                </a:lnTo>
                <a:lnTo>
                  <a:pt x="2875004" y="1346033"/>
                </a:lnTo>
                <a:lnTo>
                  <a:pt x="2881056" y="1346033"/>
                </a:lnTo>
                <a:lnTo>
                  <a:pt x="2886285" y="1346033"/>
                </a:lnTo>
                <a:lnTo>
                  <a:pt x="2888004" y="1346033"/>
                </a:lnTo>
                <a:lnTo>
                  <a:pt x="2891814" y="1346033"/>
                </a:lnTo>
                <a:lnTo>
                  <a:pt x="2900106" y="1346033"/>
                </a:lnTo>
                <a:lnTo>
                  <a:pt x="2905187" y="1346033"/>
                </a:lnTo>
                <a:lnTo>
                  <a:pt x="2910267" y="1346033"/>
                </a:lnTo>
                <a:lnTo>
                  <a:pt x="2907503" y="1346033"/>
                </a:lnTo>
                <a:lnTo>
                  <a:pt x="2904365" y="1346033"/>
                </a:lnTo>
                <a:lnTo>
                  <a:pt x="2905859" y="1346033"/>
                </a:lnTo>
                <a:lnTo>
                  <a:pt x="2918783" y="1346033"/>
                </a:lnTo>
                <a:lnTo>
                  <a:pt x="2926030" y="1346033"/>
                </a:lnTo>
                <a:lnTo>
                  <a:pt x="2931260" y="1346033"/>
                </a:lnTo>
                <a:lnTo>
                  <a:pt x="2939403" y="1346033"/>
                </a:lnTo>
                <a:lnTo>
                  <a:pt x="2948144" y="1346033"/>
                </a:lnTo>
                <a:lnTo>
                  <a:pt x="2952701" y="1346033"/>
                </a:lnTo>
                <a:lnTo>
                  <a:pt x="2956437" y="1346033"/>
                </a:lnTo>
                <a:lnTo>
                  <a:pt x="2925806" y="1346033"/>
                </a:lnTo>
                <a:lnTo>
                  <a:pt x="2924387" y="1346033"/>
                </a:lnTo>
                <a:lnTo>
                  <a:pt x="2928496" y="1346033"/>
                </a:lnTo>
                <a:lnTo>
                  <a:pt x="2930064" y="1346033"/>
                </a:lnTo>
                <a:lnTo>
                  <a:pt x="2920128" y="1346033"/>
                </a:lnTo>
                <a:lnTo>
                  <a:pt x="2916468" y="1346033"/>
                </a:lnTo>
                <a:lnTo>
                  <a:pt x="2912956" y="1346033"/>
                </a:lnTo>
                <a:lnTo>
                  <a:pt x="2907652" y="1346033"/>
                </a:lnTo>
                <a:lnTo>
                  <a:pt x="2903020" y="1346033"/>
                </a:lnTo>
                <a:lnTo>
                  <a:pt x="2898089" y="1346033"/>
                </a:lnTo>
                <a:lnTo>
                  <a:pt x="2880234" y="1346033"/>
                </a:lnTo>
                <a:lnTo>
                  <a:pt x="2880383" y="1346033"/>
                </a:lnTo>
                <a:lnTo>
                  <a:pt x="2884941" y="1346033"/>
                </a:lnTo>
                <a:lnTo>
                  <a:pt x="2882251" y="1346033"/>
                </a:lnTo>
                <a:lnTo>
                  <a:pt x="2876947" y="1346033"/>
                </a:lnTo>
                <a:lnTo>
                  <a:pt x="2871194" y="1346033"/>
                </a:lnTo>
                <a:lnTo>
                  <a:pt x="2866637" y="1346033"/>
                </a:lnTo>
                <a:lnTo>
                  <a:pt x="2851247" y="1346033"/>
                </a:lnTo>
                <a:lnTo>
                  <a:pt x="2846316" y="1346033"/>
                </a:lnTo>
                <a:lnTo>
                  <a:pt x="2841236" y="1346033"/>
                </a:lnTo>
                <a:lnTo>
                  <a:pt x="2842954" y="1346033"/>
                </a:lnTo>
                <a:lnTo>
                  <a:pt x="2844822" y="1346033"/>
                </a:lnTo>
                <a:lnTo>
                  <a:pt x="2850649" y="1346033"/>
                </a:lnTo>
                <a:lnTo>
                  <a:pt x="2873211" y="1346033"/>
                </a:lnTo>
                <a:lnTo>
                  <a:pt x="2883446" y="1346033"/>
                </a:lnTo>
                <a:lnTo>
                  <a:pt x="2901003" y="1346033"/>
                </a:lnTo>
                <a:lnTo>
                  <a:pt x="2905037" y="1346033"/>
                </a:lnTo>
                <a:lnTo>
                  <a:pt x="2907428" y="1346033"/>
                </a:lnTo>
                <a:lnTo>
                  <a:pt x="2920203" y="1346033"/>
                </a:lnTo>
                <a:lnTo>
                  <a:pt x="2929317" y="1346033"/>
                </a:lnTo>
                <a:lnTo>
                  <a:pt x="2931932" y="1346033"/>
                </a:lnTo>
                <a:lnTo>
                  <a:pt x="2933800" y="1346033"/>
                </a:lnTo>
                <a:lnTo>
                  <a:pt x="2936116" y="1346033"/>
                </a:lnTo>
                <a:lnTo>
                  <a:pt x="2938357" y="1346033"/>
                </a:lnTo>
                <a:lnTo>
                  <a:pt x="2937984" y="1346033"/>
                </a:lnTo>
                <a:lnTo>
                  <a:pt x="2937012" y="1346033"/>
                </a:lnTo>
                <a:lnTo>
                  <a:pt x="2937834" y="1346033"/>
                </a:lnTo>
                <a:lnTo>
                  <a:pt x="2944334" y="1346033"/>
                </a:lnTo>
                <a:lnTo>
                  <a:pt x="2954644" y="1346033"/>
                </a:lnTo>
                <a:lnTo>
                  <a:pt x="2960546" y="1346033"/>
                </a:lnTo>
                <a:lnTo>
                  <a:pt x="2967120" y="1346033"/>
                </a:lnTo>
                <a:lnTo>
                  <a:pt x="2973022" y="1346033"/>
                </a:lnTo>
                <a:lnTo>
                  <a:pt x="2982734" y="1346033"/>
                </a:lnTo>
                <a:lnTo>
                  <a:pt x="2999693" y="1346033"/>
                </a:lnTo>
                <a:lnTo>
                  <a:pt x="3012991" y="1346033"/>
                </a:lnTo>
                <a:lnTo>
                  <a:pt x="3028605" y="1346033"/>
                </a:lnTo>
                <a:lnTo>
                  <a:pt x="3040484" y="1346033"/>
                </a:lnTo>
                <a:lnTo>
                  <a:pt x="3053408" y="1346033"/>
                </a:lnTo>
                <a:lnTo>
                  <a:pt x="3072907" y="1346033"/>
                </a:lnTo>
                <a:lnTo>
                  <a:pt x="3081872" y="1346033"/>
                </a:lnTo>
                <a:lnTo>
                  <a:pt x="3096365" y="1346033"/>
                </a:lnTo>
                <a:lnTo>
                  <a:pt x="3110560" y="1346033"/>
                </a:lnTo>
                <a:lnTo>
                  <a:pt x="3118031" y="1346033"/>
                </a:lnTo>
                <a:lnTo>
                  <a:pt x="3120646" y="1346033"/>
                </a:lnTo>
                <a:lnTo>
                  <a:pt x="3121318" y="1346033"/>
                </a:lnTo>
                <a:lnTo>
                  <a:pt x="3128341" y="1346033"/>
                </a:lnTo>
                <a:lnTo>
                  <a:pt x="3142759" y="1346033"/>
                </a:lnTo>
                <a:lnTo>
                  <a:pt x="3161362" y="1346033"/>
                </a:lnTo>
                <a:lnTo>
                  <a:pt x="3176677" y="1346033"/>
                </a:lnTo>
                <a:lnTo>
                  <a:pt x="3180487" y="1346033"/>
                </a:lnTo>
                <a:lnTo>
                  <a:pt x="3187211" y="1346033"/>
                </a:lnTo>
                <a:lnTo>
                  <a:pt x="3200210" y="1346033"/>
                </a:lnTo>
                <a:lnTo>
                  <a:pt x="3222697" y="1346033"/>
                </a:lnTo>
                <a:lnTo>
                  <a:pt x="3232932" y="1346033"/>
                </a:lnTo>
                <a:lnTo>
                  <a:pt x="3246529" y="1346033"/>
                </a:lnTo>
                <a:lnTo>
                  <a:pt x="3252954" y="1346033"/>
                </a:lnTo>
                <a:lnTo>
                  <a:pt x="3256690" y="1346033"/>
                </a:lnTo>
                <a:lnTo>
                  <a:pt x="3275591" y="1346033"/>
                </a:lnTo>
                <a:lnTo>
                  <a:pt x="3280970" y="1346033"/>
                </a:lnTo>
                <a:lnTo>
                  <a:pt x="3285826" y="1346033"/>
                </a:lnTo>
                <a:lnTo>
                  <a:pt x="3290010" y="1346033"/>
                </a:lnTo>
                <a:lnTo>
                  <a:pt x="3288590" y="1346033"/>
                </a:lnTo>
                <a:lnTo>
                  <a:pt x="3292998" y="1346033"/>
                </a:lnTo>
                <a:lnTo>
                  <a:pt x="3296584" y="1346033"/>
                </a:lnTo>
                <a:lnTo>
                  <a:pt x="3295165" y="1346033"/>
                </a:lnTo>
                <a:lnTo>
                  <a:pt x="3294567" y="1346033"/>
                </a:lnTo>
                <a:lnTo>
                  <a:pt x="3296584" y="1346033"/>
                </a:lnTo>
                <a:lnTo>
                  <a:pt x="3296584" y="1329058"/>
                </a:lnTo>
                <a:lnTo>
                  <a:pt x="3296584" y="1304680"/>
                </a:lnTo>
                <a:lnTo>
                  <a:pt x="3296584" y="1299969"/>
                </a:lnTo>
                <a:lnTo>
                  <a:pt x="3296584" y="1293837"/>
                </a:lnTo>
                <a:lnTo>
                  <a:pt x="3296584" y="1286733"/>
                </a:lnTo>
                <a:lnTo>
                  <a:pt x="3296584" y="1289799"/>
                </a:lnTo>
                <a:lnTo>
                  <a:pt x="3296584" y="1295108"/>
                </a:lnTo>
                <a:lnTo>
                  <a:pt x="3296584" y="1299221"/>
                </a:lnTo>
                <a:lnTo>
                  <a:pt x="3296584" y="1309391"/>
                </a:lnTo>
                <a:lnTo>
                  <a:pt x="3296584" y="1317243"/>
                </a:lnTo>
                <a:lnTo>
                  <a:pt x="3296584" y="1324646"/>
                </a:lnTo>
                <a:lnTo>
                  <a:pt x="3296584" y="1331600"/>
                </a:lnTo>
                <a:lnTo>
                  <a:pt x="3296584" y="1340948"/>
                </a:lnTo>
                <a:lnTo>
                  <a:pt x="3296584" y="1346033"/>
                </a:lnTo>
                <a:close/>
                <a:moveTo>
                  <a:pt x="2471728" y="1346033"/>
                </a:moveTo>
                <a:lnTo>
                  <a:pt x="2477929" y="1346033"/>
                </a:lnTo>
                <a:lnTo>
                  <a:pt x="2480768" y="1346033"/>
                </a:lnTo>
                <a:lnTo>
                  <a:pt x="2482486" y="1346033"/>
                </a:lnTo>
                <a:lnTo>
                  <a:pt x="2482710" y="1346033"/>
                </a:lnTo>
                <a:lnTo>
                  <a:pt x="2475015" y="1346033"/>
                </a:lnTo>
                <a:lnTo>
                  <a:pt x="2461120" y="1346033"/>
                </a:lnTo>
                <a:lnTo>
                  <a:pt x="2447224" y="1346033"/>
                </a:lnTo>
                <a:lnTo>
                  <a:pt x="2443190" y="1346033"/>
                </a:lnTo>
                <a:lnTo>
                  <a:pt x="2440650" y="1346033"/>
                </a:lnTo>
                <a:lnTo>
                  <a:pt x="2442816" y="1346033"/>
                </a:lnTo>
                <a:lnTo>
                  <a:pt x="2447822" y="1346033"/>
                </a:lnTo>
                <a:lnTo>
                  <a:pt x="2452229" y="1346033"/>
                </a:lnTo>
                <a:lnTo>
                  <a:pt x="2451408" y="1346033"/>
                </a:lnTo>
                <a:lnTo>
                  <a:pt x="2448867" y="1344388"/>
                </a:lnTo>
                <a:lnTo>
                  <a:pt x="2456189" y="1335638"/>
                </a:lnTo>
                <a:lnTo>
                  <a:pt x="2459476" y="1333844"/>
                </a:lnTo>
                <a:lnTo>
                  <a:pt x="2462763" y="1333844"/>
                </a:lnTo>
                <a:lnTo>
                  <a:pt x="2465602" y="1340050"/>
                </a:lnTo>
                <a:lnTo>
                  <a:pt x="2466275" y="1346033"/>
                </a:lnTo>
                <a:lnTo>
                  <a:pt x="2469786" y="1346033"/>
                </a:lnTo>
                <a:lnTo>
                  <a:pt x="2471728" y="1346033"/>
                </a:lnTo>
                <a:close/>
                <a:moveTo>
                  <a:pt x="2483682" y="1336760"/>
                </a:moveTo>
                <a:lnTo>
                  <a:pt x="2493618" y="1337358"/>
                </a:lnTo>
                <a:lnTo>
                  <a:pt x="2505646" y="1331750"/>
                </a:lnTo>
                <a:lnTo>
                  <a:pt x="2511174" y="1334068"/>
                </a:lnTo>
                <a:lnTo>
                  <a:pt x="2513864" y="1333619"/>
                </a:lnTo>
                <a:lnTo>
                  <a:pt x="2522679" y="1328310"/>
                </a:lnTo>
                <a:lnTo>
                  <a:pt x="2528357" y="1326814"/>
                </a:lnTo>
                <a:lnTo>
                  <a:pt x="2532167" y="1322851"/>
                </a:lnTo>
                <a:lnTo>
                  <a:pt x="2536127" y="1327114"/>
                </a:lnTo>
                <a:lnTo>
                  <a:pt x="2544793" y="1332049"/>
                </a:lnTo>
                <a:lnTo>
                  <a:pt x="2547483" y="1337284"/>
                </a:lnTo>
                <a:lnTo>
                  <a:pt x="2551143" y="1339677"/>
                </a:lnTo>
                <a:lnTo>
                  <a:pt x="2552413" y="1341322"/>
                </a:lnTo>
                <a:lnTo>
                  <a:pt x="2547109" y="1346033"/>
                </a:lnTo>
                <a:lnTo>
                  <a:pt x="2546437" y="1346033"/>
                </a:lnTo>
                <a:lnTo>
                  <a:pt x="2540759" y="1346033"/>
                </a:lnTo>
                <a:lnTo>
                  <a:pt x="2533960" y="1346033"/>
                </a:lnTo>
                <a:lnTo>
                  <a:pt x="2508485" y="1346033"/>
                </a:lnTo>
                <a:lnTo>
                  <a:pt x="2485624" y="1346033"/>
                </a:lnTo>
                <a:lnTo>
                  <a:pt x="2475688" y="1346033"/>
                </a:lnTo>
                <a:lnTo>
                  <a:pt x="2469039" y="1341995"/>
                </a:lnTo>
                <a:lnTo>
                  <a:pt x="2467694" y="1331451"/>
                </a:lnTo>
                <a:lnTo>
                  <a:pt x="2465005" y="1324721"/>
                </a:lnTo>
                <a:lnTo>
                  <a:pt x="2466200" y="1323001"/>
                </a:lnTo>
                <a:lnTo>
                  <a:pt x="2467545" y="1322103"/>
                </a:lnTo>
                <a:lnTo>
                  <a:pt x="2469338" y="1322328"/>
                </a:lnTo>
                <a:lnTo>
                  <a:pt x="2476211" y="1329506"/>
                </a:lnTo>
                <a:lnTo>
                  <a:pt x="2479274" y="1331526"/>
                </a:lnTo>
                <a:lnTo>
                  <a:pt x="2483682" y="1336760"/>
                </a:lnTo>
                <a:close/>
                <a:moveTo>
                  <a:pt x="2930438" y="1336984"/>
                </a:moveTo>
                <a:lnTo>
                  <a:pt x="2925059" y="1341471"/>
                </a:lnTo>
                <a:lnTo>
                  <a:pt x="2924685" y="1338106"/>
                </a:lnTo>
                <a:lnTo>
                  <a:pt x="2927524" y="1335414"/>
                </a:lnTo>
                <a:lnTo>
                  <a:pt x="2934173" y="1324496"/>
                </a:lnTo>
                <a:lnTo>
                  <a:pt x="2937087" y="1321954"/>
                </a:lnTo>
                <a:lnTo>
                  <a:pt x="2938805" y="1320458"/>
                </a:lnTo>
                <a:lnTo>
                  <a:pt x="2940001" y="1316495"/>
                </a:lnTo>
                <a:lnTo>
                  <a:pt x="2940374" y="1310512"/>
                </a:lnTo>
                <a:lnTo>
                  <a:pt x="2943960" y="1309540"/>
                </a:lnTo>
                <a:lnTo>
                  <a:pt x="2941047" y="1323225"/>
                </a:lnTo>
                <a:lnTo>
                  <a:pt x="2930438" y="1336984"/>
                </a:lnTo>
                <a:close/>
                <a:moveTo>
                  <a:pt x="2631156" y="1331301"/>
                </a:moveTo>
                <a:lnTo>
                  <a:pt x="2629737" y="1332423"/>
                </a:lnTo>
                <a:lnTo>
                  <a:pt x="2623760" y="1320907"/>
                </a:lnTo>
                <a:lnTo>
                  <a:pt x="2625404" y="1317317"/>
                </a:lnTo>
                <a:lnTo>
                  <a:pt x="2623013" y="1311410"/>
                </a:lnTo>
                <a:lnTo>
                  <a:pt x="2627047" y="1310737"/>
                </a:lnTo>
                <a:lnTo>
                  <a:pt x="2630110" y="1306325"/>
                </a:lnTo>
                <a:lnTo>
                  <a:pt x="2631156" y="1308493"/>
                </a:lnTo>
                <a:lnTo>
                  <a:pt x="2631455" y="1316570"/>
                </a:lnTo>
                <a:lnTo>
                  <a:pt x="2633846" y="1321281"/>
                </a:lnTo>
                <a:lnTo>
                  <a:pt x="2631156" y="1331301"/>
                </a:lnTo>
                <a:close/>
                <a:moveTo>
                  <a:pt x="205299" y="0"/>
                </a:moveTo>
                <a:lnTo>
                  <a:pt x="204776" y="0"/>
                </a:lnTo>
                <a:lnTo>
                  <a:pt x="206644" y="0"/>
                </a:lnTo>
                <a:lnTo>
                  <a:pt x="209184" y="0"/>
                </a:lnTo>
                <a:lnTo>
                  <a:pt x="212471" y="0"/>
                </a:lnTo>
                <a:lnTo>
                  <a:pt x="216057" y="0"/>
                </a:lnTo>
                <a:lnTo>
                  <a:pt x="219942" y="0"/>
                </a:lnTo>
                <a:lnTo>
                  <a:pt x="224051" y="0"/>
                </a:lnTo>
                <a:lnTo>
                  <a:pt x="228458" y="0"/>
                </a:lnTo>
                <a:lnTo>
                  <a:pt x="232941" y="0"/>
                </a:lnTo>
                <a:lnTo>
                  <a:pt x="235033" y="0"/>
                </a:lnTo>
                <a:lnTo>
                  <a:pt x="236527" y="0"/>
                </a:lnTo>
                <a:lnTo>
                  <a:pt x="236751" y="0"/>
                </a:lnTo>
                <a:lnTo>
                  <a:pt x="234659" y="0"/>
                </a:lnTo>
                <a:lnTo>
                  <a:pt x="230998" y="0"/>
                </a:lnTo>
                <a:lnTo>
                  <a:pt x="225918" y="0"/>
                </a:lnTo>
                <a:lnTo>
                  <a:pt x="227562" y="0"/>
                </a:lnTo>
                <a:lnTo>
                  <a:pt x="234584" y="0"/>
                </a:lnTo>
                <a:lnTo>
                  <a:pt x="242877" y="0"/>
                </a:lnTo>
                <a:lnTo>
                  <a:pt x="251767" y="0"/>
                </a:lnTo>
                <a:lnTo>
                  <a:pt x="256474" y="0"/>
                </a:lnTo>
                <a:lnTo>
                  <a:pt x="260284" y="0"/>
                </a:lnTo>
                <a:lnTo>
                  <a:pt x="263870" y="0"/>
                </a:lnTo>
                <a:lnTo>
                  <a:pt x="268427" y="0"/>
                </a:lnTo>
                <a:lnTo>
                  <a:pt x="282473" y="0"/>
                </a:lnTo>
                <a:lnTo>
                  <a:pt x="286731" y="0"/>
                </a:lnTo>
                <a:lnTo>
                  <a:pt x="287403" y="0"/>
                </a:lnTo>
                <a:lnTo>
                  <a:pt x="285685" y="0"/>
                </a:lnTo>
                <a:lnTo>
                  <a:pt x="287852" y="0"/>
                </a:lnTo>
                <a:lnTo>
                  <a:pt x="291811" y="0"/>
                </a:lnTo>
                <a:lnTo>
                  <a:pt x="292259" y="0"/>
                </a:lnTo>
                <a:lnTo>
                  <a:pt x="287403" y="0"/>
                </a:lnTo>
                <a:lnTo>
                  <a:pt x="283294" y="0"/>
                </a:lnTo>
                <a:lnTo>
                  <a:pt x="278812" y="0"/>
                </a:lnTo>
                <a:lnTo>
                  <a:pt x="275375" y="0"/>
                </a:lnTo>
                <a:lnTo>
                  <a:pt x="274404" y="0"/>
                </a:lnTo>
                <a:lnTo>
                  <a:pt x="274703" y="0"/>
                </a:lnTo>
                <a:lnTo>
                  <a:pt x="277841" y="0"/>
                </a:lnTo>
                <a:lnTo>
                  <a:pt x="281203" y="0"/>
                </a:lnTo>
                <a:lnTo>
                  <a:pt x="282024" y="0"/>
                </a:lnTo>
                <a:lnTo>
                  <a:pt x="281651" y="0"/>
                </a:lnTo>
                <a:lnTo>
                  <a:pt x="279335" y="0"/>
                </a:lnTo>
                <a:lnTo>
                  <a:pt x="270818" y="0"/>
                </a:lnTo>
                <a:lnTo>
                  <a:pt x="264020" y="0"/>
                </a:lnTo>
                <a:lnTo>
                  <a:pt x="267606" y="0"/>
                </a:lnTo>
                <a:lnTo>
                  <a:pt x="274329" y="0"/>
                </a:lnTo>
                <a:lnTo>
                  <a:pt x="278737" y="0"/>
                </a:lnTo>
                <a:lnTo>
                  <a:pt x="283369" y="0"/>
                </a:lnTo>
                <a:lnTo>
                  <a:pt x="293305" y="0"/>
                </a:lnTo>
                <a:lnTo>
                  <a:pt x="301822" y="0"/>
                </a:lnTo>
                <a:lnTo>
                  <a:pt x="312356" y="0"/>
                </a:lnTo>
                <a:lnTo>
                  <a:pt x="313028" y="0"/>
                </a:lnTo>
                <a:lnTo>
                  <a:pt x="322292" y="0"/>
                </a:lnTo>
                <a:lnTo>
                  <a:pt x="326476" y="0"/>
                </a:lnTo>
                <a:lnTo>
                  <a:pt x="328792" y="0"/>
                </a:lnTo>
                <a:lnTo>
                  <a:pt x="332079" y="0"/>
                </a:lnTo>
                <a:lnTo>
                  <a:pt x="336263" y="0"/>
                </a:lnTo>
                <a:lnTo>
                  <a:pt x="341642" y="0"/>
                </a:lnTo>
                <a:lnTo>
                  <a:pt x="348216" y="0"/>
                </a:lnTo>
                <a:lnTo>
                  <a:pt x="353147" y="0"/>
                </a:lnTo>
                <a:lnTo>
                  <a:pt x="356658" y="0"/>
                </a:lnTo>
                <a:lnTo>
                  <a:pt x="362934" y="0"/>
                </a:lnTo>
                <a:lnTo>
                  <a:pt x="371899" y="0"/>
                </a:lnTo>
                <a:lnTo>
                  <a:pt x="379892" y="0"/>
                </a:lnTo>
                <a:lnTo>
                  <a:pt x="386915" y="0"/>
                </a:lnTo>
                <a:lnTo>
                  <a:pt x="390277" y="0"/>
                </a:lnTo>
                <a:lnTo>
                  <a:pt x="390127" y="0"/>
                </a:lnTo>
                <a:lnTo>
                  <a:pt x="391696" y="0"/>
                </a:lnTo>
                <a:lnTo>
                  <a:pt x="394983" y="0"/>
                </a:lnTo>
                <a:lnTo>
                  <a:pt x="396403" y="0"/>
                </a:lnTo>
                <a:lnTo>
                  <a:pt x="396029" y="0"/>
                </a:lnTo>
                <a:lnTo>
                  <a:pt x="399242" y="0"/>
                </a:lnTo>
                <a:lnTo>
                  <a:pt x="405891" y="0"/>
                </a:lnTo>
                <a:lnTo>
                  <a:pt x="412764" y="0"/>
                </a:lnTo>
                <a:lnTo>
                  <a:pt x="419637" y="0"/>
                </a:lnTo>
                <a:lnTo>
                  <a:pt x="424120" y="0"/>
                </a:lnTo>
                <a:lnTo>
                  <a:pt x="427108" y="0"/>
                </a:lnTo>
                <a:lnTo>
                  <a:pt x="431441" y="0"/>
                </a:lnTo>
                <a:lnTo>
                  <a:pt x="435251" y="0"/>
                </a:lnTo>
                <a:lnTo>
                  <a:pt x="439958" y="0"/>
                </a:lnTo>
                <a:lnTo>
                  <a:pt x="441228" y="0"/>
                </a:lnTo>
                <a:lnTo>
                  <a:pt x="438912" y="0"/>
                </a:lnTo>
                <a:lnTo>
                  <a:pt x="439136" y="0"/>
                </a:lnTo>
                <a:lnTo>
                  <a:pt x="441826" y="0"/>
                </a:lnTo>
                <a:lnTo>
                  <a:pt x="447728" y="0"/>
                </a:lnTo>
                <a:lnTo>
                  <a:pt x="456767" y="0"/>
                </a:lnTo>
                <a:lnTo>
                  <a:pt x="467376" y="0"/>
                </a:lnTo>
                <a:lnTo>
                  <a:pt x="479479" y="0"/>
                </a:lnTo>
                <a:lnTo>
                  <a:pt x="487472" y="0"/>
                </a:lnTo>
                <a:lnTo>
                  <a:pt x="491283" y="0"/>
                </a:lnTo>
                <a:lnTo>
                  <a:pt x="498679" y="0"/>
                </a:lnTo>
                <a:lnTo>
                  <a:pt x="509661" y="0"/>
                </a:lnTo>
                <a:lnTo>
                  <a:pt x="519149" y="0"/>
                </a:lnTo>
                <a:lnTo>
                  <a:pt x="526993" y="0"/>
                </a:lnTo>
                <a:lnTo>
                  <a:pt x="535286" y="0"/>
                </a:lnTo>
                <a:lnTo>
                  <a:pt x="544027" y="0"/>
                </a:lnTo>
                <a:lnTo>
                  <a:pt x="550302" y="0"/>
                </a:lnTo>
                <a:lnTo>
                  <a:pt x="555980" y="0"/>
                </a:lnTo>
                <a:lnTo>
                  <a:pt x="551722" y="0"/>
                </a:lnTo>
                <a:lnTo>
                  <a:pt x="550601" y="0"/>
                </a:lnTo>
                <a:lnTo>
                  <a:pt x="551124" y="0"/>
                </a:lnTo>
                <a:lnTo>
                  <a:pt x="556204" y="0"/>
                </a:lnTo>
                <a:lnTo>
                  <a:pt x="565991" y="0"/>
                </a:lnTo>
                <a:lnTo>
                  <a:pt x="571669" y="0"/>
                </a:lnTo>
                <a:lnTo>
                  <a:pt x="573238" y="0"/>
                </a:lnTo>
                <a:lnTo>
                  <a:pt x="580858" y="0"/>
                </a:lnTo>
                <a:lnTo>
                  <a:pt x="594455" y="0"/>
                </a:lnTo>
                <a:lnTo>
                  <a:pt x="600058" y="0"/>
                </a:lnTo>
                <a:lnTo>
                  <a:pt x="597817" y="0"/>
                </a:lnTo>
                <a:lnTo>
                  <a:pt x="597593" y="0"/>
                </a:lnTo>
                <a:lnTo>
                  <a:pt x="599535" y="0"/>
                </a:lnTo>
                <a:lnTo>
                  <a:pt x="604242" y="0"/>
                </a:lnTo>
                <a:lnTo>
                  <a:pt x="611713" y="0"/>
                </a:lnTo>
                <a:lnTo>
                  <a:pt x="616195" y="0"/>
                </a:lnTo>
                <a:lnTo>
                  <a:pt x="617615" y="0"/>
                </a:lnTo>
                <a:lnTo>
                  <a:pt x="617465" y="0"/>
                </a:lnTo>
                <a:lnTo>
                  <a:pt x="615747" y="0"/>
                </a:lnTo>
                <a:lnTo>
                  <a:pt x="612609" y="0"/>
                </a:lnTo>
                <a:lnTo>
                  <a:pt x="608052" y="0"/>
                </a:lnTo>
                <a:lnTo>
                  <a:pt x="607529" y="0"/>
                </a:lnTo>
                <a:lnTo>
                  <a:pt x="606334" y="0"/>
                </a:lnTo>
                <a:lnTo>
                  <a:pt x="609546" y="0"/>
                </a:lnTo>
                <a:lnTo>
                  <a:pt x="610592" y="0"/>
                </a:lnTo>
                <a:lnTo>
                  <a:pt x="608799" y="0"/>
                </a:lnTo>
                <a:lnTo>
                  <a:pt x="607081" y="0"/>
                </a:lnTo>
                <a:lnTo>
                  <a:pt x="606857" y="0"/>
                </a:lnTo>
                <a:lnTo>
                  <a:pt x="605288" y="0"/>
                </a:lnTo>
                <a:lnTo>
                  <a:pt x="601328" y="0"/>
                </a:lnTo>
                <a:lnTo>
                  <a:pt x="595277" y="0"/>
                </a:lnTo>
                <a:lnTo>
                  <a:pt x="587955" y="0"/>
                </a:lnTo>
                <a:lnTo>
                  <a:pt x="583398" y="0"/>
                </a:lnTo>
                <a:lnTo>
                  <a:pt x="582352" y="0"/>
                </a:lnTo>
                <a:lnTo>
                  <a:pt x="579140" y="0"/>
                </a:lnTo>
                <a:lnTo>
                  <a:pt x="575255" y="0"/>
                </a:lnTo>
                <a:lnTo>
                  <a:pt x="572267" y="0"/>
                </a:lnTo>
                <a:lnTo>
                  <a:pt x="569951" y="0"/>
                </a:lnTo>
                <a:lnTo>
                  <a:pt x="568382" y="0"/>
                </a:lnTo>
                <a:lnTo>
                  <a:pt x="567485" y="0"/>
                </a:lnTo>
                <a:lnTo>
                  <a:pt x="560687" y="0"/>
                </a:lnTo>
                <a:lnTo>
                  <a:pt x="553216" y="0"/>
                </a:lnTo>
                <a:lnTo>
                  <a:pt x="538050" y="0"/>
                </a:lnTo>
                <a:lnTo>
                  <a:pt x="525798" y="0"/>
                </a:lnTo>
                <a:lnTo>
                  <a:pt x="512052" y="0"/>
                </a:lnTo>
                <a:lnTo>
                  <a:pt x="499052" y="0"/>
                </a:lnTo>
                <a:lnTo>
                  <a:pt x="493673" y="0"/>
                </a:lnTo>
                <a:lnTo>
                  <a:pt x="487472" y="0"/>
                </a:lnTo>
                <a:lnTo>
                  <a:pt x="481421" y="0"/>
                </a:lnTo>
                <a:lnTo>
                  <a:pt x="475743" y="0"/>
                </a:lnTo>
                <a:lnTo>
                  <a:pt x="465135" y="0"/>
                </a:lnTo>
                <a:lnTo>
                  <a:pt x="461100" y="0"/>
                </a:lnTo>
                <a:lnTo>
                  <a:pt x="452584" y="0"/>
                </a:lnTo>
                <a:lnTo>
                  <a:pt x="443693" y="0"/>
                </a:lnTo>
                <a:lnTo>
                  <a:pt x="435177" y="0"/>
                </a:lnTo>
                <a:lnTo>
                  <a:pt x="422626" y="0"/>
                </a:lnTo>
                <a:lnTo>
                  <a:pt x="413511" y="0"/>
                </a:lnTo>
                <a:lnTo>
                  <a:pt x="410822" y="0"/>
                </a:lnTo>
                <a:lnTo>
                  <a:pt x="406339" y="0"/>
                </a:lnTo>
                <a:lnTo>
                  <a:pt x="400064" y="0"/>
                </a:lnTo>
                <a:lnTo>
                  <a:pt x="391920" y="0"/>
                </a:lnTo>
                <a:lnTo>
                  <a:pt x="386317" y="0"/>
                </a:lnTo>
                <a:lnTo>
                  <a:pt x="387886" y="0"/>
                </a:lnTo>
                <a:lnTo>
                  <a:pt x="386467" y="0"/>
                </a:lnTo>
                <a:lnTo>
                  <a:pt x="377651" y="0"/>
                </a:lnTo>
                <a:lnTo>
                  <a:pt x="370703" y="0"/>
                </a:lnTo>
                <a:lnTo>
                  <a:pt x="369508" y="0"/>
                </a:lnTo>
                <a:lnTo>
                  <a:pt x="370330" y="0"/>
                </a:lnTo>
                <a:lnTo>
                  <a:pt x="372720" y="0"/>
                </a:lnTo>
                <a:lnTo>
                  <a:pt x="377203" y="0"/>
                </a:lnTo>
                <a:lnTo>
                  <a:pt x="380116" y="0"/>
                </a:lnTo>
                <a:lnTo>
                  <a:pt x="382283" y="0"/>
                </a:lnTo>
                <a:lnTo>
                  <a:pt x="382955" y="0"/>
                </a:lnTo>
                <a:lnTo>
                  <a:pt x="392667" y="0"/>
                </a:lnTo>
                <a:lnTo>
                  <a:pt x="398121" y="0"/>
                </a:lnTo>
                <a:lnTo>
                  <a:pt x="402081" y="0"/>
                </a:lnTo>
                <a:lnTo>
                  <a:pt x="400661" y="0"/>
                </a:lnTo>
                <a:lnTo>
                  <a:pt x="398345" y="0"/>
                </a:lnTo>
                <a:lnTo>
                  <a:pt x="400661" y="0"/>
                </a:lnTo>
                <a:lnTo>
                  <a:pt x="414184" y="0"/>
                </a:lnTo>
                <a:lnTo>
                  <a:pt x="415379" y="0"/>
                </a:lnTo>
                <a:lnTo>
                  <a:pt x="413735" y="0"/>
                </a:lnTo>
                <a:lnTo>
                  <a:pt x="411643" y="0"/>
                </a:lnTo>
                <a:lnTo>
                  <a:pt x="404770" y="0"/>
                </a:lnTo>
                <a:lnTo>
                  <a:pt x="402604" y="0"/>
                </a:lnTo>
                <a:lnTo>
                  <a:pt x="394535" y="0"/>
                </a:lnTo>
                <a:lnTo>
                  <a:pt x="389978" y="0"/>
                </a:lnTo>
                <a:lnTo>
                  <a:pt x="388559" y="0"/>
                </a:lnTo>
                <a:lnTo>
                  <a:pt x="385944" y="0"/>
                </a:lnTo>
                <a:lnTo>
                  <a:pt x="378025" y="0"/>
                </a:lnTo>
                <a:lnTo>
                  <a:pt x="371226" y="0"/>
                </a:lnTo>
                <a:lnTo>
                  <a:pt x="364951" y="0"/>
                </a:lnTo>
                <a:lnTo>
                  <a:pt x="364129" y="0"/>
                </a:lnTo>
                <a:lnTo>
                  <a:pt x="362784" y="0"/>
                </a:lnTo>
                <a:lnTo>
                  <a:pt x="355612" y="0"/>
                </a:lnTo>
                <a:lnTo>
                  <a:pt x="348141" y="0"/>
                </a:lnTo>
                <a:lnTo>
                  <a:pt x="341492" y="0"/>
                </a:lnTo>
                <a:lnTo>
                  <a:pt x="337309" y="0"/>
                </a:lnTo>
                <a:lnTo>
                  <a:pt x="333349" y="0"/>
                </a:lnTo>
                <a:lnTo>
                  <a:pt x="324982" y="0"/>
                </a:lnTo>
                <a:lnTo>
                  <a:pt x="304138" y="0"/>
                </a:lnTo>
                <a:lnTo>
                  <a:pt x="277617" y="0"/>
                </a:lnTo>
                <a:lnTo>
                  <a:pt x="267456" y="0"/>
                </a:lnTo>
                <a:lnTo>
                  <a:pt x="263273" y="0"/>
                </a:lnTo>
                <a:lnTo>
                  <a:pt x="260658" y="0"/>
                </a:lnTo>
                <a:lnTo>
                  <a:pt x="263123" y="0"/>
                </a:lnTo>
                <a:lnTo>
                  <a:pt x="263721" y="0"/>
                </a:lnTo>
                <a:lnTo>
                  <a:pt x="266859" y="0"/>
                </a:lnTo>
                <a:lnTo>
                  <a:pt x="265364" y="0"/>
                </a:lnTo>
                <a:lnTo>
                  <a:pt x="266933" y="0"/>
                </a:lnTo>
                <a:lnTo>
                  <a:pt x="268129" y="0"/>
                </a:lnTo>
                <a:lnTo>
                  <a:pt x="263945" y="0"/>
                </a:lnTo>
                <a:lnTo>
                  <a:pt x="245193" y="0"/>
                </a:lnTo>
                <a:lnTo>
                  <a:pt x="241234" y="0"/>
                </a:lnTo>
                <a:lnTo>
                  <a:pt x="236228" y="0"/>
                </a:lnTo>
                <a:lnTo>
                  <a:pt x="213816" y="0"/>
                </a:lnTo>
                <a:lnTo>
                  <a:pt x="205299" y="0"/>
                </a:lnTo>
                <a:lnTo>
                  <a:pt x="197454" y="0"/>
                </a:lnTo>
                <a:lnTo>
                  <a:pt x="195512" y="0"/>
                </a:lnTo>
                <a:lnTo>
                  <a:pt x="199994" y="0"/>
                </a:lnTo>
                <a:lnTo>
                  <a:pt x="202908" y="0"/>
                </a:lnTo>
                <a:lnTo>
                  <a:pt x="194840" y="0"/>
                </a:lnTo>
                <a:lnTo>
                  <a:pt x="193495" y="0"/>
                </a:lnTo>
                <a:lnTo>
                  <a:pt x="196633" y="0"/>
                </a:lnTo>
                <a:lnTo>
                  <a:pt x="195363" y="0"/>
                </a:lnTo>
                <a:lnTo>
                  <a:pt x="190955" y="0"/>
                </a:lnTo>
                <a:lnTo>
                  <a:pt x="184007" y="0"/>
                </a:lnTo>
                <a:lnTo>
                  <a:pt x="181168" y="0"/>
                </a:lnTo>
                <a:lnTo>
                  <a:pt x="175640" y="0"/>
                </a:lnTo>
                <a:lnTo>
                  <a:pt x="168318" y="0"/>
                </a:lnTo>
                <a:lnTo>
                  <a:pt x="163387" y="0"/>
                </a:lnTo>
                <a:lnTo>
                  <a:pt x="159876" y="0"/>
                </a:lnTo>
                <a:lnTo>
                  <a:pt x="157859" y="0"/>
                </a:lnTo>
                <a:lnTo>
                  <a:pt x="142768" y="0"/>
                </a:lnTo>
                <a:lnTo>
                  <a:pt x="139182" y="0"/>
                </a:lnTo>
                <a:lnTo>
                  <a:pt x="133803" y="0"/>
                </a:lnTo>
                <a:lnTo>
                  <a:pt x="135671" y="0"/>
                </a:lnTo>
                <a:lnTo>
                  <a:pt x="136044" y="0"/>
                </a:lnTo>
                <a:lnTo>
                  <a:pt x="134102" y="0"/>
                </a:lnTo>
                <a:lnTo>
                  <a:pt x="133504" y="0"/>
                </a:lnTo>
                <a:lnTo>
                  <a:pt x="135745" y="0"/>
                </a:lnTo>
                <a:lnTo>
                  <a:pt x="142992" y="0"/>
                </a:lnTo>
                <a:lnTo>
                  <a:pt x="141274" y="0"/>
                </a:lnTo>
                <a:lnTo>
                  <a:pt x="140452" y="0"/>
                </a:lnTo>
                <a:lnTo>
                  <a:pt x="146503" y="0"/>
                </a:lnTo>
                <a:lnTo>
                  <a:pt x="150911" y="0"/>
                </a:lnTo>
                <a:lnTo>
                  <a:pt x="175565" y="0"/>
                </a:lnTo>
                <a:lnTo>
                  <a:pt x="183932" y="0"/>
                </a:lnTo>
                <a:lnTo>
                  <a:pt x="187070" y="0"/>
                </a:lnTo>
                <a:lnTo>
                  <a:pt x="189087" y="0"/>
                </a:lnTo>
                <a:lnTo>
                  <a:pt x="193271" y="0"/>
                </a:lnTo>
                <a:lnTo>
                  <a:pt x="195437" y="0"/>
                </a:lnTo>
                <a:lnTo>
                  <a:pt x="200368" y="0"/>
                </a:lnTo>
                <a:lnTo>
                  <a:pt x="205822" y="0"/>
                </a:lnTo>
                <a:lnTo>
                  <a:pt x="207689" y="0"/>
                </a:lnTo>
                <a:lnTo>
                  <a:pt x="208063" y="0"/>
                </a:lnTo>
                <a:lnTo>
                  <a:pt x="208362" y="0"/>
                </a:lnTo>
                <a:lnTo>
                  <a:pt x="213293" y="0"/>
                </a:lnTo>
                <a:lnTo>
                  <a:pt x="217028" y="0"/>
                </a:lnTo>
                <a:lnTo>
                  <a:pt x="230102" y="0"/>
                </a:lnTo>
                <a:lnTo>
                  <a:pt x="233837" y="0"/>
                </a:lnTo>
                <a:lnTo>
                  <a:pt x="236900" y="0"/>
                </a:lnTo>
                <a:lnTo>
                  <a:pt x="228981" y="0"/>
                </a:lnTo>
                <a:lnTo>
                  <a:pt x="226890" y="0"/>
                </a:lnTo>
                <a:lnTo>
                  <a:pt x="224574" y="0"/>
                </a:lnTo>
                <a:lnTo>
                  <a:pt x="221809" y="0"/>
                </a:lnTo>
                <a:lnTo>
                  <a:pt x="217402" y="0"/>
                </a:lnTo>
                <a:lnTo>
                  <a:pt x="217103" y="0"/>
                </a:lnTo>
                <a:lnTo>
                  <a:pt x="220390" y="0"/>
                </a:lnTo>
                <a:lnTo>
                  <a:pt x="219867" y="0"/>
                </a:lnTo>
                <a:lnTo>
                  <a:pt x="215384" y="0"/>
                </a:lnTo>
                <a:lnTo>
                  <a:pt x="207988" y="0"/>
                </a:lnTo>
                <a:lnTo>
                  <a:pt x="208212" y="0"/>
                </a:lnTo>
                <a:lnTo>
                  <a:pt x="211500" y="0"/>
                </a:lnTo>
                <a:lnTo>
                  <a:pt x="223901" y="0"/>
                </a:lnTo>
                <a:lnTo>
                  <a:pt x="227861" y="0"/>
                </a:lnTo>
                <a:lnTo>
                  <a:pt x="232791" y="0"/>
                </a:lnTo>
                <a:lnTo>
                  <a:pt x="239963" y="0"/>
                </a:lnTo>
                <a:lnTo>
                  <a:pt x="248630" y="0"/>
                </a:lnTo>
                <a:lnTo>
                  <a:pt x="255428" y="0"/>
                </a:lnTo>
                <a:lnTo>
                  <a:pt x="272238" y="0"/>
                </a:lnTo>
                <a:lnTo>
                  <a:pt x="282398" y="0"/>
                </a:lnTo>
                <a:lnTo>
                  <a:pt x="293455" y="0"/>
                </a:lnTo>
                <a:lnTo>
                  <a:pt x="300851" y="0"/>
                </a:lnTo>
                <a:lnTo>
                  <a:pt x="308098" y="0"/>
                </a:lnTo>
                <a:lnTo>
                  <a:pt x="316764" y="0"/>
                </a:lnTo>
                <a:lnTo>
                  <a:pt x="330585" y="1869"/>
                </a:lnTo>
                <a:lnTo>
                  <a:pt x="353147" y="19293"/>
                </a:lnTo>
                <a:lnTo>
                  <a:pt x="350681" y="23556"/>
                </a:lnTo>
                <a:lnTo>
                  <a:pt x="349710" y="30136"/>
                </a:lnTo>
                <a:lnTo>
                  <a:pt x="340820" y="38960"/>
                </a:lnTo>
                <a:lnTo>
                  <a:pt x="339400" y="44045"/>
                </a:lnTo>
                <a:lnTo>
                  <a:pt x="336188" y="50476"/>
                </a:lnTo>
                <a:lnTo>
                  <a:pt x="329987" y="53916"/>
                </a:lnTo>
                <a:lnTo>
                  <a:pt x="324683" y="54514"/>
                </a:lnTo>
                <a:lnTo>
                  <a:pt x="321545" y="53916"/>
                </a:lnTo>
                <a:lnTo>
                  <a:pt x="319453" y="52645"/>
                </a:lnTo>
                <a:lnTo>
                  <a:pt x="315793" y="46588"/>
                </a:lnTo>
                <a:lnTo>
                  <a:pt x="314000" y="44718"/>
                </a:lnTo>
                <a:lnTo>
                  <a:pt x="312431" y="44270"/>
                </a:lnTo>
                <a:lnTo>
                  <a:pt x="301075" y="48457"/>
                </a:lnTo>
                <a:lnTo>
                  <a:pt x="290093" y="53168"/>
                </a:lnTo>
                <a:lnTo>
                  <a:pt x="288076" y="57281"/>
                </a:lnTo>
                <a:lnTo>
                  <a:pt x="285162" y="62142"/>
                </a:lnTo>
                <a:lnTo>
                  <a:pt x="281950" y="64086"/>
                </a:lnTo>
                <a:lnTo>
                  <a:pt x="279410" y="64535"/>
                </a:lnTo>
                <a:lnTo>
                  <a:pt x="277019" y="61693"/>
                </a:lnTo>
                <a:lnTo>
                  <a:pt x="272760" y="57954"/>
                </a:lnTo>
                <a:lnTo>
                  <a:pt x="269548" y="54514"/>
                </a:lnTo>
                <a:lnTo>
                  <a:pt x="270370" y="48906"/>
                </a:lnTo>
                <a:lnTo>
                  <a:pt x="276571" y="40680"/>
                </a:lnTo>
                <a:lnTo>
                  <a:pt x="277392" y="34847"/>
                </a:lnTo>
                <a:lnTo>
                  <a:pt x="276571" y="24976"/>
                </a:lnTo>
                <a:lnTo>
                  <a:pt x="274927" y="19218"/>
                </a:lnTo>
                <a:lnTo>
                  <a:pt x="273059" y="19069"/>
                </a:lnTo>
                <a:lnTo>
                  <a:pt x="270071" y="18097"/>
                </a:lnTo>
                <a:lnTo>
                  <a:pt x="261480" y="19069"/>
                </a:lnTo>
                <a:lnTo>
                  <a:pt x="257221" y="12563"/>
                </a:lnTo>
                <a:lnTo>
                  <a:pt x="255503" y="5534"/>
                </a:lnTo>
                <a:lnTo>
                  <a:pt x="252514" y="2991"/>
                </a:lnTo>
                <a:lnTo>
                  <a:pt x="249676" y="1421"/>
                </a:lnTo>
                <a:lnTo>
                  <a:pt x="243176" y="3889"/>
                </a:lnTo>
                <a:lnTo>
                  <a:pt x="238320" y="2393"/>
                </a:lnTo>
                <a:lnTo>
                  <a:pt x="221959" y="0"/>
                </a:lnTo>
                <a:lnTo>
                  <a:pt x="215683" y="0"/>
                </a:lnTo>
                <a:lnTo>
                  <a:pt x="212396" y="0"/>
                </a:lnTo>
                <a:lnTo>
                  <a:pt x="209408" y="0"/>
                </a:lnTo>
                <a:lnTo>
                  <a:pt x="208212" y="0"/>
                </a:lnTo>
                <a:lnTo>
                  <a:pt x="206494" y="823"/>
                </a:lnTo>
                <a:lnTo>
                  <a:pt x="205075" y="4337"/>
                </a:lnTo>
                <a:lnTo>
                  <a:pt x="186398" y="0"/>
                </a:lnTo>
                <a:lnTo>
                  <a:pt x="173473" y="0"/>
                </a:lnTo>
                <a:lnTo>
                  <a:pt x="175266" y="0"/>
                </a:lnTo>
                <a:lnTo>
                  <a:pt x="171381" y="0"/>
                </a:lnTo>
                <a:lnTo>
                  <a:pt x="166450" y="0"/>
                </a:lnTo>
                <a:lnTo>
                  <a:pt x="162790" y="0"/>
                </a:lnTo>
                <a:lnTo>
                  <a:pt x="166077" y="0"/>
                </a:lnTo>
                <a:lnTo>
                  <a:pt x="160997" y="0"/>
                </a:lnTo>
                <a:lnTo>
                  <a:pt x="153974" y="0"/>
                </a:lnTo>
                <a:lnTo>
                  <a:pt x="148296" y="0"/>
                </a:lnTo>
                <a:lnTo>
                  <a:pt x="143888" y="0"/>
                </a:lnTo>
                <a:lnTo>
                  <a:pt x="141199" y="0"/>
                </a:lnTo>
                <a:lnTo>
                  <a:pt x="135148" y="0"/>
                </a:lnTo>
                <a:lnTo>
                  <a:pt x="127303" y="0"/>
                </a:lnTo>
                <a:lnTo>
                  <a:pt x="124688" y="0"/>
                </a:lnTo>
                <a:lnTo>
                  <a:pt x="125286" y="0"/>
                </a:lnTo>
                <a:lnTo>
                  <a:pt x="119533" y="0"/>
                </a:lnTo>
                <a:lnTo>
                  <a:pt x="111913" y="0"/>
                </a:lnTo>
                <a:lnTo>
                  <a:pt x="105712" y="0"/>
                </a:lnTo>
                <a:lnTo>
                  <a:pt x="99362" y="0"/>
                </a:lnTo>
                <a:lnTo>
                  <a:pt x="94282" y="0"/>
                </a:lnTo>
                <a:lnTo>
                  <a:pt x="90024" y="0"/>
                </a:lnTo>
                <a:lnTo>
                  <a:pt x="84122" y="0"/>
                </a:lnTo>
                <a:lnTo>
                  <a:pt x="82179" y="0"/>
                </a:lnTo>
                <a:lnTo>
                  <a:pt x="78220" y="0"/>
                </a:lnTo>
                <a:lnTo>
                  <a:pt x="73737" y="0"/>
                </a:lnTo>
                <a:lnTo>
                  <a:pt x="69554" y="0"/>
                </a:lnTo>
                <a:lnTo>
                  <a:pt x="64548" y="0"/>
                </a:lnTo>
                <a:lnTo>
                  <a:pt x="63726" y="0"/>
                </a:lnTo>
                <a:lnTo>
                  <a:pt x="64847" y="0"/>
                </a:lnTo>
                <a:lnTo>
                  <a:pt x="71122" y="0"/>
                </a:lnTo>
                <a:lnTo>
                  <a:pt x="74484" y="0"/>
                </a:lnTo>
                <a:lnTo>
                  <a:pt x="79863" y="0"/>
                </a:lnTo>
                <a:lnTo>
                  <a:pt x="83599" y="0"/>
                </a:lnTo>
                <a:lnTo>
                  <a:pt x="88754" y="0"/>
                </a:lnTo>
                <a:lnTo>
                  <a:pt x="99288" y="0"/>
                </a:lnTo>
                <a:lnTo>
                  <a:pt x="100408" y="0"/>
                </a:lnTo>
                <a:lnTo>
                  <a:pt x="102575" y="0"/>
                </a:lnTo>
                <a:lnTo>
                  <a:pt x="104144" y="0"/>
                </a:lnTo>
                <a:lnTo>
                  <a:pt x="104667" y="0"/>
                </a:lnTo>
                <a:lnTo>
                  <a:pt x="103322" y="0"/>
                </a:lnTo>
                <a:lnTo>
                  <a:pt x="105563" y="0"/>
                </a:lnTo>
                <a:lnTo>
                  <a:pt x="113034" y="0"/>
                </a:lnTo>
                <a:lnTo>
                  <a:pt x="123344" y="0"/>
                </a:lnTo>
                <a:lnTo>
                  <a:pt x="135671" y="0"/>
                </a:lnTo>
                <a:lnTo>
                  <a:pt x="148296" y="0"/>
                </a:lnTo>
                <a:lnTo>
                  <a:pt x="154572" y="0"/>
                </a:lnTo>
                <a:lnTo>
                  <a:pt x="157187" y="0"/>
                </a:lnTo>
                <a:lnTo>
                  <a:pt x="159951" y="0"/>
                </a:lnTo>
                <a:lnTo>
                  <a:pt x="164284" y="0"/>
                </a:lnTo>
                <a:lnTo>
                  <a:pt x="167197" y="0"/>
                </a:lnTo>
                <a:lnTo>
                  <a:pt x="167422" y="0"/>
                </a:lnTo>
                <a:lnTo>
                  <a:pt x="160548" y="0"/>
                </a:lnTo>
                <a:lnTo>
                  <a:pt x="156066" y="0"/>
                </a:lnTo>
                <a:lnTo>
                  <a:pt x="153750" y="0"/>
                </a:lnTo>
                <a:lnTo>
                  <a:pt x="152555" y="0"/>
                </a:lnTo>
                <a:lnTo>
                  <a:pt x="150911" y="0"/>
                </a:lnTo>
                <a:lnTo>
                  <a:pt x="151733" y="0"/>
                </a:lnTo>
                <a:lnTo>
                  <a:pt x="149267" y="0"/>
                </a:lnTo>
                <a:lnTo>
                  <a:pt x="143664" y="0"/>
                </a:lnTo>
                <a:lnTo>
                  <a:pt x="137912" y="0"/>
                </a:lnTo>
                <a:lnTo>
                  <a:pt x="134475" y="0"/>
                </a:lnTo>
                <a:lnTo>
                  <a:pt x="130740" y="0"/>
                </a:lnTo>
                <a:lnTo>
                  <a:pt x="129470" y="0"/>
                </a:lnTo>
                <a:lnTo>
                  <a:pt x="131711" y="0"/>
                </a:lnTo>
                <a:lnTo>
                  <a:pt x="134625" y="0"/>
                </a:lnTo>
                <a:lnTo>
                  <a:pt x="134326" y="0"/>
                </a:lnTo>
                <a:lnTo>
                  <a:pt x="133130" y="0"/>
                </a:lnTo>
                <a:lnTo>
                  <a:pt x="131711" y="0"/>
                </a:lnTo>
                <a:lnTo>
                  <a:pt x="127901" y="0"/>
                </a:lnTo>
                <a:lnTo>
                  <a:pt x="122597" y="0"/>
                </a:lnTo>
                <a:lnTo>
                  <a:pt x="116545" y="0"/>
                </a:lnTo>
                <a:lnTo>
                  <a:pt x="100632" y="0"/>
                </a:lnTo>
                <a:lnTo>
                  <a:pt x="89351" y="0"/>
                </a:lnTo>
                <a:lnTo>
                  <a:pt x="83748" y="0"/>
                </a:lnTo>
                <a:lnTo>
                  <a:pt x="76651" y="0"/>
                </a:lnTo>
                <a:lnTo>
                  <a:pt x="71571" y="0"/>
                </a:lnTo>
                <a:lnTo>
                  <a:pt x="65146" y="0"/>
                </a:lnTo>
                <a:lnTo>
                  <a:pt x="61859" y="0"/>
                </a:lnTo>
                <a:lnTo>
                  <a:pt x="60066" y="0"/>
                </a:lnTo>
                <a:lnTo>
                  <a:pt x="61037" y="0"/>
                </a:lnTo>
                <a:lnTo>
                  <a:pt x="64100" y="0"/>
                </a:lnTo>
                <a:lnTo>
                  <a:pt x="68134" y="0"/>
                </a:lnTo>
                <a:lnTo>
                  <a:pt x="71347" y="0"/>
                </a:lnTo>
                <a:lnTo>
                  <a:pt x="80536" y="0"/>
                </a:lnTo>
                <a:lnTo>
                  <a:pt x="86886" y="0"/>
                </a:lnTo>
                <a:lnTo>
                  <a:pt x="88380" y="0"/>
                </a:lnTo>
                <a:lnTo>
                  <a:pt x="88978" y="0"/>
                </a:lnTo>
                <a:lnTo>
                  <a:pt x="88156" y="0"/>
                </a:lnTo>
                <a:lnTo>
                  <a:pt x="88455" y="0"/>
                </a:lnTo>
                <a:lnTo>
                  <a:pt x="89650" y="0"/>
                </a:lnTo>
                <a:lnTo>
                  <a:pt x="90995" y="0"/>
                </a:lnTo>
                <a:lnTo>
                  <a:pt x="107879" y="0"/>
                </a:lnTo>
                <a:lnTo>
                  <a:pt x="111465" y="0"/>
                </a:lnTo>
                <a:lnTo>
                  <a:pt x="113109" y="0"/>
                </a:lnTo>
                <a:lnTo>
                  <a:pt x="111689" y="0"/>
                </a:lnTo>
                <a:lnTo>
                  <a:pt x="109149" y="0"/>
                </a:lnTo>
                <a:lnTo>
                  <a:pt x="98242" y="0"/>
                </a:lnTo>
                <a:lnTo>
                  <a:pt x="96150" y="0"/>
                </a:lnTo>
                <a:lnTo>
                  <a:pt x="91144" y="0"/>
                </a:lnTo>
                <a:lnTo>
                  <a:pt x="88978" y="0"/>
                </a:lnTo>
                <a:lnTo>
                  <a:pt x="85840" y="0"/>
                </a:lnTo>
                <a:lnTo>
                  <a:pt x="82478" y="0"/>
                </a:lnTo>
                <a:lnTo>
                  <a:pt x="81955" y="0"/>
                </a:lnTo>
                <a:lnTo>
                  <a:pt x="79564" y="0"/>
                </a:lnTo>
                <a:lnTo>
                  <a:pt x="65968" y="0"/>
                </a:lnTo>
                <a:lnTo>
                  <a:pt x="59841" y="0"/>
                </a:lnTo>
                <a:lnTo>
                  <a:pt x="51474" y="0"/>
                </a:lnTo>
                <a:lnTo>
                  <a:pt x="41463" y="0"/>
                </a:lnTo>
                <a:lnTo>
                  <a:pt x="31303" y="0"/>
                </a:lnTo>
                <a:lnTo>
                  <a:pt x="26522" y="0"/>
                </a:lnTo>
                <a:lnTo>
                  <a:pt x="24803" y="0"/>
                </a:lnTo>
                <a:lnTo>
                  <a:pt x="24280" y="0"/>
                </a:lnTo>
                <a:lnTo>
                  <a:pt x="27343" y="0"/>
                </a:lnTo>
                <a:lnTo>
                  <a:pt x="25849" y="0"/>
                </a:lnTo>
                <a:lnTo>
                  <a:pt x="20769" y="0"/>
                </a:lnTo>
                <a:lnTo>
                  <a:pt x="18528" y="0"/>
                </a:lnTo>
                <a:lnTo>
                  <a:pt x="19275" y="0"/>
                </a:lnTo>
                <a:lnTo>
                  <a:pt x="16809" y="0"/>
                </a:lnTo>
                <a:lnTo>
                  <a:pt x="11206" y="0"/>
                </a:lnTo>
                <a:lnTo>
                  <a:pt x="5753" y="0"/>
                </a:lnTo>
                <a:lnTo>
                  <a:pt x="523" y="0"/>
                </a:lnTo>
                <a:lnTo>
                  <a:pt x="0" y="0"/>
                </a:lnTo>
                <a:lnTo>
                  <a:pt x="1718" y="0"/>
                </a:lnTo>
                <a:lnTo>
                  <a:pt x="8293" y="0"/>
                </a:lnTo>
                <a:lnTo>
                  <a:pt x="10534" y="0"/>
                </a:lnTo>
                <a:lnTo>
                  <a:pt x="15166" y="0"/>
                </a:lnTo>
                <a:lnTo>
                  <a:pt x="22263" y="0"/>
                </a:lnTo>
                <a:lnTo>
                  <a:pt x="26447" y="0"/>
                </a:lnTo>
                <a:lnTo>
                  <a:pt x="27792" y="0"/>
                </a:lnTo>
                <a:lnTo>
                  <a:pt x="28389" y="0"/>
                </a:lnTo>
                <a:lnTo>
                  <a:pt x="24803" y="0"/>
                </a:lnTo>
                <a:lnTo>
                  <a:pt x="25401" y="0"/>
                </a:lnTo>
                <a:lnTo>
                  <a:pt x="32125" y="0"/>
                </a:lnTo>
                <a:lnTo>
                  <a:pt x="31378" y="0"/>
                </a:lnTo>
                <a:lnTo>
                  <a:pt x="33096" y="0"/>
                </a:lnTo>
                <a:lnTo>
                  <a:pt x="40492" y="0"/>
                </a:lnTo>
                <a:lnTo>
                  <a:pt x="46095" y="0"/>
                </a:lnTo>
                <a:lnTo>
                  <a:pt x="47888" y="0"/>
                </a:lnTo>
                <a:lnTo>
                  <a:pt x="50428" y="0"/>
                </a:lnTo>
                <a:lnTo>
                  <a:pt x="55060" y="0"/>
                </a:lnTo>
                <a:lnTo>
                  <a:pt x="64623" y="0"/>
                </a:lnTo>
                <a:lnTo>
                  <a:pt x="68732" y="0"/>
                </a:lnTo>
                <a:lnTo>
                  <a:pt x="74484" y="0"/>
                </a:lnTo>
                <a:lnTo>
                  <a:pt x="80760" y="0"/>
                </a:lnTo>
                <a:lnTo>
                  <a:pt x="83673" y="0"/>
                </a:lnTo>
                <a:lnTo>
                  <a:pt x="103621" y="0"/>
                </a:lnTo>
                <a:lnTo>
                  <a:pt x="108028" y="0"/>
                </a:lnTo>
                <a:lnTo>
                  <a:pt x="112212" y="0"/>
                </a:lnTo>
                <a:lnTo>
                  <a:pt x="115275" y="0"/>
                </a:lnTo>
                <a:lnTo>
                  <a:pt x="118338" y="0"/>
                </a:lnTo>
                <a:lnTo>
                  <a:pt x="120505" y="0"/>
                </a:lnTo>
                <a:lnTo>
                  <a:pt x="123045" y="0"/>
                </a:lnTo>
                <a:lnTo>
                  <a:pt x="124464" y="0"/>
                </a:lnTo>
                <a:lnTo>
                  <a:pt x="127004" y="0"/>
                </a:lnTo>
                <a:lnTo>
                  <a:pt x="131263" y="0"/>
                </a:lnTo>
                <a:lnTo>
                  <a:pt x="136193" y="0"/>
                </a:lnTo>
                <a:lnTo>
                  <a:pt x="142693" y="0"/>
                </a:lnTo>
                <a:lnTo>
                  <a:pt x="146727" y="0"/>
                </a:lnTo>
                <a:lnTo>
                  <a:pt x="151285" y="0"/>
                </a:lnTo>
                <a:lnTo>
                  <a:pt x="155244" y="0"/>
                </a:lnTo>
                <a:lnTo>
                  <a:pt x="157784" y="0"/>
                </a:lnTo>
                <a:lnTo>
                  <a:pt x="158980" y="0"/>
                </a:lnTo>
                <a:lnTo>
                  <a:pt x="157859" y="0"/>
                </a:lnTo>
                <a:lnTo>
                  <a:pt x="154945" y="0"/>
                </a:lnTo>
                <a:lnTo>
                  <a:pt x="155767" y="0"/>
                </a:lnTo>
                <a:lnTo>
                  <a:pt x="161221" y="0"/>
                </a:lnTo>
                <a:lnTo>
                  <a:pt x="169215" y="0"/>
                </a:lnTo>
                <a:lnTo>
                  <a:pt x="175266" y="0"/>
                </a:lnTo>
                <a:lnTo>
                  <a:pt x="179226" y="0"/>
                </a:lnTo>
                <a:lnTo>
                  <a:pt x="183110" y="0"/>
                </a:lnTo>
                <a:lnTo>
                  <a:pt x="187966" y="0"/>
                </a:lnTo>
                <a:lnTo>
                  <a:pt x="192748" y="0"/>
                </a:lnTo>
                <a:lnTo>
                  <a:pt x="196483" y="0"/>
                </a:lnTo>
                <a:lnTo>
                  <a:pt x="205299" y="0"/>
                </a:lnTo>
                <a:close/>
              </a:path>
            </a:pathLst>
          </a:custGeom>
          <a:solidFill>
            <a:srgbClr val="E8E9E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ap - Indonesia"/>
          <p:cNvSpPr/>
          <p:nvPr/>
        </p:nvSpPr>
        <p:spPr>
          <a:xfrm>
            <a:off x="5173459" y="1290429"/>
            <a:ext cx="3419330" cy="1236780"/>
          </a:xfrm>
          <a:custGeom>
            <a:avLst/>
            <a:gdLst/>
            <a:ahLst/>
            <a:cxnLst/>
            <a:rect l="l" t="t" r="r" b="b"/>
            <a:pathLst>
              <a:path w="3419330" h="1236780">
                <a:moveTo>
                  <a:pt x="169962" y="311382"/>
                </a:moveTo>
                <a:lnTo>
                  <a:pt x="186099" y="332395"/>
                </a:lnTo>
                <a:lnTo>
                  <a:pt x="192673" y="335237"/>
                </a:lnTo>
                <a:lnTo>
                  <a:pt x="201414" y="344809"/>
                </a:lnTo>
                <a:lnTo>
                  <a:pt x="203580" y="348099"/>
                </a:lnTo>
                <a:lnTo>
                  <a:pt x="201339" y="354829"/>
                </a:lnTo>
                <a:lnTo>
                  <a:pt x="199397" y="373973"/>
                </a:lnTo>
                <a:lnTo>
                  <a:pt x="195213" y="378759"/>
                </a:lnTo>
                <a:lnTo>
                  <a:pt x="185053" y="376366"/>
                </a:lnTo>
                <a:lnTo>
                  <a:pt x="184978" y="373001"/>
                </a:lnTo>
                <a:lnTo>
                  <a:pt x="179076" y="358568"/>
                </a:lnTo>
                <a:lnTo>
                  <a:pt x="168393" y="350567"/>
                </a:lnTo>
                <a:lnTo>
                  <a:pt x="164209" y="350118"/>
                </a:lnTo>
                <a:lnTo>
                  <a:pt x="161519" y="341892"/>
                </a:lnTo>
                <a:lnTo>
                  <a:pt x="156140" y="332171"/>
                </a:lnTo>
                <a:lnTo>
                  <a:pt x="139854" y="314373"/>
                </a:lnTo>
                <a:lnTo>
                  <a:pt x="152181" y="314448"/>
                </a:lnTo>
                <a:lnTo>
                  <a:pt x="158158" y="310111"/>
                </a:lnTo>
                <a:lnTo>
                  <a:pt x="159577" y="306671"/>
                </a:lnTo>
                <a:lnTo>
                  <a:pt x="160548" y="305774"/>
                </a:lnTo>
                <a:lnTo>
                  <a:pt x="169962" y="311382"/>
                </a:lnTo>
                <a:close/>
                <a:moveTo>
                  <a:pt x="295621" y="553893"/>
                </a:moveTo>
                <a:lnTo>
                  <a:pt x="288748" y="554266"/>
                </a:lnTo>
                <a:lnTo>
                  <a:pt x="273956" y="545368"/>
                </a:lnTo>
                <a:lnTo>
                  <a:pt x="270519" y="541330"/>
                </a:lnTo>
                <a:lnTo>
                  <a:pt x="269623" y="535945"/>
                </a:lnTo>
                <a:lnTo>
                  <a:pt x="255503" y="515231"/>
                </a:lnTo>
                <a:lnTo>
                  <a:pt x="253635" y="510520"/>
                </a:lnTo>
                <a:lnTo>
                  <a:pt x="259163" y="493545"/>
                </a:lnTo>
                <a:lnTo>
                  <a:pt x="273582" y="489433"/>
                </a:lnTo>
                <a:lnTo>
                  <a:pt x="278363" y="492274"/>
                </a:lnTo>
                <a:lnTo>
                  <a:pt x="280007" y="499902"/>
                </a:lnTo>
                <a:lnTo>
                  <a:pt x="288225" y="513736"/>
                </a:lnTo>
                <a:lnTo>
                  <a:pt x="290914" y="521139"/>
                </a:lnTo>
                <a:lnTo>
                  <a:pt x="293006" y="524429"/>
                </a:lnTo>
                <a:lnTo>
                  <a:pt x="293828" y="526972"/>
                </a:lnTo>
                <a:lnTo>
                  <a:pt x="293156" y="528767"/>
                </a:lnTo>
                <a:lnTo>
                  <a:pt x="299058" y="537516"/>
                </a:lnTo>
                <a:lnTo>
                  <a:pt x="303316" y="542676"/>
                </a:lnTo>
                <a:lnTo>
                  <a:pt x="303615" y="550901"/>
                </a:lnTo>
                <a:lnTo>
                  <a:pt x="295621" y="553893"/>
                </a:lnTo>
                <a:close/>
                <a:moveTo>
                  <a:pt x="1601300" y="1065086"/>
                </a:moveTo>
                <a:lnTo>
                  <a:pt x="1591812" y="1080565"/>
                </a:lnTo>
                <a:lnTo>
                  <a:pt x="1595174" y="1083033"/>
                </a:lnTo>
                <a:lnTo>
                  <a:pt x="1597266" y="1085426"/>
                </a:lnTo>
                <a:lnTo>
                  <a:pt x="1581577" y="1088641"/>
                </a:lnTo>
                <a:lnTo>
                  <a:pt x="1575078" y="1086922"/>
                </a:lnTo>
                <a:lnTo>
                  <a:pt x="1571267" y="1087370"/>
                </a:lnTo>
                <a:lnTo>
                  <a:pt x="1555429" y="1084454"/>
                </a:lnTo>
                <a:lnTo>
                  <a:pt x="1544074" y="1080939"/>
                </a:lnTo>
                <a:lnTo>
                  <a:pt x="1542729" y="1078098"/>
                </a:lnTo>
                <a:lnTo>
                  <a:pt x="1543625" y="1074732"/>
                </a:lnTo>
                <a:lnTo>
                  <a:pt x="1546987" y="1075854"/>
                </a:lnTo>
                <a:lnTo>
                  <a:pt x="1555803" y="1076378"/>
                </a:lnTo>
                <a:lnTo>
                  <a:pt x="1559090" y="1074882"/>
                </a:lnTo>
                <a:lnTo>
                  <a:pt x="1559239" y="1064862"/>
                </a:lnTo>
                <a:lnTo>
                  <a:pt x="1557969" y="1051850"/>
                </a:lnTo>
                <a:lnTo>
                  <a:pt x="1569848" y="1041231"/>
                </a:lnTo>
                <a:lnTo>
                  <a:pt x="1576124" y="1036969"/>
                </a:lnTo>
                <a:lnTo>
                  <a:pt x="1583445" y="1034426"/>
                </a:lnTo>
                <a:lnTo>
                  <a:pt x="1601749" y="1040334"/>
                </a:lnTo>
                <a:lnTo>
                  <a:pt x="1604812" y="1041904"/>
                </a:lnTo>
                <a:lnTo>
                  <a:pt x="1607128" y="1044297"/>
                </a:lnTo>
                <a:lnTo>
                  <a:pt x="1608248" y="1048111"/>
                </a:lnTo>
                <a:lnTo>
                  <a:pt x="1601300" y="1065086"/>
                </a:lnTo>
                <a:close/>
                <a:moveTo>
                  <a:pt x="1512173" y="1030762"/>
                </a:moveTo>
                <a:lnTo>
                  <a:pt x="1519719" y="1034725"/>
                </a:lnTo>
                <a:lnTo>
                  <a:pt x="1530327" y="1046391"/>
                </a:lnTo>
                <a:lnTo>
                  <a:pt x="1531298" y="1049606"/>
                </a:lnTo>
                <a:lnTo>
                  <a:pt x="1528086" y="1052672"/>
                </a:lnTo>
                <a:lnTo>
                  <a:pt x="1520540" y="1057608"/>
                </a:lnTo>
                <a:lnTo>
                  <a:pt x="1503656" y="1065235"/>
                </a:lnTo>
                <a:lnTo>
                  <a:pt x="1500743" y="1068825"/>
                </a:lnTo>
                <a:lnTo>
                  <a:pt x="1497157" y="1075854"/>
                </a:lnTo>
                <a:lnTo>
                  <a:pt x="1496335" y="1078845"/>
                </a:lnTo>
                <a:lnTo>
                  <a:pt x="1495140" y="1080490"/>
                </a:lnTo>
                <a:lnTo>
                  <a:pt x="1493197" y="1081612"/>
                </a:lnTo>
                <a:lnTo>
                  <a:pt x="1489536" y="1082659"/>
                </a:lnTo>
                <a:lnTo>
                  <a:pt x="1485577" y="1081163"/>
                </a:lnTo>
                <a:lnTo>
                  <a:pt x="1489163" y="1076677"/>
                </a:lnTo>
                <a:lnTo>
                  <a:pt x="1489312" y="1071293"/>
                </a:lnTo>
                <a:lnTo>
                  <a:pt x="1486623" y="1066208"/>
                </a:lnTo>
                <a:lnTo>
                  <a:pt x="1482813" y="1062020"/>
                </a:lnTo>
                <a:lnTo>
                  <a:pt x="1475118" y="1056262"/>
                </a:lnTo>
                <a:lnTo>
                  <a:pt x="1466900" y="1051252"/>
                </a:lnTo>
                <a:lnTo>
                  <a:pt x="1458607" y="1048634"/>
                </a:lnTo>
                <a:lnTo>
                  <a:pt x="1449792" y="1047438"/>
                </a:lnTo>
                <a:lnTo>
                  <a:pt x="1446654" y="1044970"/>
                </a:lnTo>
                <a:lnTo>
                  <a:pt x="1441499" y="1038689"/>
                </a:lnTo>
                <a:lnTo>
                  <a:pt x="1439781" y="1035249"/>
                </a:lnTo>
                <a:lnTo>
                  <a:pt x="1438959" y="1031585"/>
                </a:lnTo>
                <a:lnTo>
                  <a:pt x="1439482" y="1028070"/>
                </a:lnTo>
                <a:lnTo>
                  <a:pt x="1441648" y="1027920"/>
                </a:lnTo>
                <a:lnTo>
                  <a:pt x="1450315" y="1028743"/>
                </a:lnTo>
                <a:lnTo>
                  <a:pt x="1466227" y="1032856"/>
                </a:lnTo>
                <a:lnTo>
                  <a:pt x="1474072" y="1033155"/>
                </a:lnTo>
                <a:lnTo>
                  <a:pt x="1478554" y="1032183"/>
                </a:lnTo>
                <a:lnTo>
                  <a:pt x="1490209" y="1024107"/>
                </a:lnTo>
                <a:lnTo>
                  <a:pt x="1492973" y="1024181"/>
                </a:lnTo>
                <a:lnTo>
                  <a:pt x="1504105" y="1027771"/>
                </a:lnTo>
                <a:lnTo>
                  <a:pt x="1512173" y="1030762"/>
                </a:lnTo>
                <a:close/>
                <a:moveTo>
                  <a:pt x="809764" y="545742"/>
                </a:moveTo>
                <a:lnTo>
                  <a:pt x="812305" y="550901"/>
                </a:lnTo>
                <a:lnTo>
                  <a:pt x="815816" y="555538"/>
                </a:lnTo>
                <a:lnTo>
                  <a:pt x="818431" y="560548"/>
                </a:lnTo>
                <a:lnTo>
                  <a:pt x="821942" y="584627"/>
                </a:lnTo>
                <a:lnTo>
                  <a:pt x="833671" y="605266"/>
                </a:lnTo>
                <a:lnTo>
                  <a:pt x="867439" y="613342"/>
                </a:lnTo>
                <a:lnTo>
                  <a:pt x="861911" y="616707"/>
                </a:lnTo>
                <a:lnTo>
                  <a:pt x="859147" y="619699"/>
                </a:lnTo>
                <a:lnTo>
                  <a:pt x="857055" y="623138"/>
                </a:lnTo>
                <a:lnTo>
                  <a:pt x="852049" y="637496"/>
                </a:lnTo>
                <a:lnTo>
                  <a:pt x="852572" y="640487"/>
                </a:lnTo>
                <a:lnTo>
                  <a:pt x="855486" y="645348"/>
                </a:lnTo>
                <a:lnTo>
                  <a:pt x="856158" y="650657"/>
                </a:lnTo>
                <a:lnTo>
                  <a:pt x="851975" y="650583"/>
                </a:lnTo>
                <a:lnTo>
                  <a:pt x="847193" y="649461"/>
                </a:lnTo>
                <a:lnTo>
                  <a:pt x="843383" y="647442"/>
                </a:lnTo>
                <a:lnTo>
                  <a:pt x="839872" y="644825"/>
                </a:lnTo>
                <a:lnTo>
                  <a:pt x="835987" y="642805"/>
                </a:lnTo>
                <a:lnTo>
                  <a:pt x="831878" y="641459"/>
                </a:lnTo>
                <a:lnTo>
                  <a:pt x="825005" y="637347"/>
                </a:lnTo>
                <a:lnTo>
                  <a:pt x="815741" y="634430"/>
                </a:lnTo>
                <a:lnTo>
                  <a:pt x="806253" y="632187"/>
                </a:lnTo>
                <a:lnTo>
                  <a:pt x="801621" y="626130"/>
                </a:lnTo>
                <a:lnTo>
                  <a:pt x="799455" y="618577"/>
                </a:lnTo>
                <a:lnTo>
                  <a:pt x="801771" y="607360"/>
                </a:lnTo>
                <a:lnTo>
                  <a:pt x="799455" y="604294"/>
                </a:lnTo>
                <a:lnTo>
                  <a:pt x="796018" y="601527"/>
                </a:lnTo>
                <a:lnTo>
                  <a:pt x="791909" y="593451"/>
                </a:lnTo>
                <a:lnTo>
                  <a:pt x="790340" y="584029"/>
                </a:lnTo>
                <a:lnTo>
                  <a:pt x="784289" y="580439"/>
                </a:lnTo>
                <a:lnTo>
                  <a:pt x="776370" y="578196"/>
                </a:lnTo>
                <a:lnTo>
                  <a:pt x="772933" y="576401"/>
                </a:lnTo>
                <a:lnTo>
                  <a:pt x="757244" y="579841"/>
                </a:lnTo>
                <a:lnTo>
                  <a:pt x="753509" y="579018"/>
                </a:lnTo>
                <a:lnTo>
                  <a:pt x="750147" y="576401"/>
                </a:lnTo>
                <a:lnTo>
                  <a:pt x="741556" y="573709"/>
                </a:lnTo>
                <a:lnTo>
                  <a:pt x="741929" y="568475"/>
                </a:lnTo>
                <a:lnTo>
                  <a:pt x="745889" y="564287"/>
                </a:lnTo>
                <a:lnTo>
                  <a:pt x="755227" y="560099"/>
                </a:lnTo>
                <a:lnTo>
                  <a:pt x="759635" y="556510"/>
                </a:lnTo>
                <a:lnTo>
                  <a:pt x="760532" y="551873"/>
                </a:lnTo>
                <a:lnTo>
                  <a:pt x="758813" y="548434"/>
                </a:lnTo>
                <a:lnTo>
                  <a:pt x="759486" y="544844"/>
                </a:lnTo>
                <a:lnTo>
                  <a:pt x="762474" y="541404"/>
                </a:lnTo>
                <a:lnTo>
                  <a:pt x="765985" y="538712"/>
                </a:lnTo>
                <a:lnTo>
                  <a:pt x="775324" y="535123"/>
                </a:lnTo>
                <a:lnTo>
                  <a:pt x="779433" y="541330"/>
                </a:lnTo>
                <a:lnTo>
                  <a:pt x="781525" y="546564"/>
                </a:lnTo>
                <a:lnTo>
                  <a:pt x="783990" y="550378"/>
                </a:lnTo>
                <a:lnTo>
                  <a:pt x="787950" y="544994"/>
                </a:lnTo>
                <a:lnTo>
                  <a:pt x="785410" y="535646"/>
                </a:lnTo>
                <a:lnTo>
                  <a:pt x="792582" y="533552"/>
                </a:lnTo>
                <a:lnTo>
                  <a:pt x="799604" y="533478"/>
                </a:lnTo>
                <a:lnTo>
                  <a:pt x="804908" y="536020"/>
                </a:lnTo>
                <a:lnTo>
                  <a:pt x="808345" y="540058"/>
                </a:lnTo>
                <a:lnTo>
                  <a:pt x="809764" y="545742"/>
                </a:lnTo>
                <a:close/>
                <a:moveTo>
                  <a:pt x="2089819" y="761256"/>
                </a:moveTo>
                <a:lnTo>
                  <a:pt x="2091537" y="777334"/>
                </a:lnTo>
                <a:lnTo>
                  <a:pt x="2091014" y="781596"/>
                </a:lnTo>
                <a:lnTo>
                  <a:pt x="2086756" y="775390"/>
                </a:lnTo>
                <a:lnTo>
                  <a:pt x="2085261" y="774118"/>
                </a:lnTo>
                <a:lnTo>
                  <a:pt x="2084141" y="775390"/>
                </a:lnTo>
                <a:lnTo>
                  <a:pt x="2082647" y="776063"/>
                </a:lnTo>
                <a:lnTo>
                  <a:pt x="2080480" y="775988"/>
                </a:lnTo>
                <a:lnTo>
                  <a:pt x="2077716" y="782269"/>
                </a:lnTo>
                <a:lnTo>
                  <a:pt x="2077492" y="788102"/>
                </a:lnTo>
                <a:lnTo>
                  <a:pt x="2075400" y="792066"/>
                </a:lnTo>
                <a:lnTo>
                  <a:pt x="2074279" y="805152"/>
                </a:lnTo>
                <a:lnTo>
                  <a:pt x="2074952" y="808741"/>
                </a:lnTo>
                <a:lnTo>
                  <a:pt x="2078239" y="806947"/>
                </a:lnTo>
                <a:lnTo>
                  <a:pt x="2080181" y="806498"/>
                </a:lnTo>
                <a:lnTo>
                  <a:pt x="2087577" y="811583"/>
                </a:lnTo>
                <a:lnTo>
                  <a:pt x="2091462" y="815247"/>
                </a:lnTo>
                <a:lnTo>
                  <a:pt x="2090342" y="819734"/>
                </a:lnTo>
                <a:lnTo>
                  <a:pt x="2085411" y="824221"/>
                </a:lnTo>
                <a:lnTo>
                  <a:pt x="2079584" y="826165"/>
                </a:lnTo>
                <a:lnTo>
                  <a:pt x="2075325" y="824296"/>
                </a:lnTo>
                <a:lnTo>
                  <a:pt x="2074055" y="825193"/>
                </a:lnTo>
                <a:lnTo>
                  <a:pt x="2071515" y="827511"/>
                </a:lnTo>
                <a:lnTo>
                  <a:pt x="2069573" y="830502"/>
                </a:lnTo>
                <a:lnTo>
                  <a:pt x="2070096" y="833643"/>
                </a:lnTo>
                <a:lnTo>
                  <a:pt x="2065165" y="842542"/>
                </a:lnTo>
                <a:lnTo>
                  <a:pt x="2062326" y="845010"/>
                </a:lnTo>
                <a:lnTo>
                  <a:pt x="2056424" y="842317"/>
                </a:lnTo>
                <a:lnTo>
                  <a:pt x="2052763" y="844636"/>
                </a:lnTo>
                <a:lnTo>
                  <a:pt x="2049850" y="844411"/>
                </a:lnTo>
                <a:lnTo>
                  <a:pt x="2045367" y="835587"/>
                </a:lnTo>
                <a:lnTo>
                  <a:pt x="2045442" y="831400"/>
                </a:lnTo>
                <a:lnTo>
                  <a:pt x="2049626" y="826688"/>
                </a:lnTo>
                <a:lnTo>
                  <a:pt x="2049700" y="823323"/>
                </a:lnTo>
                <a:lnTo>
                  <a:pt x="2051717" y="819584"/>
                </a:lnTo>
                <a:lnTo>
                  <a:pt x="2056275" y="814425"/>
                </a:lnTo>
                <a:lnTo>
                  <a:pt x="2058964" y="810536"/>
                </a:lnTo>
                <a:lnTo>
                  <a:pt x="2059039" y="808068"/>
                </a:lnTo>
                <a:lnTo>
                  <a:pt x="2060981" y="798721"/>
                </a:lnTo>
                <a:lnTo>
                  <a:pt x="2061728" y="794832"/>
                </a:lnTo>
                <a:lnTo>
                  <a:pt x="2062998" y="790645"/>
                </a:lnTo>
                <a:lnTo>
                  <a:pt x="2065090" y="782195"/>
                </a:lnTo>
                <a:lnTo>
                  <a:pt x="2065389" y="766267"/>
                </a:lnTo>
                <a:lnTo>
                  <a:pt x="2072412" y="753180"/>
                </a:lnTo>
                <a:lnTo>
                  <a:pt x="2079210" y="749591"/>
                </a:lnTo>
                <a:lnTo>
                  <a:pt x="2081974" y="748992"/>
                </a:lnTo>
                <a:lnTo>
                  <a:pt x="2081526" y="752507"/>
                </a:lnTo>
                <a:lnTo>
                  <a:pt x="2089819" y="761256"/>
                </a:lnTo>
                <a:close/>
                <a:moveTo>
                  <a:pt x="2049850" y="814948"/>
                </a:moveTo>
                <a:lnTo>
                  <a:pt x="2047907" y="819958"/>
                </a:lnTo>
                <a:lnTo>
                  <a:pt x="2043798" y="823847"/>
                </a:lnTo>
                <a:lnTo>
                  <a:pt x="2040511" y="824071"/>
                </a:lnTo>
                <a:lnTo>
                  <a:pt x="2037074" y="823323"/>
                </a:lnTo>
                <a:lnTo>
                  <a:pt x="2030948" y="819884"/>
                </a:lnTo>
                <a:lnTo>
                  <a:pt x="2029380" y="823473"/>
                </a:lnTo>
                <a:lnTo>
                  <a:pt x="2024598" y="823323"/>
                </a:lnTo>
                <a:lnTo>
                  <a:pt x="2022805" y="818762"/>
                </a:lnTo>
                <a:lnTo>
                  <a:pt x="2026242" y="805152"/>
                </a:lnTo>
                <a:lnTo>
                  <a:pt x="2031247" y="800067"/>
                </a:lnTo>
                <a:lnTo>
                  <a:pt x="2030799" y="794758"/>
                </a:lnTo>
                <a:lnTo>
                  <a:pt x="2026615" y="783391"/>
                </a:lnTo>
                <a:lnTo>
                  <a:pt x="2029230" y="777409"/>
                </a:lnTo>
                <a:lnTo>
                  <a:pt x="2040810" y="772922"/>
                </a:lnTo>
                <a:lnTo>
                  <a:pt x="2050970" y="767463"/>
                </a:lnTo>
                <a:lnTo>
                  <a:pt x="2054108" y="766341"/>
                </a:lnTo>
                <a:lnTo>
                  <a:pt x="2056947" y="770529"/>
                </a:lnTo>
                <a:lnTo>
                  <a:pt x="2058441" y="789897"/>
                </a:lnTo>
                <a:lnTo>
                  <a:pt x="2047534" y="805227"/>
                </a:lnTo>
                <a:lnTo>
                  <a:pt x="2049850" y="814948"/>
                </a:lnTo>
                <a:close/>
                <a:moveTo>
                  <a:pt x="979353" y="144998"/>
                </a:moveTo>
                <a:lnTo>
                  <a:pt x="969192" y="147765"/>
                </a:lnTo>
                <a:lnTo>
                  <a:pt x="963216" y="143876"/>
                </a:lnTo>
                <a:lnTo>
                  <a:pt x="969641" y="139165"/>
                </a:lnTo>
                <a:lnTo>
                  <a:pt x="971882" y="138866"/>
                </a:lnTo>
                <a:lnTo>
                  <a:pt x="973376" y="137894"/>
                </a:lnTo>
                <a:lnTo>
                  <a:pt x="973899" y="136024"/>
                </a:lnTo>
                <a:lnTo>
                  <a:pt x="962319" y="132883"/>
                </a:lnTo>
                <a:lnTo>
                  <a:pt x="959107" y="130117"/>
                </a:lnTo>
                <a:lnTo>
                  <a:pt x="955894" y="123087"/>
                </a:lnTo>
                <a:lnTo>
                  <a:pt x="956044" y="118600"/>
                </a:lnTo>
                <a:lnTo>
                  <a:pt x="970836" y="106860"/>
                </a:lnTo>
                <a:lnTo>
                  <a:pt x="974272" y="105589"/>
                </a:lnTo>
                <a:lnTo>
                  <a:pt x="974870" y="110449"/>
                </a:lnTo>
                <a:lnTo>
                  <a:pt x="985105" y="122863"/>
                </a:lnTo>
                <a:lnTo>
                  <a:pt x="985553" y="131089"/>
                </a:lnTo>
                <a:lnTo>
                  <a:pt x="985180" y="134080"/>
                </a:lnTo>
                <a:lnTo>
                  <a:pt x="979353" y="144998"/>
                </a:lnTo>
                <a:close/>
                <a:moveTo>
                  <a:pt x="971209" y="645124"/>
                </a:moveTo>
                <a:lnTo>
                  <a:pt x="970089" y="652975"/>
                </a:lnTo>
                <a:lnTo>
                  <a:pt x="968221" y="655967"/>
                </a:lnTo>
                <a:lnTo>
                  <a:pt x="962020" y="659855"/>
                </a:lnTo>
                <a:lnTo>
                  <a:pt x="959854" y="662248"/>
                </a:lnTo>
                <a:lnTo>
                  <a:pt x="954026" y="661874"/>
                </a:lnTo>
                <a:lnTo>
                  <a:pt x="953279" y="657761"/>
                </a:lnTo>
                <a:lnTo>
                  <a:pt x="951337" y="654920"/>
                </a:lnTo>
                <a:lnTo>
                  <a:pt x="945136" y="651704"/>
                </a:lnTo>
                <a:lnTo>
                  <a:pt x="943567" y="652527"/>
                </a:lnTo>
                <a:lnTo>
                  <a:pt x="942447" y="657313"/>
                </a:lnTo>
                <a:lnTo>
                  <a:pt x="930344" y="660678"/>
                </a:lnTo>
                <a:lnTo>
                  <a:pt x="926907" y="660902"/>
                </a:lnTo>
                <a:lnTo>
                  <a:pt x="928626" y="654621"/>
                </a:lnTo>
                <a:lnTo>
                  <a:pt x="925488" y="649610"/>
                </a:lnTo>
                <a:lnTo>
                  <a:pt x="925264" y="643553"/>
                </a:lnTo>
                <a:lnTo>
                  <a:pt x="924666" y="640861"/>
                </a:lnTo>
                <a:lnTo>
                  <a:pt x="923097" y="639291"/>
                </a:lnTo>
                <a:lnTo>
                  <a:pt x="926235" y="635028"/>
                </a:lnTo>
                <a:lnTo>
                  <a:pt x="925712" y="630317"/>
                </a:lnTo>
                <a:lnTo>
                  <a:pt x="928999" y="625232"/>
                </a:lnTo>
                <a:lnTo>
                  <a:pt x="930792" y="612819"/>
                </a:lnTo>
                <a:lnTo>
                  <a:pt x="943642" y="610127"/>
                </a:lnTo>
                <a:lnTo>
                  <a:pt x="946406" y="612370"/>
                </a:lnTo>
                <a:lnTo>
                  <a:pt x="961273" y="615137"/>
                </a:lnTo>
                <a:lnTo>
                  <a:pt x="971807" y="622615"/>
                </a:lnTo>
                <a:lnTo>
                  <a:pt x="977485" y="632561"/>
                </a:lnTo>
                <a:lnTo>
                  <a:pt x="971209" y="645124"/>
                </a:lnTo>
                <a:close/>
                <a:moveTo>
                  <a:pt x="3001486" y="469616"/>
                </a:moveTo>
                <a:lnTo>
                  <a:pt x="3017398" y="472532"/>
                </a:lnTo>
                <a:lnTo>
                  <a:pt x="3023151" y="472383"/>
                </a:lnTo>
                <a:lnTo>
                  <a:pt x="3028829" y="475748"/>
                </a:lnTo>
                <a:lnTo>
                  <a:pt x="3035702" y="474177"/>
                </a:lnTo>
                <a:lnTo>
                  <a:pt x="3039662" y="475224"/>
                </a:lnTo>
                <a:lnTo>
                  <a:pt x="3052736" y="486591"/>
                </a:lnTo>
                <a:lnTo>
                  <a:pt x="3059160" y="494069"/>
                </a:lnTo>
                <a:lnTo>
                  <a:pt x="3068723" y="500575"/>
                </a:lnTo>
                <a:lnTo>
                  <a:pt x="3075596" y="502743"/>
                </a:lnTo>
                <a:lnTo>
                  <a:pt x="3070367" y="508651"/>
                </a:lnTo>
                <a:lnTo>
                  <a:pt x="3059908" y="511792"/>
                </a:lnTo>
                <a:lnTo>
                  <a:pt x="3055799" y="511941"/>
                </a:lnTo>
                <a:lnTo>
                  <a:pt x="3047805" y="508427"/>
                </a:lnTo>
                <a:lnTo>
                  <a:pt x="3041230" y="509025"/>
                </a:lnTo>
                <a:lnTo>
                  <a:pt x="3035553" y="504613"/>
                </a:lnTo>
                <a:lnTo>
                  <a:pt x="3034581" y="497808"/>
                </a:lnTo>
                <a:lnTo>
                  <a:pt x="3028679" y="482478"/>
                </a:lnTo>
                <a:lnTo>
                  <a:pt x="3021134" y="486890"/>
                </a:lnTo>
                <a:lnTo>
                  <a:pt x="3012019" y="479786"/>
                </a:lnTo>
                <a:lnTo>
                  <a:pt x="3009554" y="479636"/>
                </a:lnTo>
                <a:lnTo>
                  <a:pt x="3008956" y="480833"/>
                </a:lnTo>
                <a:lnTo>
                  <a:pt x="3005146" y="478440"/>
                </a:lnTo>
                <a:lnTo>
                  <a:pt x="3001859" y="473654"/>
                </a:lnTo>
                <a:lnTo>
                  <a:pt x="3001486" y="469616"/>
                </a:lnTo>
                <a:close/>
                <a:moveTo>
                  <a:pt x="3008284" y="539984"/>
                </a:moveTo>
                <a:lnTo>
                  <a:pt x="3037794" y="543722"/>
                </a:lnTo>
                <a:lnTo>
                  <a:pt x="3045788" y="543274"/>
                </a:lnTo>
                <a:lnTo>
                  <a:pt x="3062672" y="544695"/>
                </a:lnTo>
                <a:lnTo>
                  <a:pt x="3076717" y="549705"/>
                </a:lnTo>
                <a:lnTo>
                  <a:pt x="3101296" y="550602"/>
                </a:lnTo>
                <a:lnTo>
                  <a:pt x="3108617" y="552098"/>
                </a:lnTo>
                <a:lnTo>
                  <a:pt x="3114295" y="555538"/>
                </a:lnTo>
                <a:lnTo>
                  <a:pt x="3100549" y="558379"/>
                </a:lnTo>
                <a:lnTo>
                  <a:pt x="3094049" y="560997"/>
                </a:lnTo>
                <a:lnTo>
                  <a:pt x="3082021" y="562268"/>
                </a:lnTo>
                <a:lnTo>
                  <a:pt x="3071936" y="560922"/>
                </a:lnTo>
                <a:lnTo>
                  <a:pt x="3064614" y="562567"/>
                </a:lnTo>
                <a:lnTo>
                  <a:pt x="3061999" y="559950"/>
                </a:lnTo>
                <a:lnTo>
                  <a:pt x="3051241" y="557332"/>
                </a:lnTo>
                <a:lnTo>
                  <a:pt x="3037570" y="551948"/>
                </a:lnTo>
                <a:lnTo>
                  <a:pt x="3009330" y="545667"/>
                </a:lnTo>
                <a:lnTo>
                  <a:pt x="3007985" y="541778"/>
                </a:lnTo>
                <a:lnTo>
                  <a:pt x="3008284" y="539984"/>
                </a:lnTo>
                <a:close/>
                <a:moveTo>
                  <a:pt x="2660068" y="421234"/>
                </a:moveTo>
                <a:lnTo>
                  <a:pt x="2673067" y="424449"/>
                </a:lnTo>
                <a:lnTo>
                  <a:pt x="2675981" y="423926"/>
                </a:lnTo>
                <a:lnTo>
                  <a:pt x="2694733" y="432151"/>
                </a:lnTo>
                <a:lnTo>
                  <a:pt x="2697721" y="436189"/>
                </a:lnTo>
                <a:lnTo>
                  <a:pt x="2696675" y="438956"/>
                </a:lnTo>
                <a:lnTo>
                  <a:pt x="2699439" y="442620"/>
                </a:lnTo>
                <a:lnTo>
                  <a:pt x="2693313" y="448304"/>
                </a:lnTo>
                <a:lnTo>
                  <a:pt x="2690325" y="448902"/>
                </a:lnTo>
                <a:lnTo>
                  <a:pt x="2687337" y="446808"/>
                </a:lnTo>
                <a:lnTo>
                  <a:pt x="2681360" y="445612"/>
                </a:lnTo>
                <a:lnTo>
                  <a:pt x="2674412" y="447930"/>
                </a:lnTo>
                <a:lnTo>
                  <a:pt x="2670004" y="446210"/>
                </a:lnTo>
                <a:lnTo>
                  <a:pt x="2666344" y="440975"/>
                </a:lnTo>
                <a:lnTo>
                  <a:pt x="2659695" y="437835"/>
                </a:lnTo>
                <a:lnTo>
                  <a:pt x="2650356" y="426992"/>
                </a:lnTo>
                <a:lnTo>
                  <a:pt x="2645799" y="427365"/>
                </a:lnTo>
                <a:lnTo>
                  <a:pt x="2646994" y="431628"/>
                </a:lnTo>
                <a:lnTo>
                  <a:pt x="2650954" y="434470"/>
                </a:lnTo>
                <a:lnTo>
                  <a:pt x="2656183" y="442695"/>
                </a:lnTo>
                <a:lnTo>
                  <a:pt x="2659246" y="443518"/>
                </a:lnTo>
                <a:lnTo>
                  <a:pt x="2662309" y="443219"/>
                </a:lnTo>
                <a:lnTo>
                  <a:pt x="2666493" y="446659"/>
                </a:lnTo>
                <a:lnTo>
                  <a:pt x="2666269" y="452043"/>
                </a:lnTo>
                <a:lnTo>
                  <a:pt x="2655361" y="454137"/>
                </a:lnTo>
                <a:lnTo>
                  <a:pt x="2651626" y="450248"/>
                </a:lnTo>
                <a:lnTo>
                  <a:pt x="2650804" y="443144"/>
                </a:lnTo>
                <a:lnTo>
                  <a:pt x="2644678" y="445537"/>
                </a:lnTo>
                <a:lnTo>
                  <a:pt x="2642287" y="448005"/>
                </a:lnTo>
                <a:lnTo>
                  <a:pt x="2640494" y="448304"/>
                </a:lnTo>
                <a:lnTo>
                  <a:pt x="2636385" y="440901"/>
                </a:lnTo>
                <a:lnTo>
                  <a:pt x="2624806" y="440527"/>
                </a:lnTo>
                <a:lnTo>
                  <a:pt x="2617036" y="436638"/>
                </a:lnTo>
                <a:lnTo>
                  <a:pt x="2620846" y="432525"/>
                </a:lnTo>
                <a:lnTo>
                  <a:pt x="2621369" y="428487"/>
                </a:lnTo>
                <a:lnTo>
                  <a:pt x="2626449" y="426393"/>
                </a:lnTo>
                <a:lnTo>
                  <a:pt x="2631529" y="428263"/>
                </a:lnTo>
                <a:lnTo>
                  <a:pt x="2636684" y="425421"/>
                </a:lnTo>
                <a:lnTo>
                  <a:pt x="2640270" y="426169"/>
                </a:lnTo>
                <a:lnTo>
                  <a:pt x="2642960" y="424299"/>
                </a:lnTo>
                <a:lnTo>
                  <a:pt x="2653270" y="423178"/>
                </a:lnTo>
                <a:lnTo>
                  <a:pt x="2660068" y="421234"/>
                </a:lnTo>
                <a:close/>
                <a:moveTo>
                  <a:pt x="2483831" y="267487"/>
                </a:moveTo>
                <a:lnTo>
                  <a:pt x="2472027" y="268758"/>
                </a:lnTo>
                <a:lnTo>
                  <a:pt x="2469337" y="265168"/>
                </a:lnTo>
                <a:lnTo>
                  <a:pt x="2466200" y="249166"/>
                </a:lnTo>
                <a:lnTo>
                  <a:pt x="2474567" y="236304"/>
                </a:lnTo>
                <a:lnTo>
                  <a:pt x="2485176" y="228676"/>
                </a:lnTo>
                <a:lnTo>
                  <a:pt x="2492422" y="226807"/>
                </a:lnTo>
                <a:lnTo>
                  <a:pt x="2494888" y="226657"/>
                </a:lnTo>
                <a:lnTo>
                  <a:pt x="2501313" y="235930"/>
                </a:lnTo>
                <a:lnTo>
                  <a:pt x="2496457" y="254625"/>
                </a:lnTo>
                <a:lnTo>
                  <a:pt x="2490853" y="264122"/>
                </a:lnTo>
                <a:lnTo>
                  <a:pt x="2483831" y="267487"/>
                </a:lnTo>
                <a:close/>
                <a:moveTo>
                  <a:pt x="2461344" y="545143"/>
                </a:moveTo>
                <a:lnTo>
                  <a:pt x="2456786" y="548134"/>
                </a:lnTo>
                <a:lnTo>
                  <a:pt x="2454470" y="548957"/>
                </a:lnTo>
                <a:lnTo>
                  <a:pt x="2443488" y="546938"/>
                </a:lnTo>
                <a:lnTo>
                  <a:pt x="2430564" y="547387"/>
                </a:lnTo>
                <a:lnTo>
                  <a:pt x="2417191" y="550228"/>
                </a:lnTo>
                <a:lnTo>
                  <a:pt x="2409421" y="547835"/>
                </a:lnTo>
                <a:lnTo>
                  <a:pt x="2404491" y="543947"/>
                </a:lnTo>
                <a:lnTo>
                  <a:pt x="2404715" y="539834"/>
                </a:lnTo>
                <a:lnTo>
                  <a:pt x="2409347" y="529664"/>
                </a:lnTo>
                <a:lnTo>
                  <a:pt x="2419432" y="521962"/>
                </a:lnTo>
                <a:lnTo>
                  <a:pt x="2423541" y="520541"/>
                </a:lnTo>
                <a:lnTo>
                  <a:pt x="2430713" y="522635"/>
                </a:lnTo>
                <a:lnTo>
                  <a:pt x="2442816" y="528542"/>
                </a:lnTo>
                <a:lnTo>
                  <a:pt x="2452379" y="535497"/>
                </a:lnTo>
                <a:lnTo>
                  <a:pt x="2461045" y="540881"/>
                </a:lnTo>
                <a:lnTo>
                  <a:pt x="2461344" y="545143"/>
                </a:lnTo>
                <a:close/>
                <a:moveTo>
                  <a:pt x="2304605" y="604219"/>
                </a:moveTo>
                <a:lnTo>
                  <a:pt x="2303335" y="605565"/>
                </a:lnTo>
                <a:lnTo>
                  <a:pt x="2298853" y="601527"/>
                </a:lnTo>
                <a:lnTo>
                  <a:pt x="2295864" y="590161"/>
                </a:lnTo>
                <a:lnTo>
                  <a:pt x="2293250" y="587095"/>
                </a:lnTo>
                <a:lnTo>
                  <a:pt x="2290261" y="576252"/>
                </a:lnTo>
                <a:lnTo>
                  <a:pt x="2291008" y="573186"/>
                </a:lnTo>
                <a:lnTo>
                  <a:pt x="2294744" y="568624"/>
                </a:lnTo>
                <a:lnTo>
                  <a:pt x="2297732" y="568699"/>
                </a:lnTo>
                <a:lnTo>
                  <a:pt x="2299973" y="571391"/>
                </a:lnTo>
                <a:lnTo>
                  <a:pt x="2298703" y="583057"/>
                </a:lnTo>
                <a:lnTo>
                  <a:pt x="2305427" y="597863"/>
                </a:lnTo>
                <a:lnTo>
                  <a:pt x="2304605" y="604219"/>
                </a:lnTo>
                <a:close/>
                <a:moveTo>
                  <a:pt x="2302289" y="554790"/>
                </a:moveTo>
                <a:lnTo>
                  <a:pt x="2325300" y="557258"/>
                </a:lnTo>
                <a:lnTo>
                  <a:pt x="2322012" y="559950"/>
                </a:lnTo>
                <a:lnTo>
                  <a:pt x="2297209" y="564287"/>
                </a:lnTo>
                <a:lnTo>
                  <a:pt x="2288468" y="563464"/>
                </a:lnTo>
                <a:lnTo>
                  <a:pt x="2261573" y="566007"/>
                </a:lnTo>
                <a:lnTo>
                  <a:pt x="2258137" y="565857"/>
                </a:lnTo>
                <a:lnTo>
                  <a:pt x="2257614" y="561670"/>
                </a:lnTo>
                <a:lnTo>
                  <a:pt x="2254700" y="558753"/>
                </a:lnTo>
                <a:lnTo>
                  <a:pt x="2259033" y="556211"/>
                </a:lnTo>
                <a:lnTo>
                  <a:pt x="2264711" y="555612"/>
                </a:lnTo>
                <a:lnTo>
                  <a:pt x="2279578" y="556585"/>
                </a:lnTo>
                <a:lnTo>
                  <a:pt x="2302289" y="554790"/>
                </a:lnTo>
                <a:close/>
                <a:moveTo>
                  <a:pt x="2223547" y="548434"/>
                </a:moveTo>
                <a:lnTo>
                  <a:pt x="2230495" y="551126"/>
                </a:lnTo>
                <a:lnTo>
                  <a:pt x="2232960" y="551126"/>
                </a:lnTo>
                <a:lnTo>
                  <a:pt x="2235276" y="547985"/>
                </a:lnTo>
                <a:lnTo>
                  <a:pt x="2236695" y="547536"/>
                </a:lnTo>
                <a:lnTo>
                  <a:pt x="2239833" y="549032"/>
                </a:lnTo>
                <a:lnTo>
                  <a:pt x="2240580" y="554042"/>
                </a:lnTo>
                <a:lnTo>
                  <a:pt x="2245063" y="553369"/>
                </a:lnTo>
                <a:lnTo>
                  <a:pt x="2248574" y="555089"/>
                </a:lnTo>
                <a:lnTo>
                  <a:pt x="2249695" y="556285"/>
                </a:lnTo>
                <a:lnTo>
                  <a:pt x="2249246" y="561296"/>
                </a:lnTo>
                <a:lnTo>
                  <a:pt x="2235874" y="562193"/>
                </a:lnTo>
                <a:lnTo>
                  <a:pt x="2226311" y="566231"/>
                </a:lnTo>
                <a:lnTo>
                  <a:pt x="2213386" y="562567"/>
                </a:lnTo>
                <a:lnTo>
                  <a:pt x="2198818" y="568848"/>
                </a:lnTo>
                <a:lnTo>
                  <a:pt x="2190003" y="571017"/>
                </a:lnTo>
                <a:lnTo>
                  <a:pt x="2182308" y="570867"/>
                </a:lnTo>
                <a:lnTo>
                  <a:pt x="2175733" y="559950"/>
                </a:lnTo>
                <a:lnTo>
                  <a:pt x="2179543" y="547162"/>
                </a:lnTo>
                <a:lnTo>
                  <a:pt x="2182308" y="544994"/>
                </a:lnTo>
                <a:lnTo>
                  <a:pt x="2187164" y="543872"/>
                </a:lnTo>
                <a:lnTo>
                  <a:pt x="2200686" y="543274"/>
                </a:lnTo>
                <a:lnTo>
                  <a:pt x="2223547" y="548434"/>
                </a:lnTo>
                <a:close/>
                <a:moveTo>
                  <a:pt x="2698393" y="1019171"/>
                </a:moveTo>
                <a:lnTo>
                  <a:pt x="2697123" y="1019994"/>
                </a:lnTo>
                <a:lnTo>
                  <a:pt x="2687860" y="1019022"/>
                </a:lnTo>
                <a:lnTo>
                  <a:pt x="2682555" y="1018947"/>
                </a:lnTo>
                <a:lnTo>
                  <a:pt x="2683228" y="1013338"/>
                </a:lnTo>
                <a:lnTo>
                  <a:pt x="2680538" y="1009076"/>
                </a:lnTo>
                <a:lnTo>
                  <a:pt x="2684274" y="1002869"/>
                </a:lnTo>
                <a:lnTo>
                  <a:pt x="2684348" y="995616"/>
                </a:lnTo>
                <a:lnTo>
                  <a:pt x="2688233" y="994643"/>
                </a:lnTo>
                <a:lnTo>
                  <a:pt x="2688756" y="990531"/>
                </a:lnTo>
                <a:lnTo>
                  <a:pt x="2693463" y="979613"/>
                </a:lnTo>
                <a:lnTo>
                  <a:pt x="2696227" y="977145"/>
                </a:lnTo>
                <a:lnTo>
                  <a:pt x="2700112" y="976173"/>
                </a:lnTo>
                <a:lnTo>
                  <a:pt x="2704744" y="969817"/>
                </a:lnTo>
                <a:lnTo>
                  <a:pt x="2707358" y="967947"/>
                </a:lnTo>
                <a:lnTo>
                  <a:pt x="2710123" y="963161"/>
                </a:lnTo>
                <a:lnTo>
                  <a:pt x="2714008" y="960918"/>
                </a:lnTo>
                <a:lnTo>
                  <a:pt x="2713709" y="956730"/>
                </a:lnTo>
                <a:lnTo>
                  <a:pt x="2715950" y="954562"/>
                </a:lnTo>
                <a:lnTo>
                  <a:pt x="2722076" y="952842"/>
                </a:lnTo>
                <a:lnTo>
                  <a:pt x="2726409" y="954861"/>
                </a:lnTo>
                <a:lnTo>
                  <a:pt x="2729024" y="959123"/>
                </a:lnTo>
                <a:lnTo>
                  <a:pt x="2722151" y="964358"/>
                </a:lnTo>
                <a:lnTo>
                  <a:pt x="2725662" y="977220"/>
                </a:lnTo>
                <a:lnTo>
                  <a:pt x="2720657" y="991204"/>
                </a:lnTo>
                <a:lnTo>
                  <a:pt x="2717369" y="995391"/>
                </a:lnTo>
                <a:lnTo>
                  <a:pt x="2711243" y="999055"/>
                </a:lnTo>
                <a:lnTo>
                  <a:pt x="2709450" y="1002495"/>
                </a:lnTo>
                <a:lnTo>
                  <a:pt x="2702204" y="1009375"/>
                </a:lnTo>
                <a:lnTo>
                  <a:pt x="2700037" y="1015283"/>
                </a:lnTo>
                <a:lnTo>
                  <a:pt x="2699664" y="1017750"/>
                </a:lnTo>
                <a:lnTo>
                  <a:pt x="2698393" y="1019171"/>
                </a:lnTo>
                <a:close/>
                <a:moveTo>
                  <a:pt x="2360338" y="994344"/>
                </a:moveTo>
                <a:lnTo>
                  <a:pt x="2361309" y="998009"/>
                </a:lnTo>
                <a:lnTo>
                  <a:pt x="2361234" y="999579"/>
                </a:lnTo>
                <a:lnTo>
                  <a:pt x="2352269" y="1000775"/>
                </a:lnTo>
                <a:lnTo>
                  <a:pt x="2343603" y="1004814"/>
                </a:lnTo>
                <a:lnTo>
                  <a:pt x="2339195" y="1009450"/>
                </a:lnTo>
                <a:lnTo>
                  <a:pt x="2335759" y="1015432"/>
                </a:lnTo>
                <a:lnTo>
                  <a:pt x="2323880" y="1013039"/>
                </a:lnTo>
                <a:lnTo>
                  <a:pt x="2313272" y="1012591"/>
                </a:lnTo>
                <a:lnTo>
                  <a:pt x="2308565" y="1010497"/>
                </a:lnTo>
                <a:lnTo>
                  <a:pt x="2303485" y="1010646"/>
                </a:lnTo>
                <a:lnTo>
                  <a:pt x="2296910" y="1012516"/>
                </a:lnTo>
                <a:lnTo>
                  <a:pt x="2287497" y="1017601"/>
                </a:lnTo>
                <a:lnTo>
                  <a:pt x="2285405" y="1018049"/>
                </a:lnTo>
                <a:lnTo>
                  <a:pt x="2286152" y="1010272"/>
                </a:lnTo>
                <a:lnTo>
                  <a:pt x="2288767" y="1005487"/>
                </a:lnTo>
                <a:lnTo>
                  <a:pt x="2298629" y="993970"/>
                </a:lnTo>
                <a:lnTo>
                  <a:pt x="2306847" y="996513"/>
                </a:lnTo>
                <a:lnTo>
                  <a:pt x="2316484" y="997261"/>
                </a:lnTo>
                <a:lnTo>
                  <a:pt x="2327317" y="995017"/>
                </a:lnTo>
                <a:lnTo>
                  <a:pt x="2335086" y="989858"/>
                </a:lnTo>
                <a:lnTo>
                  <a:pt x="2346069" y="987166"/>
                </a:lnTo>
                <a:lnTo>
                  <a:pt x="2354735" y="993896"/>
                </a:lnTo>
                <a:lnTo>
                  <a:pt x="2360338" y="994344"/>
                </a:lnTo>
                <a:close/>
                <a:moveTo>
                  <a:pt x="2194112" y="1029715"/>
                </a:moveTo>
                <a:lnTo>
                  <a:pt x="2195905" y="1034277"/>
                </a:lnTo>
                <a:lnTo>
                  <a:pt x="2201657" y="1031734"/>
                </a:lnTo>
                <a:lnTo>
                  <a:pt x="2207260" y="1031136"/>
                </a:lnTo>
                <a:lnTo>
                  <a:pt x="2220110" y="1031585"/>
                </a:lnTo>
                <a:lnTo>
                  <a:pt x="2229523" y="1032632"/>
                </a:lnTo>
                <a:lnTo>
                  <a:pt x="2235127" y="1034501"/>
                </a:lnTo>
                <a:lnTo>
                  <a:pt x="2235649" y="1043549"/>
                </a:lnTo>
                <a:lnTo>
                  <a:pt x="2233035" y="1045568"/>
                </a:lnTo>
                <a:lnTo>
                  <a:pt x="2184250" y="1052448"/>
                </a:lnTo>
                <a:lnTo>
                  <a:pt x="2179543" y="1050205"/>
                </a:lnTo>
                <a:lnTo>
                  <a:pt x="2177676" y="1048036"/>
                </a:lnTo>
                <a:lnTo>
                  <a:pt x="2182905" y="1041306"/>
                </a:lnTo>
                <a:lnTo>
                  <a:pt x="2180515" y="1038090"/>
                </a:lnTo>
                <a:lnTo>
                  <a:pt x="2183279" y="1032856"/>
                </a:lnTo>
                <a:lnTo>
                  <a:pt x="2189106" y="1029266"/>
                </a:lnTo>
                <a:lnTo>
                  <a:pt x="2194112" y="1029715"/>
                </a:lnTo>
                <a:close/>
                <a:moveTo>
                  <a:pt x="2674188" y="519344"/>
                </a:moveTo>
                <a:lnTo>
                  <a:pt x="2671573" y="521363"/>
                </a:lnTo>
                <a:lnTo>
                  <a:pt x="2662459" y="519419"/>
                </a:lnTo>
                <a:lnTo>
                  <a:pt x="2657752" y="514783"/>
                </a:lnTo>
                <a:lnTo>
                  <a:pt x="2654540" y="508651"/>
                </a:lnTo>
                <a:lnTo>
                  <a:pt x="2652523" y="503491"/>
                </a:lnTo>
                <a:lnTo>
                  <a:pt x="2651925" y="499453"/>
                </a:lnTo>
                <a:lnTo>
                  <a:pt x="2649235" y="494518"/>
                </a:lnTo>
                <a:lnTo>
                  <a:pt x="2649609" y="492723"/>
                </a:lnTo>
                <a:lnTo>
                  <a:pt x="2666344" y="487488"/>
                </a:lnTo>
                <a:lnTo>
                  <a:pt x="2669481" y="489358"/>
                </a:lnTo>
                <a:lnTo>
                  <a:pt x="2676504" y="489582"/>
                </a:lnTo>
                <a:lnTo>
                  <a:pt x="2679567" y="493321"/>
                </a:lnTo>
                <a:lnTo>
                  <a:pt x="2677475" y="509773"/>
                </a:lnTo>
                <a:lnTo>
                  <a:pt x="2674188" y="519344"/>
                </a:lnTo>
                <a:close/>
                <a:moveTo>
                  <a:pt x="96075" y="29912"/>
                </a:moveTo>
                <a:lnTo>
                  <a:pt x="105189" y="30585"/>
                </a:lnTo>
                <a:lnTo>
                  <a:pt x="122223" y="26547"/>
                </a:lnTo>
                <a:lnTo>
                  <a:pt x="131561" y="26921"/>
                </a:lnTo>
                <a:lnTo>
                  <a:pt x="140377" y="29837"/>
                </a:lnTo>
                <a:lnTo>
                  <a:pt x="148147" y="31557"/>
                </a:lnTo>
                <a:lnTo>
                  <a:pt x="167646" y="29388"/>
                </a:lnTo>
                <a:lnTo>
                  <a:pt x="171306" y="29987"/>
                </a:lnTo>
                <a:lnTo>
                  <a:pt x="174818" y="31632"/>
                </a:lnTo>
                <a:lnTo>
                  <a:pt x="177881" y="34324"/>
                </a:lnTo>
                <a:lnTo>
                  <a:pt x="186771" y="44045"/>
                </a:lnTo>
                <a:lnTo>
                  <a:pt x="201787" y="56010"/>
                </a:lnTo>
                <a:lnTo>
                  <a:pt x="206195" y="63712"/>
                </a:lnTo>
                <a:lnTo>
                  <a:pt x="208660" y="72312"/>
                </a:lnTo>
                <a:lnTo>
                  <a:pt x="210229" y="74331"/>
                </a:lnTo>
                <a:lnTo>
                  <a:pt x="227188" y="90782"/>
                </a:lnTo>
                <a:lnTo>
                  <a:pt x="229056" y="97737"/>
                </a:lnTo>
                <a:lnTo>
                  <a:pt x="226665" y="107234"/>
                </a:lnTo>
                <a:lnTo>
                  <a:pt x="231596" y="114861"/>
                </a:lnTo>
                <a:lnTo>
                  <a:pt x="248107" y="121966"/>
                </a:lnTo>
                <a:lnTo>
                  <a:pt x="257893" y="127200"/>
                </a:lnTo>
                <a:lnTo>
                  <a:pt x="259985" y="130341"/>
                </a:lnTo>
                <a:lnTo>
                  <a:pt x="261405" y="134155"/>
                </a:lnTo>
                <a:lnTo>
                  <a:pt x="266784" y="139838"/>
                </a:lnTo>
                <a:lnTo>
                  <a:pt x="273582" y="143502"/>
                </a:lnTo>
                <a:lnTo>
                  <a:pt x="294650" y="153149"/>
                </a:lnTo>
                <a:lnTo>
                  <a:pt x="322292" y="173339"/>
                </a:lnTo>
                <a:lnTo>
                  <a:pt x="338055" y="182911"/>
                </a:lnTo>
                <a:lnTo>
                  <a:pt x="351129" y="197493"/>
                </a:lnTo>
                <a:lnTo>
                  <a:pt x="355761" y="204447"/>
                </a:lnTo>
                <a:lnTo>
                  <a:pt x="359646" y="212000"/>
                </a:lnTo>
                <a:lnTo>
                  <a:pt x="367565" y="222918"/>
                </a:lnTo>
                <a:lnTo>
                  <a:pt x="381013" y="236453"/>
                </a:lnTo>
                <a:lnTo>
                  <a:pt x="384449" y="240641"/>
                </a:lnTo>
                <a:lnTo>
                  <a:pt x="388035" y="246548"/>
                </a:lnTo>
                <a:lnTo>
                  <a:pt x="392219" y="252157"/>
                </a:lnTo>
                <a:lnTo>
                  <a:pt x="397225" y="257242"/>
                </a:lnTo>
                <a:lnTo>
                  <a:pt x="403201" y="261130"/>
                </a:lnTo>
                <a:lnTo>
                  <a:pt x="409253" y="262402"/>
                </a:lnTo>
                <a:lnTo>
                  <a:pt x="419114" y="272198"/>
                </a:lnTo>
                <a:lnTo>
                  <a:pt x="424418" y="275264"/>
                </a:lnTo>
                <a:lnTo>
                  <a:pt x="423597" y="267561"/>
                </a:lnTo>
                <a:lnTo>
                  <a:pt x="419114" y="260906"/>
                </a:lnTo>
                <a:lnTo>
                  <a:pt x="419189" y="256868"/>
                </a:lnTo>
                <a:lnTo>
                  <a:pt x="419936" y="253204"/>
                </a:lnTo>
                <a:lnTo>
                  <a:pt x="423597" y="250213"/>
                </a:lnTo>
                <a:lnTo>
                  <a:pt x="428004" y="249315"/>
                </a:lnTo>
                <a:lnTo>
                  <a:pt x="436222" y="252157"/>
                </a:lnTo>
                <a:lnTo>
                  <a:pt x="449595" y="263748"/>
                </a:lnTo>
                <a:lnTo>
                  <a:pt x="455273" y="270478"/>
                </a:lnTo>
                <a:lnTo>
                  <a:pt x="459531" y="279825"/>
                </a:lnTo>
                <a:lnTo>
                  <a:pt x="463043" y="289547"/>
                </a:lnTo>
                <a:lnTo>
                  <a:pt x="468422" y="294333"/>
                </a:lnTo>
                <a:lnTo>
                  <a:pt x="475743" y="295978"/>
                </a:lnTo>
                <a:lnTo>
                  <a:pt x="483886" y="296725"/>
                </a:lnTo>
                <a:lnTo>
                  <a:pt x="491432" y="299717"/>
                </a:lnTo>
                <a:lnTo>
                  <a:pt x="508988" y="313102"/>
                </a:lnTo>
                <a:lnTo>
                  <a:pt x="514816" y="319384"/>
                </a:lnTo>
                <a:lnTo>
                  <a:pt x="519223" y="326787"/>
                </a:lnTo>
                <a:lnTo>
                  <a:pt x="522286" y="335536"/>
                </a:lnTo>
                <a:lnTo>
                  <a:pt x="524154" y="344734"/>
                </a:lnTo>
                <a:lnTo>
                  <a:pt x="525350" y="346903"/>
                </a:lnTo>
                <a:lnTo>
                  <a:pt x="536630" y="357970"/>
                </a:lnTo>
                <a:lnTo>
                  <a:pt x="542532" y="362681"/>
                </a:lnTo>
                <a:lnTo>
                  <a:pt x="549779" y="364924"/>
                </a:lnTo>
                <a:lnTo>
                  <a:pt x="570922" y="367467"/>
                </a:lnTo>
                <a:lnTo>
                  <a:pt x="578392" y="371281"/>
                </a:lnTo>
                <a:lnTo>
                  <a:pt x="584593" y="377637"/>
                </a:lnTo>
                <a:lnTo>
                  <a:pt x="587208" y="384143"/>
                </a:lnTo>
                <a:lnTo>
                  <a:pt x="582800" y="389901"/>
                </a:lnTo>
                <a:lnTo>
                  <a:pt x="566215" y="398650"/>
                </a:lnTo>
                <a:lnTo>
                  <a:pt x="548584" y="404782"/>
                </a:lnTo>
                <a:lnTo>
                  <a:pt x="565767" y="402688"/>
                </a:lnTo>
                <a:lnTo>
                  <a:pt x="574433" y="400071"/>
                </a:lnTo>
                <a:lnTo>
                  <a:pt x="582427" y="396108"/>
                </a:lnTo>
                <a:lnTo>
                  <a:pt x="590346" y="391023"/>
                </a:lnTo>
                <a:lnTo>
                  <a:pt x="602897" y="383918"/>
                </a:lnTo>
                <a:lnTo>
                  <a:pt x="607529" y="382498"/>
                </a:lnTo>
                <a:lnTo>
                  <a:pt x="612982" y="383021"/>
                </a:lnTo>
                <a:lnTo>
                  <a:pt x="617988" y="385040"/>
                </a:lnTo>
                <a:lnTo>
                  <a:pt x="625459" y="391995"/>
                </a:lnTo>
                <a:lnTo>
                  <a:pt x="632481" y="399323"/>
                </a:lnTo>
                <a:lnTo>
                  <a:pt x="637711" y="407923"/>
                </a:lnTo>
                <a:lnTo>
                  <a:pt x="640998" y="417420"/>
                </a:lnTo>
                <a:lnTo>
                  <a:pt x="634947" y="422430"/>
                </a:lnTo>
                <a:lnTo>
                  <a:pt x="626206" y="426094"/>
                </a:lnTo>
                <a:lnTo>
                  <a:pt x="614253" y="435292"/>
                </a:lnTo>
                <a:lnTo>
                  <a:pt x="612982" y="438881"/>
                </a:lnTo>
                <a:lnTo>
                  <a:pt x="615373" y="441274"/>
                </a:lnTo>
                <a:lnTo>
                  <a:pt x="612460" y="448005"/>
                </a:lnTo>
                <a:lnTo>
                  <a:pt x="619183" y="452192"/>
                </a:lnTo>
                <a:lnTo>
                  <a:pt x="620229" y="455782"/>
                </a:lnTo>
                <a:lnTo>
                  <a:pt x="614402" y="460867"/>
                </a:lnTo>
                <a:lnTo>
                  <a:pt x="615000" y="464007"/>
                </a:lnTo>
                <a:lnTo>
                  <a:pt x="622022" y="477393"/>
                </a:lnTo>
                <a:lnTo>
                  <a:pt x="625384" y="480459"/>
                </a:lnTo>
                <a:lnTo>
                  <a:pt x="636067" y="487264"/>
                </a:lnTo>
                <a:lnTo>
                  <a:pt x="652429" y="494144"/>
                </a:lnTo>
                <a:lnTo>
                  <a:pt x="661468" y="497284"/>
                </a:lnTo>
                <a:lnTo>
                  <a:pt x="671778" y="499752"/>
                </a:lnTo>
                <a:lnTo>
                  <a:pt x="676186" y="499677"/>
                </a:lnTo>
                <a:lnTo>
                  <a:pt x="683881" y="498556"/>
                </a:lnTo>
                <a:lnTo>
                  <a:pt x="685375" y="501248"/>
                </a:lnTo>
                <a:lnTo>
                  <a:pt x="688737" y="514484"/>
                </a:lnTo>
                <a:lnTo>
                  <a:pt x="690306" y="522784"/>
                </a:lnTo>
                <a:lnTo>
                  <a:pt x="692622" y="540582"/>
                </a:lnTo>
                <a:lnTo>
                  <a:pt x="695685" y="547985"/>
                </a:lnTo>
                <a:lnTo>
                  <a:pt x="695461" y="556958"/>
                </a:lnTo>
                <a:lnTo>
                  <a:pt x="699420" y="564661"/>
                </a:lnTo>
                <a:lnTo>
                  <a:pt x="707414" y="569521"/>
                </a:lnTo>
                <a:lnTo>
                  <a:pt x="716005" y="573560"/>
                </a:lnTo>
                <a:lnTo>
                  <a:pt x="720040" y="577448"/>
                </a:lnTo>
                <a:lnTo>
                  <a:pt x="720040" y="583356"/>
                </a:lnTo>
                <a:lnTo>
                  <a:pt x="718620" y="587992"/>
                </a:lnTo>
                <a:lnTo>
                  <a:pt x="715707" y="591656"/>
                </a:lnTo>
                <a:lnTo>
                  <a:pt x="706816" y="599359"/>
                </a:lnTo>
                <a:lnTo>
                  <a:pt x="705247" y="602649"/>
                </a:lnTo>
                <a:lnTo>
                  <a:pt x="704052" y="611099"/>
                </a:lnTo>
                <a:lnTo>
                  <a:pt x="705546" y="614987"/>
                </a:lnTo>
                <a:lnTo>
                  <a:pt x="709058" y="615212"/>
                </a:lnTo>
                <a:lnTo>
                  <a:pt x="711896" y="613193"/>
                </a:lnTo>
                <a:lnTo>
                  <a:pt x="722505" y="601826"/>
                </a:lnTo>
                <a:lnTo>
                  <a:pt x="725419" y="599807"/>
                </a:lnTo>
                <a:lnTo>
                  <a:pt x="729453" y="598237"/>
                </a:lnTo>
                <a:lnTo>
                  <a:pt x="733562" y="597265"/>
                </a:lnTo>
                <a:lnTo>
                  <a:pt x="753061" y="597115"/>
                </a:lnTo>
                <a:lnTo>
                  <a:pt x="761279" y="598910"/>
                </a:lnTo>
                <a:lnTo>
                  <a:pt x="768600" y="602649"/>
                </a:lnTo>
                <a:lnTo>
                  <a:pt x="775100" y="607285"/>
                </a:lnTo>
                <a:lnTo>
                  <a:pt x="798782" y="636898"/>
                </a:lnTo>
                <a:lnTo>
                  <a:pt x="809615" y="653200"/>
                </a:lnTo>
                <a:lnTo>
                  <a:pt x="810512" y="657313"/>
                </a:lnTo>
                <a:lnTo>
                  <a:pt x="810661" y="661500"/>
                </a:lnTo>
                <a:lnTo>
                  <a:pt x="808868" y="664791"/>
                </a:lnTo>
                <a:lnTo>
                  <a:pt x="798932" y="675933"/>
                </a:lnTo>
                <a:lnTo>
                  <a:pt x="797736" y="678999"/>
                </a:lnTo>
                <a:lnTo>
                  <a:pt x="794673" y="691188"/>
                </a:lnTo>
                <a:lnTo>
                  <a:pt x="795271" y="699937"/>
                </a:lnTo>
                <a:lnTo>
                  <a:pt x="798558" y="703601"/>
                </a:lnTo>
                <a:lnTo>
                  <a:pt x="801098" y="707565"/>
                </a:lnTo>
                <a:lnTo>
                  <a:pt x="800949" y="711154"/>
                </a:lnTo>
                <a:lnTo>
                  <a:pt x="794449" y="729176"/>
                </a:lnTo>
                <a:lnTo>
                  <a:pt x="793702" y="732242"/>
                </a:lnTo>
                <a:lnTo>
                  <a:pt x="797886" y="761481"/>
                </a:lnTo>
                <a:lnTo>
                  <a:pt x="798185" y="769407"/>
                </a:lnTo>
                <a:lnTo>
                  <a:pt x="797288" y="779428"/>
                </a:lnTo>
                <a:lnTo>
                  <a:pt x="797886" y="795580"/>
                </a:lnTo>
                <a:lnTo>
                  <a:pt x="792582" y="845458"/>
                </a:lnTo>
                <a:lnTo>
                  <a:pt x="791610" y="848375"/>
                </a:lnTo>
                <a:lnTo>
                  <a:pt x="787501" y="856002"/>
                </a:lnTo>
                <a:lnTo>
                  <a:pt x="782197" y="856002"/>
                </a:lnTo>
                <a:lnTo>
                  <a:pt x="777864" y="854656"/>
                </a:lnTo>
                <a:lnTo>
                  <a:pt x="774801" y="851740"/>
                </a:lnTo>
                <a:lnTo>
                  <a:pt x="773157" y="848075"/>
                </a:lnTo>
                <a:lnTo>
                  <a:pt x="770692" y="845159"/>
                </a:lnTo>
                <a:lnTo>
                  <a:pt x="757693" y="835961"/>
                </a:lnTo>
                <a:lnTo>
                  <a:pt x="754331" y="837457"/>
                </a:lnTo>
                <a:lnTo>
                  <a:pt x="741182" y="848898"/>
                </a:lnTo>
                <a:lnTo>
                  <a:pt x="737671" y="850618"/>
                </a:lnTo>
                <a:lnTo>
                  <a:pt x="733338" y="849197"/>
                </a:lnTo>
                <a:lnTo>
                  <a:pt x="726390" y="845757"/>
                </a:lnTo>
                <a:lnTo>
                  <a:pt x="704724" y="833718"/>
                </a:lnTo>
                <a:lnTo>
                  <a:pt x="703380" y="837606"/>
                </a:lnTo>
                <a:lnTo>
                  <a:pt x="703081" y="842841"/>
                </a:lnTo>
                <a:lnTo>
                  <a:pt x="707414" y="855853"/>
                </a:lnTo>
                <a:lnTo>
                  <a:pt x="708012" y="861611"/>
                </a:lnTo>
                <a:lnTo>
                  <a:pt x="704052" y="862732"/>
                </a:lnTo>
                <a:lnTo>
                  <a:pt x="701886" y="862508"/>
                </a:lnTo>
                <a:lnTo>
                  <a:pt x="692846" y="854880"/>
                </a:lnTo>
                <a:lnTo>
                  <a:pt x="684553" y="846505"/>
                </a:lnTo>
                <a:lnTo>
                  <a:pt x="675065" y="835139"/>
                </a:lnTo>
                <a:lnTo>
                  <a:pt x="668117" y="829754"/>
                </a:lnTo>
                <a:lnTo>
                  <a:pt x="661917" y="823697"/>
                </a:lnTo>
                <a:lnTo>
                  <a:pt x="644285" y="800815"/>
                </a:lnTo>
                <a:lnTo>
                  <a:pt x="639728" y="797300"/>
                </a:lnTo>
                <a:lnTo>
                  <a:pt x="612534" y="781073"/>
                </a:lnTo>
                <a:lnTo>
                  <a:pt x="607006" y="777259"/>
                </a:lnTo>
                <a:lnTo>
                  <a:pt x="600058" y="770604"/>
                </a:lnTo>
                <a:lnTo>
                  <a:pt x="592587" y="764621"/>
                </a:lnTo>
                <a:lnTo>
                  <a:pt x="576151" y="755274"/>
                </a:lnTo>
                <a:lnTo>
                  <a:pt x="547687" y="731419"/>
                </a:lnTo>
                <a:lnTo>
                  <a:pt x="535286" y="717735"/>
                </a:lnTo>
                <a:lnTo>
                  <a:pt x="521539" y="695749"/>
                </a:lnTo>
                <a:lnTo>
                  <a:pt x="517057" y="690066"/>
                </a:lnTo>
                <a:lnTo>
                  <a:pt x="493897" y="673540"/>
                </a:lnTo>
                <a:lnTo>
                  <a:pt x="481272" y="663519"/>
                </a:lnTo>
                <a:lnTo>
                  <a:pt x="476042" y="657761"/>
                </a:lnTo>
                <a:lnTo>
                  <a:pt x="463715" y="637720"/>
                </a:lnTo>
                <a:lnTo>
                  <a:pt x="460129" y="630916"/>
                </a:lnTo>
                <a:lnTo>
                  <a:pt x="455647" y="625008"/>
                </a:lnTo>
                <a:lnTo>
                  <a:pt x="448176" y="620147"/>
                </a:lnTo>
                <a:lnTo>
                  <a:pt x="441676" y="614464"/>
                </a:lnTo>
                <a:lnTo>
                  <a:pt x="428602" y="596293"/>
                </a:lnTo>
                <a:lnTo>
                  <a:pt x="424568" y="589114"/>
                </a:lnTo>
                <a:lnTo>
                  <a:pt x="421430" y="581262"/>
                </a:lnTo>
                <a:lnTo>
                  <a:pt x="421953" y="565558"/>
                </a:lnTo>
                <a:lnTo>
                  <a:pt x="394460" y="518073"/>
                </a:lnTo>
                <a:lnTo>
                  <a:pt x="387512" y="503267"/>
                </a:lnTo>
                <a:lnTo>
                  <a:pt x="381088" y="482777"/>
                </a:lnTo>
                <a:lnTo>
                  <a:pt x="379668" y="480683"/>
                </a:lnTo>
                <a:lnTo>
                  <a:pt x="364652" y="462288"/>
                </a:lnTo>
                <a:lnTo>
                  <a:pt x="359347" y="456380"/>
                </a:lnTo>
                <a:lnTo>
                  <a:pt x="352922" y="450846"/>
                </a:lnTo>
                <a:lnTo>
                  <a:pt x="347618" y="444415"/>
                </a:lnTo>
                <a:lnTo>
                  <a:pt x="337234" y="423402"/>
                </a:lnTo>
                <a:lnTo>
                  <a:pt x="333424" y="417569"/>
                </a:lnTo>
                <a:lnTo>
                  <a:pt x="328045" y="413307"/>
                </a:lnTo>
                <a:lnTo>
                  <a:pt x="308396" y="405305"/>
                </a:lnTo>
                <a:lnTo>
                  <a:pt x="301000" y="400893"/>
                </a:lnTo>
                <a:lnTo>
                  <a:pt x="295248" y="394612"/>
                </a:lnTo>
                <a:lnTo>
                  <a:pt x="291736" y="386611"/>
                </a:lnTo>
                <a:lnTo>
                  <a:pt x="287851" y="369636"/>
                </a:lnTo>
                <a:lnTo>
                  <a:pt x="278588" y="343762"/>
                </a:lnTo>
                <a:lnTo>
                  <a:pt x="268128" y="309139"/>
                </a:lnTo>
                <a:lnTo>
                  <a:pt x="261181" y="293660"/>
                </a:lnTo>
                <a:lnTo>
                  <a:pt x="253112" y="281470"/>
                </a:lnTo>
                <a:lnTo>
                  <a:pt x="250796" y="278704"/>
                </a:lnTo>
                <a:lnTo>
                  <a:pt x="215160" y="256793"/>
                </a:lnTo>
                <a:lnTo>
                  <a:pt x="209034" y="253578"/>
                </a:lnTo>
                <a:lnTo>
                  <a:pt x="202609" y="251633"/>
                </a:lnTo>
                <a:lnTo>
                  <a:pt x="193345" y="250213"/>
                </a:lnTo>
                <a:lnTo>
                  <a:pt x="186323" y="244529"/>
                </a:lnTo>
                <a:lnTo>
                  <a:pt x="183409" y="234434"/>
                </a:lnTo>
                <a:lnTo>
                  <a:pt x="181840" y="220824"/>
                </a:lnTo>
                <a:lnTo>
                  <a:pt x="180047" y="212673"/>
                </a:lnTo>
                <a:lnTo>
                  <a:pt x="178105" y="208037"/>
                </a:lnTo>
                <a:lnTo>
                  <a:pt x="163163" y="198465"/>
                </a:lnTo>
                <a:lnTo>
                  <a:pt x="157336" y="190838"/>
                </a:lnTo>
                <a:lnTo>
                  <a:pt x="152480" y="182462"/>
                </a:lnTo>
                <a:lnTo>
                  <a:pt x="147997" y="175956"/>
                </a:lnTo>
                <a:lnTo>
                  <a:pt x="131636" y="153597"/>
                </a:lnTo>
                <a:lnTo>
                  <a:pt x="126033" y="147690"/>
                </a:lnTo>
                <a:lnTo>
                  <a:pt x="119085" y="143577"/>
                </a:lnTo>
                <a:lnTo>
                  <a:pt x="98466" y="139240"/>
                </a:lnTo>
                <a:lnTo>
                  <a:pt x="92489" y="135575"/>
                </a:lnTo>
                <a:lnTo>
                  <a:pt x="82478" y="122863"/>
                </a:lnTo>
                <a:lnTo>
                  <a:pt x="76427" y="116357"/>
                </a:lnTo>
                <a:lnTo>
                  <a:pt x="58347" y="102149"/>
                </a:lnTo>
                <a:lnTo>
                  <a:pt x="27791" y="72312"/>
                </a:lnTo>
                <a:lnTo>
                  <a:pt x="21516" y="64909"/>
                </a:lnTo>
                <a:lnTo>
                  <a:pt x="16809" y="57132"/>
                </a:lnTo>
                <a:lnTo>
                  <a:pt x="12999" y="48831"/>
                </a:lnTo>
                <a:lnTo>
                  <a:pt x="0" y="25799"/>
                </a:lnTo>
                <a:lnTo>
                  <a:pt x="1046" y="21163"/>
                </a:lnTo>
                <a:lnTo>
                  <a:pt x="2988" y="16302"/>
                </a:lnTo>
                <a:lnTo>
                  <a:pt x="2689" y="12339"/>
                </a:lnTo>
                <a:lnTo>
                  <a:pt x="1270" y="8375"/>
                </a:lnTo>
                <a:lnTo>
                  <a:pt x="1569" y="4786"/>
                </a:lnTo>
                <a:lnTo>
                  <a:pt x="5454" y="2692"/>
                </a:lnTo>
                <a:lnTo>
                  <a:pt x="14120" y="0"/>
                </a:lnTo>
                <a:lnTo>
                  <a:pt x="23159" y="299"/>
                </a:lnTo>
                <a:lnTo>
                  <a:pt x="31527" y="1496"/>
                </a:lnTo>
                <a:lnTo>
                  <a:pt x="39595" y="3739"/>
                </a:lnTo>
                <a:lnTo>
                  <a:pt x="47365" y="8525"/>
                </a:lnTo>
                <a:lnTo>
                  <a:pt x="61261" y="20789"/>
                </a:lnTo>
                <a:lnTo>
                  <a:pt x="69180" y="25051"/>
                </a:lnTo>
                <a:lnTo>
                  <a:pt x="77995" y="27070"/>
                </a:lnTo>
                <a:lnTo>
                  <a:pt x="96075" y="29912"/>
                </a:lnTo>
                <a:close/>
                <a:moveTo>
                  <a:pt x="2060159" y="1064936"/>
                </a:moveTo>
                <a:lnTo>
                  <a:pt x="2049626" y="1067554"/>
                </a:lnTo>
                <a:lnTo>
                  <a:pt x="2043051" y="1070096"/>
                </a:lnTo>
                <a:lnTo>
                  <a:pt x="2036776" y="1073386"/>
                </a:lnTo>
                <a:lnTo>
                  <a:pt x="2032816" y="1074134"/>
                </a:lnTo>
                <a:lnTo>
                  <a:pt x="2025644" y="1074359"/>
                </a:lnTo>
                <a:lnTo>
                  <a:pt x="2015558" y="1073760"/>
                </a:lnTo>
                <a:lnTo>
                  <a:pt x="2008685" y="1074882"/>
                </a:lnTo>
                <a:lnTo>
                  <a:pt x="1989635" y="1083482"/>
                </a:lnTo>
                <a:lnTo>
                  <a:pt x="1982089" y="1084229"/>
                </a:lnTo>
                <a:lnTo>
                  <a:pt x="1975589" y="1086398"/>
                </a:lnTo>
                <a:lnTo>
                  <a:pt x="1973348" y="1083033"/>
                </a:lnTo>
                <a:lnTo>
                  <a:pt x="1970659" y="1080565"/>
                </a:lnTo>
                <a:lnTo>
                  <a:pt x="1964308" y="1079892"/>
                </a:lnTo>
                <a:lnTo>
                  <a:pt x="1957958" y="1080117"/>
                </a:lnTo>
                <a:lnTo>
                  <a:pt x="1951459" y="1087744"/>
                </a:lnTo>
                <a:lnTo>
                  <a:pt x="1941224" y="1086174"/>
                </a:lnTo>
                <a:lnTo>
                  <a:pt x="1937264" y="1086772"/>
                </a:lnTo>
                <a:lnTo>
                  <a:pt x="1933379" y="1088417"/>
                </a:lnTo>
                <a:lnTo>
                  <a:pt x="1929569" y="1089090"/>
                </a:lnTo>
                <a:lnTo>
                  <a:pt x="1925610" y="1088567"/>
                </a:lnTo>
                <a:lnTo>
                  <a:pt x="1910593" y="1082659"/>
                </a:lnTo>
                <a:lnTo>
                  <a:pt x="1893335" y="1079144"/>
                </a:lnTo>
                <a:lnTo>
                  <a:pt x="1876153" y="1080490"/>
                </a:lnTo>
                <a:lnTo>
                  <a:pt x="1861286" y="1077275"/>
                </a:lnTo>
                <a:lnTo>
                  <a:pt x="1853142" y="1079743"/>
                </a:lnTo>
                <a:lnTo>
                  <a:pt x="1845447" y="1083332"/>
                </a:lnTo>
                <a:lnTo>
                  <a:pt x="1843206" y="1079593"/>
                </a:lnTo>
                <a:lnTo>
                  <a:pt x="1840367" y="1076303"/>
                </a:lnTo>
                <a:lnTo>
                  <a:pt x="1837902" y="1071367"/>
                </a:lnTo>
                <a:lnTo>
                  <a:pt x="1837827" y="1065759"/>
                </a:lnTo>
                <a:lnTo>
                  <a:pt x="1838649" y="1061870"/>
                </a:lnTo>
                <a:lnTo>
                  <a:pt x="1840890" y="1058281"/>
                </a:lnTo>
                <a:lnTo>
                  <a:pt x="1842235" y="1054542"/>
                </a:lnTo>
                <a:lnTo>
                  <a:pt x="1842907" y="1050579"/>
                </a:lnTo>
                <a:lnTo>
                  <a:pt x="1846120" y="1052448"/>
                </a:lnTo>
                <a:lnTo>
                  <a:pt x="1849556" y="1051775"/>
                </a:lnTo>
                <a:lnTo>
                  <a:pt x="1859642" y="1047438"/>
                </a:lnTo>
                <a:lnTo>
                  <a:pt x="1869503" y="1040857"/>
                </a:lnTo>
                <a:lnTo>
                  <a:pt x="1878693" y="1038464"/>
                </a:lnTo>
                <a:lnTo>
                  <a:pt x="1883997" y="1037791"/>
                </a:lnTo>
                <a:lnTo>
                  <a:pt x="1888554" y="1039063"/>
                </a:lnTo>
                <a:lnTo>
                  <a:pt x="1893111" y="1038614"/>
                </a:lnTo>
                <a:lnTo>
                  <a:pt x="1897818" y="1037118"/>
                </a:lnTo>
                <a:lnTo>
                  <a:pt x="1905289" y="1042203"/>
                </a:lnTo>
                <a:lnTo>
                  <a:pt x="1908352" y="1043175"/>
                </a:lnTo>
                <a:lnTo>
                  <a:pt x="1918438" y="1043624"/>
                </a:lnTo>
                <a:lnTo>
                  <a:pt x="1927627" y="1046541"/>
                </a:lnTo>
                <a:lnTo>
                  <a:pt x="1935770" y="1050878"/>
                </a:lnTo>
                <a:lnTo>
                  <a:pt x="1947649" y="1054916"/>
                </a:lnTo>
                <a:lnTo>
                  <a:pt x="1954746" y="1060375"/>
                </a:lnTo>
                <a:lnTo>
                  <a:pt x="1960200" y="1062394"/>
                </a:lnTo>
                <a:lnTo>
                  <a:pt x="1964159" y="1062917"/>
                </a:lnTo>
                <a:lnTo>
                  <a:pt x="1967894" y="1062169"/>
                </a:lnTo>
                <a:lnTo>
                  <a:pt x="1972526" y="1058505"/>
                </a:lnTo>
                <a:lnTo>
                  <a:pt x="1977980" y="1057010"/>
                </a:lnTo>
                <a:lnTo>
                  <a:pt x="1982761" y="1057084"/>
                </a:lnTo>
                <a:lnTo>
                  <a:pt x="1991428" y="1056112"/>
                </a:lnTo>
                <a:lnTo>
                  <a:pt x="1995088" y="1055215"/>
                </a:lnTo>
                <a:lnTo>
                  <a:pt x="1999197" y="1053196"/>
                </a:lnTo>
                <a:lnTo>
                  <a:pt x="2003157" y="1054467"/>
                </a:lnTo>
                <a:lnTo>
                  <a:pt x="2006668" y="1056337"/>
                </a:lnTo>
                <a:lnTo>
                  <a:pt x="2021311" y="1065908"/>
                </a:lnTo>
                <a:lnTo>
                  <a:pt x="2025794" y="1066133"/>
                </a:lnTo>
                <a:lnTo>
                  <a:pt x="2034011" y="1064114"/>
                </a:lnTo>
                <a:lnTo>
                  <a:pt x="2036552" y="1061496"/>
                </a:lnTo>
                <a:lnTo>
                  <a:pt x="2037822" y="1057608"/>
                </a:lnTo>
                <a:lnTo>
                  <a:pt x="2040063" y="1054318"/>
                </a:lnTo>
                <a:lnTo>
                  <a:pt x="2043201" y="1051476"/>
                </a:lnTo>
                <a:lnTo>
                  <a:pt x="2046787" y="1049233"/>
                </a:lnTo>
                <a:lnTo>
                  <a:pt x="2057694" y="1045568"/>
                </a:lnTo>
                <a:lnTo>
                  <a:pt x="2065165" y="1041904"/>
                </a:lnTo>
                <a:lnTo>
                  <a:pt x="2070320" y="1035772"/>
                </a:lnTo>
                <a:lnTo>
                  <a:pt x="2058366" y="1033080"/>
                </a:lnTo>
                <a:lnTo>
                  <a:pt x="2060832" y="1028668"/>
                </a:lnTo>
                <a:lnTo>
                  <a:pt x="2064866" y="1026126"/>
                </a:lnTo>
                <a:lnTo>
                  <a:pt x="2070170" y="1027098"/>
                </a:lnTo>
                <a:lnTo>
                  <a:pt x="2074728" y="1030538"/>
                </a:lnTo>
                <a:lnTo>
                  <a:pt x="2076819" y="1043774"/>
                </a:lnTo>
                <a:lnTo>
                  <a:pt x="2073009" y="1045643"/>
                </a:lnTo>
                <a:lnTo>
                  <a:pt x="2070693" y="1047662"/>
                </a:lnTo>
                <a:lnTo>
                  <a:pt x="2069050" y="1050280"/>
                </a:lnTo>
                <a:lnTo>
                  <a:pt x="2062251" y="1055140"/>
                </a:lnTo>
                <a:lnTo>
                  <a:pt x="2064941" y="1061197"/>
                </a:lnTo>
                <a:lnTo>
                  <a:pt x="2062924" y="1063740"/>
                </a:lnTo>
                <a:lnTo>
                  <a:pt x="2060159" y="1064936"/>
                </a:lnTo>
                <a:close/>
                <a:moveTo>
                  <a:pt x="1853217" y="1121993"/>
                </a:moveTo>
                <a:lnTo>
                  <a:pt x="1856579" y="1125358"/>
                </a:lnTo>
                <a:lnTo>
                  <a:pt x="1868756" y="1131789"/>
                </a:lnTo>
                <a:lnTo>
                  <a:pt x="1870774" y="1134556"/>
                </a:lnTo>
                <a:lnTo>
                  <a:pt x="1871521" y="1139043"/>
                </a:lnTo>
                <a:lnTo>
                  <a:pt x="1873986" y="1142408"/>
                </a:lnTo>
                <a:lnTo>
                  <a:pt x="1879514" y="1142931"/>
                </a:lnTo>
                <a:lnTo>
                  <a:pt x="1885416" y="1142258"/>
                </a:lnTo>
                <a:lnTo>
                  <a:pt x="1889899" y="1144352"/>
                </a:lnTo>
                <a:lnTo>
                  <a:pt x="1893784" y="1147717"/>
                </a:lnTo>
                <a:lnTo>
                  <a:pt x="1899536" y="1154223"/>
                </a:lnTo>
                <a:lnTo>
                  <a:pt x="1904542" y="1161477"/>
                </a:lnTo>
                <a:lnTo>
                  <a:pt x="1910817" y="1165515"/>
                </a:lnTo>
                <a:lnTo>
                  <a:pt x="1914478" y="1171497"/>
                </a:lnTo>
                <a:lnTo>
                  <a:pt x="1912311" y="1176807"/>
                </a:lnTo>
                <a:lnTo>
                  <a:pt x="1904392" y="1184210"/>
                </a:lnTo>
                <a:lnTo>
                  <a:pt x="1900059" y="1185780"/>
                </a:lnTo>
                <a:lnTo>
                  <a:pt x="1894232" y="1186378"/>
                </a:lnTo>
                <a:lnTo>
                  <a:pt x="1885043" y="1190716"/>
                </a:lnTo>
                <a:lnTo>
                  <a:pt x="1881756" y="1188397"/>
                </a:lnTo>
                <a:lnTo>
                  <a:pt x="1871296" y="1186827"/>
                </a:lnTo>
                <a:lnTo>
                  <a:pt x="1863079" y="1183686"/>
                </a:lnTo>
                <a:lnTo>
                  <a:pt x="1856131" y="1177928"/>
                </a:lnTo>
                <a:lnTo>
                  <a:pt x="1852096" y="1171722"/>
                </a:lnTo>
                <a:lnTo>
                  <a:pt x="1847091" y="1166263"/>
                </a:lnTo>
                <a:lnTo>
                  <a:pt x="1838275" y="1162524"/>
                </a:lnTo>
                <a:lnTo>
                  <a:pt x="1822437" y="1151830"/>
                </a:lnTo>
                <a:lnTo>
                  <a:pt x="1812650" y="1150858"/>
                </a:lnTo>
                <a:lnTo>
                  <a:pt x="1808691" y="1151606"/>
                </a:lnTo>
                <a:lnTo>
                  <a:pt x="1804657" y="1151681"/>
                </a:lnTo>
                <a:lnTo>
                  <a:pt x="1783888" y="1146820"/>
                </a:lnTo>
                <a:lnTo>
                  <a:pt x="1780675" y="1143978"/>
                </a:lnTo>
                <a:lnTo>
                  <a:pt x="1778135" y="1140389"/>
                </a:lnTo>
                <a:lnTo>
                  <a:pt x="1775819" y="1136799"/>
                </a:lnTo>
                <a:lnTo>
                  <a:pt x="1774474" y="1132761"/>
                </a:lnTo>
                <a:lnTo>
                  <a:pt x="1777089" y="1129247"/>
                </a:lnTo>
                <a:lnTo>
                  <a:pt x="1779853" y="1126854"/>
                </a:lnTo>
                <a:lnTo>
                  <a:pt x="1791433" y="1122666"/>
                </a:lnTo>
                <a:lnTo>
                  <a:pt x="1799651" y="1121395"/>
                </a:lnTo>
                <a:lnTo>
                  <a:pt x="1809214" y="1121619"/>
                </a:lnTo>
                <a:lnTo>
                  <a:pt x="1823483" y="1120273"/>
                </a:lnTo>
                <a:lnTo>
                  <a:pt x="1836931" y="1122367"/>
                </a:lnTo>
                <a:lnTo>
                  <a:pt x="1841114" y="1120871"/>
                </a:lnTo>
                <a:lnTo>
                  <a:pt x="1847913" y="1116459"/>
                </a:lnTo>
                <a:lnTo>
                  <a:pt x="1850303" y="1118030"/>
                </a:lnTo>
                <a:lnTo>
                  <a:pt x="1853217" y="1121993"/>
                </a:lnTo>
                <a:close/>
                <a:moveTo>
                  <a:pt x="1720908" y="1042951"/>
                </a:moveTo>
                <a:lnTo>
                  <a:pt x="1724644" y="1045868"/>
                </a:lnTo>
                <a:lnTo>
                  <a:pt x="1728080" y="1045643"/>
                </a:lnTo>
                <a:lnTo>
                  <a:pt x="1735178" y="1041082"/>
                </a:lnTo>
                <a:lnTo>
                  <a:pt x="1739511" y="1039436"/>
                </a:lnTo>
                <a:lnTo>
                  <a:pt x="1744068" y="1039362"/>
                </a:lnTo>
                <a:lnTo>
                  <a:pt x="1748551" y="1040184"/>
                </a:lnTo>
                <a:lnTo>
                  <a:pt x="1752958" y="1043325"/>
                </a:lnTo>
                <a:lnTo>
                  <a:pt x="1754527" y="1048560"/>
                </a:lnTo>
                <a:lnTo>
                  <a:pt x="1756171" y="1050205"/>
                </a:lnTo>
                <a:lnTo>
                  <a:pt x="1758711" y="1043923"/>
                </a:lnTo>
                <a:lnTo>
                  <a:pt x="1762147" y="1042054"/>
                </a:lnTo>
                <a:lnTo>
                  <a:pt x="1766032" y="1041082"/>
                </a:lnTo>
                <a:lnTo>
                  <a:pt x="1772009" y="1041456"/>
                </a:lnTo>
                <a:lnTo>
                  <a:pt x="1776641" y="1044447"/>
                </a:lnTo>
                <a:lnTo>
                  <a:pt x="1780825" y="1053345"/>
                </a:lnTo>
                <a:lnTo>
                  <a:pt x="1780675" y="1061123"/>
                </a:lnTo>
                <a:lnTo>
                  <a:pt x="1782169" y="1064039"/>
                </a:lnTo>
                <a:lnTo>
                  <a:pt x="1785083" y="1066133"/>
                </a:lnTo>
                <a:lnTo>
                  <a:pt x="1787250" y="1069124"/>
                </a:lnTo>
                <a:lnTo>
                  <a:pt x="1785307" y="1072265"/>
                </a:lnTo>
                <a:lnTo>
                  <a:pt x="1783439" y="1073760"/>
                </a:lnTo>
                <a:lnTo>
                  <a:pt x="1777986" y="1075256"/>
                </a:lnTo>
                <a:lnTo>
                  <a:pt x="1775371" y="1074583"/>
                </a:lnTo>
                <a:lnTo>
                  <a:pt x="1772980" y="1072489"/>
                </a:lnTo>
                <a:lnTo>
                  <a:pt x="1770291" y="1071741"/>
                </a:lnTo>
                <a:lnTo>
                  <a:pt x="1764165" y="1072414"/>
                </a:lnTo>
                <a:lnTo>
                  <a:pt x="1758561" y="1074134"/>
                </a:lnTo>
                <a:lnTo>
                  <a:pt x="1759309" y="1077051"/>
                </a:lnTo>
                <a:lnTo>
                  <a:pt x="1763940" y="1078322"/>
                </a:lnTo>
                <a:lnTo>
                  <a:pt x="1765360" y="1079668"/>
                </a:lnTo>
                <a:lnTo>
                  <a:pt x="1765061" y="1081463"/>
                </a:lnTo>
                <a:lnTo>
                  <a:pt x="1763193" y="1081836"/>
                </a:lnTo>
                <a:lnTo>
                  <a:pt x="1757217" y="1079369"/>
                </a:lnTo>
                <a:lnTo>
                  <a:pt x="1753182" y="1079892"/>
                </a:lnTo>
                <a:lnTo>
                  <a:pt x="1738614" y="1083183"/>
                </a:lnTo>
                <a:lnTo>
                  <a:pt x="1734729" y="1083108"/>
                </a:lnTo>
                <a:lnTo>
                  <a:pt x="1732563" y="1079967"/>
                </a:lnTo>
                <a:lnTo>
                  <a:pt x="1732712" y="1071816"/>
                </a:lnTo>
                <a:lnTo>
                  <a:pt x="1731143" y="1069647"/>
                </a:lnTo>
                <a:lnTo>
                  <a:pt x="1720311" y="1079593"/>
                </a:lnTo>
                <a:lnTo>
                  <a:pt x="1717024" y="1082061"/>
                </a:lnTo>
                <a:lnTo>
                  <a:pt x="1712691" y="1083183"/>
                </a:lnTo>
                <a:lnTo>
                  <a:pt x="1708133" y="1082809"/>
                </a:lnTo>
                <a:lnTo>
                  <a:pt x="1692445" y="1088791"/>
                </a:lnTo>
                <a:lnTo>
                  <a:pt x="1687514" y="1087968"/>
                </a:lnTo>
                <a:lnTo>
                  <a:pt x="1682807" y="1087968"/>
                </a:lnTo>
                <a:lnTo>
                  <a:pt x="1666072" y="1094549"/>
                </a:lnTo>
                <a:lnTo>
                  <a:pt x="1657107" y="1096344"/>
                </a:lnTo>
                <a:lnTo>
                  <a:pt x="1652476" y="1096493"/>
                </a:lnTo>
                <a:lnTo>
                  <a:pt x="1647918" y="1095895"/>
                </a:lnTo>
                <a:lnTo>
                  <a:pt x="1643809" y="1096493"/>
                </a:lnTo>
                <a:lnTo>
                  <a:pt x="1640149" y="1099111"/>
                </a:lnTo>
                <a:lnTo>
                  <a:pt x="1632678" y="1101354"/>
                </a:lnTo>
                <a:lnTo>
                  <a:pt x="1624983" y="1099634"/>
                </a:lnTo>
                <a:lnTo>
                  <a:pt x="1618483" y="1097391"/>
                </a:lnTo>
                <a:lnTo>
                  <a:pt x="1612282" y="1094399"/>
                </a:lnTo>
                <a:lnTo>
                  <a:pt x="1610788" y="1090586"/>
                </a:lnTo>
                <a:lnTo>
                  <a:pt x="1611087" y="1086024"/>
                </a:lnTo>
                <a:lnTo>
                  <a:pt x="1613702" y="1079817"/>
                </a:lnTo>
                <a:lnTo>
                  <a:pt x="1611909" y="1068900"/>
                </a:lnTo>
                <a:lnTo>
                  <a:pt x="1613254" y="1063889"/>
                </a:lnTo>
                <a:lnTo>
                  <a:pt x="1615794" y="1058954"/>
                </a:lnTo>
                <a:lnTo>
                  <a:pt x="1619604" y="1057159"/>
                </a:lnTo>
                <a:lnTo>
                  <a:pt x="1624609" y="1056785"/>
                </a:lnTo>
                <a:lnTo>
                  <a:pt x="1632902" y="1052373"/>
                </a:lnTo>
                <a:lnTo>
                  <a:pt x="1640447" y="1046615"/>
                </a:lnTo>
                <a:lnTo>
                  <a:pt x="1644855" y="1047214"/>
                </a:lnTo>
                <a:lnTo>
                  <a:pt x="1654791" y="1051252"/>
                </a:lnTo>
                <a:lnTo>
                  <a:pt x="1660619" y="1051700"/>
                </a:lnTo>
                <a:lnTo>
                  <a:pt x="1670480" y="1051027"/>
                </a:lnTo>
                <a:lnTo>
                  <a:pt x="1674589" y="1053570"/>
                </a:lnTo>
                <a:lnTo>
                  <a:pt x="1676158" y="1059253"/>
                </a:lnTo>
                <a:lnTo>
                  <a:pt x="1678399" y="1061272"/>
                </a:lnTo>
                <a:lnTo>
                  <a:pt x="1681313" y="1062768"/>
                </a:lnTo>
                <a:lnTo>
                  <a:pt x="1688336" y="1072339"/>
                </a:lnTo>
                <a:lnTo>
                  <a:pt x="1694835" y="1071816"/>
                </a:lnTo>
                <a:lnTo>
                  <a:pt x="1700588" y="1073611"/>
                </a:lnTo>
                <a:lnTo>
                  <a:pt x="1710599" y="1067778"/>
                </a:lnTo>
                <a:lnTo>
                  <a:pt x="1718219" y="1067927"/>
                </a:lnTo>
                <a:lnTo>
                  <a:pt x="1720385" y="1063441"/>
                </a:lnTo>
                <a:lnTo>
                  <a:pt x="1715828" y="1058655"/>
                </a:lnTo>
                <a:lnTo>
                  <a:pt x="1710300" y="1054691"/>
                </a:lnTo>
                <a:lnTo>
                  <a:pt x="1707386" y="1053869"/>
                </a:lnTo>
                <a:lnTo>
                  <a:pt x="1704174" y="1054093"/>
                </a:lnTo>
                <a:lnTo>
                  <a:pt x="1701260" y="1053495"/>
                </a:lnTo>
                <a:lnTo>
                  <a:pt x="1689008" y="1044746"/>
                </a:lnTo>
                <a:lnTo>
                  <a:pt x="1685347" y="1040035"/>
                </a:lnTo>
                <a:lnTo>
                  <a:pt x="1683255" y="1034501"/>
                </a:lnTo>
                <a:lnTo>
                  <a:pt x="1684525" y="1030388"/>
                </a:lnTo>
                <a:lnTo>
                  <a:pt x="1692967" y="1026724"/>
                </a:lnTo>
                <a:lnTo>
                  <a:pt x="1696927" y="1025827"/>
                </a:lnTo>
                <a:lnTo>
                  <a:pt x="1711570" y="1028294"/>
                </a:lnTo>
                <a:lnTo>
                  <a:pt x="1714110" y="1030388"/>
                </a:lnTo>
                <a:lnTo>
                  <a:pt x="1717995" y="1039137"/>
                </a:lnTo>
                <a:lnTo>
                  <a:pt x="1720908" y="1042951"/>
                </a:lnTo>
                <a:close/>
                <a:moveTo>
                  <a:pt x="2217495" y="346529"/>
                </a:moveTo>
                <a:lnTo>
                  <a:pt x="2203226" y="359166"/>
                </a:lnTo>
                <a:lnTo>
                  <a:pt x="2198893" y="365298"/>
                </a:lnTo>
                <a:lnTo>
                  <a:pt x="2195083" y="371954"/>
                </a:lnTo>
                <a:lnTo>
                  <a:pt x="2189480" y="379282"/>
                </a:lnTo>
                <a:lnTo>
                  <a:pt x="2183055" y="385713"/>
                </a:lnTo>
                <a:lnTo>
                  <a:pt x="2179768" y="387657"/>
                </a:lnTo>
                <a:lnTo>
                  <a:pt x="2171848" y="391172"/>
                </a:lnTo>
                <a:lnTo>
                  <a:pt x="2167291" y="392518"/>
                </a:lnTo>
                <a:lnTo>
                  <a:pt x="2158625" y="392892"/>
                </a:lnTo>
                <a:lnTo>
                  <a:pt x="2132701" y="398052"/>
                </a:lnTo>
                <a:lnTo>
                  <a:pt x="2124185" y="398725"/>
                </a:lnTo>
                <a:lnTo>
                  <a:pt x="2115668" y="398501"/>
                </a:lnTo>
                <a:lnTo>
                  <a:pt x="2099531" y="397154"/>
                </a:lnTo>
                <a:lnTo>
                  <a:pt x="2096169" y="396481"/>
                </a:lnTo>
                <a:lnTo>
                  <a:pt x="2089744" y="389826"/>
                </a:lnTo>
                <a:lnTo>
                  <a:pt x="2082572" y="384592"/>
                </a:lnTo>
                <a:lnTo>
                  <a:pt x="2076147" y="383993"/>
                </a:lnTo>
                <a:lnTo>
                  <a:pt x="2069647" y="384592"/>
                </a:lnTo>
                <a:lnTo>
                  <a:pt x="2022656" y="384965"/>
                </a:lnTo>
                <a:lnTo>
                  <a:pt x="2006220" y="385938"/>
                </a:lnTo>
                <a:lnTo>
                  <a:pt x="1989859" y="388256"/>
                </a:lnTo>
                <a:lnTo>
                  <a:pt x="1980968" y="387209"/>
                </a:lnTo>
                <a:lnTo>
                  <a:pt x="1972153" y="384592"/>
                </a:lnTo>
                <a:lnTo>
                  <a:pt x="1965504" y="383694"/>
                </a:lnTo>
                <a:lnTo>
                  <a:pt x="1958780" y="383918"/>
                </a:lnTo>
                <a:lnTo>
                  <a:pt x="1927925" y="387882"/>
                </a:lnTo>
                <a:lnTo>
                  <a:pt x="1920156" y="387508"/>
                </a:lnTo>
                <a:lnTo>
                  <a:pt x="1904542" y="382423"/>
                </a:lnTo>
                <a:lnTo>
                  <a:pt x="1895502" y="381451"/>
                </a:lnTo>
                <a:lnTo>
                  <a:pt x="1886612" y="382797"/>
                </a:lnTo>
                <a:lnTo>
                  <a:pt x="1878319" y="387358"/>
                </a:lnTo>
                <a:lnTo>
                  <a:pt x="1875181" y="390424"/>
                </a:lnTo>
                <a:lnTo>
                  <a:pt x="1866590" y="400819"/>
                </a:lnTo>
                <a:lnTo>
                  <a:pt x="1861734" y="408446"/>
                </a:lnTo>
                <a:lnTo>
                  <a:pt x="1858073" y="417943"/>
                </a:lnTo>
                <a:lnTo>
                  <a:pt x="1854935" y="427665"/>
                </a:lnTo>
                <a:lnTo>
                  <a:pt x="1853217" y="435591"/>
                </a:lnTo>
                <a:lnTo>
                  <a:pt x="1853142" y="443892"/>
                </a:lnTo>
                <a:lnTo>
                  <a:pt x="1854637" y="453239"/>
                </a:lnTo>
                <a:lnTo>
                  <a:pt x="1856952" y="462512"/>
                </a:lnTo>
                <a:lnTo>
                  <a:pt x="1859493" y="469541"/>
                </a:lnTo>
                <a:lnTo>
                  <a:pt x="1870251" y="485843"/>
                </a:lnTo>
                <a:lnTo>
                  <a:pt x="1872417" y="488161"/>
                </a:lnTo>
                <a:lnTo>
                  <a:pt x="1883997" y="492798"/>
                </a:lnTo>
                <a:lnTo>
                  <a:pt x="1890945" y="498630"/>
                </a:lnTo>
                <a:lnTo>
                  <a:pt x="1897444" y="515007"/>
                </a:lnTo>
                <a:lnTo>
                  <a:pt x="1902076" y="523382"/>
                </a:lnTo>
                <a:lnTo>
                  <a:pt x="1906708" y="523457"/>
                </a:lnTo>
                <a:lnTo>
                  <a:pt x="1911788" y="522934"/>
                </a:lnTo>
                <a:lnTo>
                  <a:pt x="1920679" y="523981"/>
                </a:lnTo>
                <a:lnTo>
                  <a:pt x="1929494" y="526149"/>
                </a:lnTo>
                <a:lnTo>
                  <a:pt x="1938086" y="521064"/>
                </a:lnTo>
                <a:lnTo>
                  <a:pt x="1942867" y="511567"/>
                </a:lnTo>
                <a:lnTo>
                  <a:pt x="1947649" y="504538"/>
                </a:lnTo>
                <a:lnTo>
                  <a:pt x="1959154" y="491152"/>
                </a:lnTo>
                <a:lnTo>
                  <a:pt x="1965728" y="484946"/>
                </a:lnTo>
                <a:lnTo>
                  <a:pt x="1969986" y="482927"/>
                </a:lnTo>
                <a:lnTo>
                  <a:pt x="1974245" y="483749"/>
                </a:lnTo>
                <a:lnTo>
                  <a:pt x="1977831" y="487339"/>
                </a:lnTo>
                <a:lnTo>
                  <a:pt x="1982089" y="490180"/>
                </a:lnTo>
                <a:lnTo>
                  <a:pt x="1990681" y="491676"/>
                </a:lnTo>
                <a:lnTo>
                  <a:pt x="1999421" y="490704"/>
                </a:lnTo>
                <a:lnTo>
                  <a:pt x="2008685" y="486367"/>
                </a:lnTo>
                <a:lnTo>
                  <a:pt x="2011972" y="483674"/>
                </a:lnTo>
                <a:lnTo>
                  <a:pt x="2014737" y="480309"/>
                </a:lnTo>
                <a:lnTo>
                  <a:pt x="2022581" y="477543"/>
                </a:lnTo>
                <a:lnTo>
                  <a:pt x="2041258" y="477543"/>
                </a:lnTo>
                <a:lnTo>
                  <a:pt x="2050896" y="478515"/>
                </a:lnTo>
                <a:lnTo>
                  <a:pt x="2068078" y="477393"/>
                </a:lnTo>
                <a:lnTo>
                  <a:pt x="2067854" y="474925"/>
                </a:lnTo>
                <a:lnTo>
                  <a:pt x="2064492" y="472308"/>
                </a:lnTo>
                <a:lnTo>
                  <a:pt x="2063596" y="470214"/>
                </a:lnTo>
                <a:lnTo>
                  <a:pt x="2066808" y="468868"/>
                </a:lnTo>
                <a:lnTo>
                  <a:pt x="2077865" y="465802"/>
                </a:lnTo>
                <a:lnTo>
                  <a:pt x="2089146" y="463634"/>
                </a:lnTo>
                <a:lnTo>
                  <a:pt x="2097364" y="465204"/>
                </a:lnTo>
                <a:lnTo>
                  <a:pt x="2104760" y="469466"/>
                </a:lnTo>
                <a:lnTo>
                  <a:pt x="2107525" y="473804"/>
                </a:lnTo>
                <a:lnTo>
                  <a:pt x="2108795" y="479113"/>
                </a:lnTo>
                <a:lnTo>
                  <a:pt x="2105956" y="492872"/>
                </a:lnTo>
                <a:lnTo>
                  <a:pt x="2104611" y="496013"/>
                </a:lnTo>
                <a:lnTo>
                  <a:pt x="2098784" y="497658"/>
                </a:lnTo>
                <a:lnTo>
                  <a:pt x="2093255" y="495864"/>
                </a:lnTo>
                <a:lnTo>
                  <a:pt x="2087802" y="488759"/>
                </a:lnTo>
                <a:lnTo>
                  <a:pt x="2080032" y="486142"/>
                </a:lnTo>
                <a:lnTo>
                  <a:pt x="2069124" y="488311"/>
                </a:lnTo>
                <a:lnTo>
                  <a:pt x="2065389" y="490330"/>
                </a:lnTo>
                <a:lnTo>
                  <a:pt x="2061952" y="493171"/>
                </a:lnTo>
                <a:lnTo>
                  <a:pt x="2055826" y="500500"/>
                </a:lnTo>
                <a:lnTo>
                  <a:pt x="2050671" y="508800"/>
                </a:lnTo>
                <a:lnTo>
                  <a:pt x="2039540" y="521737"/>
                </a:lnTo>
                <a:lnTo>
                  <a:pt x="2026615" y="532954"/>
                </a:lnTo>
                <a:lnTo>
                  <a:pt x="2020415" y="537217"/>
                </a:lnTo>
                <a:lnTo>
                  <a:pt x="2013467" y="540133"/>
                </a:lnTo>
                <a:lnTo>
                  <a:pt x="1991129" y="547536"/>
                </a:lnTo>
                <a:lnTo>
                  <a:pt x="1985227" y="553070"/>
                </a:lnTo>
                <a:lnTo>
                  <a:pt x="1980670" y="560249"/>
                </a:lnTo>
                <a:lnTo>
                  <a:pt x="1975589" y="562642"/>
                </a:lnTo>
                <a:lnTo>
                  <a:pt x="1969762" y="563464"/>
                </a:lnTo>
                <a:lnTo>
                  <a:pt x="1965354" y="562118"/>
                </a:lnTo>
                <a:lnTo>
                  <a:pt x="1956464" y="558080"/>
                </a:lnTo>
                <a:lnTo>
                  <a:pt x="1953476" y="561370"/>
                </a:lnTo>
                <a:lnTo>
                  <a:pt x="1953028" y="566455"/>
                </a:lnTo>
                <a:lnTo>
                  <a:pt x="1957435" y="568250"/>
                </a:lnTo>
                <a:lnTo>
                  <a:pt x="1964458" y="573859"/>
                </a:lnTo>
                <a:lnTo>
                  <a:pt x="1969912" y="581785"/>
                </a:lnTo>
                <a:lnTo>
                  <a:pt x="1973423" y="583505"/>
                </a:lnTo>
                <a:lnTo>
                  <a:pt x="1981193" y="586048"/>
                </a:lnTo>
                <a:lnTo>
                  <a:pt x="1984480" y="588515"/>
                </a:lnTo>
                <a:lnTo>
                  <a:pt x="1990307" y="595320"/>
                </a:lnTo>
                <a:lnTo>
                  <a:pt x="1999571" y="611024"/>
                </a:lnTo>
                <a:lnTo>
                  <a:pt x="2002709" y="619549"/>
                </a:lnTo>
                <a:lnTo>
                  <a:pt x="2007864" y="626578"/>
                </a:lnTo>
                <a:lnTo>
                  <a:pt x="2023478" y="638393"/>
                </a:lnTo>
                <a:lnTo>
                  <a:pt x="2024299" y="641684"/>
                </a:lnTo>
                <a:lnTo>
                  <a:pt x="2023328" y="645572"/>
                </a:lnTo>
                <a:lnTo>
                  <a:pt x="2024598" y="649162"/>
                </a:lnTo>
                <a:lnTo>
                  <a:pt x="2030127" y="655892"/>
                </a:lnTo>
                <a:lnTo>
                  <a:pt x="2031471" y="660304"/>
                </a:lnTo>
                <a:lnTo>
                  <a:pt x="2025345" y="665838"/>
                </a:lnTo>
                <a:lnTo>
                  <a:pt x="2025046" y="673914"/>
                </a:lnTo>
                <a:lnTo>
                  <a:pt x="2021311" y="684682"/>
                </a:lnTo>
                <a:lnTo>
                  <a:pt x="2020415" y="688346"/>
                </a:lnTo>
                <a:lnTo>
                  <a:pt x="2020564" y="691637"/>
                </a:lnTo>
                <a:lnTo>
                  <a:pt x="2023179" y="694777"/>
                </a:lnTo>
                <a:lnTo>
                  <a:pt x="2026242" y="697170"/>
                </a:lnTo>
                <a:lnTo>
                  <a:pt x="2030425" y="698441"/>
                </a:lnTo>
                <a:lnTo>
                  <a:pt x="2034161" y="700610"/>
                </a:lnTo>
                <a:lnTo>
                  <a:pt x="2041183" y="709060"/>
                </a:lnTo>
                <a:lnTo>
                  <a:pt x="2044919" y="711229"/>
                </a:lnTo>
                <a:lnTo>
                  <a:pt x="2047235" y="714295"/>
                </a:lnTo>
                <a:lnTo>
                  <a:pt x="2047011" y="718931"/>
                </a:lnTo>
                <a:lnTo>
                  <a:pt x="2050223" y="721623"/>
                </a:lnTo>
                <a:lnTo>
                  <a:pt x="2053212" y="726334"/>
                </a:lnTo>
                <a:lnTo>
                  <a:pt x="2057694" y="727531"/>
                </a:lnTo>
                <a:lnTo>
                  <a:pt x="2059861" y="726185"/>
                </a:lnTo>
                <a:lnTo>
                  <a:pt x="2061280" y="724091"/>
                </a:lnTo>
                <a:lnTo>
                  <a:pt x="2065015" y="724913"/>
                </a:lnTo>
                <a:lnTo>
                  <a:pt x="2067182" y="728204"/>
                </a:lnTo>
                <a:lnTo>
                  <a:pt x="2068452" y="732466"/>
                </a:lnTo>
                <a:lnTo>
                  <a:pt x="2068900" y="737177"/>
                </a:lnTo>
                <a:lnTo>
                  <a:pt x="2068676" y="746151"/>
                </a:lnTo>
                <a:lnTo>
                  <a:pt x="2066808" y="749366"/>
                </a:lnTo>
                <a:lnTo>
                  <a:pt x="2062774" y="749217"/>
                </a:lnTo>
                <a:lnTo>
                  <a:pt x="2055453" y="745553"/>
                </a:lnTo>
                <a:lnTo>
                  <a:pt x="2055079" y="748170"/>
                </a:lnTo>
                <a:lnTo>
                  <a:pt x="2055602" y="750787"/>
                </a:lnTo>
                <a:lnTo>
                  <a:pt x="2051867" y="751610"/>
                </a:lnTo>
                <a:lnTo>
                  <a:pt x="2047608" y="751236"/>
                </a:lnTo>
                <a:lnTo>
                  <a:pt x="2036850" y="751610"/>
                </a:lnTo>
                <a:lnTo>
                  <a:pt x="2017127" y="757143"/>
                </a:lnTo>
                <a:lnTo>
                  <a:pt x="2010179" y="760434"/>
                </a:lnTo>
                <a:lnTo>
                  <a:pt x="2005697" y="766416"/>
                </a:lnTo>
                <a:lnTo>
                  <a:pt x="2005398" y="770529"/>
                </a:lnTo>
                <a:lnTo>
                  <a:pt x="2007116" y="779278"/>
                </a:lnTo>
                <a:lnTo>
                  <a:pt x="2004502" y="782269"/>
                </a:lnTo>
                <a:lnTo>
                  <a:pt x="1995462" y="783466"/>
                </a:lnTo>
                <a:lnTo>
                  <a:pt x="1982836" y="781148"/>
                </a:lnTo>
                <a:lnTo>
                  <a:pt x="1975216" y="778830"/>
                </a:lnTo>
                <a:lnTo>
                  <a:pt x="1970958" y="776885"/>
                </a:lnTo>
                <a:lnTo>
                  <a:pt x="1965354" y="770978"/>
                </a:lnTo>
                <a:lnTo>
                  <a:pt x="1963337" y="763500"/>
                </a:lnTo>
                <a:lnTo>
                  <a:pt x="1967372" y="741215"/>
                </a:lnTo>
                <a:lnTo>
                  <a:pt x="1968567" y="738374"/>
                </a:lnTo>
                <a:lnTo>
                  <a:pt x="1970509" y="735831"/>
                </a:lnTo>
                <a:lnTo>
                  <a:pt x="1972676" y="731718"/>
                </a:lnTo>
                <a:lnTo>
                  <a:pt x="1973124" y="727007"/>
                </a:lnTo>
                <a:lnTo>
                  <a:pt x="1967073" y="721174"/>
                </a:lnTo>
                <a:lnTo>
                  <a:pt x="1958033" y="718856"/>
                </a:lnTo>
                <a:lnTo>
                  <a:pt x="1950338" y="713996"/>
                </a:lnTo>
                <a:lnTo>
                  <a:pt x="1920529" y="686851"/>
                </a:lnTo>
                <a:lnTo>
                  <a:pt x="1918886" y="684233"/>
                </a:lnTo>
                <a:lnTo>
                  <a:pt x="1918811" y="679672"/>
                </a:lnTo>
                <a:lnTo>
                  <a:pt x="1920006" y="675484"/>
                </a:lnTo>
                <a:lnTo>
                  <a:pt x="1929793" y="660603"/>
                </a:lnTo>
                <a:lnTo>
                  <a:pt x="1930989" y="657761"/>
                </a:lnTo>
                <a:lnTo>
                  <a:pt x="1932184" y="646021"/>
                </a:lnTo>
                <a:lnTo>
                  <a:pt x="1931960" y="636374"/>
                </a:lnTo>
                <a:lnTo>
                  <a:pt x="1930839" y="626728"/>
                </a:lnTo>
                <a:lnTo>
                  <a:pt x="1926207" y="620596"/>
                </a:lnTo>
                <a:lnTo>
                  <a:pt x="1917915" y="618801"/>
                </a:lnTo>
                <a:lnTo>
                  <a:pt x="1909398" y="618502"/>
                </a:lnTo>
                <a:lnTo>
                  <a:pt x="1901105" y="620446"/>
                </a:lnTo>
                <a:lnTo>
                  <a:pt x="1892887" y="625307"/>
                </a:lnTo>
                <a:lnTo>
                  <a:pt x="1877721" y="635552"/>
                </a:lnTo>
                <a:lnTo>
                  <a:pt x="1871745" y="641459"/>
                </a:lnTo>
                <a:lnTo>
                  <a:pt x="1871222" y="649237"/>
                </a:lnTo>
                <a:lnTo>
                  <a:pt x="1874658" y="656789"/>
                </a:lnTo>
                <a:lnTo>
                  <a:pt x="1879141" y="663744"/>
                </a:lnTo>
                <a:lnTo>
                  <a:pt x="1881532" y="671296"/>
                </a:lnTo>
                <a:lnTo>
                  <a:pt x="1884893" y="698142"/>
                </a:lnTo>
                <a:lnTo>
                  <a:pt x="1884744" y="701208"/>
                </a:lnTo>
                <a:lnTo>
                  <a:pt x="1880859" y="708985"/>
                </a:lnTo>
                <a:lnTo>
                  <a:pt x="1879290" y="726484"/>
                </a:lnTo>
                <a:lnTo>
                  <a:pt x="1881009" y="751086"/>
                </a:lnTo>
                <a:lnTo>
                  <a:pt x="1883623" y="766192"/>
                </a:lnTo>
                <a:lnTo>
                  <a:pt x="1882503" y="774418"/>
                </a:lnTo>
                <a:lnTo>
                  <a:pt x="1875405" y="792066"/>
                </a:lnTo>
                <a:lnTo>
                  <a:pt x="1873239" y="801787"/>
                </a:lnTo>
                <a:lnTo>
                  <a:pt x="1873090" y="805750"/>
                </a:lnTo>
                <a:lnTo>
                  <a:pt x="1881457" y="824221"/>
                </a:lnTo>
                <a:lnTo>
                  <a:pt x="1883399" y="831474"/>
                </a:lnTo>
                <a:lnTo>
                  <a:pt x="1884370" y="839027"/>
                </a:lnTo>
                <a:lnTo>
                  <a:pt x="1875555" y="835363"/>
                </a:lnTo>
                <a:lnTo>
                  <a:pt x="1871371" y="835512"/>
                </a:lnTo>
                <a:lnTo>
                  <a:pt x="1867262" y="836634"/>
                </a:lnTo>
                <a:lnTo>
                  <a:pt x="1857998" y="837831"/>
                </a:lnTo>
                <a:lnTo>
                  <a:pt x="1848660" y="838055"/>
                </a:lnTo>
                <a:lnTo>
                  <a:pt x="1845373" y="839401"/>
                </a:lnTo>
                <a:lnTo>
                  <a:pt x="1838649" y="844336"/>
                </a:lnTo>
                <a:lnTo>
                  <a:pt x="1834615" y="846281"/>
                </a:lnTo>
                <a:lnTo>
                  <a:pt x="1831103" y="846655"/>
                </a:lnTo>
                <a:lnTo>
                  <a:pt x="1819150" y="840523"/>
                </a:lnTo>
                <a:lnTo>
                  <a:pt x="1812127" y="833867"/>
                </a:lnTo>
                <a:lnTo>
                  <a:pt x="1805628" y="826614"/>
                </a:lnTo>
                <a:lnTo>
                  <a:pt x="1804432" y="818313"/>
                </a:lnTo>
                <a:lnTo>
                  <a:pt x="1806748" y="809863"/>
                </a:lnTo>
                <a:lnTo>
                  <a:pt x="1809961" y="800740"/>
                </a:lnTo>
                <a:lnTo>
                  <a:pt x="1816386" y="785634"/>
                </a:lnTo>
                <a:lnTo>
                  <a:pt x="1816087" y="775539"/>
                </a:lnTo>
                <a:lnTo>
                  <a:pt x="1818254" y="767239"/>
                </a:lnTo>
                <a:lnTo>
                  <a:pt x="1821914" y="759163"/>
                </a:lnTo>
                <a:lnTo>
                  <a:pt x="1823259" y="751759"/>
                </a:lnTo>
                <a:lnTo>
                  <a:pt x="1824155" y="722595"/>
                </a:lnTo>
                <a:lnTo>
                  <a:pt x="1823184" y="720053"/>
                </a:lnTo>
                <a:lnTo>
                  <a:pt x="1814443" y="702779"/>
                </a:lnTo>
                <a:lnTo>
                  <a:pt x="1813397" y="699862"/>
                </a:lnTo>
                <a:lnTo>
                  <a:pt x="1813323" y="695151"/>
                </a:lnTo>
                <a:lnTo>
                  <a:pt x="1814294" y="690739"/>
                </a:lnTo>
                <a:lnTo>
                  <a:pt x="1814518" y="686701"/>
                </a:lnTo>
                <a:lnTo>
                  <a:pt x="1812426" y="683635"/>
                </a:lnTo>
                <a:lnTo>
                  <a:pt x="1808915" y="680794"/>
                </a:lnTo>
                <a:lnTo>
                  <a:pt x="1804582" y="679597"/>
                </a:lnTo>
                <a:lnTo>
                  <a:pt x="1795467" y="680794"/>
                </a:lnTo>
                <a:lnTo>
                  <a:pt x="1777164" y="685505"/>
                </a:lnTo>
                <a:lnTo>
                  <a:pt x="1771710" y="681392"/>
                </a:lnTo>
                <a:lnTo>
                  <a:pt x="1767676" y="675035"/>
                </a:lnTo>
                <a:lnTo>
                  <a:pt x="1765061" y="666211"/>
                </a:lnTo>
                <a:lnTo>
                  <a:pt x="1763492" y="657014"/>
                </a:lnTo>
                <a:lnTo>
                  <a:pt x="1764239" y="648339"/>
                </a:lnTo>
                <a:lnTo>
                  <a:pt x="1766929" y="639964"/>
                </a:lnTo>
                <a:lnTo>
                  <a:pt x="1764762" y="634056"/>
                </a:lnTo>
                <a:lnTo>
                  <a:pt x="1761400" y="627700"/>
                </a:lnTo>
                <a:lnTo>
                  <a:pt x="1761326" y="624410"/>
                </a:lnTo>
                <a:lnTo>
                  <a:pt x="1763268" y="621493"/>
                </a:lnTo>
                <a:lnTo>
                  <a:pt x="1766555" y="619100"/>
                </a:lnTo>
                <a:lnTo>
                  <a:pt x="1770664" y="617680"/>
                </a:lnTo>
                <a:lnTo>
                  <a:pt x="1774400" y="615137"/>
                </a:lnTo>
                <a:lnTo>
                  <a:pt x="1784411" y="606612"/>
                </a:lnTo>
                <a:lnTo>
                  <a:pt x="1787623" y="599059"/>
                </a:lnTo>
                <a:lnTo>
                  <a:pt x="1787847" y="589787"/>
                </a:lnTo>
                <a:lnTo>
                  <a:pt x="1790387" y="580963"/>
                </a:lnTo>
                <a:lnTo>
                  <a:pt x="1795542" y="572812"/>
                </a:lnTo>
                <a:lnTo>
                  <a:pt x="1801594" y="565259"/>
                </a:lnTo>
                <a:lnTo>
                  <a:pt x="1803536" y="557407"/>
                </a:lnTo>
                <a:lnTo>
                  <a:pt x="1800548" y="545069"/>
                </a:lnTo>
                <a:lnTo>
                  <a:pt x="1801743" y="539385"/>
                </a:lnTo>
                <a:lnTo>
                  <a:pt x="1800697" y="532805"/>
                </a:lnTo>
                <a:lnTo>
                  <a:pt x="1800622" y="526224"/>
                </a:lnTo>
                <a:lnTo>
                  <a:pt x="1804358" y="513885"/>
                </a:lnTo>
                <a:lnTo>
                  <a:pt x="1815489" y="488759"/>
                </a:lnTo>
                <a:lnTo>
                  <a:pt x="1826397" y="475374"/>
                </a:lnTo>
                <a:lnTo>
                  <a:pt x="1830655" y="471859"/>
                </a:lnTo>
                <a:lnTo>
                  <a:pt x="1836333" y="478066"/>
                </a:lnTo>
                <a:lnTo>
                  <a:pt x="1840591" y="485394"/>
                </a:lnTo>
                <a:lnTo>
                  <a:pt x="1840666" y="478739"/>
                </a:lnTo>
                <a:lnTo>
                  <a:pt x="1839545" y="472233"/>
                </a:lnTo>
                <a:lnTo>
                  <a:pt x="1835212" y="457128"/>
                </a:lnTo>
                <a:lnTo>
                  <a:pt x="1831477" y="427515"/>
                </a:lnTo>
                <a:lnTo>
                  <a:pt x="1832523" y="424748"/>
                </a:lnTo>
                <a:lnTo>
                  <a:pt x="1836333" y="425197"/>
                </a:lnTo>
                <a:lnTo>
                  <a:pt x="1840143" y="422580"/>
                </a:lnTo>
                <a:lnTo>
                  <a:pt x="1842235" y="417943"/>
                </a:lnTo>
                <a:lnTo>
                  <a:pt x="1838201" y="406951"/>
                </a:lnTo>
                <a:lnTo>
                  <a:pt x="1837977" y="403062"/>
                </a:lnTo>
                <a:lnTo>
                  <a:pt x="1845746" y="387657"/>
                </a:lnTo>
                <a:lnTo>
                  <a:pt x="1852096" y="382049"/>
                </a:lnTo>
                <a:lnTo>
                  <a:pt x="1854861" y="378534"/>
                </a:lnTo>
                <a:lnTo>
                  <a:pt x="1856430" y="369112"/>
                </a:lnTo>
                <a:lnTo>
                  <a:pt x="1859791" y="365597"/>
                </a:lnTo>
                <a:lnTo>
                  <a:pt x="1863975" y="363055"/>
                </a:lnTo>
                <a:lnTo>
                  <a:pt x="1869429" y="356549"/>
                </a:lnTo>
                <a:lnTo>
                  <a:pt x="1872417" y="348323"/>
                </a:lnTo>
                <a:lnTo>
                  <a:pt x="1874210" y="347725"/>
                </a:lnTo>
                <a:lnTo>
                  <a:pt x="1876302" y="347426"/>
                </a:lnTo>
                <a:lnTo>
                  <a:pt x="1879664" y="354530"/>
                </a:lnTo>
                <a:lnTo>
                  <a:pt x="1883325" y="357447"/>
                </a:lnTo>
                <a:lnTo>
                  <a:pt x="1890870" y="359765"/>
                </a:lnTo>
                <a:lnTo>
                  <a:pt x="1897295" y="357073"/>
                </a:lnTo>
                <a:lnTo>
                  <a:pt x="1899013" y="353483"/>
                </a:lnTo>
                <a:lnTo>
                  <a:pt x="1901479" y="350342"/>
                </a:lnTo>
                <a:lnTo>
                  <a:pt x="1905364" y="347127"/>
                </a:lnTo>
                <a:lnTo>
                  <a:pt x="1908651" y="343463"/>
                </a:lnTo>
                <a:lnTo>
                  <a:pt x="1912311" y="335013"/>
                </a:lnTo>
                <a:lnTo>
                  <a:pt x="1917093" y="327236"/>
                </a:lnTo>
                <a:lnTo>
                  <a:pt x="1920380" y="324543"/>
                </a:lnTo>
                <a:lnTo>
                  <a:pt x="1924339" y="322824"/>
                </a:lnTo>
                <a:lnTo>
                  <a:pt x="1928822" y="321777"/>
                </a:lnTo>
                <a:lnTo>
                  <a:pt x="1933080" y="321627"/>
                </a:lnTo>
                <a:lnTo>
                  <a:pt x="1942494" y="326563"/>
                </a:lnTo>
                <a:lnTo>
                  <a:pt x="1948022" y="327460"/>
                </a:lnTo>
                <a:lnTo>
                  <a:pt x="1953625" y="327086"/>
                </a:lnTo>
                <a:lnTo>
                  <a:pt x="1957136" y="327909"/>
                </a:lnTo>
                <a:lnTo>
                  <a:pt x="1959826" y="330152"/>
                </a:lnTo>
                <a:lnTo>
                  <a:pt x="1962291" y="334489"/>
                </a:lnTo>
                <a:lnTo>
                  <a:pt x="1965280" y="338303"/>
                </a:lnTo>
                <a:lnTo>
                  <a:pt x="1968119" y="340172"/>
                </a:lnTo>
                <a:lnTo>
                  <a:pt x="1971182" y="341070"/>
                </a:lnTo>
                <a:lnTo>
                  <a:pt x="1991726" y="339499"/>
                </a:lnTo>
                <a:lnTo>
                  <a:pt x="2009731" y="343837"/>
                </a:lnTo>
                <a:lnTo>
                  <a:pt x="2034310" y="344809"/>
                </a:lnTo>
                <a:lnTo>
                  <a:pt x="2042678" y="347351"/>
                </a:lnTo>
                <a:lnTo>
                  <a:pt x="2050746" y="350567"/>
                </a:lnTo>
                <a:lnTo>
                  <a:pt x="2060682" y="356400"/>
                </a:lnTo>
                <a:lnTo>
                  <a:pt x="2064268" y="357671"/>
                </a:lnTo>
                <a:lnTo>
                  <a:pt x="2068303" y="357372"/>
                </a:lnTo>
                <a:lnTo>
                  <a:pt x="2073383" y="351913"/>
                </a:lnTo>
                <a:lnTo>
                  <a:pt x="2077342" y="350716"/>
                </a:lnTo>
                <a:lnTo>
                  <a:pt x="2081377" y="350492"/>
                </a:lnTo>
                <a:lnTo>
                  <a:pt x="2097140" y="351539"/>
                </a:lnTo>
                <a:lnTo>
                  <a:pt x="2139649" y="358269"/>
                </a:lnTo>
                <a:lnTo>
                  <a:pt x="2145925" y="357372"/>
                </a:lnTo>
                <a:lnTo>
                  <a:pt x="2171550" y="344510"/>
                </a:lnTo>
                <a:lnTo>
                  <a:pt x="2181785" y="332321"/>
                </a:lnTo>
                <a:lnTo>
                  <a:pt x="2190974" y="328955"/>
                </a:lnTo>
                <a:lnTo>
                  <a:pt x="2194037" y="323422"/>
                </a:lnTo>
                <a:lnTo>
                  <a:pt x="2195905" y="316841"/>
                </a:lnTo>
                <a:lnTo>
                  <a:pt x="2199192" y="315046"/>
                </a:lnTo>
                <a:lnTo>
                  <a:pt x="2206887" y="313177"/>
                </a:lnTo>
                <a:lnTo>
                  <a:pt x="2209950" y="311158"/>
                </a:lnTo>
                <a:lnTo>
                  <a:pt x="2215404" y="303082"/>
                </a:lnTo>
                <a:lnTo>
                  <a:pt x="2221828" y="295903"/>
                </a:lnTo>
                <a:lnTo>
                  <a:pt x="2224966" y="293734"/>
                </a:lnTo>
                <a:lnTo>
                  <a:pt x="2234081" y="294856"/>
                </a:lnTo>
                <a:lnTo>
                  <a:pt x="2238115" y="297997"/>
                </a:lnTo>
                <a:lnTo>
                  <a:pt x="2243270" y="308615"/>
                </a:lnTo>
                <a:lnTo>
                  <a:pt x="2242373" y="310335"/>
                </a:lnTo>
                <a:lnTo>
                  <a:pt x="2236322" y="315645"/>
                </a:lnTo>
                <a:lnTo>
                  <a:pt x="2234529" y="317813"/>
                </a:lnTo>
                <a:lnTo>
                  <a:pt x="2227880" y="332694"/>
                </a:lnTo>
                <a:lnTo>
                  <a:pt x="2223323" y="339948"/>
                </a:lnTo>
                <a:lnTo>
                  <a:pt x="2217495" y="346529"/>
                </a:lnTo>
                <a:close/>
                <a:moveTo>
                  <a:pt x="908977" y="870210"/>
                </a:moveTo>
                <a:lnTo>
                  <a:pt x="916523" y="878735"/>
                </a:lnTo>
                <a:lnTo>
                  <a:pt x="923097" y="883297"/>
                </a:lnTo>
                <a:lnTo>
                  <a:pt x="930867" y="885764"/>
                </a:lnTo>
                <a:lnTo>
                  <a:pt x="939010" y="885989"/>
                </a:lnTo>
                <a:lnTo>
                  <a:pt x="947079" y="887036"/>
                </a:lnTo>
                <a:lnTo>
                  <a:pt x="956417" y="890326"/>
                </a:lnTo>
                <a:lnTo>
                  <a:pt x="966055" y="891822"/>
                </a:lnTo>
                <a:lnTo>
                  <a:pt x="970462" y="891223"/>
                </a:lnTo>
                <a:lnTo>
                  <a:pt x="974721" y="889578"/>
                </a:lnTo>
                <a:lnTo>
                  <a:pt x="977784" y="889429"/>
                </a:lnTo>
                <a:lnTo>
                  <a:pt x="980399" y="890999"/>
                </a:lnTo>
                <a:lnTo>
                  <a:pt x="987048" y="898253"/>
                </a:lnTo>
                <a:lnTo>
                  <a:pt x="994294" y="904833"/>
                </a:lnTo>
                <a:lnTo>
                  <a:pt x="995938" y="908198"/>
                </a:lnTo>
                <a:lnTo>
                  <a:pt x="1000869" y="924126"/>
                </a:lnTo>
                <a:lnTo>
                  <a:pt x="1006397" y="928763"/>
                </a:lnTo>
                <a:lnTo>
                  <a:pt x="1014017" y="930034"/>
                </a:lnTo>
                <a:lnTo>
                  <a:pt x="1022908" y="930034"/>
                </a:lnTo>
                <a:lnTo>
                  <a:pt x="1031798" y="930707"/>
                </a:lnTo>
                <a:lnTo>
                  <a:pt x="1052417" y="934446"/>
                </a:lnTo>
                <a:lnTo>
                  <a:pt x="1060635" y="933922"/>
                </a:lnTo>
                <a:lnTo>
                  <a:pt x="1067882" y="930183"/>
                </a:lnTo>
                <a:lnTo>
                  <a:pt x="1074307" y="932651"/>
                </a:lnTo>
                <a:lnTo>
                  <a:pt x="1091789" y="937063"/>
                </a:lnTo>
                <a:lnTo>
                  <a:pt x="1100380" y="938110"/>
                </a:lnTo>
                <a:lnTo>
                  <a:pt x="1110167" y="936839"/>
                </a:lnTo>
                <a:lnTo>
                  <a:pt x="1119954" y="936540"/>
                </a:lnTo>
                <a:lnTo>
                  <a:pt x="1124660" y="937811"/>
                </a:lnTo>
                <a:lnTo>
                  <a:pt x="1129143" y="939755"/>
                </a:lnTo>
                <a:lnTo>
                  <a:pt x="1133028" y="940503"/>
                </a:lnTo>
                <a:lnTo>
                  <a:pt x="1136987" y="940428"/>
                </a:lnTo>
                <a:lnTo>
                  <a:pt x="1144085" y="936689"/>
                </a:lnTo>
                <a:lnTo>
                  <a:pt x="1148791" y="929884"/>
                </a:lnTo>
                <a:lnTo>
                  <a:pt x="1152527" y="921210"/>
                </a:lnTo>
                <a:lnTo>
                  <a:pt x="1155515" y="912236"/>
                </a:lnTo>
                <a:lnTo>
                  <a:pt x="1157532" y="908348"/>
                </a:lnTo>
                <a:lnTo>
                  <a:pt x="1160222" y="904908"/>
                </a:lnTo>
                <a:lnTo>
                  <a:pt x="1163733" y="902739"/>
                </a:lnTo>
                <a:lnTo>
                  <a:pt x="1167543" y="901319"/>
                </a:lnTo>
                <a:lnTo>
                  <a:pt x="1177778" y="902216"/>
                </a:lnTo>
                <a:lnTo>
                  <a:pt x="1179945" y="904385"/>
                </a:lnTo>
                <a:lnTo>
                  <a:pt x="1191375" y="919640"/>
                </a:lnTo>
                <a:lnTo>
                  <a:pt x="1193467" y="920986"/>
                </a:lnTo>
                <a:lnTo>
                  <a:pt x="1205420" y="921958"/>
                </a:lnTo>
                <a:lnTo>
                  <a:pt x="1208782" y="921434"/>
                </a:lnTo>
                <a:lnTo>
                  <a:pt x="1216029" y="918368"/>
                </a:lnTo>
                <a:lnTo>
                  <a:pt x="1220213" y="918069"/>
                </a:lnTo>
                <a:lnTo>
                  <a:pt x="1227982" y="921883"/>
                </a:lnTo>
                <a:lnTo>
                  <a:pt x="1231269" y="925098"/>
                </a:lnTo>
                <a:lnTo>
                  <a:pt x="1235005" y="927417"/>
                </a:lnTo>
                <a:lnTo>
                  <a:pt x="1253831" y="929884"/>
                </a:lnTo>
                <a:lnTo>
                  <a:pt x="1261078" y="936390"/>
                </a:lnTo>
                <a:lnTo>
                  <a:pt x="1264814" y="937288"/>
                </a:lnTo>
                <a:lnTo>
                  <a:pt x="1277887" y="936465"/>
                </a:lnTo>
                <a:lnTo>
                  <a:pt x="1287002" y="937138"/>
                </a:lnTo>
                <a:lnTo>
                  <a:pt x="1294846" y="938858"/>
                </a:lnTo>
                <a:lnTo>
                  <a:pt x="1298432" y="948205"/>
                </a:lnTo>
                <a:lnTo>
                  <a:pt x="1301346" y="957702"/>
                </a:lnTo>
                <a:lnTo>
                  <a:pt x="1303064" y="960918"/>
                </a:lnTo>
                <a:lnTo>
                  <a:pt x="1310759" y="964208"/>
                </a:lnTo>
                <a:lnTo>
                  <a:pt x="1313897" y="967125"/>
                </a:lnTo>
                <a:lnTo>
                  <a:pt x="1313075" y="976696"/>
                </a:lnTo>
                <a:lnTo>
                  <a:pt x="1313972" y="985670"/>
                </a:lnTo>
                <a:lnTo>
                  <a:pt x="1330333" y="993597"/>
                </a:lnTo>
                <a:lnTo>
                  <a:pt x="1347815" y="998083"/>
                </a:lnTo>
                <a:lnTo>
                  <a:pt x="1366492" y="998532"/>
                </a:lnTo>
                <a:lnTo>
                  <a:pt x="1385094" y="996962"/>
                </a:lnTo>
                <a:lnTo>
                  <a:pt x="1394731" y="995017"/>
                </a:lnTo>
                <a:lnTo>
                  <a:pt x="1406760" y="991652"/>
                </a:lnTo>
                <a:lnTo>
                  <a:pt x="1409300" y="991727"/>
                </a:lnTo>
                <a:lnTo>
                  <a:pt x="1432609" y="1002047"/>
                </a:lnTo>
                <a:lnTo>
                  <a:pt x="1434551" y="1003617"/>
                </a:lnTo>
                <a:lnTo>
                  <a:pt x="1437166" y="1011394"/>
                </a:lnTo>
                <a:lnTo>
                  <a:pt x="1437091" y="1019545"/>
                </a:lnTo>
                <a:lnTo>
                  <a:pt x="1432758" y="1038838"/>
                </a:lnTo>
                <a:lnTo>
                  <a:pt x="1432459" y="1044148"/>
                </a:lnTo>
                <a:lnTo>
                  <a:pt x="1432907" y="1049457"/>
                </a:lnTo>
                <a:lnTo>
                  <a:pt x="1437539" y="1060973"/>
                </a:lnTo>
                <a:lnTo>
                  <a:pt x="1440005" y="1064338"/>
                </a:lnTo>
                <a:lnTo>
                  <a:pt x="1448447" y="1070395"/>
                </a:lnTo>
                <a:lnTo>
                  <a:pt x="1448746" y="1073536"/>
                </a:lnTo>
                <a:lnTo>
                  <a:pt x="1447625" y="1076751"/>
                </a:lnTo>
                <a:lnTo>
                  <a:pt x="1438286" y="1074583"/>
                </a:lnTo>
                <a:lnTo>
                  <a:pt x="1432609" y="1071891"/>
                </a:lnTo>
                <a:lnTo>
                  <a:pt x="1429321" y="1067554"/>
                </a:lnTo>
                <a:lnTo>
                  <a:pt x="1424690" y="1065161"/>
                </a:lnTo>
                <a:lnTo>
                  <a:pt x="1415949" y="1065983"/>
                </a:lnTo>
                <a:lnTo>
                  <a:pt x="1399513" y="1061646"/>
                </a:lnTo>
                <a:lnTo>
                  <a:pt x="1381060" y="1054916"/>
                </a:lnTo>
                <a:lnTo>
                  <a:pt x="1348188" y="1040633"/>
                </a:lnTo>
                <a:lnTo>
                  <a:pt x="1339298" y="1040708"/>
                </a:lnTo>
                <a:lnTo>
                  <a:pt x="1330706" y="1042577"/>
                </a:lnTo>
                <a:lnTo>
                  <a:pt x="1321667" y="1046167"/>
                </a:lnTo>
                <a:lnTo>
                  <a:pt x="1312253" y="1048784"/>
                </a:lnTo>
                <a:lnTo>
                  <a:pt x="1305305" y="1049756"/>
                </a:lnTo>
                <a:lnTo>
                  <a:pt x="1298358" y="1049083"/>
                </a:lnTo>
                <a:lnTo>
                  <a:pt x="1280876" y="1045643"/>
                </a:lnTo>
                <a:lnTo>
                  <a:pt x="1263170" y="1043400"/>
                </a:lnTo>
                <a:lnTo>
                  <a:pt x="1217971" y="1041979"/>
                </a:lnTo>
                <a:lnTo>
                  <a:pt x="1205196" y="1038763"/>
                </a:lnTo>
                <a:lnTo>
                  <a:pt x="1183979" y="1037118"/>
                </a:lnTo>
                <a:lnTo>
                  <a:pt x="1167170" y="1034277"/>
                </a:lnTo>
                <a:lnTo>
                  <a:pt x="1150510" y="1030313"/>
                </a:lnTo>
                <a:lnTo>
                  <a:pt x="1108075" y="1011020"/>
                </a:lnTo>
                <a:lnTo>
                  <a:pt x="1094179" y="1006309"/>
                </a:lnTo>
                <a:lnTo>
                  <a:pt x="1051521" y="997111"/>
                </a:lnTo>
                <a:lnTo>
                  <a:pt x="1044947" y="996363"/>
                </a:lnTo>
                <a:lnTo>
                  <a:pt x="1029482" y="997036"/>
                </a:lnTo>
                <a:lnTo>
                  <a:pt x="1019695" y="994344"/>
                </a:lnTo>
                <a:lnTo>
                  <a:pt x="1011104" y="994270"/>
                </a:lnTo>
                <a:lnTo>
                  <a:pt x="998403" y="997261"/>
                </a:lnTo>
                <a:lnTo>
                  <a:pt x="994444" y="999429"/>
                </a:lnTo>
                <a:lnTo>
                  <a:pt x="989513" y="1003991"/>
                </a:lnTo>
                <a:lnTo>
                  <a:pt x="980847" y="1003767"/>
                </a:lnTo>
                <a:lnTo>
                  <a:pt x="972255" y="1002869"/>
                </a:lnTo>
                <a:lnTo>
                  <a:pt x="949544" y="998532"/>
                </a:lnTo>
                <a:lnTo>
                  <a:pt x="941102" y="995840"/>
                </a:lnTo>
                <a:lnTo>
                  <a:pt x="933033" y="991951"/>
                </a:lnTo>
                <a:lnTo>
                  <a:pt x="925712" y="986792"/>
                </a:lnTo>
                <a:lnTo>
                  <a:pt x="921902" y="984922"/>
                </a:lnTo>
                <a:lnTo>
                  <a:pt x="902328" y="979688"/>
                </a:lnTo>
                <a:lnTo>
                  <a:pt x="886341" y="977818"/>
                </a:lnTo>
                <a:lnTo>
                  <a:pt x="853469" y="975500"/>
                </a:lnTo>
                <a:lnTo>
                  <a:pt x="846297" y="973855"/>
                </a:lnTo>
                <a:lnTo>
                  <a:pt x="840320" y="971985"/>
                </a:lnTo>
                <a:lnTo>
                  <a:pt x="837033" y="967723"/>
                </a:lnTo>
                <a:lnTo>
                  <a:pt x="837481" y="962264"/>
                </a:lnTo>
                <a:lnTo>
                  <a:pt x="839797" y="957628"/>
                </a:lnTo>
                <a:lnTo>
                  <a:pt x="843084" y="952916"/>
                </a:lnTo>
                <a:lnTo>
                  <a:pt x="845176" y="948430"/>
                </a:lnTo>
                <a:lnTo>
                  <a:pt x="821120" y="939007"/>
                </a:lnTo>
                <a:lnTo>
                  <a:pt x="802144" y="933848"/>
                </a:lnTo>
                <a:lnTo>
                  <a:pt x="794001" y="932876"/>
                </a:lnTo>
                <a:lnTo>
                  <a:pt x="785783" y="932876"/>
                </a:lnTo>
                <a:lnTo>
                  <a:pt x="776519" y="933922"/>
                </a:lnTo>
                <a:lnTo>
                  <a:pt x="767330" y="933474"/>
                </a:lnTo>
                <a:lnTo>
                  <a:pt x="763072" y="931903"/>
                </a:lnTo>
                <a:lnTo>
                  <a:pt x="758664" y="931380"/>
                </a:lnTo>
                <a:lnTo>
                  <a:pt x="754256" y="932502"/>
                </a:lnTo>
                <a:lnTo>
                  <a:pt x="750670" y="932053"/>
                </a:lnTo>
                <a:lnTo>
                  <a:pt x="749774" y="927791"/>
                </a:lnTo>
                <a:lnTo>
                  <a:pt x="752015" y="924126"/>
                </a:lnTo>
                <a:lnTo>
                  <a:pt x="756721" y="920013"/>
                </a:lnTo>
                <a:lnTo>
                  <a:pt x="759336" y="919266"/>
                </a:lnTo>
                <a:lnTo>
                  <a:pt x="760532" y="925771"/>
                </a:lnTo>
                <a:lnTo>
                  <a:pt x="761876" y="927043"/>
                </a:lnTo>
                <a:lnTo>
                  <a:pt x="765985" y="928464"/>
                </a:lnTo>
                <a:lnTo>
                  <a:pt x="767778" y="928090"/>
                </a:lnTo>
                <a:lnTo>
                  <a:pt x="775025" y="919789"/>
                </a:lnTo>
                <a:lnTo>
                  <a:pt x="777042" y="915751"/>
                </a:lnTo>
                <a:lnTo>
                  <a:pt x="780553" y="904758"/>
                </a:lnTo>
                <a:lnTo>
                  <a:pt x="784364" y="906852"/>
                </a:lnTo>
                <a:lnTo>
                  <a:pt x="788174" y="905506"/>
                </a:lnTo>
                <a:lnTo>
                  <a:pt x="790415" y="903786"/>
                </a:lnTo>
                <a:lnTo>
                  <a:pt x="796466" y="878286"/>
                </a:lnTo>
                <a:lnTo>
                  <a:pt x="801547" y="870883"/>
                </a:lnTo>
                <a:lnTo>
                  <a:pt x="808494" y="864677"/>
                </a:lnTo>
                <a:lnTo>
                  <a:pt x="811931" y="863181"/>
                </a:lnTo>
                <a:lnTo>
                  <a:pt x="818729" y="866995"/>
                </a:lnTo>
                <a:lnTo>
                  <a:pt x="832476" y="868416"/>
                </a:lnTo>
                <a:lnTo>
                  <a:pt x="840619" y="870958"/>
                </a:lnTo>
                <a:lnTo>
                  <a:pt x="848837" y="871257"/>
                </a:lnTo>
                <a:lnTo>
                  <a:pt x="856831" y="872454"/>
                </a:lnTo>
                <a:lnTo>
                  <a:pt x="867962" y="876940"/>
                </a:lnTo>
                <a:lnTo>
                  <a:pt x="871922" y="876492"/>
                </a:lnTo>
                <a:lnTo>
                  <a:pt x="875956" y="875071"/>
                </a:lnTo>
                <a:lnTo>
                  <a:pt x="881933" y="870210"/>
                </a:lnTo>
                <a:lnTo>
                  <a:pt x="884473" y="862433"/>
                </a:lnTo>
                <a:lnTo>
                  <a:pt x="893139" y="866396"/>
                </a:lnTo>
                <a:lnTo>
                  <a:pt x="905840" y="867967"/>
                </a:lnTo>
                <a:lnTo>
                  <a:pt x="908977" y="870210"/>
                </a:lnTo>
                <a:close/>
                <a:moveTo>
                  <a:pt x="1077445" y="269281"/>
                </a:moveTo>
                <a:lnTo>
                  <a:pt x="1070721" y="279152"/>
                </a:lnTo>
                <a:lnTo>
                  <a:pt x="1071468" y="282742"/>
                </a:lnTo>
                <a:lnTo>
                  <a:pt x="1073112" y="285882"/>
                </a:lnTo>
                <a:lnTo>
                  <a:pt x="1077968" y="288051"/>
                </a:lnTo>
                <a:lnTo>
                  <a:pt x="1079312" y="300165"/>
                </a:lnTo>
                <a:lnTo>
                  <a:pt x="1085439" y="307045"/>
                </a:lnTo>
                <a:lnTo>
                  <a:pt x="1091565" y="313327"/>
                </a:lnTo>
                <a:lnTo>
                  <a:pt x="1096122" y="316393"/>
                </a:lnTo>
                <a:lnTo>
                  <a:pt x="1101053" y="320879"/>
                </a:lnTo>
                <a:lnTo>
                  <a:pt x="1104564" y="324992"/>
                </a:lnTo>
                <a:lnTo>
                  <a:pt x="1108225" y="328507"/>
                </a:lnTo>
                <a:lnTo>
                  <a:pt x="1113753" y="331947"/>
                </a:lnTo>
                <a:lnTo>
                  <a:pt x="1128695" y="346454"/>
                </a:lnTo>
                <a:lnTo>
                  <a:pt x="1134970" y="350716"/>
                </a:lnTo>
                <a:lnTo>
                  <a:pt x="1139602" y="354979"/>
                </a:lnTo>
                <a:lnTo>
                  <a:pt x="1142964" y="356474"/>
                </a:lnTo>
                <a:lnTo>
                  <a:pt x="1151107" y="355278"/>
                </a:lnTo>
                <a:lnTo>
                  <a:pt x="1175238" y="344884"/>
                </a:lnTo>
                <a:lnTo>
                  <a:pt x="1179571" y="344211"/>
                </a:lnTo>
                <a:lnTo>
                  <a:pt x="1187416" y="342341"/>
                </a:lnTo>
                <a:lnTo>
                  <a:pt x="1201311" y="342939"/>
                </a:lnTo>
                <a:lnTo>
                  <a:pt x="1215954" y="346454"/>
                </a:lnTo>
                <a:lnTo>
                  <a:pt x="1220736" y="346603"/>
                </a:lnTo>
                <a:lnTo>
                  <a:pt x="1225218" y="344435"/>
                </a:lnTo>
                <a:lnTo>
                  <a:pt x="1231494" y="345108"/>
                </a:lnTo>
                <a:lnTo>
                  <a:pt x="1237396" y="346230"/>
                </a:lnTo>
                <a:lnTo>
                  <a:pt x="1240309" y="345257"/>
                </a:lnTo>
                <a:lnTo>
                  <a:pt x="1248826" y="337705"/>
                </a:lnTo>
                <a:lnTo>
                  <a:pt x="1260480" y="335461"/>
                </a:lnTo>
                <a:lnTo>
                  <a:pt x="1264216" y="327909"/>
                </a:lnTo>
                <a:lnTo>
                  <a:pt x="1267055" y="320879"/>
                </a:lnTo>
                <a:lnTo>
                  <a:pt x="1268474" y="313327"/>
                </a:lnTo>
                <a:lnTo>
                  <a:pt x="1273330" y="310261"/>
                </a:lnTo>
                <a:lnTo>
                  <a:pt x="1280129" y="307643"/>
                </a:lnTo>
                <a:lnTo>
                  <a:pt x="1290140" y="304353"/>
                </a:lnTo>
                <a:lnTo>
                  <a:pt x="1325028" y="303755"/>
                </a:lnTo>
                <a:lnTo>
                  <a:pt x="1328390" y="305176"/>
                </a:lnTo>
                <a:lnTo>
                  <a:pt x="1329137" y="309064"/>
                </a:lnTo>
                <a:lnTo>
                  <a:pt x="1328390" y="311981"/>
                </a:lnTo>
                <a:lnTo>
                  <a:pt x="1329810" y="313700"/>
                </a:lnTo>
                <a:lnTo>
                  <a:pt x="1334442" y="313850"/>
                </a:lnTo>
                <a:lnTo>
                  <a:pt x="1338700" y="315645"/>
                </a:lnTo>
                <a:lnTo>
                  <a:pt x="1356107" y="321702"/>
                </a:lnTo>
                <a:lnTo>
                  <a:pt x="1363503" y="323571"/>
                </a:lnTo>
                <a:lnTo>
                  <a:pt x="1367612" y="323123"/>
                </a:lnTo>
                <a:lnTo>
                  <a:pt x="1375756" y="328507"/>
                </a:lnTo>
                <a:lnTo>
                  <a:pt x="1380238" y="326637"/>
                </a:lnTo>
                <a:lnTo>
                  <a:pt x="1386065" y="322898"/>
                </a:lnTo>
                <a:lnTo>
                  <a:pt x="1391668" y="317739"/>
                </a:lnTo>
                <a:lnTo>
                  <a:pt x="1396674" y="313700"/>
                </a:lnTo>
                <a:lnTo>
                  <a:pt x="1403995" y="312130"/>
                </a:lnTo>
                <a:lnTo>
                  <a:pt x="1413409" y="312354"/>
                </a:lnTo>
                <a:lnTo>
                  <a:pt x="1424540" y="310934"/>
                </a:lnTo>
                <a:lnTo>
                  <a:pt x="1432907" y="308765"/>
                </a:lnTo>
                <a:lnTo>
                  <a:pt x="1442321" y="312354"/>
                </a:lnTo>
                <a:lnTo>
                  <a:pt x="1444786" y="311233"/>
                </a:lnTo>
                <a:lnTo>
                  <a:pt x="1446355" y="307718"/>
                </a:lnTo>
                <a:lnTo>
                  <a:pt x="1451211" y="300016"/>
                </a:lnTo>
                <a:lnTo>
                  <a:pt x="1453378" y="294856"/>
                </a:lnTo>
                <a:lnTo>
                  <a:pt x="1455245" y="284910"/>
                </a:lnTo>
                <a:lnTo>
                  <a:pt x="1456590" y="282517"/>
                </a:lnTo>
                <a:lnTo>
                  <a:pt x="1460101" y="281171"/>
                </a:lnTo>
                <a:lnTo>
                  <a:pt x="1463762" y="279302"/>
                </a:lnTo>
                <a:lnTo>
                  <a:pt x="1464733" y="276311"/>
                </a:lnTo>
                <a:lnTo>
                  <a:pt x="1466078" y="272871"/>
                </a:lnTo>
                <a:lnTo>
                  <a:pt x="1464957" y="269954"/>
                </a:lnTo>
                <a:lnTo>
                  <a:pt x="1462866" y="267487"/>
                </a:lnTo>
                <a:lnTo>
                  <a:pt x="1460699" y="259261"/>
                </a:lnTo>
                <a:lnTo>
                  <a:pt x="1461371" y="255447"/>
                </a:lnTo>
                <a:lnTo>
                  <a:pt x="1462716" y="252680"/>
                </a:lnTo>
                <a:lnTo>
                  <a:pt x="1466452" y="251259"/>
                </a:lnTo>
                <a:lnTo>
                  <a:pt x="1476388" y="245128"/>
                </a:lnTo>
                <a:lnTo>
                  <a:pt x="1485203" y="238023"/>
                </a:lnTo>
                <a:lnTo>
                  <a:pt x="1489985" y="234509"/>
                </a:lnTo>
                <a:lnTo>
                  <a:pt x="1492077" y="232265"/>
                </a:lnTo>
                <a:lnTo>
                  <a:pt x="1492226" y="228975"/>
                </a:lnTo>
                <a:lnTo>
                  <a:pt x="1488416" y="225610"/>
                </a:lnTo>
                <a:lnTo>
                  <a:pt x="1484755" y="223965"/>
                </a:lnTo>
                <a:lnTo>
                  <a:pt x="1484456" y="220002"/>
                </a:lnTo>
                <a:lnTo>
                  <a:pt x="1484606" y="217310"/>
                </a:lnTo>
                <a:lnTo>
                  <a:pt x="1485726" y="214692"/>
                </a:lnTo>
                <a:lnTo>
                  <a:pt x="1485203" y="212225"/>
                </a:lnTo>
                <a:lnTo>
                  <a:pt x="1485129" y="208486"/>
                </a:lnTo>
                <a:lnTo>
                  <a:pt x="1487519" y="204447"/>
                </a:lnTo>
                <a:lnTo>
                  <a:pt x="1492898" y="198540"/>
                </a:lnTo>
                <a:lnTo>
                  <a:pt x="1497157" y="194651"/>
                </a:lnTo>
                <a:lnTo>
                  <a:pt x="1501863" y="197044"/>
                </a:lnTo>
                <a:lnTo>
                  <a:pt x="1507392" y="195923"/>
                </a:lnTo>
                <a:lnTo>
                  <a:pt x="1512621" y="194053"/>
                </a:lnTo>
                <a:lnTo>
                  <a:pt x="1515535" y="187024"/>
                </a:lnTo>
                <a:lnTo>
                  <a:pt x="1515983" y="183659"/>
                </a:lnTo>
                <a:lnTo>
                  <a:pt x="1515311" y="180967"/>
                </a:lnTo>
                <a:lnTo>
                  <a:pt x="1517104" y="171021"/>
                </a:lnTo>
                <a:lnTo>
                  <a:pt x="1517552" y="169525"/>
                </a:lnTo>
                <a:lnTo>
                  <a:pt x="1520989" y="163244"/>
                </a:lnTo>
                <a:lnTo>
                  <a:pt x="1521362" y="159056"/>
                </a:lnTo>
                <a:lnTo>
                  <a:pt x="1519420" y="149185"/>
                </a:lnTo>
                <a:lnTo>
                  <a:pt x="1520615" y="141782"/>
                </a:lnTo>
                <a:lnTo>
                  <a:pt x="1521138" y="126378"/>
                </a:lnTo>
                <a:lnTo>
                  <a:pt x="1523230" y="123611"/>
                </a:lnTo>
                <a:lnTo>
                  <a:pt x="1525621" y="115684"/>
                </a:lnTo>
                <a:lnTo>
                  <a:pt x="1529431" y="107384"/>
                </a:lnTo>
                <a:lnTo>
                  <a:pt x="1537126" y="102822"/>
                </a:lnTo>
                <a:lnTo>
                  <a:pt x="1541235" y="96914"/>
                </a:lnTo>
                <a:lnTo>
                  <a:pt x="1543028" y="95793"/>
                </a:lnTo>
                <a:lnTo>
                  <a:pt x="1545642" y="95718"/>
                </a:lnTo>
                <a:lnTo>
                  <a:pt x="1555056" y="100055"/>
                </a:lnTo>
                <a:lnTo>
                  <a:pt x="1563423" y="95269"/>
                </a:lnTo>
                <a:lnTo>
                  <a:pt x="1571043" y="94671"/>
                </a:lnTo>
                <a:lnTo>
                  <a:pt x="1577319" y="95344"/>
                </a:lnTo>
                <a:lnTo>
                  <a:pt x="1580905" y="97363"/>
                </a:lnTo>
                <a:lnTo>
                  <a:pt x="1584416" y="98784"/>
                </a:lnTo>
                <a:lnTo>
                  <a:pt x="1591887" y="94073"/>
                </a:lnTo>
                <a:lnTo>
                  <a:pt x="1594726" y="94895"/>
                </a:lnTo>
                <a:lnTo>
                  <a:pt x="1597415" y="96540"/>
                </a:lnTo>
                <a:lnTo>
                  <a:pt x="1601151" y="96466"/>
                </a:lnTo>
                <a:lnTo>
                  <a:pt x="1605559" y="95269"/>
                </a:lnTo>
                <a:lnTo>
                  <a:pt x="1616466" y="96391"/>
                </a:lnTo>
                <a:lnTo>
                  <a:pt x="1635666" y="96615"/>
                </a:lnTo>
                <a:lnTo>
                  <a:pt x="1648890" y="99457"/>
                </a:lnTo>
                <a:lnTo>
                  <a:pt x="1661814" y="107384"/>
                </a:lnTo>
                <a:lnTo>
                  <a:pt x="1668239" y="109029"/>
                </a:lnTo>
                <a:lnTo>
                  <a:pt x="1671003" y="109029"/>
                </a:lnTo>
                <a:lnTo>
                  <a:pt x="1670406" y="109702"/>
                </a:lnTo>
                <a:lnTo>
                  <a:pt x="1665251" y="111870"/>
                </a:lnTo>
                <a:lnTo>
                  <a:pt x="1662860" y="116133"/>
                </a:lnTo>
                <a:lnTo>
                  <a:pt x="1669883" y="122713"/>
                </a:lnTo>
                <a:lnTo>
                  <a:pt x="1670406" y="127051"/>
                </a:lnTo>
                <a:lnTo>
                  <a:pt x="1675859" y="130939"/>
                </a:lnTo>
                <a:lnTo>
                  <a:pt x="1682508" y="136996"/>
                </a:lnTo>
                <a:lnTo>
                  <a:pt x="1682807" y="139015"/>
                </a:lnTo>
                <a:lnTo>
                  <a:pt x="1685048" y="141707"/>
                </a:lnTo>
                <a:lnTo>
                  <a:pt x="1686169" y="145072"/>
                </a:lnTo>
                <a:lnTo>
                  <a:pt x="1681462" y="148363"/>
                </a:lnTo>
                <a:lnTo>
                  <a:pt x="1675187" y="149036"/>
                </a:lnTo>
                <a:lnTo>
                  <a:pt x="1670480" y="145895"/>
                </a:lnTo>
                <a:lnTo>
                  <a:pt x="1666222" y="142006"/>
                </a:lnTo>
                <a:lnTo>
                  <a:pt x="1665101" y="146792"/>
                </a:lnTo>
                <a:lnTo>
                  <a:pt x="1661739" y="149559"/>
                </a:lnTo>
                <a:lnTo>
                  <a:pt x="1649637" y="148811"/>
                </a:lnTo>
                <a:lnTo>
                  <a:pt x="1640970" y="148811"/>
                </a:lnTo>
                <a:lnTo>
                  <a:pt x="1632304" y="150008"/>
                </a:lnTo>
                <a:lnTo>
                  <a:pt x="1636637" y="150756"/>
                </a:lnTo>
                <a:lnTo>
                  <a:pt x="1640522" y="152326"/>
                </a:lnTo>
                <a:lnTo>
                  <a:pt x="1653970" y="164665"/>
                </a:lnTo>
                <a:lnTo>
                  <a:pt x="1656883" y="169301"/>
                </a:lnTo>
                <a:lnTo>
                  <a:pt x="1652177" y="178349"/>
                </a:lnTo>
                <a:lnTo>
                  <a:pt x="1654418" y="182088"/>
                </a:lnTo>
                <a:lnTo>
                  <a:pt x="1659648" y="184257"/>
                </a:lnTo>
                <a:lnTo>
                  <a:pt x="1665998" y="188744"/>
                </a:lnTo>
                <a:lnTo>
                  <a:pt x="1670480" y="189267"/>
                </a:lnTo>
                <a:lnTo>
                  <a:pt x="1673767" y="191810"/>
                </a:lnTo>
                <a:lnTo>
                  <a:pt x="1673842" y="196222"/>
                </a:lnTo>
                <a:lnTo>
                  <a:pt x="1675785" y="200260"/>
                </a:lnTo>
                <a:lnTo>
                  <a:pt x="1670630" y="201905"/>
                </a:lnTo>
                <a:lnTo>
                  <a:pt x="1675710" y="202952"/>
                </a:lnTo>
                <a:lnTo>
                  <a:pt x="1680267" y="205046"/>
                </a:lnTo>
                <a:lnTo>
                  <a:pt x="1677802" y="207140"/>
                </a:lnTo>
                <a:lnTo>
                  <a:pt x="1675859" y="209682"/>
                </a:lnTo>
                <a:lnTo>
                  <a:pt x="1677951" y="211028"/>
                </a:lnTo>
                <a:lnTo>
                  <a:pt x="1684152" y="213346"/>
                </a:lnTo>
                <a:lnTo>
                  <a:pt x="1686841" y="215515"/>
                </a:lnTo>
                <a:lnTo>
                  <a:pt x="1688261" y="221348"/>
                </a:lnTo>
                <a:lnTo>
                  <a:pt x="1694312" y="230845"/>
                </a:lnTo>
                <a:lnTo>
                  <a:pt x="1705369" y="243109"/>
                </a:lnTo>
                <a:lnTo>
                  <a:pt x="1707834" y="247595"/>
                </a:lnTo>
                <a:lnTo>
                  <a:pt x="1707760" y="251708"/>
                </a:lnTo>
                <a:lnTo>
                  <a:pt x="1705967" y="255298"/>
                </a:lnTo>
                <a:lnTo>
                  <a:pt x="1699617" y="259410"/>
                </a:lnTo>
                <a:lnTo>
                  <a:pt x="1694536" y="264869"/>
                </a:lnTo>
                <a:lnTo>
                  <a:pt x="1693939" y="266814"/>
                </a:lnTo>
                <a:lnTo>
                  <a:pt x="1687066" y="269356"/>
                </a:lnTo>
                <a:lnTo>
                  <a:pt x="1690203" y="271226"/>
                </a:lnTo>
                <a:lnTo>
                  <a:pt x="1692743" y="273768"/>
                </a:lnTo>
                <a:lnTo>
                  <a:pt x="1697450" y="281321"/>
                </a:lnTo>
                <a:lnTo>
                  <a:pt x="1708806" y="293660"/>
                </a:lnTo>
                <a:lnTo>
                  <a:pt x="1714558" y="298296"/>
                </a:lnTo>
                <a:lnTo>
                  <a:pt x="1738091" y="315046"/>
                </a:lnTo>
                <a:lnTo>
                  <a:pt x="1750568" y="322300"/>
                </a:lnTo>
                <a:lnTo>
                  <a:pt x="1766555" y="338976"/>
                </a:lnTo>
                <a:lnTo>
                  <a:pt x="1774773" y="342864"/>
                </a:lnTo>
                <a:lnTo>
                  <a:pt x="1776417" y="347501"/>
                </a:lnTo>
                <a:lnTo>
                  <a:pt x="1769469" y="354605"/>
                </a:lnTo>
                <a:lnTo>
                  <a:pt x="1759383" y="358194"/>
                </a:lnTo>
                <a:lnTo>
                  <a:pt x="1742798" y="360064"/>
                </a:lnTo>
                <a:lnTo>
                  <a:pt x="1726138" y="357596"/>
                </a:lnTo>
                <a:lnTo>
                  <a:pt x="1717472" y="355577"/>
                </a:lnTo>
                <a:lnTo>
                  <a:pt x="1710001" y="351464"/>
                </a:lnTo>
                <a:lnTo>
                  <a:pt x="1704024" y="343238"/>
                </a:lnTo>
                <a:lnTo>
                  <a:pt x="1696255" y="338752"/>
                </a:lnTo>
                <a:lnTo>
                  <a:pt x="1699243" y="343762"/>
                </a:lnTo>
                <a:lnTo>
                  <a:pt x="1701111" y="348847"/>
                </a:lnTo>
                <a:lnTo>
                  <a:pt x="1700139" y="354381"/>
                </a:lnTo>
                <a:lnTo>
                  <a:pt x="1697076" y="358793"/>
                </a:lnTo>
                <a:lnTo>
                  <a:pt x="1691847" y="361933"/>
                </a:lnTo>
                <a:lnTo>
                  <a:pt x="1686169" y="364551"/>
                </a:lnTo>
                <a:lnTo>
                  <a:pt x="1683778" y="366345"/>
                </a:lnTo>
                <a:lnTo>
                  <a:pt x="1669434" y="395435"/>
                </a:lnTo>
                <a:lnTo>
                  <a:pt x="1667118" y="403286"/>
                </a:lnTo>
                <a:lnTo>
                  <a:pt x="1662785" y="435890"/>
                </a:lnTo>
                <a:lnTo>
                  <a:pt x="1662711" y="445163"/>
                </a:lnTo>
                <a:lnTo>
                  <a:pt x="1669136" y="462362"/>
                </a:lnTo>
                <a:lnTo>
                  <a:pt x="1669733" y="471411"/>
                </a:lnTo>
                <a:lnTo>
                  <a:pt x="1671003" y="475374"/>
                </a:lnTo>
                <a:lnTo>
                  <a:pt x="1670107" y="478589"/>
                </a:lnTo>
                <a:lnTo>
                  <a:pt x="1667118" y="480534"/>
                </a:lnTo>
                <a:lnTo>
                  <a:pt x="1654791" y="485768"/>
                </a:lnTo>
                <a:lnTo>
                  <a:pt x="1646125" y="490180"/>
                </a:lnTo>
                <a:lnTo>
                  <a:pt x="1639028" y="496387"/>
                </a:lnTo>
                <a:lnTo>
                  <a:pt x="1633350" y="504164"/>
                </a:lnTo>
                <a:lnTo>
                  <a:pt x="1628345" y="509773"/>
                </a:lnTo>
                <a:lnTo>
                  <a:pt x="1621696" y="512465"/>
                </a:lnTo>
                <a:lnTo>
                  <a:pt x="1616840" y="512016"/>
                </a:lnTo>
                <a:lnTo>
                  <a:pt x="1612955" y="509473"/>
                </a:lnTo>
                <a:lnTo>
                  <a:pt x="1610265" y="504463"/>
                </a:lnTo>
                <a:lnTo>
                  <a:pt x="1608696" y="499004"/>
                </a:lnTo>
                <a:lnTo>
                  <a:pt x="1607650" y="503042"/>
                </a:lnTo>
                <a:lnTo>
                  <a:pt x="1607875" y="507006"/>
                </a:lnTo>
                <a:lnTo>
                  <a:pt x="1610116" y="511193"/>
                </a:lnTo>
                <a:lnTo>
                  <a:pt x="1611012" y="515680"/>
                </a:lnTo>
                <a:lnTo>
                  <a:pt x="1609668" y="520167"/>
                </a:lnTo>
                <a:lnTo>
                  <a:pt x="1606829" y="523831"/>
                </a:lnTo>
                <a:lnTo>
                  <a:pt x="1599134" y="527794"/>
                </a:lnTo>
                <a:lnTo>
                  <a:pt x="1594801" y="531160"/>
                </a:lnTo>
                <a:lnTo>
                  <a:pt x="1594128" y="537067"/>
                </a:lnTo>
                <a:lnTo>
                  <a:pt x="1592111" y="540432"/>
                </a:lnTo>
                <a:lnTo>
                  <a:pt x="1589123" y="543049"/>
                </a:lnTo>
                <a:lnTo>
                  <a:pt x="1578215" y="548957"/>
                </a:lnTo>
                <a:lnTo>
                  <a:pt x="1575825" y="551350"/>
                </a:lnTo>
                <a:lnTo>
                  <a:pt x="1573957" y="554416"/>
                </a:lnTo>
                <a:lnTo>
                  <a:pt x="1579784" y="553967"/>
                </a:lnTo>
                <a:lnTo>
                  <a:pt x="1585089" y="554416"/>
                </a:lnTo>
                <a:lnTo>
                  <a:pt x="1585537" y="560324"/>
                </a:lnTo>
                <a:lnTo>
                  <a:pt x="1587180" y="564736"/>
                </a:lnTo>
                <a:lnTo>
                  <a:pt x="1585089" y="574457"/>
                </a:lnTo>
                <a:lnTo>
                  <a:pt x="1576871" y="580963"/>
                </a:lnTo>
                <a:lnTo>
                  <a:pt x="1580980" y="582309"/>
                </a:lnTo>
                <a:lnTo>
                  <a:pt x="1584640" y="584477"/>
                </a:lnTo>
                <a:lnTo>
                  <a:pt x="1592858" y="586048"/>
                </a:lnTo>
                <a:lnTo>
                  <a:pt x="1595622" y="592927"/>
                </a:lnTo>
                <a:lnTo>
                  <a:pt x="1594427" y="601228"/>
                </a:lnTo>
                <a:lnTo>
                  <a:pt x="1592933" y="608706"/>
                </a:lnTo>
                <a:lnTo>
                  <a:pt x="1587031" y="610725"/>
                </a:lnTo>
                <a:lnTo>
                  <a:pt x="1583370" y="609379"/>
                </a:lnTo>
                <a:lnTo>
                  <a:pt x="1579784" y="609529"/>
                </a:lnTo>
                <a:lnTo>
                  <a:pt x="1577095" y="611772"/>
                </a:lnTo>
                <a:lnTo>
                  <a:pt x="1576348" y="615586"/>
                </a:lnTo>
                <a:lnTo>
                  <a:pt x="1581428" y="613716"/>
                </a:lnTo>
                <a:lnTo>
                  <a:pt x="1581204" y="623363"/>
                </a:lnTo>
                <a:lnTo>
                  <a:pt x="1579784" y="632785"/>
                </a:lnTo>
                <a:lnTo>
                  <a:pt x="1578141" y="637945"/>
                </a:lnTo>
                <a:lnTo>
                  <a:pt x="1575003" y="642207"/>
                </a:lnTo>
                <a:lnTo>
                  <a:pt x="1570296" y="643553"/>
                </a:lnTo>
                <a:lnTo>
                  <a:pt x="1565814" y="640413"/>
                </a:lnTo>
                <a:lnTo>
                  <a:pt x="1564917" y="644077"/>
                </a:lnTo>
                <a:lnTo>
                  <a:pt x="1566262" y="647143"/>
                </a:lnTo>
                <a:lnTo>
                  <a:pt x="1572612" y="654695"/>
                </a:lnTo>
                <a:lnTo>
                  <a:pt x="1568727" y="656415"/>
                </a:lnTo>
                <a:lnTo>
                  <a:pt x="1565888" y="658958"/>
                </a:lnTo>
                <a:lnTo>
                  <a:pt x="1564618" y="662697"/>
                </a:lnTo>
                <a:lnTo>
                  <a:pt x="1557745" y="671296"/>
                </a:lnTo>
                <a:lnTo>
                  <a:pt x="1554682" y="677653"/>
                </a:lnTo>
                <a:lnTo>
                  <a:pt x="1553337" y="684383"/>
                </a:lnTo>
                <a:lnTo>
                  <a:pt x="1550125" y="689767"/>
                </a:lnTo>
                <a:lnTo>
                  <a:pt x="1497978" y="713098"/>
                </a:lnTo>
                <a:lnTo>
                  <a:pt x="1455843" y="732765"/>
                </a:lnTo>
                <a:lnTo>
                  <a:pt x="1452780" y="731419"/>
                </a:lnTo>
                <a:lnTo>
                  <a:pt x="1450688" y="728428"/>
                </a:lnTo>
                <a:lnTo>
                  <a:pt x="1449269" y="697843"/>
                </a:lnTo>
                <a:lnTo>
                  <a:pt x="1444039" y="682214"/>
                </a:lnTo>
                <a:lnTo>
                  <a:pt x="1443292" y="673465"/>
                </a:lnTo>
                <a:lnTo>
                  <a:pt x="1437315" y="681317"/>
                </a:lnTo>
                <a:lnTo>
                  <a:pt x="1433655" y="680494"/>
                </a:lnTo>
                <a:lnTo>
                  <a:pt x="1429695" y="678475"/>
                </a:lnTo>
                <a:lnTo>
                  <a:pt x="1426781" y="675933"/>
                </a:lnTo>
                <a:lnTo>
                  <a:pt x="1426557" y="672568"/>
                </a:lnTo>
                <a:lnTo>
                  <a:pt x="1429695" y="662846"/>
                </a:lnTo>
                <a:lnTo>
                  <a:pt x="1425885" y="668156"/>
                </a:lnTo>
                <a:lnTo>
                  <a:pt x="1421626" y="672269"/>
                </a:lnTo>
                <a:lnTo>
                  <a:pt x="1417293" y="671745"/>
                </a:lnTo>
                <a:lnTo>
                  <a:pt x="1413558" y="669726"/>
                </a:lnTo>
                <a:lnTo>
                  <a:pt x="1412139" y="666585"/>
                </a:lnTo>
                <a:lnTo>
                  <a:pt x="1410121" y="666137"/>
                </a:lnTo>
                <a:lnTo>
                  <a:pt x="1400932" y="674736"/>
                </a:lnTo>
                <a:lnTo>
                  <a:pt x="1388755" y="679373"/>
                </a:lnTo>
                <a:lnTo>
                  <a:pt x="1381956" y="679298"/>
                </a:lnTo>
                <a:lnTo>
                  <a:pt x="1376652" y="676681"/>
                </a:lnTo>
                <a:lnTo>
                  <a:pt x="1376876" y="670100"/>
                </a:lnTo>
                <a:lnTo>
                  <a:pt x="1376353" y="663669"/>
                </a:lnTo>
                <a:lnTo>
                  <a:pt x="1374859" y="659930"/>
                </a:lnTo>
                <a:lnTo>
                  <a:pt x="1371572" y="658584"/>
                </a:lnTo>
                <a:lnTo>
                  <a:pt x="1368584" y="659033"/>
                </a:lnTo>
                <a:lnTo>
                  <a:pt x="1359843" y="662398"/>
                </a:lnTo>
                <a:lnTo>
                  <a:pt x="1356705" y="662024"/>
                </a:lnTo>
                <a:lnTo>
                  <a:pt x="1354912" y="663669"/>
                </a:lnTo>
                <a:lnTo>
                  <a:pt x="1331827" y="640263"/>
                </a:lnTo>
                <a:lnTo>
                  <a:pt x="1327120" y="659257"/>
                </a:lnTo>
                <a:lnTo>
                  <a:pt x="1311207" y="669352"/>
                </a:lnTo>
                <a:lnTo>
                  <a:pt x="1299404" y="675185"/>
                </a:lnTo>
                <a:lnTo>
                  <a:pt x="1287749" y="673016"/>
                </a:lnTo>
                <a:lnTo>
                  <a:pt x="1275870" y="669277"/>
                </a:lnTo>
                <a:lnTo>
                  <a:pt x="1264066" y="673764"/>
                </a:lnTo>
                <a:lnTo>
                  <a:pt x="1251217" y="684906"/>
                </a:lnTo>
                <a:lnTo>
                  <a:pt x="1247631" y="686626"/>
                </a:lnTo>
                <a:lnTo>
                  <a:pt x="1243970" y="686552"/>
                </a:lnTo>
                <a:lnTo>
                  <a:pt x="1241280" y="685131"/>
                </a:lnTo>
                <a:lnTo>
                  <a:pt x="1242177" y="676681"/>
                </a:lnTo>
                <a:lnTo>
                  <a:pt x="1242326" y="668305"/>
                </a:lnTo>
                <a:lnTo>
                  <a:pt x="1241355" y="649536"/>
                </a:lnTo>
                <a:lnTo>
                  <a:pt x="1240309" y="645871"/>
                </a:lnTo>
                <a:lnTo>
                  <a:pt x="1236648" y="640712"/>
                </a:lnTo>
                <a:lnTo>
                  <a:pt x="1231792" y="636973"/>
                </a:lnTo>
                <a:lnTo>
                  <a:pt x="1229028" y="639740"/>
                </a:lnTo>
                <a:lnTo>
                  <a:pt x="1226563" y="643404"/>
                </a:lnTo>
                <a:lnTo>
                  <a:pt x="1216851" y="643254"/>
                </a:lnTo>
                <a:lnTo>
                  <a:pt x="1207363" y="640338"/>
                </a:lnTo>
                <a:lnTo>
                  <a:pt x="1199220" y="641983"/>
                </a:lnTo>
                <a:lnTo>
                  <a:pt x="1183157" y="649461"/>
                </a:lnTo>
                <a:lnTo>
                  <a:pt x="1174640" y="650583"/>
                </a:lnTo>
                <a:lnTo>
                  <a:pt x="1170083" y="648937"/>
                </a:lnTo>
                <a:lnTo>
                  <a:pt x="1167170" y="644899"/>
                </a:lnTo>
                <a:lnTo>
                  <a:pt x="1168813" y="641235"/>
                </a:lnTo>
                <a:lnTo>
                  <a:pt x="1172324" y="638468"/>
                </a:lnTo>
                <a:lnTo>
                  <a:pt x="1165750" y="640637"/>
                </a:lnTo>
                <a:lnTo>
                  <a:pt x="1160147" y="644451"/>
                </a:lnTo>
                <a:lnTo>
                  <a:pt x="1157682" y="646844"/>
                </a:lnTo>
                <a:lnTo>
                  <a:pt x="1155067" y="645647"/>
                </a:lnTo>
                <a:lnTo>
                  <a:pt x="1148044" y="637122"/>
                </a:lnTo>
                <a:lnTo>
                  <a:pt x="1133401" y="640338"/>
                </a:lnTo>
                <a:lnTo>
                  <a:pt x="1131384" y="641310"/>
                </a:lnTo>
                <a:lnTo>
                  <a:pt x="1127798" y="644151"/>
                </a:lnTo>
                <a:lnTo>
                  <a:pt x="1124287" y="642731"/>
                </a:lnTo>
                <a:lnTo>
                  <a:pt x="1122569" y="639665"/>
                </a:lnTo>
                <a:lnTo>
                  <a:pt x="1121896" y="622017"/>
                </a:lnTo>
                <a:lnTo>
                  <a:pt x="1114425" y="587992"/>
                </a:lnTo>
                <a:lnTo>
                  <a:pt x="1112408" y="570568"/>
                </a:lnTo>
                <a:lnTo>
                  <a:pt x="1110765" y="566455"/>
                </a:lnTo>
                <a:lnTo>
                  <a:pt x="1102173" y="560249"/>
                </a:lnTo>
                <a:lnTo>
                  <a:pt x="1102472" y="551275"/>
                </a:lnTo>
                <a:lnTo>
                  <a:pt x="1106880" y="543797"/>
                </a:lnTo>
                <a:lnTo>
                  <a:pt x="1107851" y="535048"/>
                </a:lnTo>
                <a:lnTo>
                  <a:pt x="1106581" y="525551"/>
                </a:lnTo>
                <a:lnTo>
                  <a:pt x="1103892" y="516278"/>
                </a:lnTo>
                <a:lnTo>
                  <a:pt x="1100530" y="509249"/>
                </a:lnTo>
                <a:lnTo>
                  <a:pt x="1095674" y="503267"/>
                </a:lnTo>
                <a:lnTo>
                  <a:pt x="1089249" y="496537"/>
                </a:lnTo>
                <a:lnTo>
                  <a:pt x="1081404" y="491526"/>
                </a:lnTo>
                <a:lnTo>
                  <a:pt x="1064371" y="485918"/>
                </a:lnTo>
                <a:lnTo>
                  <a:pt x="1055331" y="486367"/>
                </a:lnTo>
                <a:lnTo>
                  <a:pt x="1052044" y="484198"/>
                </a:lnTo>
                <a:lnTo>
                  <a:pt x="1049803" y="481282"/>
                </a:lnTo>
                <a:lnTo>
                  <a:pt x="1050699" y="475673"/>
                </a:lnTo>
                <a:lnTo>
                  <a:pt x="1053762" y="471785"/>
                </a:lnTo>
                <a:lnTo>
                  <a:pt x="1057796" y="470812"/>
                </a:lnTo>
                <a:lnTo>
                  <a:pt x="1058319" y="468644"/>
                </a:lnTo>
                <a:lnTo>
                  <a:pt x="1049653" y="464082"/>
                </a:lnTo>
                <a:lnTo>
                  <a:pt x="1042481" y="457950"/>
                </a:lnTo>
                <a:lnTo>
                  <a:pt x="1040165" y="454211"/>
                </a:lnTo>
                <a:lnTo>
                  <a:pt x="1039493" y="450173"/>
                </a:lnTo>
                <a:lnTo>
                  <a:pt x="1039568" y="440751"/>
                </a:lnTo>
                <a:lnTo>
                  <a:pt x="1041659" y="434843"/>
                </a:lnTo>
                <a:lnTo>
                  <a:pt x="1042780" y="431553"/>
                </a:lnTo>
                <a:lnTo>
                  <a:pt x="1045021" y="421607"/>
                </a:lnTo>
                <a:lnTo>
                  <a:pt x="1049728" y="418616"/>
                </a:lnTo>
                <a:lnTo>
                  <a:pt x="1048906" y="416747"/>
                </a:lnTo>
                <a:lnTo>
                  <a:pt x="1046889" y="415401"/>
                </a:lnTo>
                <a:lnTo>
                  <a:pt x="1043975" y="412185"/>
                </a:lnTo>
                <a:lnTo>
                  <a:pt x="1041585" y="408371"/>
                </a:lnTo>
                <a:lnTo>
                  <a:pt x="1036056" y="402015"/>
                </a:lnTo>
                <a:lnTo>
                  <a:pt x="1026344" y="394313"/>
                </a:lnTo>
                <a:lnTo>
                  <a:pt x="1024701" y="381077"/>
                </a:lnTo>
                <a:lnTo>
                  <a:pt x="1023431" y="361559"/>
                </a:lnTo>
                <a:lnTo>
                  <a:pt x="1024252" y="352661"/>
                </a:lnTo>
                <a:lnTo>
                  <a:pt x="1027390" y="336060"/>
                </a:lnTo>
                <a:lnTo>
                  <a:pt x="1032769" y="330900"/>
                </a:lnTo>
                <a:lnTo>
                  <a:pt x="1037028" y="329404"/>
                </a:lnTo>
                <a:lnTo>
                  <a:pt x="1040315" y="327161"/>
                </a:lnTo>
                <a:lnTo>
                  <a:pt x="1037625" y="326862"/>
                </a:lnTo>
                <a:lnTo>
                  <a:pt x="1035309" y="327684"/>
                </a:lnTo>
                <a:lnTo>
                  <a:pt x="1031200" y="328208"/>
                </a:lnTo>
                <a:lnTo>
                  <a:pt x="1034562" y="313401"/>
                </a:lnTo>
                <a:lnTo>
                  <a:pt x="1036131" y="309064"/>
                </a:lnTo>
                <a:lnTo>
                  <a:pt x="1042929" y="300764"/>
                </a:lnTo>
                <a:lnTo>
                  <a:pt x="1050849" y="293435"/>
                </a:lnTo>
                <a:lnTo>
                  <a:pt x="1054210" y="284761"/>
                </a:lnTo>
                <a:lnTo>
                  <a:pt x="1058768" y="277133"/>
                </a:lnTo>
                <a:lnTo>
                  <a:pt x="1077445" y="269281"/>
                </a:lnTo>
                <a:close/>
                <a:moveTo>
                  <a:pt x="2429966" y="357521"/>
                </a:moveTo>
                <a:lnTo>
                  <a:pt x="2435345" y="359166"/>
                </a:lnTo>
                <a:lnTo>
                  <a:pt x="2441023" y="358718"/>
                </a:lnTo>
                <a:lnTo>
                  <a:pt x="2443862" y="355353"/>
                </a:lnTo>
                <a:lnTo>
                  <a:pt x="2444609" y="351015"/>
                </a:lnTo>
                <a:lnTo>
                  <a:pt x="2447448" y="342939"/>
                </a:lnTo>
                <a:lnTo>
                  <a:pt x="2454022" y="337480"/>
                </a:lnTo>
                <a:lnTo>
                  <a:pt x="2458654" y="336658"/>
                </a:lnTo>
                <a:lnTo>
                  <a:pt x="2461941" y="334340"/>
                </a:lnTo>
                <a:lnTo>
                  <a:pt x="2461344" y="328357"/>
                </a:lnTo>
                <a:lnTo>
                  <a:pt x="2461642" y="322450"/>
                </a:lnTo>
                <a:lnTo>
                  <a:pt x="2466499" y="316168"/>
                </a:lnTo>
                <a:lnTo>
                  <a:pt x="2481590" y="307419"/>
                </a:lnTo>
                <a:lnTo>
                  <a:pt x="2490181" y="304353"/>
                </a:lnTo>
                <a:lnTo>
                  <a:pt x="2501313" y="303306"/>
                </a:lnTo>
                <a:lnTo>
                  <a:pt x="2502583" y="306671"/>
                </a:lnTo>
                <a:lnTo>
                  <a:pt x="2501313" y="311457"/>
                </a:lnTo>
                <a:lnTo>
                  <a:pt x="2503479" y="318711"/>
                </a:lnTo>
                <a:lnTo>
                  <a:pt x="2502433" y="338228"/>
                </a:lnTo>
                <a:lnTo>
                  <a:pt x="2499893" y="340995"/>
                </a:lnTo>
                <a:lnTo>
                  <a:pt x="2488388" y="347725"/>
                </a:lnTo>
                <a:lnTo>
                  <a:pt x="2475762" y="353109"/>
                </a:lnTo>
                <a:lnTo>
                  <a:pt x="2472251" y="355353"/>
                </a:lnTo>
                <a:lnTo>
                  <a:pt x="2469113" y="360737"/>
                </a:lnTo>
                <a:lnTo>
                  <a:pt x="2469412" y="366046"/>
                </a:lnTo>
                <a:lnTo>
                  <a:pt x="2479647" y="373150"/>
                </a:lnTo>
                <a:lnTo>
                  <a:pt x="2495560" y="379806"/>
                </a:lnTo>
                <a:lnTo>
                  <a:pt x="2498847" y="382946"/>
                </a:lnTo>
                <a:lnTo>
                  <a:pt x="2501014" y="388181"/>
                </a:lnTo>
                <a:lnTo>
                  <a:pt x="2501611" y="394014"/>
                </a:lnTo>
                <a:lnTo>
                  <a:pt x="2505422" y="396781"/>
                </a:lnTo>
                <a:lnTo>
                  <a:pt x="2510801" y="398127"/>
                </a:lnTo>
                <a:lnTo>
                  <a:pt x="2514387" y="400893"/>
                </a:lnTo>
                <a:lnTo>
                  <a:pt x="2517151" y="404782"/>
                </a:lnTo>
                <a:lnTo>
                  <a:pt x="2490256" y="395659"/>
                </a:lnTo>
                <a:lnTo>
                  <a:pt x="2483233" y="391621"/>
                </a:lnTo>
                <a:lnTo>
                  <a:pt x="2474791" y="391172"/>
                </a:lnTo>
                <a:lnTo>
                  <a:pt x="2466424" y="389976"/>
                </a:lnTo>
                <a:lnTo>
                  <a:pt x="2457832" y="386461"/>
                </a:lnTo>
                <a:lnTo>
                  <a:pt x="2448643" y="385638"/>
                </a:lnTo>
                <a:lnTo>
                  <a:pt x="2444235" y="388181"/>
                </a:lnTo>
                <a:lnTo>
                  <a:pt x="2442517" y="393116"/>
                </a:lnTo>
                <a:lnTo>
                  <a:pt x="2441471" y="398650"/>
                </a:lnTo>
                <a:lnTo>
                  <a:pt x="2443563" y="405530"/>
                </a:lnTo>
                <a:lnTo>
                  <a:pt x="2443339" y="409643"/>
                </a:lnTo>
                <a:lnTo>
                  <a:pt x="2441621" y="417195"/>
                </a:lnTo>
                <a:lnTo>
                  <a:pt x="2448270" y="439480"/>
                </a:lnTo>
                <a:lnTo>
                  <a:pt x="2456562" y="457202"/>
                </a:lnTo>
                <a:lnTo>
                  <a:pt x="2468889" y="475673"/>
                </a:lnTo>
                <a:lnTo>
                  <a:pt x="2474941" y="481955"/>
                </a:lnTo>
                <a:lnTo>
                  <a:pt x="2481664" y="487713"/>
                </a:lnTo>
                <a:lnTo>
                  <a:pt x="2470682" y="485993"/>
                </a:lnTo>
                <a:lnTo>
                  <a:pt x="2467320" y="479861"/>
                </a:lnTo>
                <a:lnTo>
                  <a:pt x="2453350" y="473729"/>
                </a:lnTo>
                <a:lnTo>
                  <a:pt x="2450735" y="470065"/>
                </a:lnTo>
                <a:lnTo>
                  <a:pt x="2441621" y="452641"/>
                </a:lnTo>
                <a:lnTo>
                  <a:pt x="2438931" y="449351"/>
                </a:lnTo>
                <a:lnTo>
                  <a:pt x="2430564" y="443368"/>
                </a:lnTo>
                <a:lnTo>
                  <a:pt x="2426903" y="439031"/>
                </a:lnTo>
                <a:lnTo>
                  <a:pt x="2425633" y="433123"/>
                </a:lnTo>
                <a:lnTo>
                  <a:pt x="2426530" y="426917"/>
                </a:lnTo>
                <a:lnTo>
                  <a:pt x="2426081" y="418317"/>
                </a:lnTo>
                <a:lnTo>
                  <a:pt x="2426380" y="409792"/>
                </a:lnTo>
                <a:lnTo>
                  <a:pt x="2428173" y="399398"/>
                </a:lnTo>
                <a:lnTo>
                  <a:pt x="2425185" y="395734"/>
                </a:lnTo>
                <a:lnTo>
                  <a:pt x="2421225" y="392294"/>
                </a:lnTo>
                <a:lnTo>
                  <a:pt x="2416668" y="384292"/>
                </a:lnTo>
                <a:lnTo>
                  <a:pt x="2415323" y="375244"/>
                </a:lnTo>
                <a:lnTo>
                  <a:pt x="2415697" y="370009"/>
                </a:lnTo>
                <a:lnTo>
                  <a:pt x="2417565" y="365373"/>
                </a:lnTo>
                <a:lnTo>
                  <a:pt x="2420105" y="361410"/>
                </a:lnTo>
                <a:lnTo>
                  <a:pt x="2420628" y="357521"/>
                </a:lnTo>
                <a:lnTo>
                  <a:pt x="2414053" y="351838"/>
                </a:lnTo>
                <a:lnTo>
                  <a:pt x="2407255" y="335686"/>
                </a:lnTo>
                <a:lnTo>
                  <a:pt x="2406582" y="327310"/>
                </a:lnTo>
                <a:lnTo>
                  <a:pt x="2415323" y="311233"/>
                </a:lnTo>
                <a:lnTo>
                  <a:pt x="2415174" y="303381"/>
                </a:lnTo>
                <a:lnTo>
                  <a:pt x="2416892" y="298745"/>
                </a:lnTo>
                <a:lnTo>
                  <a:pt x="2417863" y="293809"/>
                </a:lnTo>
                <a:lnTo>
                  <a:pt x="2422421" y="283041"/>
                </a:lnTo>
                <a:lnTo>
                  <a:pt x="2429817" y="273918"/>
                </a:lnTo>
                <a:lnTo>
                  <a:pt x="2442442" y="261130"/>
                </a:lnTo>
                <a:lnTo>
                  <a:pt x="2447224" y="258289"/>
                </a:lnTo>
                <a:lnTo>
                  <a:pt x="2452603" y="256494"/>
                </a:lnTo>
                <a:lnTo>
                  <a:pt x="2453126" y="259635"/>
                </a:lnTo>
                <a:lnTo>
                  <a:pt x="2452229" y="262402"/>
                </a:lnTo>
                <a:lnTo>
                  <a:pt x="2442965" y="275413"/>
                </a:lnTo>
                <a:lnTo>
                  <a:pt x="2441695" y="278404"/>
                </a:lnTo>
                <a:lnTo>
                  <a:pt x="2441471" y="283863"/>
                </a:lnTo>
                <a:lnTo>
                  <a:pt x="2445879" y="287079"/>
                </a:lnTo>
                <a:lnTo>
                  <a:pt x="2450735" y="293734"/>
                </a:lnTo>
                <a:lnTo>
                  <a:pt x="2451706" y="302558"/>
                </a:lnTo>
                <a:lnTo>
                  <a:pt x="2451856" y="311906"/>
                </a:lnTo>
                <a:lnTo>
                  <a:pt x="2450810" y="321328"/>
                </a:lnTo>
                <a:lnTo>
                  <a:pt x="2449017" y="324469"/>
                </a:lnTo>
                <a:lnTo>
                  <a:pt x="2441322" y="333966"/>
                </a:lnTo>
                <a:lnTo>
                  <a:pt x="2423989" y="345108"/>
                </a:lnTo>
                <a:lnTo>
                  <a:pt x="2422495" y="347875"/>
                </a:lnTo>
                <a:lnTo>
                  <a:pt x="2422570" y="350941"/>
                </a:lnTo>
                <a:lnTo>
                  <a:pt x="2425782" y="354605"/>
                </a:lnTo>
                <a:lnTo>
                  <a:pt x="2429966" y="357521"/>
                </a:lnTo>
                <a:close/>
                <a:moveTo>
                  <a:pt x="2581027" y="635253"/>
                </a:moveTo>
                <a:lnTo>
                  <a:pt x="2598135" y="643553"/>
                </a:lnTo>
                <a:lnTo>
                  <a:pt x="2607025" y="644750"/>
                </a:lnTo>
                <a:lnTo>
                  <a:pt x="2622041" y="643703"/>
                </a:lnTo>
                <a:lnTo>
                  <a:pt x="2627645" y="644451"/>
                </a:lnTo>
                <a:lnTo>
                  <a:pt x="2641914" y="655069"/>
                </a:lnTo>
                <a:lnTo>
                  <a:pt x="2646098" y="662323"/>
                </a:lnTo>
                <a:lnTo>
                  <a:pt x="2647293" y="668604"/>
                </a:lnTo>
                <a:lnTo>
                  <a:pt x="2649459" y="674587"/>
                </a:lnTo>
                <a:lnTo>
                  <a:pt x="2652971" y="676008"/>
                </a:lnTo>
                <a:lnTo>
                  <a:pt x="2657080" y="676606"/>
                </a:lnTo>
                <a:lnTo>
                  <a:pt x="2662533" y="685131"/>
                </a:lnTo>
                <a:lnTo>
                  <a:pt x="2663579" y="687898"/>
                </a:lnTo>
                <a:lnTo>
                  <a:pt x="2659470" y="709434"/>
                </a:lnTo>
                <a:lnTo>
                  <a:pt x="2642661" y="701283"/>
                </a:lnTo>
                <a:lnTo>
                  <a:pt x="2626449" y="692010"/>
                </a:lnTo>
                <a:lnTo>
                  <a:pt x="2619501" y="688571"/>
                </a:lnTo>
                <a:lnTo>
                  <a:pt x="2600824" y="680794"/>
                </a:lnTo>
                <a:lnTo>
                  <a:pt x="2597911" y="678101"/>
                </a:lnTo>
                <a:lnTo>
                  <a:pt x="2595819" y="674587"/>
                </a:lnTo>
                <a:lnTo>
                  <a:pt x="2587676" y="669726"/>
                </a:lnTo>
                <a:lnTo>
                  <a:pt x="2571464" y="668978"/>
                </a:lnTo>
                <a:lnTo>
                  <a:pt x="2565338" y="669128"/>
                </a:lnTo>
                <a:lnTo>
                  <a:pt x="2562872" y="669876"/>
                </a:lnTo>
                <a:lnTo>
                  <a:pt x="2563470" y="672418"/>
                </a:lnTo>
                <a:lnTo>
                  <a:pt x="2563619" y="677728"/>
                </a:lnTo>
                <a:lnTo>
                  <a:pt x="2559585" y="679148"/>
                </a:lnTo>
                <a:lnTo>
                  <a:pt x="2549500" y="675858"/>
                </a:lnTo>
                <a:lnTo>
                  <a:pt x="2540460" y="674662"/>
                </a:lnTo>
                <a:lnTo>
                  <a:pt x="2532690" y="671371"/>
                </a:lnTo>
                <a:lnTo>
                  <a:pt x="2522156" y="669651"/>
                </a:lnTo>
                <a:lnTo>
                  <a:pt x="2521036" y="668006"/>
                </a:lnTo>
                <a:lnTo>
                  <a:pt x="2521932" y="665613"/>
                </a:lnTo>
                <a:lnTo>
                  <a:pt x="2521484" y="663295"/>
                </a:lnTo>
                <a:lnTo>
                  <a:pt x="2519019" y="662398"/>
                </a:lnTo>
                <a:lnTo>
                  <a:pt x="2514387" y="662846"/>
                </a:lnTo>
                <a:lnTo>
                  <a:pt x="2509829" y="665165"/>
                </a:lnTo>
                <a:lnTo>
                  <a:pt x="2506019" y="667707"/>
                </a:lnTo>
                <a:lnTo>
                  <a:pt x="2500491" y="674961"/>
                </a:lnTo>
                <a:lnTo>
                  <a:pt x="2497652" y="677653"/>
                </a:lnTo>
                <a:lnTo>
                  <a:pt x="2488538" y="678849"/>
                </a:lnTo>
                <a:lnTo>
                  <a:pt x="2484727" y="678176"/>
                </a:lnTo>
                <a:lnTo>
                  <a:pt x="2481216" y="676382"/>
                </a:lnTo>
                <a:lnTo>
                  <a:pt x="2470832" y="663295"/>
                </a:lnTo>
                <a:lnTo>
                  <a:pt x="2467320" y="660453"/>
                </a:lnTo>
                <a:lnTo>
                  <a:pt x="2463435" y="658135"/>
                </a:lnTo>
                <a:lnTo>
                  <a:pt x="2459775" y="657014"/>
                </a:lnTo>
                <a:lnTo>
                  <a:pt x="2456039" y="659033"/>
                </a:lnTo>
                <a:lnTo>
                  <a:pt x="2454097" y="663146"/>
                </a:lnTo>
                <a:lnTo>
                  <a:pt x="2453200" y="667931"/>
                </a:lnTo>
                <a:lnTo>
                  <a:pt x="2452155" y="670773"/>
                </a:lnTo>
                <a:lnTo>
                  <a:pt x="2447672" y="678475"/>
                </a:lnTo>
                <a:lnTo>
                  <a:pt x="2443937" y="683112"/>
                </a:lnTo>
                <a:lnTo>
                  <a:pt x="2442592" y="682364"/>
                </a:lnTo>
                <a:lnTo>
                  <a:pt x="2444534" y="674961"/>
                </a:lnTo>
                <a:lnTo>
                  <a:pt x="2444534" y="670773"/>
                </a:lnTo>
                <a:lnTo>
                  <a:pt x="2442218" y="666361"/>
                </a:lnTo>
                <a:lnTo>
                  <a:pt x="2440799" y="661874"/>
                </a:lnTo>
                <a:lnTo>
                  <a:pt x="2458355" y="640413"/>
                </a:lnTo>
                <a:lnTo>
                  <a:pt x="2464780" y="635253"/>
                </a:lnTo>
                <a:lnTo>
                  <a:pt x="2492497" y="633458"/>
                </a:lnTo>
                <a:lnTo>
                  <a:pt x="2509008" y="634580"/>
                </a:lnTo>
                <a:lnTo>
                  <a:pt x="2517973" y="634056"/>
                </a:lnTo>
                <a:lnTo>
                  <a:pt x="2523949" y="632486"/>
                </a:lnTo>
                <a:lnTo>
                  <a:pt x="2528955" y="633159"/>
                </a:lnTo>
                <a:lnTo>
                  <a:pt x="2530150" y="637421"/>
                </a:lnTo>
                <a:lnTo>
                  <a:pt x="2533288" y="640562"/>
                </a:lnTo>
                <a:lnTo>
                  <a:pt x="2537621" y="640263"/>
                </a:lnTo>
                <a:lnTo>
                  <a:pt x="2545540" y="636973"/>
                </a:lnTo>
                <a:lnTo>
                  <a:pt x="2552339" y="631888"/>
                </a:lnTo>
                <a:lnTo>
                  <a:pt x="2556522" y="629644"/>
                </a:lnTo>
                <a:lnTo>
                  <a:pt x="2560781" y="629270"/>
                </a:lnTo>
                <a:lnTo>
                  <a:pt x="2565188" y="629569"/>
                </a:lnTo>
                <a:lnTo>
                  <a:pt x="2569447" y="630766"/>
                </a:lnTo>
                <a:lnTo>
                  <a:pt x="2581027" y="635253"/>
                </a:lnTo>
                <a:close/>
                <a:moveTo>
                  <a:pt x="2364820" y="651854"/>
                </a:moveTo>
                <a:lnTo>
                  <a:pt x="2377073" y="657687"/>
                </a:lnTo>
                <a:lnTo>
                  <a:pt x="2379911" y="661500"/>
                </a:lnTo>
                <a:lnTo>
                  <a:pt x="2382078" y="666062"/>
                </a:lnTo>
                <a:lnTo>
                  <a:pt x="2384543" y="668530"/>
                </a:lnTo>
                <a:lnTo>
                  <a:pt x="2387382" y="670549"/>
                </a:lnTo>
                <a:lnTo>
                  <a:pt x="2392164" y="674512"/>
                </a:lnTo>
                <a:lnTo>
                  <a:pt x="2393434" y="680494"/>
                </a:lnTo>
                <a:lnTo>
                  <a:pt x="2392388" y="692609"/>
                </a:lnTo>
                <a:lnTo>
                  <a:pt x="2386785" y="693656"/>
                </a:lnTo>
                <a:lnTo>
                  <a:pt x="2381555" y="695450"/>
                </a:lnTo>
                <a:lnTo>
                  <a:pt x="2370797" y="702480"/>
                </a:lnTo>
                <a:lnTo>
                  <a:pt x="2365493" y="703826"/>
                </a:lnTo>
                <a:lnTo>
                  <a:pt x="2359815" y="704274"/>
                </a:lnTo>
                <a:lnTo>
                  <a:pt x="2355781" y="706144"/>
                </a:lnTo>
                <a:lnTo>
                  <a:pt x="2351746" y="706892"/>
                </a:lnTo>
                <a:lnTo>
                  <a:pt x="2341362" y="703003"/>
                </a:lnTo>
                <a:lnTo>
                  <a:pt x="2331202" y="698441"/>
                </a:lnTo>
                <a:lnTo>
                  <a:pt x="2316559" y="690515"/>
                </a:lnTo>
                <a:lnTo>
                  <a:pt x="2313795" y="688571"/>
                </a:lnTo>
                <a:lnTo>
                  <a:pt x="2311479" y="684383"/>
                </a:lnTo>
                <a:lnTo>
                  <a:pt x="2304755" y="676755"/>
                </a:lnTo>
                <a:lnTo>
                  <a:pt x="2303036" y="671895"/>
                </a:lnTo>
                <a:lnTo>
                  <a:pt x="2302439" y="658061"/>
                </a:lnTo>
                <a:lnTo>
                  <a:pt x="2304232" y="654845"/>
                </a:lnTo>
                <a:lnTo>
                  <a:pt x="2307071" y="653125"/>
                </a:lnTo>
                <a:lnTo>
                  <a:pt x="2316932" y="656341"/>
                </a:lnTo>
                <a:lnTo>
                  <a:pt x="2323357" y="652975"/>
                </a:lnTo>
                <a:lnTo>
                  <a:pt x="2341960" y="650134"/>
                </a:lnTo>
                <a:lnTo>
                  <a:pt x="2360861" y="650433"/>
                </a:lnTo>
                <a:lnTo>
                  <a:pt x="2364820" y="651854"/>
                </a:lnTo>
                <a:close/>
                <a:moveTo>
                  <a:pt x="2219961" y="1089614"/>
                </a:moveTo>
                <a:lnTo>
                  <a:pt x="2219438" y="1096344"/>
                </a:lnTo>
                <a:lnTo>
                  <a:pt x="2221081" y="1097914"/>
                </a:lnTo>
                <a:lnTo>
                  <a:pt x="2223771" y="1098737"/>
                </a:lnTo>
                <a:lnTo>
                  <a:pt x="2233259" y="1094250"/>
                </a:lnTo>
                <a:lnTo>
                  <a:pt x="2235052" y="1095072"/>
                </a:lnTo>
                <a:lnTo>
                  <a:pt x="2236920" y="1097166"/>
                </a:lnTo>
                <a:lnTo>
                  <a:pt x="2236920" y="1103149"/>
                </a:lnTo>
                <a:lnTo>
                  <a:pt x="2233259" y="1108159"/>
                </a:lnTo>
                <a:lnTo>
                  <a:pt x="2224144" y="1108533"/>
                </a:lnTo>
                <a:lnTo>
                  <a:pt x="2222800" y="1109954"/>
                </a:lnTo>
                <a:lnTo>
                  <a:pt x="2222725" y="1113020"/>
                </a:lnTo>
                <a:lnTo>
                  <a:pt x="2223397" y="1115936"/>
                </a:lnTo>
                <a:lnTo>
                  <a:pt x="2225564" y="1118329"/>
                </a:lnTo>
                <a:lnTo>
                  <a:pt x="2228328" y="1122517"/>
                </a:lnTo>
                <a:lnTo>
                  <a:pt x="2230868" y="1132238"/>
                </a:lnTo>
                <a:lnTo>
                  <a:pt x="2225639" y="1136201"/>
                </a:lnTo>
                <a:lnTo>
                  <a:pt x="2223024" y="1143754"/>
                </a:lnTo>
                <a:lnTo>
                  <a:pt x="2213984" y="1150783"/>
                </a:lnTo>
                <a:lnTo>
                  <a:pt x="2203973" y="1162299"/>
                </a:lnTo>
                <a:lnTo>
                  <a:pt x="2196054" y="1168207"/>
                </a:lnTo>
                <a:lnTo>
                  <a:pt x="2189031" y="1175161"/>
                </a:lnTo>
                <a:lnTo>
                  <a:pt x="2183055" y="1179873"/>
                </a:lnTo>
                <a:lnTo>
                  <a:pt x="2175509" y="1181443"/>
                </a:lnTo>
                <a:lnTo>
                  <a:pt x="2164228" y="1182415"/>
                </a:lnTo>
                <a:lnTo>
                  <a:pt x="2148913" y="1190790"/>
                </a:lnTo>
                <a:lnTo>
                  <a:pt x="2140471" y="1194455"/>
                </a:lnTo>
                <a:lnTo>
                  <a:pt x="2132178" y="1194679"/>
                </a:lnTo>
                <a:lnTo>
                  <a:pt x="2124483" y="1191987"/>
                </a:lnTo>
                <a:lnTo>
                  <a:pt x="2121570" y="1188921"/>
                </a:lnTo>
                <a:lnTo>
                  <a:pt x="2122242" y="1184808"/>
                </a:lnTo>
                <a:lnTo>
                  <a:pt x="2124782" y="1181293"/>
                </a:lnTo>
                <a:lnTo>
                  <a:pt x="2127920" y="1178377"/>
                </a:lnTo>
                <a:lnTo>
                  <a:pt x="2129862" y="1174638"/>
                </a:lnTo>
                <a:lnTo>
                  <a:pt x="2121121" y="1169852"/>
                </a:lnTo>
                <a:lnTo>
                  <a:pt x="2120374" y="1166263"/>
                </a:lnTo>
                <a:lnTo>
                  <a:pt x="2123886" y="1156616"/>
                </a:lnTo>
                <a:lnTo>
                  <a:pt x="2126127" y="1146670"/>
                </a:lnTo>
                <a:lnTo>
                  <a:pt x="2129339" y="1139940"/>
                </a:lnTo>
                <a:lnTo>
                  <a:pt x="2141890" y="1127826"/>
                </a:lnTo>
                <a:lnTo>
                  <a:pt x="2149361" y="1121844"/>
                </a:lnTo>
                <a:lnTo>
                  <a:pt x="2153769" y="1119525"/>
                </a:lnTo>
                <a:lnTo>
                  <a:pt x="2154964" y="1121993"/>
                </a:lnTo>
                <a:lnTo>
                  <a:pt x="2157803" y="1125059"/>
                </a:lnTo>
                <a:lnTo>
                  <a:pt x="2159746" y="1125583"/>
                </a:lnTo>
                <a:lnTo>
                  <a:pt x="2161165" y="1124910"/>
                </a:lnTo>
                <a:lnTo>
                  <a:pt x="2172147" y="1125956"/>
                </a:lnTo>
                <a:lnTo>
                  <a:pt x="2174912" y="1124910"/>
                </a:lnTo>
                <a:lnTo>
                  <a:pt x="2179170" y="1120124"/>
                </a:lnTo>
                <a:lnTo>
                  <a:pt x="2181934" y="1117432"/>
                </a:lnTo>
                <a:lnTo>
                  <a:pt x="2183802" y="1111823"/>
                </a:lnTo>
                <a:lnTo>
                  <a:pt x="2184250" y="1108159"/>
                </a:lnTo>
                <a:lnTo>
                  <a:pt x="2194037" y="1105542"/>
                </a:lnTo>
                <a:lnTo>
                  <a:pt x="2199341" y="1102700"/>
                </a:lnTo>
                <a:lnTo>
                  <a:pt x="2203973" y="1098587"/>
                </a:lnTo>
                <a:lnTo>
                  <a:pt x="2217570" y="1091558"/>
                </a:lnTo>
                <a:lnTo>
                  <a:pt x="2219961" y="1089614"/>
                </a:lnTo>
                <a:close/>
                <a:moveTo>
                  <a:pt x="2953971" y="847702"/>
                </a:moveTo>
                <a:lnTo>
                  <a:pt x="2953373" y="850618"/>
                </a:lnTo>
                <a:lnTo>
                  <a:pt x="2953299" y="855927"/>
                </a:lnTo>
                <a:lnTo>
                  <a:pt x="2954569" y="860863"/>
                </a:lnTo>
                <a:lnTo>
                  <a:pt x="2951356" y="865873"/>
                </a:lnTo>
                <a:lnTo>
                  <a:pt x="2954345" y="873351"/>
                </a:lnTo>
                <a:lnTo>
                  <a:pt x="2954793" y="877090"/>
                </a:lnTo>
                <a:lnTo>
                  <a:pt x="2954643" y="882399"/>
                </a:lnTo>
                <a:lnTo>
                  <a:pt x="2953747" y="884717"/>
                </a:lnTo>
                <a:lnTo>
                  <a:pt x="2951506" y="891672"/>
                </a:lnTo>
                <a:lnTo>
                  <a:pt x="2949264" y="894140"/>
                </a:lnTo>
                <a:lnTo>
                  <a:pt x="2947546" y="894813"/>
                </a:lnTo>
                <a:lnTo>
                  <a:pt x="2945828" y="896907"/>
                </a:lnTo>
                <a:lnTo>
                  <a:pt x="2931110" y="894663"/>
                </a:lnTo>
                <a:lnTo>
                  <a:pt x="2924760" y="889877"/>
                </a:lnTo>
                <a:lnTo>
                  <a:pt x="2919082" y="884643"/>
                </a:lnTo>
                <a:lnTo>
                  <a:pt x="2917887" y="882474"/>
                </a:lnTo>
                <a:lnTo>
                  <a:pt x="2911238" y="876342"/>
                </a:lnTo>
                <a:lnTo>
                  <a:pt x="2909744" y="874323"/>
                </a:lnTo>
                <a:lnTo>
                  <a:pt x="2909594" y="871108"/>
                </a:lnTo>
                <a:lnTo>
                  <a:pt x="2914973" y="870210"/>
                </a:lnTo>
                <a:lnTo>
                  <a:pt x="2920726" y="870360"/>
                </a:lnTo>
                <a:lnTo>
                  <a:pt x="2920502" y="867443"/>
                </a:lnTo>
                <a:lnTo>
                  <a:pt x="2923789" y="857124"/>
                </a:lnTo>
                <a:lnTo>
                  <a:pt x="2915048" y="850468"/>
                </a:lnTo>
                <a:lnTo>
                  <a:pt x="2913479" y="847702"/>
                </a:lnTo>
                <a:lnTo>
                  <a:pt x="2916617" y="845832"/>
                </a:lnTo>
                <a:lnTo>
                  <a:pt x="2923639" y="848150"/>
                </a:lnTo>
                <a:lnTo>
                  <a:pt x="2932231" y="836559"/>
                </a:lnTo>
                <a:lnTo>
                  <a:pt x="2934771" y="834092"/>
                </a:lnTo>
                <a:lnTo>
                  <a:pt x="2935966" y="827586"/>
                </a:lnTo>
                <a:lnTo>
                  <a:pt x="2940822" y="826763"/>
                </a:lnTo>
                <a:lnTo>
                  <a:pt x="2944259" y="827661"/>
                </a:lnTo>
                <a:lnTo>
                  <a:pt x="2946425" y="831624"/>
                </a:lnTo>
                <a:lnTo>
                  <a:pt x="2947322" y="835139"/>
                </a:lnTo>
                <a:lnTo>
                  <a:pt x="2946425" y="838279"/>
                </a:lnTo>
                <a:lnTo>
                  <a:pt x="2950534" y="839924"/>
                </a:lnTo>
                <a:lnTo>
                  <a:pt x="2953971" y="847702"/>
                </a:lnTo>
                <a:close/>
                <a:moveTo>
                  <a:pt x="2938282" y="902665"/>
                </a:moveTo>
                <a:lnTo>
                  <a:pt x="2937012" y="907974"/>
                </a:lnTo>
                <a:lnTo>
                  <a:pt x="2935817" y="913807"/>
                </a:lnTo>
                <a:lnTo>
                  <a:pt x="2928944" y="920462"/>
                </a:lnTo>
                <a:lnTo>
                  <a:pt x="2924760" y="930557"/>
                </a:lnTo>
                <a:lnTo>
                  <a:pt x="2922295" y="933100"/>
                </a:lnTo>
                <a:lnTo>
                  <a:pt x="2913105" y="937587"/>
                </a:lnTo>
                <a:lnTo>
                  <a:pt x="2904962" y="931978"/>
                </a:lnTo>
                <a:lnTo>
                  <a:pt x="2902572" y="927118"/>
                </a:lnTo>
                <a:lnTo>
                  <a:pt x="2906158" y="904908"/>
                </a:lnTo>
                <a:lnTo>
                  <a:pt x="2909669" y="905581"/>
                </a:lnTo>
                <a:lnTo>
                  <a:pt x="2911985" y="905431"/>
                </a:lnTo>
                <a:lnTo>
                  <a:pt x="2912732" y="904011"/>
                </a:lnTo>
                <a:lnTo>
                  <a:pt x="2907502" y="901468"/>
                </a:lnTo>
                <a:lnTo>
                  <a:pt x="2906456" y="888681"/>
                </a:lnTo>
                <a:lnTo>
                  <a:pt x="2906755" y="883895"/>
                </a:lnTo>
                <a:lnTo>
                  <a:pt x="2910715" y="882773"/>
                </a:lnTo>
                <a:lnTo>
                  <a:pt x="2915646" y="886512"/>
                </a:lnTo>
                <a:lnTo>
                  <a:pt x="2921921" y="893242"/>
                </a:lnTo>
                <a:lnTo>
                  <a:pt x="2929168" y="898552"/>
                </a:lnTo>
                <a:lnTo>
                  <a:pt x="2938282" y="902665"/>
                </a:lnTo>
                <a:close/>
                <a:moveTo>
                  <a:pt x="3236967" y="1039661"/>
                </a:moveTo>
                <a:lnTo>
                  <a:pt x="3219111" y="1049457"/>
                </a:lnTo>
                <a:lnTo>
                  <a:pt x="3195727" y="1047737"/>
                </a:lnTo>
                <a:lnTo>
                  <a:pt x="3187435" y="1047587"/>
                </a:lnTo>
                <a:lnTo>
                  <a:pt x="3173688" y="1049980"/>
                </a:lnTo>
                <a:lnTo>
                  <a:pt x="3170850" y="1048036"/>
                </a:lnTo>
                <a:lnTo>
                  <a:pt x="3173464" y="1038763"/>
                </a:lnTo>
                <a:lnTo>
                  <a:pt x="3184521" y="1014086"/>
                </a:lnTo>
                <a:lnTo>
                  <a:pt x="3197595" y="992400"/>
                </a:lnTo>
                <a:lnTo>
                  <a:pt x="3203124" y="986717"/>
                </a:lnTo>
                <a:lnTo>
                  <a:pt x="3210819" y="981407"/>
                </a:lnTo>
                <a:lnTo>
                  <a:pt x="3219111" y="977145"/>
                </a:lnTo>
                <a:lnTo>
                  <a:pt x="3237639" y="972808"/>
                </a:lnTo>
                <a:lnTo>
                  <a:pt x="3254523" y="973556"/>
                </a:lnTo>
                <a:lnTo>
                  <a:pt x="3256914" y="975425"/>
                </a:lnTo>
                <a:lnTo>
                  <a:pt x="3264160" y="982679"/>
                </a:lnTo>
                <a:lnTo>
                  <a:pt x="3268942" y="988362"/>
                </a:lnTo>
                <a:lnTo>
                  <a:pt x="3270884" y="996438"/>
                </a:lnTo>
                <a:lnTo>
                  <a:pt x="3263712" y="1010347"/>
                </a:lnTo>
                <a:lnTo>
                  <a:pt x="3255718" y="1023583"/>
                </a:lnTo>
                <a:lnTo>
                  <a:pt x="3242719" y="1033978"/>
                </a:lnTo>
                <a:lnTo>
                  <a:pt x="3236967" y="1039661"/>
                </a:lnTo>
                <a:close/>
                <a:moveTo>
                  <a:pt x="3419106" y="616109"/>
                </a:moveTo>
                <a:lnTo>
                  <a:pt x="3419106" y="616408"/>
                </a:lnTo>
                <a:lnTo>
                  <a:pt x="3419106" y="621418"/>
                </a:lnTo>
                <a:lnTo>
                  <a:pt x="3419180" y="630542"/>
                </a:lnTo>
                <a:lnTo>
                  <a:pt x="3419180" y="645797"/>
                </a:lnTo>
                <a:lnTo>
                  <a:pt x="3419180" y="660977"/>
                </a:lnTo>
                <a:lnTo>
                  <a:pt x="3419180" y="676157"/>
                </a:lnTo>
                <a:lnTo>
                  <a:pt x="3419180" y="691412"/>
                </a:lnTo>
                <a:lnTo>
                  <a:pt x="3419180" y="706592"/>
                </a:lnTo>
                <a:lnTo>
                  <a:pt x="3419180" y="721773"/>
                </a:lnTo>
                <a:lnTo>
                  <a:pt x="3419180" y="736953"/>
                </a:lnTo>
                <a:lnTo>
                  <a:pt x="3419180" y="752208"/>
                </a:lnTo>
                <a:lnTo>
                  <a:pt x="3419180" y="767388"/>
                </a:lnTo>
                <a:lnTo>
                  <a:pt x="3419180" y="782569"/>
                </a:lnTo>
                <a:lnTo>
                  <a:pt x="3419255" y="797824"/>
                </a:lnTo>
                <a:lnTo>
                  <a:pt x="3419255" y="813004"/>
                </a:lnTo>
                <a:lnTo>
                  <a:pt x="3419255" y="828184"/>
                </a:lnTo>
                <a:lnTo>
                  <a:pt x="3419255" y="843439"/>
                </a:lnTo>
                <a:lnTo>
                  <a:pt x="3419255" y="858619"/>
                </a:lnTo>
                <a:lnTo>
                  <a:pt x="3419255" y="873800"/>
                </a:lnTo>
                <a:lnTo>
                  <a:pt x="3419255" y="888980"/>
                </a:lnTo>
                <a:lnTo>
                  <a:pt x="3419255" y="895486"/>
                </a:lnTo>
                <a:lnTo>
                  <a:pt x="3416939" y="903412"/>
                </a:lnTo>
                <a:lnTo>
                  <a:pt x="3411784" y="915377"/>
                </a:lnTo>
                <a:lnTo>
                  <a:pt x="3410813" y="924949"/>
                </a:lnTo>
                <a:lnTo>
                  <a:pt x="3415146" y="932427"/>
                </a:lnTo>
                <a:lnTo>
                  <a:pt x="3419255" y="937288"/>
                </a:lnTo>
                <a:lnTo>
                  <a:pt x="3419255" y="949850"/>
                </a:lnTo>
                <a:lnTo>
                  <a:pt x="3419255" y="965031"/>
                </a:lnTo>
                <a:lnTo>
                  <a:pt x="3419255" y="980211"/>
                </a:lnTo>
                <a:lnTo>
                  <a:pt x="3419255" y="995466"/>
                </a:lnTo>
                <a:lnTo>
                  <a:pt x="3419330" y="1010646"/>
                </a:lnTo>
                <a:lnTo>
                  <a:pt x="3419330" y="1025827"/>
                </a:lnTo>
                <a:lnTo>
                  <a:pt x="3419330" y="1041007"/>
                </a:lnTo>
                <a:lnTo>
                  <a:pt x="3419330" y="1056262"/>
                </a:lnTo>
                <a:lnTo>
                  <a:pt x="3419330" y="1071442"/>
                </a:lnTo>
                <a:lnTo>
                  <a:pt x="3419330" y="1086622"/>
                </a:lnTo>
                <a:lnTo>
                  <a:pt x="3419330" y="1101877"/>
                </a:lnTo>
                <a:lnTo>
                  <a:pt x="3419330" y="1102850"/>
                </a:lnTo>
                <a:lnTo>
                  <a:pt x="3415520" y="1100307"/>
                </a:lnTo>
                <a:lnTo>
                  <a:pt x="3405210" y="1092007"/>
                </a:lnTo>
                <a:lnTo>
                  <a:pt x="3395871" y="1082510"/>
                </a:lnTo>
                <a:lnTo>
                  <a:pt x="3389820" y="1073611"/>
                </a:lnTo>
                <a:lnTo>
                  <a:pt x="3383021" y="1065535"/>
                </a:lnTo>
                <a:lnTo>
                  <a:pt x="3354035" y="1041680"/>
                </a:lnTo>
                <a:lnTo>
                  <a:pt x="3346638" y="1033828"/>
                </a:lnTo>
                <a:lnTo>
                  <a:pt x="3345144" y="1031659"/>
                </a:lnTo>
                <a:lnTo>
                  <a:pt x="3345891" y="1029566"/>
                </a:lnTo>
                <a:lnTo>
                  <a:pt x="3349179" y="1025453"/>
                </a:lnTo>
                <a:lnTo>
                  <a:pt x="3355155" y="1013488"/>
                </a:lnTo>
                <a:lnTo>
                  <a:pt x="3348954" y="1020891"/>
                </a:lnTo>
                <a:lnTo>
                  <a:pt x="3341558" y="1026724"/>
                </a:lnTo>
                <a:lnTo>
                  <a:pt x="3330800" y="1027098"/>
                </a:lnTo>
                <a:lnTo>
                  <a:pt x="3320192" y="1028519"/>
                </a:lnTo>
                <a:lnTo>
                  <a:pt x="3310480" y="1032108"/>
                </a:lnTo>
                <a:lnTo>
                  <a:pt x="3300543" y="1033305"/>
                </a:lnTo>
                <a:lnTo>
                  <a:pt x="3295538" y="1031585"/>
                </a:lnTo>
                <a:lnTo>
                  <a:pt x="3292550" y="1027173"/>
                </a:lnTo>
                <a:lnTo>
                  <a:pt x="3290981" y="1022686"/>
                </a:lnTo>
                <a:lnTo>
                  <a:pt x="3290308" y="1017825"/>
                </a:lnTo>
                <a:lnTo>
                  <a:pt x="3286125" y="1025602"/>
                </a:lnTo>
                <a:lnTo>
                  <a:pt x="3277907" y="1029865"/>
                </a:lnTo>
                <a:lnTo>
                  <a:pt x="3266700" y="1038763"/>
                </a:lnTo>
                <a:lnTo>
                  <a:pt x="3263563" y="1036969"/>
                </a:lnTo>
                <a:lnTo>
                  <a:pt x="3261620" y="1033529"/>
                </a:lnTo>
                <a:lnTo>
                  <a:pt x="3260948" y="1030014"/>
                </a:lnTo>
                <a:lnTo>
                  <a:pt x="3263114" y="1026275"/>
                </a:lnTo>
                <a:lnTo>
                  <a:pt x="3264609" y="1022237"/>
                </a:lnTo>
                <a:lnTo>
                  <a:pt x="3266925" y="1012665"/>
                </a:lnTo>
                <a:lnTo>
                  <a:pt x="3271930" y="1007057"/>
                </a:lnTo>
                <a:lnTo>
                  <a:pt x="3275143" y="996064"/>
                </a:lnTo>
                <a:lnTo>
                  <a:pt x="3277234" y="992176"/>
                </a:lnTo>
                <a:lnTo>
                  <a:pt x="3278280" y="988287"/>
                </a:lnTo>
                <a:lnTo>
                  <a:pt x="3275367" y="983875"/>
                </a:lnTo>
                <a:lnTo>
                  <a:pt x="3270436" y="982380"/>
                </a:lnTo>
                <a:lnTo>
                  <a:pt x="3267074" y="979688"/>
                </a:lnTo>
                <a:lnTo>
                  <a:pt x="3263189" y="972284"/>
                </a:lnTo>
                <a:lnTo>
                  <a:pt x="3260724" y="969817"/>
                </a:lnTo>
                <a:lnTo>
                  <a:pt x="3256316" y="966751"/>
                </a:lnTo>
                <a:lnTo>
                  <a:pt x="3252879" y="963161"/>
                </a:lnTo>
                <a:lnTo>
                  <a:pt x="3256615" y="960544"/>
                </a:lnTo>
                <a:lnTo>
                  <a:pt x="3261620" y="959422"/>
                </a:lnTo>
                <a:lnTo>
                  <a:pt x="3265655" y="959647"/>
                </a:lnTo>
                <a:lnTo>
                  <a:pt x="3273051" y="961292"/>
                </a:lnTo>
                <a:lnTo>
                  <a:pt x="3276338" y="961367"/>
                </a:lnTo>
                <a:lnTo>
                  <a:pt x="3284929" y="958600"/>
                </a:lnTo>
                <a:lnTo>
                  <a:pt x="3280148" y="959497"/>
                </a:lnTo>
                <a:lnTo>
                  <a:pt x="3275367" y="959422"/>
                </a:lnTo>
                <a:lnTo>
                  <a:pt x="3260201" y="954562"/>
                </a:lnTo>
                <a:lnTo>
                  <a:pt x="3250788" y="949626"/>
                </a:lnTo>
                <a:lnTo>
                  <a:pt x="3241897" y="939680"/>
                </a:lnTo>
                <a:lnTo>
                  <a:pt x="3241823" y="937736"/>
                </a:lnTo>
                <a:lnTo>
                  <a:pt x="3248098" y="935941"/>
                </a:lnTo>
                <a:lnTo>
                  <a:pt x="3261620" y="933773"/>
                </a:lnTo>
                <a:lnTo>
                  <a:pt x="3257362" y="928688"/>
                </a:lnTo>
                <a:lnTo>
                  <a:pt x="3251311" y="924276"/>
                </a:lnTo>
                <a:lnTo>
                  <a:pt x="3249144" y="916424"/>
                </a:lnTo>
                <a:lnTo>
                  <a:pt x="3244960" y="911489"/>
                </a:lnTo>
                <a:lnTo>
                  <a:pt x="3235995" y="903562"/>
                </a:lnTo>
                <a:lnTo>
                  <a:pt x="3229795" y="895261"/>
                </a:lnTo>
                <a:lnTo>
                  <a:pt x="3224490" y="878511"/>
                </a:lnTo>
                <a:lnTo>
                  <a:pt x="3219111" y="865798"/>
                </a:lnTo>
                <a:lnTo>
                  <a:pt x="3220456" y="861237"/>
                </a:lnTo>
                <a:lnTo>
                  <a:pt x="3225013" y="857946"/>
                </a:lnTo>
                <a:lnTo>
                  <a:pt x="3218140" y="857572"/>
                </a:lnTo>
                <a:lnTo>
                  <a:pt x="3211939" y="855180"/>
                </a:lnTo>
                <a:lnTo>
                  <a:pt x="3215226" y="848973"/>
                </a:lnTo>
                <a:lnTo>
                  <a:pt x="3222398" y="845383"/>
                </a:lnTo>
                <a:lnTo>
                  <a:pt x="3215824" y="846281"/>
                </a:lnTo>
                <a:lnTo>
                  <a:pt x="3209474" y="848075"/>
                </a:lnTo>
                <a:lnTo>
                  <a:pt x="3206485" y="848449"/>
                </a:lnTo>
                <a:lnTo>
                  <a:pt x="3203497" y="847851"/>
                </a:lnTo>
                <a:lnTo>
                  <a:pt x="3201928" y="845383"/>
                </a:lnTo>
                <a:lnTo>
                  <a:pt x="3201704" y="841869"/>
                </a:lnTo>
                <a:lnTo>
                  <a:pt x="3202675" y="835662"/>
                </a:lnTo>
                <a:lnTo>
                  <a:pt x="3201555" y="829605"/>
                </a:lnTo>
                <a:lnTo>
                  <a:pt x="3195877" y="826838"/>
                </a:lnTo>
                <a:lnTo>
                  <a:pt x="3191170" y="822501"/>
                </a:lnTo>
                <a:lnTo>
                  <a:pt x="3188555" y="820930"/>
                </a:lnTo>
                <a:lnTo>
                  <a:pt x="3185044" y="821005"/>
                </a:lnTo>
                <a:lnTo>
                  <a:pt x="3181682" y="818164"/>
                </a:lnTo>
                <a:lnTo>
                  <a:pt x="3178993" y="813976"/>
                </a:lnTo>
                <a:lnTo>
                  <a:pt x="3145225" y="795879"/>
                </a:lnTo>
                <a:lnTo>
                  <a:pt x="3143207" y="790720"/>
                </a:lnTo>
                <a:lnTo>
                  <a:pt x="3140070" y="793038"/>
                </a:lnTo>
                <a:lnTo>
                  <a:pt x="3136932" y="794085"/>
                </a:lnTo>
                <a:lnTo>
                  <a:pt x="3133047" y="791168"/>
                </a:lnTo>
                <a:lnTo>
                  <a:pt x="3128938" y="789149"/>
                </a:lnTo>
                <a:lnTo>
                  <a:pt x="3124530" y="789523"/>
                </a:lnTo>
                <a:lnTo>
                  <a:pt x="3120421" y="787878"/>
                </a:lnTo>
                <a:lnTo>
                  <a:pt x="3116088" y="786981"/>
                </a:lnTo>
                <a:lnTo>
                  <a:pt x="3111606" y="786831"/>
                </a:lnTo>
                <a:lnTo>
                  <a:pt x="3093825" y="781297"/>
                </a:lnTo>
                <a:lnTo>
                  <a:pt x="3077016" y="772473"/>
                </a:lnTo>
                <a:lnTo>
                  <a:pt x="3063344" y="768734"/>
                </a:lnTo>
                <a:lnTo>
                  <a:pt x="3054827" y="763799"/>
                </a:lnTo>
                <a:lnTo>
                  <a:pt x="3046086" y="759761"/>
                </a:lnTo>
                <a:lnTo>
                  <a:pt x="3026438" y="755797"/>
                </a:lnTo>
                <a:lnTo>
                  <a:pt x="3006491" y="753180"/>
                </a:lnTo>
                <a:lnTo>
                  <a:pt x="2999319" y="753105"/>
                </a:lnTo>
                <a:lnTo>
                  <a:pt x="2993268" y="753928"/>
                </a:lnTo>
                <a:lnTo>
                  <a:pt x="2987515" y="753778"/>
                </a:lnTo>
                <a:lnTo>
                  <a:pt x="2954494" y="734635"/>
                </a:lnTo>
                <a:lnTo>
                  <a:pt x="2948966" y="725960"/>
                </a:lnTo>
                <a:lnTo>
                  <a:pt x="2949488" y="720875"/>
                </a:lnTo>
                <a:lnTo>
                  <a:pt x="2950983" y="716688"/>
                </a:lnTo>
                <a:lnTo>
                  <a:pt x="2964430" y="715416"/>
                </a:lnTo>
                <a:lnTo>
                  <a:pt x="2954942" y="714220"/>
                </a:lnTo>
                <a:lnTo>
                  <a:pt x="2951057" y="714818"/>
                </a:lnTo>
                <a:lnTo>
                  <a:pt x="2943213" y="718258"/>
                </a:lnTo>
                <a:lnTo>
                  <a:pt x="2939029" y="718482"/>
                </a:lnTo>
                <a:lnTo>
                  <a:pt x="2933053" y="716239"/>
                </a:lnTo>
                <a:lnTo>
                  <a:pt x="2927375" y="713323"/>
                </a:lnTo>
                <a:lnTo>
                  <a:pt x="2918036" y="716015"/>
                </a:lnTo>
                <a:lnTo>
                  <a:pt x="2913255" y="711603"/>
                </a:lnTo>
                <a:lnTo>
                  <a:pt x="2911611" y="706966"/>
                </a:lnTo>
                <a:lnTo>
                  <a:pt x="2909146" y="704873"/>
                </a:lnTo>
                <a:lnTo>
                  <a:pt x="2905635" y="705097"/>
                </a:lnTo>
                <a:lnTo>
                  <a:pt x="2900928" y="706742"/>
                </a:lnTo>
                <a:lnTo>
                  <a:pt x="2896221" y="706443"/>
                </a:lnTo>
                <a:lnTo>
                  <a:pt x="2893158" y="703302"/>
                </a:lnTo>
                <a:lnTo>
                  <a:pt x="2890992" y="699115"/>
                </a:lnTo>
                <a:lnTo>
                  <a:pt x="2887779" y="696123"/>
                </a:lnTo>
                <a:lnTo>
                  <a:pt x="2883820" y="693880"/>
                </a:lnTo>
                <a:lnTo>
                  <a:pt x="2877470" y="688496"/>
                </a:lnTo>
                <a:lnTo>
                  <a:pt x="2874108" y="681093"/>
                </a:lnTo>
                <a:lnTo>
                  <a:pt x="2874481" y="668380"/>
                </a:lnTo>
                <a:lnTo>
                  <a:pt x="2875527" y="663819"/>
                </a:lnTo>
                <a:lnTo>
                  <a:pt x="2881877" y="656415"/>
                </a:lnTo>
                <a:lnTo>
                  <a:pt x="2886360" y="649386"/>
                </a:lnTo>
                <a:lnTo>
                  <a:pt x="2880757" y="648563"/>
                </a:lnTo>
                <a:lnTo>
                  <a:pt x="2875751" y="651779"/>
                </a:lnTo>
                <a:lnTo>
                  <a:pt x="2873659" y="655144"/>
                </a:lnTo>
                <a:lnTo>
                  <a:pt x="2872838" y="659182"/>
                </a:lnTo>
                <a:lnTo>
                  <a:pt x="2872240" y="672493"/>
                </a:lnTo>
                <a:lnTo>
                  <a:pt x="2868206" y="676382"/>
                </a:lnTo>
                <a:lnTo>
                  <a:pt x="2862154" y="676082"/>
                </a:lnTo>
                <a:lnTo>
                  <a:pt x="2863947" y="683859"/>
                </a:lnTo>
                <a:lnTo>
                  <a:pt x="2861482" y="691337"/>
                </a:lnTo>
                <a:lnTo>
                  <a:pt x="2854459" y="700012"/>
                </a:lnTo>
                <a:lnTo>
                  <a:pt x="2853862" y="703975"/>
                </a:lnTo>
                <a:lnTo>
                  <a:pt x="2854982" y="708312"/>
                </a:lnTo>
                <a:lnTo>
                  <a:pt x="2853413" y="712500"/>
                </a:lnTo>
                <a:lnTo>
                  <a:pt x="2842058" y="724689"/>
                </a:lnTo>
                <a:lnTo>
                  <a:pt x="2838248" y="725287"/>
                </a:lnTo>
                <a:lnTo>
                  <a:pt x="2829806" y="725213"/>
                </a:lnTo>
                <a:lnTo>
                  <a:pt x="2821139" y="727157"/>
                </a:lnTo>
                <a:lnTo>
                  <a:pt x="2817030" y="724315"/>
                </a:lnTo>
                <a:lnTo>
                  <a:pt x="2813743" y="720576"/>
                </a:lnTo>
                <a:lnTo>
                  <a:pt x="2811278" y="716239"/>
                </a:lnTo>
                <a:lnTo>
                  <a:pt x="2807841" y="707191"/>
                </a:lnTo>
                <a:lnTo>
                  <a:pt x="2805077" y="697918"/>
                </a:lnTo>
                <a:lnTo>
                  <a:pt x="2813743" y="686477"/>
                </a:lnTo>
                <a:lnTo>
                  <a:pt x="2810755" y="676157"/>
                </a:lnTo>
                <a:lnTo>
                  <a:pt x="2804853" y="667333"/>
                </a:lnTo>
                <a:lnTo>
                  <a:pt x="2790135" y="655069"/>
                </a:lnTo>
                <a:lnTo>
                  <a:pt x="2774745" y="643404"/>
                </a:lnTo>
                <a:lnTo>
                  <a:pt x="2767798" y="641011"/>
                </a:lnTo>
                <a:lnTo>
                  <a:pt x="2756367" y="640039"/>
                </a:lnTo>
                <a:lnTo>
                  <a:pt x="2752781" y="638917"/>
                </a:lnTo>
                <a:lnTo>
                  <a:pt x="2749195" y="634505"/>
                </a:lnTo>
                <a:lnTo>
                  <a:pt x="2746580" y="629495"/>
                </a:lnTo>
                <a:lnTo>
                  <a:pt x="2753752" y="627326"/>
                </a:lnTo>
                <a:lnTo>
                  <a:pt x="2766005" y="621344"/>
                </a:lnTo>
                <a:lnTo>
                  <a:pt x="2772878" y="621643"/>
                </a:lnTo>
                <a:lnTo>
                  <a:pt x="2791704" y="624858"/>
                </a:lnTo>
                <a:lnTo>
                  <a:pt x="2797532" y="627775"/>
                </a:lnTo>
                <a:lnTo>
                  <a:pt x="2802911" y="629495"/>
                </a:lnTo>
                <a:lnTo>
                  <a:pt x="2815760" y="619699"/>
                </a:lnTo>
                <a:lnTo>
                  <a:pt x="2825995" y="606911"/>
                </a:lnTo>
                <a:lnTo>
                  <a:pt x="2832346" y="604144"/>
                </a:lnTo>
                <a:lnTo>
                  <a:pt x="2837725" y="603247"/>
                </a:lnTo>
                <a:lnTo>
                  <a:pt x="2843253" y="604444"/>
                </a:lnTo>
                <a:lnTo>
                  <a:pt x="2854161" y="608930"/>
                </a:lnTo>
                <a:lnTo>
                  <a:pt x="2862827" y="611024"/>
                </a:lnTo>
                <a:lnTo>
                  <a:pt x="2868953" y="611398"/>
                </a:lnTo>
                <a:lnTo>
                  <a:pt x="2872165" y="615436"/>
                </a:lnTo>
                <a:lnTo>
                  <a:pt x="2875751" y="617231"/>
                </a:lnTo>
                <a:lnTo>
                  <a:pt x="2876573" y="611174"/>
                </a:lnTo>
                <a:lnTo>
                  <a:pt x="2879711" y="604219"/>
                </a:lnTo>
                <a:lnTo>
                  <a:pt x="2885837" y="602051"/>
                </a:lnTo>
                <a:lnTo>
                  <a:pt x="2889049" y="601527"/>
                </a:lnTo>
                <a:lnTo>
                  <a:pt x="2891067" y="599732"/>
                </a:lnTo>
                <a:lnTo>
                  <a:pt x="2890618" y="593227"/>
                </a:lnTo>
                <a:lnTo>
                  <a:pt x="2882550" y="592479"/>
                </a:lnTo>
                <a:lnTo>
                  <a:pt x="2886958" y="586945"/>
                </a:lnTo>
                <a:lnTo>
                  <a:pt x="2890842" y="584253"/>
                </a:lnTo>
                <a:lnTo>
                  <a:pt x="2892262" y="581486"/>
                </a:lnTo>
                <a:lnTo>
                  <a:pt x="2892337" y="578121"/>
                </a:lnTo>
                <a:lnTo>
                  <a:pt x="2876498" y="584627"/>
                </a:lnTo>
                <a:lnTo>
                  <a:pt x="2859913" y="587394"/>
                </a:lnTo>
                <a:lnTo>
                  <a:pt x="2850052" y="586646"/>
                </a:lnTo>
                <a:lnTo>
                  <a:pt x="2840265" y="586496"/>
                </a:lnTo>
                <a:lnTo>
                  <a:pt x="2820691" y="590908"/>
                </a:lnTo>
                <a:lnTo>
                  <a:pt x="2813220" y="590684"/>
                </a:lnTo>
                <a:lnTo>
                  <a:pt x="2795888" y="588964"/>
                </a:lnTo>
                <a:lnTo>
                  <a:pt x="2786325" y="586796"/>
                </a:lnTo>
                <a:lnTo>
                  <a:pt x="2778854" y="588441"/>
                </a:lnTo>
                <a:lnTo>
                  <a:pt x="2771757" y="588590"/>
                </a:lnTo>
                <a:lnTo>
                  <a:pt x="2764212" y="583655"/>
                </a:lnTo>
                <a:lnTo>
                  <a:pt x="2757861" y="577373"/>
                </a:lnTo>
                <a:lnTo>
                  <a:pt x="2754724" y="572961"/>
                </a:lnTo>
                <a:lnTo>
                  <a:pt x="2750465" y="569746"/>
                </a:lnTo>
                <a:lnTo>
                  <a:pt x="2748598" y="565483"/>
                </a:lnTo>
                <a:lnTo>
                  <a:pt x="2743966" y="549181"/>
                </a:lnTo>
                <a:lnTo>
                  <a:pt x="2743517" y="537591"/>
                </a:lnTo>
                <a:lnTo>
                  <a:pt x="2736047" y="537366"/>
                </a:lnTo>
                <a:lnTo>
                  <a:pt x="2728650" y="536170"/>
                </a:lnTo>
                <a:lnTo>
                  <a:pt x="2696003" y="525102"/>
                </a:lnTo>
                <a:lnTo>
                  <a:pt x="2692043" y="527869"/>
                </a:lnTo>
                <a:lnTo>
                  <a:pt x="2687411" y="529215"/>
                </a:lnTo>
                <a:lnTo>
                  <a:pt x="2682854" y="529739"/>
                </a:lnTo>
                <a:lnTo>
                  <a:pt x="2678297" y="529215"/>
                </a:lnTo>
                <a:lnTo>
                  <a:pt x="2673740" y="527495"/>
                </a:lnTo>
                <a:lnTo>
                  <a:pt x="2674113" y="524429"/>
                </a:lnTo>
                <a:lnTo>
                  <a:pt x="2677475" y="516951"/>
                </a:lnTo>
                <a:lnTo>
                  <a:pt x="2680837" y="514185"/>
                </a:lnTo>
                <a:lnTo>
                  <a:pt x="2685394" y="512091"/>
                </a:lnTo>
                <a:lnTo>
                  <a:pt x="2688308" y="508127"/>
                </a:lnTo>
                <a:lnTo>
                  <a:pt x="2693014" y="496237"/>
                </a:lnTo>
                <a:lnTo>
                  <a:pt x="2693388" y="492199"/>
                </a:lnTo>
                <a:lnTo>
                  <a:pt x="2692865" y="488012"/>
                </a:lnTo>
                <a:lnTo>
                  <a:pt x="2693239" y="484871"/>
                </a:lnTo>
                <a:lnTo>
                  <a:pt x="2696152" y="483301"/>
                </a:lnTo>
                <a:lnTo>
                  <a:pt x="2708554" y="479412"/>
                </a:lnTo>
                <a:lnTo>
                  <a:pt x="2734104" y="473579"/>
                </a:lnTo>
                <a:lnTo>
                  <a:pt x="2740604" y="470065"/>
                </a:lnTo>
                <a:lnTo>
                  <a:pt x="2745908" y="464456"/>
                </a:lnTo>
                <a:lnTo>
                  <a:pt x="2752184" y="461091"/>
                </a:lnTo>
                <a:lnTo>
                  <a:pt x="2755022" y="457651"/>
                </a:lnTo>
                <a:lnTo>
                  <a:pt x="2758310" y="454884"/>
                </a:lnTo>
                <a:lnTo>
                  <a:pt x="2778182" y="447481"/>
                </a:lnTo>
                <a:lnTo>
                  <a:pt x="2786699" y="446883"/>
                </a:lnTo>
                <a:lnTo>
                  <a:pt x="2795440" y="447780"/>
                </a:lnTo>
                <a:lnTo>
                  <a:pt x="2812697" y="452117"/>
                </a:lnTo>
                <a:lnTo>
                  <a:pt x="2829208" y="459222"/>
                </a:lnTo>
                <a:lnTo>
                  <a:pt x="2843477" y="468494"/>
                </a:lnTo>
                <a:lnTo>
                  <a:pt x="2858792" y="475224"/>
                </a:lnTo>
                <a:lnTo>
                  <a:pt x="2877544" y="476346"/>
                </a:lnTo>
                <a:lnTo>
                  <a:pt x="2886958" y="475598"/>
                </a:lnTo>
                <a:lnTo>
                  <a:pt x="2896296" y="476570"/>
                </a:lnTo>
                <a:lnTo>
                  <a:pt x="2900032" y="478515"/>
                </a:lnTo>
                <a:lnTo>
                  <a:pt x="2906531" y="484273"/>
                </a:lnTo>
                <a:lnTo>
                  <a:pt x="2904663" y="488012"/>
                </a:lnTo>
                <a:lnTo>
                  <a:pt x="2903543" y="495864"/>
                </a:lnTo>
                <a:lnTo>
                  <a:pt x="2906830" y="503342"/>
                </a:lnTo>
                <a:lnTo>
                  <a:pt x="2912209" y="510894"/>
                </a:lnTo>
                <a:lnTo>
                  <a:pt x="2916617" y="518970"/>
                </a:lnTo>
                <a:lnTo>
                  <a:pt x="2917588" y="522859"/>
                </a:lnTo>
                <a:lnTo>
                  <a:pt x="2915870" y="531160"/>
                </a:lnTo>
                <a:lnTo>
                  <a:pt x="2914376" y="535272"/>
                </a:lnTo>
                <a:lnTo>
                  <a:pt x="2908997" y="542152"/>
                </a:lnTo>
                <a:lnTo>
                  <a:pt x="2906083" y="549630"/>
                </a:lnTo>
                <a:lnTo>
                  <a:pt x="2907951" y="558903"/>
                </a:lnTo>
                <a:lnTo>
                  <a:pt x="2908997" y="568175"/>
                </a:lnTo>
                <a:lnTo>
                  <a:pt x="2908847" y="576700"/>
                </a:lnTo>
                <a:lnTo>
                  <a:pt x="2909818" y="585076"/>
                </a:lnTo>
                <a:lnTo>
                  <a:pt x="2912732" y="593600"/>
                </a:lnTo>
                <a:lnTo>
                  <a:pt x="2925208" y="616932"/>
                </a:lnTo>
                <a:lnTo>
                  <a:pt x="2932530" y="632710"/>
                </a:lnTo>
                <a:lnTo>
                  <a:pt x="2934846" y="623886"/>
                </a:lnTo>
                <a:lnTo>
                  <a:pt x="2934248" y="614090"/>
                </a:lnTo>
                <a:lnTo>
                  <a:pt x="2936863" y="610575"/>
                </a:lnTo>
                <a:lnTo>
                  <a:pt x="2940523" y="608631"/>
                </a:lnTo>
                <a:lnTo>
                  <a:pt x="2945006" y="610650"/>
                </a:lnTo>
                <a:lnTo>
                  <a:pt x="2946351" y="614614"/>
                </a:lnTo>
                <a:lnTo>
                  <a:pt x="2946650" y="623288"/>
                </a:lnTo>
                <a:lnTo>
                  <a:pt x="2950609" y="640338"/>
                </a:lnTo>
                <a:lnTo>
                  <a:pt x="2955689" y="641086"/>
                </a:lnTo>
                <a:lnTo>
                  <a:pt x="2961143" y="638468"/>
                </a:lnTo>
                <a:lnTo>
                  <a:pt x="2962040" y="643703"/>
                </a:lnTo>
                <a:lnTo>
                  <a:pt x="2961890" y="653349"/>
                </a:lnTo>
                <a:lnTo>
                  <a:pt x="2964430" y="660977"/>
                </a:lnTo>
                <a:lnTo>
                  <a:pt x="2966671" y="663968"/>
                </a:lnTo>
                <a:lnTo>
                  <a:pt x="2975636" y="670175"/>
                </a:lnTo>
                <a:lnTo>
                  <a:pt x="2979745" y="671371"/>
                </a:lnTo>
                <a:lnTo>
                  <a:pt x="2991699" y="672867"/>
                </a:lnTo>
                <a:lnTo>
                  <a:pt x="3000664" y="673316"/>
                </a:lnTo>
                <a:lnTo>
                  <a:pt x="3009255" y="671072"/>
                </a:lnTo>
                <a:lnTo>
                  <a:pt x="3014784" y="665389"/>
                </a:lnTo>
                <a:lnTo>
                  <a:pt x="3019789" y="659182"/>
                </a:lnTo>
                <a:lnTo>
                  <a:pt x="3037047" y="644899"/>
                </a:lnTo>
                <a:lnTo>
                  <a:pt x="3042052" y="638094"/>
                </a:lnTo>
                <a:lnTo>
                  <a:pt x="3046908" y="627625"/>
                </a:lnTo>
                <a:lnTo>
                  <a:pt x="3048552" y="625382"/>
                </a:lnTo>
                <a:lnTo>
                  <a:pt x="3065735" y="614090"/>
                </a:lnTo>
                <a:lnTo>
                  <a:pt x="3067752" y="610052"/>
                </a:lnTo>
                <a:lnTo>
                  <a:pt x="3070217" y="602350"/>
                </a:lnTo>
                <a:lnTo>
                  <a:pt x="3073878" y="594797"/>
                </a:lnTo>
                <a:lnTo>
                  <a:pt x="3076717" y="590908"/>
                </a:lnTo>
                <a:lnTo>
                  <a:pt x="3093302" y="587244"/>
                </a:lnTo>
                <a:lnTo>
                  <a:pt x="3110560" y="585300"/>
                </a:lnTo>
                <a:lnTo>
                  <a:pt x="3127668" y="578345"/>
                </a:lnTo>
                <a:lnTo>
                  <a:pt x="3135064" y="572363"/>
                </a:lnTo>
                <a:lnTo>
                  <a:pt x="3135438" y="568475"/>
                </a:lnTo>
                <a:lnTo>
                  <a:pt x="3131628" y="561595"/>
                </a:lnTo>
                <a:lnTo>
                  <a:pt x="3131478" y="558604"/>
                </a:lnTo>
                <a:lnTo>
                  <a:pt x="3135438" y="555687"/>
                </a:lnTo>
                <a:lnTo>
                  <a:pt x="3150753" y="547013"/>
                </a:lnTo>
                <a:lnTo>
                  <a:pt x="3168384" y="538039"/>
                </a:lnTo>
                <a:lnTo>
                  <a:pt x="3182504" y="531833"/>
                </a:lnTo>
                <a:lnTo>
                  <a:pt x="3190348" y="531907"/>
                </a:lnTo>
                <a:lnTo>
                  <a:pt x="3197595" y="537366"/>
                </a:lnTo>
                <a:lnTo>
                  <a:pt x="3205290" y="541778"/>
                </a:lnTo>
                <a:lnTo>
                  <a:pt x="3245558" y="554865"/>
                </a:lnTo>
                <a:lnTo>
                  <a:pt x="3251983" y="558978"/>
                </a:lnTo>
                <a:lnTo>
                  <a:pt x="3257586" y="564362"/>
                </a:lnTo>
                <a:lnTo>
                  <a:pt x="3265655" y="568101"/>
                </a:lnTo>
                <a:lnTo>
                  <a:pt x="3274620" y="569895"/>
                </a:lnTo>
                <a:lnTo>
                  <a:pt x="3282837" y="573410"/>
                </a:lnTo>
                <a:lnTo>
                  <a:pt x="3290607" y="577897"/>
                </a:lnTo>
                <a:lnTo>
                  <a:pt x="3307715" y="586347"/>
                </a:lnTo>
                <a:lnTo>
                  <a:pt x="3330726" y="596517"/>
                </a:lnTo>
                <a:lnTo>
                  <a:pt x="3336553" y="597115"/>
                </a:lnTo>
                <a:lnTo>
                  <a:pt x="3357994" y="596666"/>
                </a:lnTo>
                <a:lnTo>
                  <a:pt x="3361655" y="598611"/>
                </a:lnTo>
                <a:lnTo>
                  <a:pt x="3365166" y="601303"/>
                </a:lnTo>
                <a:lnTo>
                  <a:pt x="3368453" y="601901"/>
                </a:lnTo>
                <a:lnTo>
                  <a:pt x="3392958" y="603845"/>
                </a:lnTo>
                <a:lnTo>
                  <a:pt x="3396693" y="605790"/>
                </a:lnTo>
                <a:lnTo>
                  <a:pt x="3400279" y="608482"/>
                </a:lnTo>
                <a:lnTo>
                  <a:pt x="3402222" y="615885"/>
                </a:lnTo>
                <a:lnTo>
                  <a:pt x="3419106" y="616109"/>
                </a:lnTo>
                <a:close/>
                <a:moveTo>
                  <a:pt x="3263862" y="1048260"/>
                </a:moveTo>
                <a:lnTo>
                  <a:pt x="3260201" y="1049233"/>
                </a:lnTo>
                <a:lnTo>
                  <a:pt x="3241374" y="1046914"/>
                </a:lnTo>
                <a:lnTo>
                  <a:pt x="3239357" y="1043848"/>
                </a:lnTo>
                <a:lnTo>
                  <a:pt x="3239058" y="1042278"/>
                </a:lnTo>
                <a:lnTo>
                  <a:pt x="3243391" y="1039212"/>
                </a:lnTo>
                <a:lnTo>
                  <a:pt x="3247575" y="1034052"/>
                </a:lnTo>
                <a:lnTo>
                  <a:pt x="3254000" y="1032108"/>
                </a:lnTo>
                <a:lnTo>
                  <a:pt x="3256465" y="1032183"/>
                </a:lnTo>
                <a:lnTo>
                  <a:pt x="3264086" y="1044447"/>
                </a:lnTo>
                <a:lnTo>
                  <a:pt x="3263862" y="1048260"/>
                </a:lnTo>
                <a:close/>
                <a:moveTo>
                  <a:pt x="485679" y="265542"/>
                </a:moveTo>
                <a:lnTo>
                  <a:pt x="489714" y="271600"/>
                </a:lnTo>
                <a:lnTo>
                  <a:pt x="490610" y="275638"/>
                </a:lnTo>
                <a:lnTo>
                  <a:pt x="487622" y="280124"/>
                </a:lnTo>
                <a:lnTo>
                  <a:pt x="486501" y="287154"/>
                </a:lnTo>
                <a:lnTo>
                  <a:pt x="477835" y="292613"/>
                </a:lnTo>
                <a:lnTo>
                  <a:pt x="470215" y="291341"/>
                </a:lnTo>
                <a:lnTo>
                  <a:pt x="467749" y="289397"/>
                </a:lnTo>
                <a:lnTo>
                  <a:pt x="462893" y="278778"/>
                </a:lnTo>
                <a:lnTo>
                  <a:pt x="463416" y="269730"/>
                </a:lnTo>
                <a:lnTo>
                  <a:pt x="466405" y="266290"/>
                </a:lnTo>
                <a:lnTo>
                  <a:pt x="473502" y="266814"/>
                </a:lnTo>
                <a:lnTo>
                  <a:pt x="480674" y="261878"/>
                </a:lnTo>
                <a:lnTo>
                  <a:pt x="485679" y="265542"/>
                </a:lnTo>
                <a:close/>
                <a:moveTo>
                  <a:pt x="539395" y="346903"/>
                </a:moveTo>
                <a:lnTo>
                  <a:pt x="535958" y="349146"/>
                </a:lnTo>
                <a:lnTo>
                  <a:pt x="531774" y="345631"/>
                </a:lnTo>
                <a:lnTo>
                  <a:pt x="528413" y="340472"/>
                </a:lnTo>
                <a:lnTo>
                  <a:pt x="526545" y="335162"/>
                </a:lnTo>
                <a:lnTo>
                  <a:pt x="524976" y="326413"/>
                </a:lnTo>
                <a:lnTo>
                  <a:pt x="524602" y="320131"/>
                </a:lnTo>
                <a:lnTo>
                  <a:pt x="526620" y="316467"/>
                </a:lnTo>
                <a:lnTo>
                  <a:pt x="528114" y="316617"/>
                </a:lnTo>
                <a:lnTo>
                  <a:pt x="534315" y="320281"/>
                </a:lnTo>
                <a:lnTo>
                  <a:pt x="538349" y="326637"/>
                </a:lnTo>
                <a:lnTo>
                  <a:pt x="540590" y="328656"/>
                </a:lnTo>
                <a:lnTo>
                  <a:pt x="541038" y="334489"/>
                </a:lnTo>
                <a:lnTo>
                  <a:pt x="539544" y="341145"/>
                </a:lnTo>
                <a:lnTo>
                  <a:pt x="539395" y="346903"/>
                </a:lnTo>
                <a:close/>
                <a:moveTo>
                  <a:pt x="544251" y="311831"/>
                </a:moveTo>
                <a:lnTo>
                  <a:pt x="544774" y="321403"/>
                </a:lnTo>
                <a:lnTo>
                  <a:pt x="539245" y="318935"/>
                </a:lnTo>
                <a:lnTo>
                  <a:pt x="534912" y="315121"/>
                </a:lnTo>
                <a:lnTo>
                  <a:pt x="527964" y="312280"/>
                </a:lnTo>
                <a:lnTo>
                  <a:pt x="519522" y="311382"/>
                </a:lnTo>
                <a:lnTo>
                  <a:pt x="513396" y="308840"/>
                </a:lnTo>
                <a:lnTo>
                  <a:pt x="509063" y="304428"/>
                </a:lnTo>
                <a:lnTo>
                  <a:pt x="508839" y="302334"/>
                </a:lnTo>
                <a:lnTo>
                  <a:pt x="509287" y="300689"/>
                </a:lnTo>
                <a:lnTo>
                  <a:pt x="510632" y="299418"/>
                </a:lnTo>
                <a:lnTo>
                  <a:pt x="542607" y="308017"/>
                </a:lnTo>
                <a:lnTo>
                  <a:pt x="544251" y="311831"/>
                </a:lnTo>
                <a:close/>
                <a:moveTo>
                  <a:pt x="584294" y="365074"/>
                </a:moveTo>
                <a:lnTo>
                  <a:pt x="582875" y="367990"/>
                </a:lnTo>
                <a:lnTo>
                  <a:pt x="580036" y="365822"/>
                </a:lnTo>
                <a:lnTo>
                  <a:pt x="565468" y="362606"/>
                </a:lnTo>
                <a:lnTo>
                  <a:pt x="560612" y="362307"/>
                </a:lnTo>
                <a:lnTo>
                  <a:pt x="547986" y="358718"/>
                </a:lnTo>
                <a:lnTo>
                  <a:pt x="544101" y="356848"/>
                </a:lnTo>
                <a:lnTo>
                  <a:pt x="541412" y="354381"/>
                </a:lnTo>
                <a:lnTo>
                  <a:pt x="542308" y="349894"/>
                </a:lnTo>
                <a:lnTo>
                  <a:pt x="544176" y="347127"/>
                </a:lnTo>
                <a:lnTo>
                  <a:pt x="545371" y="339499"/>
                </a:lnTo>
                <a:lnTo>
                  <a:pt x="548509" y="336433"/>
                </a:lnTo>
                <a:lnTo>
                  <a:pt x="554785" y="342117"/>
                </a:lnTo>
                <a:lnTo>
                  <a:pt x="561733" y="346977"/>
                </a:lnTo>
                <a:lnTo>
                  <a:pt x="565767" y="349221"/>
                </a:lnTo>
                <a:lnTo>
                  <a:pt x="578019" y="354156"/>
                </a:lnTo>
                <a:lnTo>
                  <a:pt x="582352" y="356699"/>
                </a:lnTo>
                <a:lnTo>
                  <a:pt x="584294" y="365074"/>
                </a:lnTo>
                <a:close/>
                <a:moveTo>
                  <a:pt x="594604" y="355876"/>
                </a:moveTo>
                <a:lnTo>
                  <a:pt x="592438" y="357970"/>
                </a:lnTo>
                <a:lnTo>
                  <a:pt x="588702" y="357521"/>
                </a:lnTo>
                <a:lnTo>
                  <a:pt x="584668" y="354979"/>
                </a:lnTo>
                <a:lnTo>
                  <a:pt x="579513" y="350417"/>
                </a:lnTo>
                <a:lnTo>
                  <a:pt x="573686" y="346379"/>
                </a:lnTo>
                <a:lnTo>
                  <a:pt x="566364" y="343837"/>
                </a:lnTo>
                <a:lnTo>
                  <a:pt x="561733" y="343089"/>
                </a:lnTo>
                <a:lnTo>
                  <a:pt x="559940" y="342117"/>
                </a:lnTo>
                <a:lnTo>
                  <a:pt x="561733" y="334265"/>
                </a:lnTo>
                <a:lnTo>
                  <a:pt x="566514" y="333816"/>
                </a:lnTo>
                <a:lnTo>
                  <a:pt x="582128" y="341070"/>
                </a:lnTo>
                <a:lnTo>
                  <a:pt x="587283" y="345033"/>
                </a:lnTo>
                <a:lnTo>
                  <a:pt x="594604" y="355876"/>
                </a:lnTo>
                <a:close/>
                <a:moveTo>
                  <a:pt x="603420" y="380404"/>
                </a:moveTo>
                <a:lnTo>
                  <a:pt x="595052" y="380853"/>
                </a:lnTo>
                <a:lnTo>
                  <a:pt x="592662" y="379880"/>
                </a:lnTo>
                <a:lnTo>
                  <a:pt x="593633" y="372851"/>
                </a:lnTo>
                <a:lnTo>
                  <a:pt x="596173" y="368589"/>
                </a:lnTo>
                <a:lnTo>
                  <a:pt x="599983" y="368663"/>
                </a:lnTo>
                <a:lnTo>
                  <a:pt x="604242" y="375020"/>
                </a:lnTo>
                <a:lnTo>
                  <a:pt x="603420" y="380404"/>
                </a:lnTo>
                <a:close/>
                <a:moveTo>
                  <a:pt x="615821" y="371281"/>
                </a:moveTo>
                <a:lnTo>
                  <a:pt x="614327" y="372253"/>
                </a:lnTo>
                <a:lnTo>
                  <a:pt x="607902" y="362756"/>
                </a:lnTo>
                <a:lnTo>
                  <a:pt x="609546" y="357297"/>
                </a:lnTo>
                <a:lnTo>
                  <a:pt x="611040" y="355876"/>
                </a:lnTo>
                <a:lnTo>
                  <a:pt x="614551" y="359241"/>
                </a:lnTo>
                <a:lnTo>
                  <a:pt x="617316" y="362756"/>
                </a:lnTo>
                <a:lnTo>
                  <a:pt x="619333" y="366869"/>
                </a:lnTo>
                <a:lnTo>
                  <a:pt x="615821" y="371281"/>
                </a:lnTo>
                <a:close/>
                <a:moveTo>
                  <a:pt x="658779" y="332620"/>
                </a:moveTo>
                <a:lnTo>
                  <a:pt x="663485" y="335910"/>
                </a:lnTo>
                <a:lnTo>
                  <a:pt x="667370" y="333741"/>
                </a:lnTo>
                <a:lnTo>
                  <a:pt x="667221" y="336583"/>
                </a:lnTo>
                <a:lnTo>
                  <a:pt x="666399" y="339275"/>
                </a:lnTo>
                <a:lnTo>
                  <a:pt x="661842" y="346903"/>
                </a:lnTo>
                <a:lnTo>
                  <a:pt x="654222" y="345183"/>
                </a:lnTo>
                <a:lnTo>
                  <a:pt x="652429" y="342715"/>
                </a:lnTo>
                <a:lnTo>
                  <a:pt x="651831" y="340845"/>
                </a:lnTo>
                <a:lnTo>
                  <a:pt x="652951" y="339649"/>
                </a:lnTo>
                <a:lnTo>
                  <a:pt x="653549" y="335910"/>
                </a:lnTo>
                <a:lnTo>
                  <a:pt x="656911" y="335910"/>
                </a:lnTo>
                <a:lnTo>
                  <a:pt x="658779" y="332620"/>
                </a:lnTo>
                <a:close/>
                <a:moveTo>
                  <a:pt x="700615" y="330002"/>
                </a:moveTo>
                <a:lnTo>
                  <a:pt x="701064" y="335611"/>
                </a:lnTo>
                <a:lnTo>
                  <a:pt x="705322" y="338303"/>
                </a:lnTo>
                <a:lnTo>
                  <a:pt x="706443" y="342416"/>
                </a:lnTo>
                <a:lnTo>
                  <a:pt x="705696" y="349071"/>
                </a:lnTo>
                <a:lnTo>
                  <a:pt x="701661" y="356699"/>
                </a:lnTo>
                <a:lnTo>
                  <a:pt x="699868" y="358718"/>
                </a:lnTo>
                <a:lnTo>
                  <a:pt x="694564" y="357147"/>
                </a:lnTo>
                <a:lnTo>
                  <a:pt x="692846" y="354605"/>
                </a:lnTo>
                <a:lnTo>
                  <a:pt x="692099" y="352661"/>
                </a:lnTo>
                <a:lnTo>
                  <a:pt x="692846" y="351165"/>
                </a:lnTo>
                <a:lnTo>
                  <a:pt x="688961" y="349445"/>
                </a:lnTo>
                <a:lnTo>
                  <a:pt x="691426" y="346454"/>
                </a:lnTo>
                <a:lnTo>
                  <a:pt x="689708" y="342416"/>
                </a:lnTo>
                <a:lnTo>
                  <a:pt x="678875" y="344958"/>
                </a:lnTo>
                <a:lnTo>
                  <a:pt x="675738" y="345033"/>
                </a:lnTo>
                <a:lnTo>
                  <a:pt x="675140" y="340397"/>
                </a:lnTo>
                <a:lnTo>
                  <a:pt x="675588" y="338452"/>
                </a:lnTo>
                <a:lnTo>
                  <a:pt x="683955" y="332620"/>
                </a:lnTo>
                <a:lnTo>
                  <a:pt x="688886" y="331498"/>
                </a:lnTo>
                <a:lnTo>
                  <a:pt x="694265" y="332694"/>
                </a:lnTo>
                <a:lnTo>
                  <a:pt x="700615" y="330002"/>
                </a:lnTo>
                <a:close/>
                <a:moveTo>
                  <a:pt x="715109" y="434096"/>
                </a:moveTo>
                <a:lnTo>
                  <a:pt x="717275" y="435292"/>
                </a:lnTo>
                <a:lnTo>
                  <a:pt x="719890" y="431478"/>
                </a:lnTo>
                <a:lnTo>
                  <a:pt x="724821" y="436788"/>
                </a:lnTo>
                <a:lnTo>
                  <a:pt x="727884" y="439405"/>
                </a:lnTo>
                <a:lnTo>
                  <a:pt x="731993" y="442097"/>
                </a:lnTo>
                <a:lnTo>
                  <a:pt x="727959" y="442172"/>
                </a:lnTo>
                <a:lnTo>
                  <a:pt x="726315" y="444640"/>
                </a:lnTo>
                <a:lnTo>
                  <a:pt x="725195" y="445088"/>
                </a:lnTo>
                <a:lnTo>
                  <a:pt x="709356" y="436563"/>
                </a:lnTo>
                <a:lnTo>
                  <a:pt x="699271" y="439330"/>
                </a:lnTo>
                <a:lnTo>
                  <a:pt x="692323" y="436788"/>
                </a:lnTo>
                <a:lnTo>
                  <a:pt x="690306" y="435068"/>
                </a:lnTo>
                <a:lnTo>
                  <a:pt x="694041" y="430357"/>
                </a:lnTo>
                <a:lnTo>
                  <a:pt x="697478" y="419588"/>
                </a:lnTo>
                <a:lnTo>
                  <a:pt x="704426" y="422280"/>
                </a:lnTo>
                <a:lnTo>
                  <a:pt x="706069" y="425646"/>
                </a:lnTo>
                <a:lnTo>
                  <a:pt x="705696" y="426618"/>
                </a:lnTo>
                <a:lnTo>
                  <a:pt x="710178" y="428637"/>
                </a:lnTo>
                <a:lnTo>
                  <a:pt x="715109" y="434096"/>
                </a:lnTo>
                <a:close/>
                <a:moveTo>
                  <a:pt x="692323" y="445986"/>
                </a:moveTo>
                <a:lnTo>
                  <a:pt x="699345" y="453239"/>
                </a:lnTo>
                <a:lnTo>
                  <a:pt x="700989" y="455856"/>
                </a:lnTo>
                <a:lnTo>
                  <a:pt x="697552" y="459895"/>
                </a:lnTo>
                <a:lnTo>
                  <a:pt x="694788" y="465578"/>
                </a:lnTo>
                <a:lnTo>
                  <a:pt x="693145" y="466774"/>
                </a:lnTo>
                <a:lnTo>
                  <a:pt x="687840" y="464606"/>
                </a:lnTo>
                <a:lnTo>
                  <a:pt x="684030" y="470214"/>
                </a:lnTo>
                <a:lnTo>
                  <a:pt x="681565" y="461241"/>
                </a:lnTo>
                <a:lnTo>
                  <a:pt x="676111" y="455557"/>
                </a:lnTo>
                <a:lnTo>
                  <a:pt x="679473" y="449799"/>
                </a:lnTo>
                <a:lnTo>
                  <a:pt x="680743" y="449351"/>
                </a:lnTo>
                <a:lnTo>
                  <a:pt x="682387" y="449575"/>
                </a:lnTo>
                <a:lnTo>
                  <a:pt x="684105" y="451071"/>
                </a:lnTo>
                <a:lnTo>
                  <a:pt x="692323" y="445986"/>
                </a:lnTo>
                <a:close/>
                <a:moveTo>
                  <a:pt x="637263" y="446958"/>
                </a:moveTo>
                <a:lnTo>
                  <a:pt x="627476" y="449575"/>
                </a:lnTo>
                <a:lnTo>
                  <a:pt x="616643" y="447705"/>
                </a:lnTo>
                <a:lnTo>
                  <a:pt x="617988" y="443144"/>
                </a:lnTo>
                <a:lnTo>
                  <a:pt x="623218" y="437984"/>
                </a:lnTo>
                <a:lnTo>
                  <a:pt x="627849" y="438208"/>
                </a:lnTo>
                <a:lnTo>
                  <a:pt x="636292" y="441648"/>
                </a:lnTo>
                <a:lnTo>
                  <a:pt x="639280" y="444714"/>
                </a:lnTo>
                <a:lnTo>
                  <a:pt x="637263" y="446958"/>
                </a:lnTo>
                <a:close/>
                <a:moveTo>
                  <a:pt x="1083496" y="509249"/>
                </a:moveTo>
                <a:lnTo>
                  <a:pt x="1068629" y="516877"/>
                </a:lnTo>
                <a:lnTo>
                  <a:pt x="1065118" y="516503"/>
                </a:lnTo>
                <a:lnTo>
                  <a:pt x="1062428" y="513736"/>
                </a:lnTo>
                <a:lnTo>
                  <a:pt x="1064072" y="499004"/>
                </a:lnTo>
                <a:lnTo>
                  <a:pt x="1066014" y="494592"/>
                </a:lnTo>
                <a:lnTo>
                  <a:pt x="1076399" y="494144"/>
                </a:lnTo>
                <a:lnTo>
                  <a:pt x="1082749" y="496237"/>
                </a:lnTo>
                <a:lnTo>
                  <a:pt x="1085962" y="498630"/>
                </a:lnTo>
                <a:lnTo>
                  <a:pt x="1087306" y="503566"/>
                </a:lnTo>
                <a:lnTo>
                  <a:pt x="1086559" y="506557"/>
                </a:lnTo>
                <a:lnTo>
                  <a:pt x="1083496" y="509249"/>
                </a:lnTo>
                <a:close/>
                <a:moveTo>
                  <a:pt x="1392415" y="952243"/>
                </a:moveTo>
                <a:lnTo>
                  <a:pt x="1390996" y="953365"/>
                </a:lnTo>
                <a:lnTo>
                  <a:pt x="1378296" y="952767"/>
                </a:lnTo>
                <a:lnTo>
                  <a:pt x="1370078" y="958824"/>
                </a:lnTo>
                <a:lnTo>
                  <a:pt x="1364475" y="960694"/>
                </a:lnTo>
                <a:lnTo>
                  <a:pt x="1344079" y="960694"/>
                </a:lnTo>
                <a:lnTo>
                  <a:pt x="1341688" y="959871"/>
                </a:lnTo>
                <a:lnTo>
                  <a:pt x="1339895" y="959946"/>
                </a:lnTo>
                <a:lnTo>
                  <a:pt x="1338775" y="961142"/>
                </a:lnTo>
                <a:lnTo>
                  <a:pt x="1332275" y="960245"/>
                </a:lnTo>
                <a:lnTo>
                  <a:pt x="1311656" y="954861"/>
                </a:lnTo>
                <a:lnTo>
                  <a:pt x="1308817" y="949850"/>
                </a:lnTo>
                <a:lnTo>
                  <a:pt x="1312029" y="944466"/>
                </a:lnTo>
                <a:lnTo>
                  <a:pt x="1319425" y="936914"/>
                </a:lnTo>
                <a:lnTo>
                  <a:pt x="1334292" y="935418"/>
                </a:lnTo>
                <a:lnTo>
                  <a:pt x="1402128" y="934895"/>
                </a:lnTo>
                <a:lnTo>
                  <a:pt x="1409524" y="941400"/>
                </a:lnTo>
                <a:lnTo>
                  <a:pt x="1410196" y="943569"/>
                </a:lnTo>
                <a:lnTo>
                  <a:pt x="1395404" y="948056"/>
                </a:lnTo>
                <a:lnTo>
                  <a:pt x="1392415" y="952243"/>
                </a:lnTo>
                <a:close/>
                <a:moveTo>
                  <a:pt x="2970257" y="504388"/>
                </a:moveTo>
                <a:lnTo>
                  <a:pt x="2966671" y="505734"/>
                </a:lnTo>
                <a:lnTo>
                  <a:pt x="2962562" y="504239"/>
                </a:lnTo>
                <a:lnTo>
                  <a:pt x="2958603" y="498556"/>
                </a:lnTo>
                <a:lnTo>
                  <a:pt x="2960022" y="494144"/>
                </a:lnTo>
                <a:lnTo>
                  <a:pt x="2964580" y="491078"/>
                </a:lnTo>
                <a:lnTo>
                  <a:pt x="2968464" y="494144"/>
                </a:lnTo>
                <a:lnTo>
                  <a:pt x="2969660" y="498032"/>
                </a:lnTo>
                <a:lnTo>
                  <a:pt x="2972573" y="498256"/>
                </a:lnTo>
                <a:lnTo>
                  <a:pt x="2970257" y="504388"/>
                </a:lnTo>
                <a:close/>
                <a:moveTo>
                  <a:pt x="2393882" y="457950"/>
                </a:moveTo>
                <a:lnTo>
                  <a:pt x="2389175" y="459895"/>
                </a:lnTo>
                <a:lnTo>
                  <a:pt x="2384095" y="459895"/>
                </a:lnTo>
                <a:lnTo>
                  <a:pt x="2382975" y="451893"/>
                </a:lnTo>
                <a:lnTo>
                  <a:pt x="2384618" y="441798"/>
                </a:lnTo>
                <a:lnTo>
                  <a:pt x="2389399" y="440078"/>
                </a:lnTo>
                <a:lnTo>
                  <a:pt x="2396870" y="442172"/>
                </a:lnTo>
                <a:lnTo>
                  <a:pt x="2394106" y="444789"/>
                </a:lnTo>
                <a:lnTo>
                  <a:pt x="2396198" y="450173"/>
                </a:lnTo>
                <a:lnTo>
                  <a:pt x="2393882" y="457950"/>
                </a:lnTo>
                <a:close/>
                <a:moveTo>
                  <a:pt x="2417565" y="444789"/>
                </a:moveTo>
                <a:lnTo>
                  <a:pt x="2426156" y="455931"/>
                </a:lnTo>
                <a:lnTo>
                  <a:pt x="2420403" y="466550"/>
                </a:lnTo>
                <a:lnTo>
                  <a:pt x="2424438" y="472458"/>
                </a:lnTo>
                <a:lnTo>
                  <a:pt x="2435270" y="472831"/>
                </a:lnTo>
                <a:lnTo>
                  <a:pt x="2437810" y="475075"/>
                </a:lnTo>
                <a:lnTo>
                  <a:pt x="2439678" y="477767"/>
                </a:lnTo>
                <a:lnTo>
                  <a:pt x="2440948" y="481431"/>
                </a:lnTo>
                <a:lnTo>
                  <a:pt x="2438109" y="484347"/>
                </a:lnTo>
                <a:lnTo>
                  <a:pt x="2432058" y="487040"/>
                </a:lnTo>
                <a:lnTo>
                  <a:pt x="2425110" y="483151"/>
                </a:lnTo>
                <a:lnTo>
                  <a:pt x="2423242" y="479562"/>
                </a:lnTo>
                <a:lnTo>
                  <a:pt x="2421823" y="478216"/>
                </a:lnTo>
                <a:lnTo>
                  <a:pt x="2412410" y="480908"/>
                </a:lnTo>
                <a:lnTo>
                  <a:pt x="2409795" y="481207"/>
                </a:lnTo>
                <a:lnTo>
                  <a:pt x="2407927" y="476197"/>
                </a:lnTo>
                <a:lnTo>
                  <a:pt x="2410243" y="469018"/>
                </a:lnTo>
                <a:lnTo>
                  <a:pt x="2403669" y="465802"/>
                </a:lnTo>
                <a:lnTo>
                  <a:pt x="2397617" y="458324"/>
                </a:lnTo>
                <a:lnTo>
                  <a:pt x="2397393" y="455333"/>
                </a:lnTo>
                <a:lnTo>
                  <a:pt x="2399784" y="450173"/>
                </a:lnTo>
                <a:lnTo>
                  <a:pt x="2399485" y="446060"/>
                </a:lnTo>
                <a:lnTo>
                  <a:pt x="2402922" y="445761"/>
                </a:lnTo>
                <a:lnTo>
                  <a:pt x="2409197" y="451295"/>
                </a:lnTo>
                <a:lnTo>
                  <a:pt x="2411961" y="446060"/>
                </a:lnTo>
                <a:lnTo>
                  <a:pt x="2414576" y="443892"/>
                </a:lnTo>
                <a:lnTo>
                  <a:pt x="2417565" y="444789"/>
                </a:lnTo>
                <a:close/>
                <a:moveTo>
                  <a:pt x="2817927" y="862284"/>
                </a:moveTo>
                <a:lnTo>
                  <a:pt x="2811876" y="868715"/>
                </a:lnTo>
                <a:lnTo>
                  <a:pt x="2817628" y="853534"/>
                </a:lnTo>
                <a:lnTo>
                  <a:pt x="2818823" y="845907"/>
                </a:lnTo>
                <a:lnTo>
                  <a:pt x="2824128" y="841271"/>
                </a:lnTo>
                <a:lnTo>
                  <a:pt x="2832047" y="818089"/>
                </a:lnTo>
                <a:lnTo>
                  <a:pt x="2833765" y="818612"/>
                </a:lnTo>
                <a:lnTo>
                  <a:pt x="2836380" y="820856"/>
                </a:lnTo>
                <a:lnTo>
                  <a:pt x="2832420" y="837905"/>
                </a:lnTo>
                <a:lnTo>
                  <a:pt x="2821289" y="849870"/>
                </a:lnTo>
                <a:lnTo>
                  <a:pt x="2817927" y="862284"/>
                </a:lnTo>
                <a:close/>
                <a:moveTo>
                  <a:pt x="2809037" y="858470"/>
                </a:moveTo>
                <a:lnTo>
                  <a:pt x="2804479" y="865649"/>
                </a:lnTo>
                <a:lnTo>
                  <a:pt x="2801416" y="863106"/>
                </a:lnTo>
                <a:lnTo>
                  <a:pt x="2799623" y="863106"/>
                </a:lnTo>
                <a:lnTo>
                  <a:pt x="2798577" y="858844"/>
                </a:lnTo>
                <a:lnTo>
                  <a:pt x="2799623" y="850095"/>
                </a:lnTo>
                <a:lnTo>
                  <a:pt x="2795813" y="840224"/>
                </a:lnTo>
                <a:lnTo>
                  <a:pt x="2800893" y="840373"/>
                </a:lnTo>
                <a:lnTo>
                  <a:pt x="2802313" y="843290"/>
                </a:lnTo>
                <a:lnTo>
                  <a:pt x="2803882" y="844336"/>
                </a:lnTo>
                <a:lnTo>
                  <a:pt x="2808813" y="853833"/>
                </a:lnTo>
                <a:lnTo>
                  <a:pt x="2809037" y="858470"/>
                </a:lnTo>
                <a:close/>
                <a:moveTo>
                  <a:pt x="2470533" y="695749"/>
                </a:moveTo>
                <a:lnTo>
                  <a:pt x="2468590" y="698441"/>
                </a:lnTo>
                <a:lnTo>
                  <a:pt x="2464257" y="700236"/>
                </a:lnTo>
                <a:lnTo>
                  <a:pt x="2460597" y="700087"/>
                </a:lnTo>
                <a:lnTo>
                  <a:pt x="2461792" y="697469"/>
                </a:lnTo>
                <a:lnTo>
                  <a:pt x="2460895" y="695899"/>
                </a:lnTo>
                <a:lnTo>
                  <a:pt x="2458206" y="696572"/>
                </a:lnTo>
                <a:lnTo>
                  <a:pt x="2453798" y="698741"/>
                </a:lnTo>
                <a:lnTo>
                  <a:pt x="2448270" y="702928"/>
                </a:lnTo>
                <a:lnTo>
                  <a:pt x="2444982" y="700834"/>
                </a:lnTo>
                <a:lnTo>
                  <a:pt x="2444310" y="697544"/>
                </a:lnTo>
                <a:lnTo>
                  <a:pt x="2444534" y="696049"/>
                </a:lnTo>
                <a:lnTo>
                  <a:pt x="2451109" y="690216"/>
                </a:lnTo>
                <a:lnTo>
                  <a:pt x="2458804" y="689169"/>
                </a:lnTo>
                <a:lnTo>
                  <a:pt x="2469636" y="683560"/>
                </a:lnTo>
                <a:lnTo>
                  <a:pt x="2474492" y="683859"/>
                </a:lnTo>
                <a:lnTo>
                  <a:pt x="2473372" y="687449"/>
                </a:lnTo>
                <a:lnTo>
                  <a:pt x="2471653" y="689991"/>
                </a:lnTo>
                <a:lnTo>
                  <a:pt x="2470607" y="692609"/>
                </a:lnTo>
                <a:lnTo>
                  <a:pt x="2470533" y="695749"/>
                </a:lnTo>
                <a:close/>
                <a:moveTo>
                  <a:pt x="2361533" y="119348"/>
                </a:moveTo>
                <a:lnTo>
                  <a:pt x="2358470" y="120844"/>
                </a:lnTo>
                <a:lnTo>
                  <a:pt x="2353614" y="120320"/>
                </a:lnTo>
                <a:lnTo>
                  <a:pt x="2353091" y="116507"/>
                </a:lnTo>
                <a:lnTo>
                  <a:pt x="2358022" y="109702"/>
                </a:lnTo>
                <a:lnTo>
                  <a:pt x="2361309" y="102523"/>
                </a:lnTo>
                <a:lnTo>
                  <a:pt x="2357798" y="100653"/>
                </a:lnTo>
                <a:lnTo>
                  <a:pt x="2354436" y="96092"/>
                </a:lnTo>
                <a:lnTo>
                  <a:pt x="2354361" y="90708"/>
                </a:lnTo>
                <a:lnTo>
                  <a:pt x="2357051" y="80837"/>
                </a:lnTo>
                <a:lnTo>
                  <a:pt x="2361160" y="81659"/>
                </a:lnTo>
                <a:lnTo>
                  <a:pt x="2365119" y="85922"/>
                </a:lnTo>
                <a:lnTo>
                  <a:pt x="2366763" y="93923"/>
                </a:lnTo>
                <a:lnTo>
                  <a:pt x="2369303" y="100055"/>
                </a:lnTo>
                <a:lnTo>
                  <a:pt x="2363849" y="108356"/>
                </a:lnTo>
                <a:lnTo>
                  <a:pt x="2361533" y="119348"/>
                </a:lnTo>
                <a:close/>
                <a:moveTo>
                  <a:pt x="2274946" y="163992"/>
                </a:moveTo>
                <a:lnTo>
                  <a:pt x="2273078" y="166310"/>
                </a:lnTo>
                <a:lnTo>
                  <a:pt x="2264039" y="162122"/>
                </a:lnTo>
                <a:lnTo>
                  <a:pt x="2264487" y="155467"/>
                </a:lnTo>
                <a:lnTo>
                  <a:pt x="2263217" y="152251"/>
                </a:lnTo>
                <a:lnTo>
                  <a:pt x="2260826" y="148811"/>
                </a:lnTo>
                <a:lnTo>
                  <a:pt x="2259780" y="145446"/>
                </a:lnTo>
                <a:lnTo>
                  <a:pt x="2260826" y="141782"/>
                </a:lnTo>
                <a:lnTo>
                  <a:pt x="2266355" y="146493"/>
                </a:lnTo>
                <a:lnTo>
                  <a:pt x="2269567" y="153896"/>
                </a:lnTo>
                <a:lnTo>
                  <a:pt x="2273900" y="160926"/>
                </a:lnTo>
                <a:lnTo>
                  <a:pt x="2274946" y="163992"/>
                </a:lnTo>
                <a:close/>
                <a:moveTo>
                  <a:pt x="2663729" y="1043026"/>
                </a:moveTo>
                <a:lnTo>
                  <a:pt x="2657229" y="1045344"/>
                </a:lnTo>
                <a:lnTo>
                  <a:pt x="2661562" y="1039436"/>
                </a:lnTo>
                <a:lnTo>
                  <a:pt x="2675533" y="1025976"/>
                </a:lnTo>
                <a:lnTo>
                  <a:pt x="2680538" y="1028519"/>
                </a:lnTo>
                <a:lnTo>
                  <a:pt x="2687187" y="1028967"/>
                </a:lnTo>
                <a:lnTo>
                  <a:pt x="2677326" y="1035024"/>
                </a:lnTo>
                <a:lnTo>
                  <a:pt x="2667165" y="1037567"/>
                </a:lnTo>
                <a:lnTo>
                  <a:pt x="2663729" y="1043026"/>
                </a:lnTo>
                <a:close/>
                <a:moveTo>
                  <a:pt x="2587302" y="1015806"/>
                </a:moveTo>
                <a:lnTo>
                  <a:pt x="2582894" y="1022611"/>
                </a:lnTo>
                <a:lnTo>
                  <a:pt x="2577889" y="1022237"/>
                </a:lnTo>
                <a:lnTo>
                  <a:pt x="2568849" y="1012964"/>
                </a:lnTo>
                <a:lnTo>
                  <a:pt x="2569372" y="1006533"/>
                </a:lnTo>
                <a:lnTo>
                  <a:pt x="2570119" y="1004440"/>
                </a:lnTo>
                <a:lnTo>
                  <a:pt x="2573556" y="1003841"/>
                </a:lnTo>
                <a:lnTo>
                  <a:pt x="2585360" y="1005711"/>
                </a:lnTo>
                <a:lnTo>
                  <a:pt x="2587676" y="1010871"/>
                </a:lnTo>
                <a:lnTo>
                  <a:pt x="2587302" y="1015806"/>
                </a:lnTo>
                <a:close/>
                <a:moveTo>
                  <a:pt x="2436690" y="1026574"/>
                </a:moveTo>
                <a:lnTo>
                  <a:pt x="2449764" y="1029566"/>
                </a:lnTo>
                <a:lnTo>
                  <a:pt x="2457309" y="1029266"/>
                </a:lnTo>
                <a:lnTo>
                  <a:pt x="2458804" y="1031958"/>
                </a:lnTo>
                <a:lnTo>
                  <a:pt x="2451706" y="1038240"/>
                </a:lnTo>
                <a:lnTo>
                  <a:pt x="2436540" y="1033379"/>
                </a:lnTo>
                <a:lnTo>
                  <a:pt x="2433926" y="1028145"/>
                </a:lnTo>
                <a:lnTo>
                  <a:pt x="2436690" y="1026574"/>
                </a:lnTo>
                <a:close/>
                <a:moveTo>
                  <a:pt x="2625702" y="547387"/>
                </a:moveTo>
                <a:lnTo>
                  <a:pt x="2626599" y="551799"/>
                </a:lnTo>
                <a:lnTo>
                  <a:pt x="2631081" y="555912"/>
                </a:lnTo>
                <a:lnTo>
                  <a:pt x="2629512" y="562268"/>
                </a:lnTo>
                <a:lnTo>
                  <a:pt x="2627794" y="563240"/>
                </a:lnTo>
                <a:lnTo>
                  <a:pt x="2628691" y="566156"/>
                </a:lnTo>
                <a:lnTo>
                  <a:pt x="2630633" y="568325"/>
                </a:lnTo>
                <a:lnTo>
                  <a:pt x="2627196" y="569895"/>
                </a:lnTo>
                <a:lnTo>
                  <a:pt x="2624656" y="569148"/>
                </a:lnTo>
                <a:lnTo>
                  <a:pt x="2620547" y="571167"/>
                </a:lnTo>
                <a:lnTo>
                  <a:pt x="2617858" y="574083"/>
                </a:lnTo>
                <a:lnTo>
                  <a:pt x="2609266" y="575279"/>
                </a:lnTo>
                <a:lnTo>
                  <a:pt x="2606278" y="572587"/>
                </a:lnTo>
                <a:lnTo>
                  <a:pt x="2590888" y="569447"/>
                </a:lnTo>
                <a:lnTo>
                  <a:pt x="2580952" y="562567"/>
                </a:lnTo>
                <a:lnTo>
                  <a:pt x="2579756" y="560548"/>
                </a:lnTo>
                <a:lnTo>
                  <a:pt x="2598882" y="552472"/>
                </a:lnTo>
                <a:lnTo>
                  <a:pt x="2607249" y="550303"/>
                </a:lnTo>
                <a:lnTo>
                  <a:pt x="2614272" y="550453"/>
                </a:lnTo>
                <a:lnTo>
                  <a:pt x="2623087" y="547461"/>
                </a:lnTo>
                <a:lnTo>
                  <a:pt x="2625702" y="547387"/>
                </a:lnTo>
                <a:close/>
                <a:moveTo>
                  <a:pt x="534912" y="830652"/>
                </a:moveTo>
                <a:lnTo>
                  <a:pt x="528861" y="830951"/>
                </a:lnTo>
                <a:lnTo>
                  <a:pt x="517655" y="821828"/>
                </a:lnTo>
                <a:lnTo>
                  <a:pt x="515787" y="818986"/>
                </a:lnTo>
                <a:lnTo>
                  <a:pt x="518999" y="816219"/>
                </a:lnTo>
                <a:lnTo>
                  <a:pt x="522286" y="816444"/>
                </a:lnTo>
                <a:lnTo>
                  <a:pt x="535286" y="822202"/>
                </a:lnTo>
                <a:lnTo>
                  <a:pt x="537751" y="825118"/>
                </a:lnTo>
                <a:lnTo>
                  <a:pt x="534912" y="830652"/>
                </a:lnTo>
                <a:close/>
                <a:moveTo>
                  <a:pt x="389828" y="658958"/>
                </a:moveTo>
                <a:lnTo>
                  <a:pt x="392817" y="669876"/>
                </a:lnTo>
                <a:lnTo>
                  <a:pt x="383926" y="662398"/>
                </a:lnTo>
                <a:lnTo>
                  <a:pt x="384076" y="657163"/>
                </a:lnTo>
                <a:lnTo>
                  <a:pt x="382881" y="653723"/>
                </a:lnTo>
                <a:lnTo>
                  <a:pt x="377502" y="649536"/>
                </a:lnTo>
                <a:lnTo>
                  <a:pt x="373318" y="644301"/>
                </a:lnTo>
                <a:lnTo>
                  <a:pt x="371450" y="631813"/>
                </a:lnTo>
                <a:lnTo>
                  <a:pt x="372944" y="629270"/>
                </a:lnTo>
                <a:lnTo>
                  <a:pt x="376456" y="629046"/>
                </a:lnTo>
                <a:lnTo>
                  <a:pt x="392070" y="645423"/>
                </a:lnTo>
                <a:lnTo>
                  <a:pt x="393116" y="648190"/>
                </a:lnTo>
                <a:lnTo>
                  <a:pt x="392742" y="654022"/>
                </a:lnTo>
                <a:lnTo>
                  <a:pt x="390501" y="655817"/>
                </a:lnTo>
                <a:lnTo>
                  <a:pt x="389828" y="658958"/>
                </a:lnTo>
                <a:close/>
                <a:moveTo>
                  <a:pt x="373318" y="625905"/>
                </a:moveTo>
                <a:lnTo>
                  <a:pt x="368014" y="631888"/>
                </a:lnTo>
                <a:lnTo>
                  <a:pt x="359198" y="631813"/>
                </a:lnTo>
                <a:lnTo>
                  <a:pt x="357480" y="628074"/>
                </a:lnTo>
                <a:lnTo>
                  <a:pt x="357853" y="619026"/>
                </a:lnTo>
                <a:lnTo>
                  <a:pt x="355687" y="616109"/>
                </a:lnTo>
                <a:lnTo>
                  <a:pt x="355761" y="614913"/>
                </a:lnTo>
                <a:lnTo>
                  <a:pt x="357181" y="609753"/>
                </a:lnTo>
                <a:lnTo>
                  <a:pt x="358974" y="608631"/>
                </a:lnTo>
                <a:lnTo>
                  <a:pt x="373168" y="621344"/>
                </a:lnTo>
                <a:lnTo>
                  <a:pt x="373318" y="625905"/>
                </a:lnTo>
                <a:close/>
                <a:moveTo>
                  <a:pt x="346348" y="596143"/>
                </a:moveTo>
                <a:lnTo>
                  <a:pt x="346722" y="598162"/>
                </a:lnTo>
                <a:lnTo>
                  <a:pt x="334544" y="591581"/>
                </a:lnTo>
                <a:lnTo>
                  <a:pt x="328717" y="589787"/>
                </a:lnTo>
                <a:lnTo>
                  <a:pt x="323487" y="582608"/>
                </a:lnTo>
                <a:lnTo>
                  <a:pt x="325131" y="579093"/>
                </a:lnTo>
                <a:lnTo>
                  <a:pt x="325355" y="574307"/>
                </a:lnTo>
                <a:lnTo>
                  <a:pt x="326102" y="572438"/>
                </a:lnTo>
                <a:lnTo>
                  <a:pt x="329838" y="571765"/>
                </a:lnTo>
                <a:lnTo>
                  <a:pt x="334619" y="575205"/>
                </a:lnTo>
                <a:lnTo>
                  <a:pt x="338280" y="583804"/>
                </a:lnTo>
                <a:lnTo>
                  <a:pt x="344331" y="591731"/>
                </a:lnTo>
                <a:lnTo>
                  <a:pt x="346348" y="596143"/>
                </a:lnTo>
                <a:close/>
                <a:moveTo>
                  <a:pt x="242952" y="460568"/>
                </a:moveTo>
                <a:lnTo>
                  <a:pt x="238544" y="464082"/>
                </a:lnTo>
                <a:lnTo>
                  <a:pt x="231820" y="460717"/>
                </a:lnTo>
                <a:lnTo>
                  <a:pt x="234061" y="455931"/>
                </a:lnTo>
                <a:lnTo>
                  <a:pt x="235182" y="449276"/>
                </a:lnTo>
                <a:lnTo>
                  <a:pt x="239216" y="444041"/>
                </a:lnTo>
                <a:lnTo>
                  <a:pt x="240561" y="437835"/>
                </a:lnTo>
                <a:lnTo>
                  <a:pt x="232791" y="421009"/>
                </a:lnTo>
                <a:lnTo>
                  <a:pt x="236676" y="420411"/>
                </a:lnTo>
                <a:lnTo>
                  <a:pt x="239664" y="422280"/>
                </a:lnTo>
                <a:lnTo>
                  <a:pt x="244819" y="433497"/>
                </a:lnTo>
                <a:lnTo>
                  <a:pt x="249302" y="440228"/>
                </a:lnTo>
                <a:lnTo>
                  <a:pt x="247509" y="449351"/>
                </a:lnTo>
                <a:lnTo>
                  <a:pt x="242952" y="460568"/>
                </a:lnTo>
                <a:close/>
                <a:moveTo>
                  <a:pt x="93908" y="244455"/>
                </a:moveTo>
                <a:lnTo>
                  <a:pt x="89202" y="245128"/>
                </a:lnTo>
                <a:lnTo>
                  <a:pt x="84719" y="243557"/>
                </a:lnTo>
                <a:lnTo>
                  <a:pt x="80909" y="239220"/>
                </a:lnTo>
                <a:lnTo>
                  <a:pt x="60887" y="226807"/>
                </a:lnTo>
                <a:lnTo>
                  <a:pt x="54612" y="226657"/>
                </a:lnTo>
                <a:lnTo>
                  <a:pt x="50279" y="223441"/>
                </a:lnTo>
                <a:lnTo>
                  <a:pt x="44974" y="222320"/>
                </a:lnTo>
                <a:lnTo>
                  <a:pt x="39296" y="214019"/>
                </a:lnTo>
                <a:lnTo>
                  <a:pt x="38101" y="209607"/>
                </a:lnTo>
                <a:lnTo>
                  <a:pt x="42210" y="207439"/>
                </a:lnTo>
                <a:lnTo>
                  <a:pt x="44750" y="202877"/>
                </a:lnTo>
                <a:lnTo>
                  <a:pt x="51474" y="204896"/>
                </a:lnTo>
                <a:lnTo>
                  <a:pt x="59094" y="212972"/>
                </a:lnTo>
                <a:lnTo>
                  <a:pt x="66864" y="215964"/>
                </a:lnTo>
                <a:lnTo>
                  <a:pt x="68956" y="217459"/>
                </a:lnTo>
                <a:lnTo>
                  <a:pt x="72691" y="221946"/>
                </a:lnTo>
                <a:lnTo>
                  <a:pt x="90397" y="232864"/>
                </a:lnTo>
                <a:lnTo>
                  <a:pt x="92339" y="236528"/>
                </a:lnTo>
                <a:lnTo>
                  <a:pt x="93535" y="240267"/>
                </a:lnTo>
                <a:lnTo>
                  <a:pt x="93908" y="244455"/>
                </a:lnTo>
                <a:close/>
                <a:moveTo>
                  <a:pt x="2004875" y="827586"/>
                </a:moveTo>
                <a:lnTo>
                  <a:pt x="2000169" y="829605"/>
                </a:lnTo>
                <a:lnTo>
                  <a:pt x="1991129" y="821005"/>
                </a:lnTo>
                <a:lnTo>
                  <a:pt x="1987319" y="813976"/>
                </a:lnTo>
                <a:lnTo>
                  <a:pt x="1988290" y="810013"/>
                </a:lnTo>
                <a:lnTo>
                  <a:pt x="1990979" y="806498"/>
                </a:lnTo>
                <a:lnTo>
                  <a:pt x="1992249" y="805675"/>
                </a:lnTo>
                <a:lnTo>
                  <a:pt x="1991652" y="802011"/>
                </a:lnTo>
                <a:lnTo>
                  <a:pt x="1995238" y="800217"/>
                </a:lnTo>
                <a:lnTo>
                  <a:pt x="1999123" y="800516"/>
                </a:lnTo>
                <a:lnTo>
                  <a:pt x="2001663" y="805376"/>
                </a:lnTo>
                <a:lnTo>
                  <a:pt x="2004726" y="806722"/>
                </a:lnTo>
                <a:lnTo>
                  <a:pt x="2006295" y="811359"/>
                </a:lnTo>
                <a:lnTo>
                  <a:pt x="2004875" y="827586"/>
                </a:lnTo>
                <a:close/>
                <a:moveTo>
                  <a:pt x="2092209" y="508501"/>
                </a:moveTo>
                <a:lnTo>
                  <a:pt x="2093853" y="513212"/>
                </a:lnTo>
                <a:lnTo>
                  <a:pt x="2091163" y="517251"/>
                </a:lnTo>
                <a:lnTo>
                  <a:pt x="2094152" y="524803"/>
                </a:lnTo>
                <a:lnTo>
                  <a:pt x="2101697" y="514708"/>
                </a:lnTo>
                <a:lnTo>
                  <a:pt x="2108869" y="513437"/>
                </a:lnTo>
                <a:lnTo>
                  <a:pt x="2112904" y="515082"/>
                </a:lnTo>
                <a:lnTo>
                  <a:pt x="2115742" y="517101"/>
                </a:lnTo>
                <a:lnTo>
                  <a:pt x="2117237" y="520915"/>
                </a:lnTo>
                <a:lnTo>
                  <a:pt x="2114622" y="529140"/>
                </a:lnTo>
                <a:lnTo>
                  <a:pt x="2109915" y="533029"/>
                </a:lnTo>
                <a:lnTo>
                  <a:pt x="2103789" y="533627"/>
                </a:lnTo>
                <a:lnTo>
                  <a:pt x="2100950" y="528841"/>
                </a:lnTo>
                <a:lnTo>
                  <a:pt x="2096916" y="528393"/>
                </a:lnTo>
                <a:lnTo>
                  <a:pt x="2094077" y="538862"/>
                </a:lnTo>
                <a:lnTo>
                  <a:pt x="2092882" y="540432"/>
                </a:lnTo>
                <a:lnTo>
                  <a:pt x="2089296" y="541778"/>
                </a:lnTo>
                <a:lnTo>
                  <a:pt x="2086083" y="538862"/>
                </a:lnTo>
                <a:lnTo>
                  <a:pt x="2085560" y="537291"/>
                </a:lnTo>
                <a:lnTo>
                  <a:pt x="2090043" y="532580"/>
                </a:lnTo>
                <a:lnTo>
                  <a:pt x="2087577" y="518447"/>
                </a:lnTo>
                <a:lnTo>
                  <a:pt x="2084216" y="521139"/>
                </a:lnTo>
                <a:lnTo>
                  <a:pt x="2075176" y="533926"/>
                </a:lnTo>
                <a:lnTo>
                  <a:pt x="2068153" y="539610"/>
                </a:lnTo>
                <a:lnTo>
                  <a:pt x="2065763" y="536693"/>
                </a:lnTo>
                <a:lnTo>
                  <a:pt x="2062251" y="528019"/>
                </a:lnTo>
                <a:lnTo>
                  <a:pt x="2063820" y="516877"/>
                </a:lnTo>
                <a:lnTo>
                  <a:pt x="2069498" y="509324"/>
                </a:lnTo>
                <a:lnTo>
                  <a:pt x="2074279" y="509847"/>
                </a:lnTo>
                <a:lnTo>
                  <a:pt x="2088175" y="507529"/>
                </a:lnTo>
                <a:lnTo>
                  <a:pt x="2092209" y="508501"/>
                </a:lnTo>
                <a:close/>
                <a:moveTo>
                  <a:pt x="1991502" y="451370"/>
                </a:moveTo>
                <a:lnTo>
                  <a:pt x="1994715" y="454660"/>
                </a:lnTo>
                <a:lnTo>
                  <a:pt x="1992772" y="458549"/>
                </a:lnTo>
                <a:lnTo>
                  <a:pt x="1990232" y="457576"/>
                </a:lnTo>
                <a:lnTo>
                  <a:pt x="1983434" y="457651"/>
                </a:lnTo>
                <a:lnTo>
                  <a:pt x="1980894" y="457950"/>
                </a:lnTo>
                <a:lnTo>
                  <a:pt x="1977831" y="460194"/>
                </a:lnTo>
                <a:lnTo>
                  <a:pt x="1975888" y="460268"/>
                </a:lnTo>
                <a:lnTo>
                  <a:pt x="1977158" y="456754"/>
                </a:lnTo>
                <a:lnTo>
                  <a:pt x="1982911" y="451370"/>
                </a:lnTo>
                <a:lnTo>
                  <a:pt x="1986497" y="452192"/>
                </a:lnTo>
                <a:lnTo>
                  <a:pt x="1991502" y="451370"/>
                </a:lnTo>
                <a:close/>
                <a:moveTo>
                  <a:pt x="1891692" y="891896"/>
                </a:moveTo>
                <a:lnTo>
                  <a:pt x="1888629" y="904385"/>
                </a:lnTo>
                <a:lnTo>
                  <a:pt x="1887209" y="899973"/>
                </a:lnTo>
                <a:lnTo>
                  <a:pt x="1886686" y="888606"/>
                </a:lnTo>
                <a:lnTo>
                  <a:pt x="1884819" y="883072"/>
                </a:lnTo>
                <a:lnTo>
                  <a:pt x="1886014" y="876716"/>
                </a:lnTo>
                <a:lnTo>
                  <a:pt x="1885566" y="860339"/>
                </a:lnTo>
                <a:lnTo>
                  <a:pt x="1887882" y="852787"/>
                </a:lnTo>
                <a:lnTo>
                  <a:pt x="1892140" y="862433"/>
                </a:lnTo>
                <a:lnTo>
                  <a:pt x="1893261" y="867294"/>
                </a:lnTo>
                <a:lnTo>
                  <a:pt x="1891692" y="891896"/>
                </a:lnTo>
                <a:close/>
                <a:moveTo>
                  <a:pt x="1506869" y="942223"/>
                </a:moveTo>
                <a:lnTo>
                  <a:pt x="1500817" y="943494"/>
                </a:lnTo>
                <a:lnTo>
                  <a:pt x="1495140" y="940877"/>
                </a:lnTo>
                <a:lnTo>
                  <a:pt x="1495289" y="937288"/>
                </a:lnTo>
                <a:lnTo>
                  <a:pt x="1496708" y="933997"/>
                </a:lnTo>
                <a:lnTo>
                  <a:pt x="1505151" y="932277"/>
                </a:lnTo>
                <a:lnTo>
                  <a:pt x="1509633" y="932427"/>
                </a:lnTo>
                <a:lnTo>
                  <a:pt x="1514489" y="934670"/>
                </a:lnTo>
                <a:lnTo>
                  <a:pt x="1517851" y="937063"/>
                </a:lnTo>
                <a:lnTo>
                  <a:pt x="1519495" y="939830"/>
                </a:lnTo>
                <a:lnTo>
                  <a:pt x="1510380" y="939980"/>
                </a:lnTo>
                <a:lnTo>
                  <a:pt x="1506869" y="942223"/>
                </a:lnTo>
                <a:close/>
                <a:moveTo>
                  <a:pt x="1576049" y="710182"/>
                </a:moveTo>
                <a:lnTo>
                  <a:pt x="1560360" y="724091"/>
                </a:lnTo>
                <a:lnTo>
                  <a:pt x="1557820" y="720576"/>
                </a:lnTo>
                <a:lnTo>
                  <a:pt x="1559165" y="706368"/>
                </a:lnTo>
                <a:lnTo>
                  <a:pt x="1554757" y="697619"/>
                </a:lnTo>
                <a:lnTo>
                  <a:pt x="1555056" y="691038"/>
                </a:lnTo>
                <a:lnTo>
                  <a:pt x="1558193" y="679522"/>
                </a:lnTo>
                <a:lnTo>
                  <a:pt x="1562153" y="670698"/>
                </a:lnTo>
                <a:lnTo>
                  <a:pt x="1571267" y="664716"/>
                </a:lnTo>
                <a:lnTo>
                  <a:pt x="1573583" y="664043"/>
                </a:lnTo>
                <a:lnTo>
                  <a:pt x="1572986" y="674811"/>
                </a:lnTo>
                <a:lnTo>
                  <a:pt x="1574853" y="678849"/>
                </a:lnTo>
                <a:lnTo>
                  <a:pt x="1575451" y="682289"/>
                </a:lnTo>
                <a:lnTo>
                  <a:pt x="1574480" y="685280"/>
                </a:lnTo>
                <a:lnTo>
                  <a:pt x="1576198" y="699040"/>
                </a:lnTo>
                <a:lnTo>
                  <a:pt x="1577244" y="702330"/>
                </a:lnTo>
                <a:lnTo>
                  <a:pt x="1575003" y="706667"/>
                </a:lnTo>
                <a:lnTo>
                  <a:pt x="1576049" y="710182"/>
                </a:lnTo>
                <a:close/>
                <a:moveTo>
                  <a:pt x="2072561" y="1236705"/>
                </a:moveTo>
                <a:lnTo>
                  <a:pt x="2065613" y="1236780"/>
                </a:lnTo>
                <a:lnTo>
                  <a:pt x="2063372" y="1235957"/>
                </a:lnTo>
                <a:lnTo>
                  <a:pt x="2062774" y="1229377"/>
                </a:lnTo>
                <a:lnTo>
                  <a:pt x="2064866" y="1225712"/>
                </a:lnTo>
                <a:lnTo>
                  <a:pt x="2080928" y="1220927"/>
                </a:lnTo>
                <a:lnTo>
                  <a:pt x="2087279" y="1216589"/>
                </a:lnTo>
                <a:lnTo>
                  <a:pt x="2096169" y="1207466"/>
                </a:lnTo>
                <a:lnTo>
                  <a:pt x="2101772" y="1205073"/>
                </a:lnTo>
                <a:lnTo>
                  <a:pt x="2103117" y="1204026"/>
                </a:lnTo>
                <a:lnTo>
                  <a:pt x="2104088" y="1204251"/>
                </a:lnTo>
                <a:lnTo>
                  <a:pt x="2104984" y="1211205"/>
                </a:lnTo>
                <a:lnTo>
                  <a:pt x="2107226" y="1215318"/>
                </a:lnTo>
                <a:lnTo>
                  <a:pt x="2107599" y="1217412"/>
                </a:lnTo>
                <a:lnTo>
                  <a:pt x="2099605" y="1220927"/>
                </a:lnTo>
                <a:lnTo>
                  <a:pt x="2092433" y="1229003"/>
                </a:lnTo>
                <a:lnTo>
                  <a:pt x="2076745" y="1234237"/>
                </a:lnTo>
                <a:lnTo>
                  <a:pt x="2072561" y="1236705"/>
                </a:lnTo>
                <a:close/>
                <a:moveTo>
                  <a:pt x="2172521" y="1043774"/>
                </a:moveTo>
                <a:lnTo>
                  <a:pt x="2167964" y="1048410"/>
                </a:lnTo>
                <a:lnTo>
                  <a:pt x="2164826" y="1056486"/>
                </a:lnTo>
                <a:lnTo>
                  <a:pt x="2162062" y="1058879"/>
                </a:lnTo>
                <a:lnTo>
                  <a:pt x="2156010" y="1060450"/>
                </a:lnTo>
                <a:lnTo>
                  <a:pt x="2152350" y="1052373"/>
                </a:lnTo>
                <a:lnTo>
                  <a:pt x="2145701" y="1052747"/>
                </a:lnTo>
                <a:lnTo>
                  <a:pt x="2148913" y="1045643"/>
                </a:lnTo>
                <a:lnTo>
                  <a:pt x="2152125" y="1043026"/>
                </a:lnTo>
                <a:lnTo>
                  <a:pt x="2156234" y="1042951"/>
                </a:lnTo>
                <a:lnTo>
                  <a:pt x="2158252" y="1045793"/>
                </a:lnTo>
                <a:lnTo>
                  <a:pt x="2159372" y="1046391"/>
                </a:lnTo>
                <a:lnTo>
                  <a:pt x="2169010" y="1034351"/>
                </a:lnTo>
                <a:lnTo>
                  <a:pt x="2170952" y="1034277"/>
                </a:lnTo>
                <a:lnTo>
                  <a:pt x="2172521" y="1034800"/>
                </a:lnTo>
                <a:lnTo>
                  <a:pt x="2173791" y="1036296"/>
                </a:lnTo>
                <a:lnTo>
                  <a:pt x="2172521" y="1043774"/>
                </a:lnTo>
                <a:close/>
                <a:moveTo>
                  <a:pt x="2145476" y="1039511"/>
                </a:moveTo>
                <a:lnTo>
                  <a:pt x="2134943" y="1041605"/>
                </a:lnTo>
                <a:lnTo>
                  <a:pt x="2128518" y="1050878"/>
                </a:lnTo>
                <a:lnTo>
                  <a:pt x="2123363" y="1050728"/>
                </a:lnTo>
                <a:lnTo>
                  <a:pt x="2120599" y="1054916"/>
                </a:lnTo>
                <a:lnTo>
                  <a:pt x="2119926" y="1056711"/>
                </a:lnTo>
                <a:lnTo>
                  <a:pt x="2120300" y="1058356"/>
                </a:lnTo>
                <a:lnTo>
                  <a:pt x="2119702" y="1059926"/>
                </a:lnTo>
                <a:lnTo>
                  <a:pt x="2117685" y="1061571"/>
                </a:lnTo>
                <a:lnTo>
                  <a:pt x="2112904" y="1058954"/>
                </a:lnTo>
                <a:lnTo>
                  <a:pt x="2108795" y="1062244"/>
                </a:lnTo>
                <a:lnTo>
                  <a:pt x="2107076" y="1063067"/>
                </a:lnTo>
                <a:lnTo>
                  <a:pt x="2101025" y="1059253"/>
                </a:lnTo>
                <a:lnTo>
                  <a:pt x="2095272" y="1059477"/>
                </a:lnTo>
                <a:lnTo>
                  <a:pt x="2093554" y="1058879"/>
                </a:lnTo>
                <a:lnTo>
                  <a:pt x="2100651" y="1051999"/>
                </a:lnTo>
                <a:lnTo>
                  <a:pt x="2110363" y="1045643"/>
                </a:lnTo>
                <a:lnTo>
                  <a:pt x="2111932" y="1043250"/>
                </a:lnTo>
                <a:lnTo>
                  <a:pt x="2108122" y="1042577"/>
                </a:lnTo>
                <a:lnTo>
                  <a:pt x="2105881" y="1041680"/>
                </a:lnTo>
                <a:lnTo>
                  <a:pt x="2105582" y="1040109"/>
                </a:lnTo>
                <a:lnTo>
                  <a:pt x="2111708" y="1039137"/>
                </a:lnTo>
                <a:lnTo>
                  <a:pt x="2115967" y="1038988"/>
                </a:lnTo>
                <a:lnTo>
                  <a:pt x="2119179" y="1041007"/>
                </a:lnTo>
                <a:lnTo>
                  <a:pt x="2121271" y="1040932"/>
                </a:lnTo>
                <a:lnTo>
                  <a:pt x="2134345" y="1033379"/>
                </a:lnTo>
                <a:lnTo>
                  <a:pt x="2139574" y="1035099"/>
                </a:lnTo>
                <a:lnTo>
                  <a:pt x="2143310" y="1037044"/>
                </a:lnTo>
                <a:lnTo>
                  <a:pt x="2145476" y="1039511"/>
                </a:lnTo>
                <a:close/>
                <a:moveTo>
                  <a:pt x="2100054" y="1045718"/>
                </a:moveTo>
                <a:lnTo>
                  <a:pt x="2098560" y="1049008"/>
                </a:lnTo>
                <a:lnTo>
                  <a:pt x="2078239" y="1048784"/>
                </a:lnTo>
                <a:lnTo>
                  <a:pt x="2078837" y="1044447"/>
                </a:lnTo>
                <a:lnTo>
                  <a:pt x="2084440" y="1039736"/>
                </a:lnTo>
                <a:lnTo>
                  <a:pt x="2086307" y="1038165"/>
                </a:lnTo>
                <a:lnTo>
                  <a:pt x="2092583" y="1036744"/>
                </a:lnTo>
                <a:lnTo>
                  <a:pt x="2101473" y="1039287"/>
                </a:lnTo>
                <a:lnTo>
                  <a:pt x="2100054" y="1045718"/>
                </a:lnTo>
                <a:close/>
                <a:moveTo>
                  <a:pt x="788398" y="206840"/>
                </a:moveTo>
                <a:lnTo>
                  <a:pt x="785335" y="207140"/>
                </a:lnTo>
                <a:lnTo>
                  <a:pt x="784364" y="204896"/>
                </a:lnTo>
                <a:lnTo>
                  <a:pt x="784513" y="201082"/>
                </a:lnTo>
                <a:lnTo>
                  <a:pt x="784214" y="198016"/>
                </a:lnTo>
                <a:lnTo>
                  <a:pt x="783318" y="195773"/>
                </a:lnTo>
                <a:lnTo>
                  <a:pt x="783318" y="191959"/>
                </a:lnTo>
                <a:lnTo>
                  <a:pt x="786231" y="193829"/>
                </a:lnTo>
                <a:lnTo>
                  <a:pt x="788398" y="195623"/>
                </a:lnTo>
                <a:lnTo>
                  <a:pt x="791013" y="196895"/>
                </a:lnTo>
                <a:lnTo>
                  <a:pt x="793030" y="197792"/>
                </a:lnTo>
                <a:lnTo>
                  <a:pt x="794150" y="198316"/>
                </a:lnTo>
                <a:lnTo>
                  <a:pt x="792059" y="203774"/>
                </a:lnTo>
                <a:lnTo>
                  <a:pt x="788398" y="206840"/>
                </a:lnTo>
                <a:close/>
                <a:moveTo>
                  <a:pt x="2121047" y="548359"/>
                </a:moveTo>
                <a:lnTo>
                  <a:pt x="2115892" y="548882"/>
                </a:lnTo>
                <a:lnTo>
                  <a:pt x="2112455" y="546639"/>
                </a:lnTo>
                <a:lnTo>
                  <a:pt x="2112754" y="535721"/>
                </a:lnTo>
                <a:lnTo>
                  <a:pt x="2115892" y="533328"/>
                </a:lnTo>
                <a:lnTo>
                  <a:pt x="2117386" y="533702"/>
                </a:lnTo>
                <a:lnTo>
                  <a:pt x="2118283" y="536992"/>
                </a:lnTo>
                <a:lnTo>
                  <a:pt x="2119851" y="539909"/>
                </a:lnTo>
                <a:lnTo>
                  <a:pt x="2122392" y="542601"/>
                </a:lnTo>
                <a:lnTo>
                  <a:pt x="2121047" y="548359"/>
                </a:lnTo>
                <a:close/>
                <a:moveTo>
                  <a:pt x="2094451" y="728503"/>
                </a:moveTo>
                <a:lnTo>
                  <a:pt x="2087204" y="737476"/>
                </a:lnTo>
                <a:lnTo>
                  <a:pt x="2082049" y="737028"/>
                </a:lnTo>
                <a:lnTo>
                  <a:pt x="2075998" y="731120"/>
                </a:lnTo>
                <a:lnTo>
                  <a:pt x="2074205" y="724614"/>
                </a:lnTo>
                <a:lnTo>
                  <a:pt x="2074055" y="722296"/>
                </a:lnTo>
                <a:lnTo>
                  <a:pt x="2078239" y="718632"/>
                </a:lnTo>
                <a:lnTo>
                  <a:pt x="2092209" y="719903"/>
                </a:lnTo>
                <a:lnTo>
                  <a:pt x="2094824" y="723119"/>
                </a:lnTo>
                <a:lnTo>
                  <a:pt x="2094451" y="728503"/>
                </a:lnTo>
                <a:close/>
                <a:moveTo>
                  <a:pt x="1812202" y="1074583"/>
                </a:moveTo>
                <a:lnTo>
                  <a:pt x="1809289" y="1075256"/>
                </a:lnTo>
                <a:lnTo>
                  <a:pt x="1806375" y="1074209"/>
                </a:lnTo>
                <a:lnTo>
                  <a:pt x="1807570" y="1067554"/>
                </a:lnTo>
                <a:lnTo>
                  <a:pt x="1805852" y="1063067"/>
                </a:lnTo>
                <a:lnTo>
                  <a:pt x="1808915" y="1059477"/>
                </a:lnTo>
                <a:lnTo>
                  <a:pt x="1809662" y="1053196"/>
                </a:lnTo>
                <a:lnTo>
                  <a:pt x="1810857" y="1051252"/>
                </a:lnTo>
                <a:lnTo>
                  <a:pt x="1812725" y="1053271"/>
                </a:lnTo>
                <a:lnTo>
                  <a:pt x="1813547" y="1054542"/>
                </a:lnTo>
                <a:lnTo>
                  <a:pt x="1815041" y="1055140"/>
                </a:lnTo>
                <a:lnTo>
                  <a:pt x="1818403" y="1055290"/>
                </a:lnTo>
                <a:lnTo>
                  <a:pt x="1819150" y="1057982"/>
                </a:lnTo>
                <a:lnTo>
                  <a:pt x="1819001" y="1060524"/>
                </a:lnTo>
                <a:lnTo>
                  <a:pt x="1817581" y="1063216"/>
                </a:lnTo>
                <a:lnTo>
                  <a:pt x="1813622" y="1066133"/>
                </a:lnTo>
                <a:lnTo>
                  <a:pt x="1810708" y="1069423"/>
                </a:lnTo>
                <a:lnTo>
                  <a:pt x="1812202" y="1074583"/>
                </a:lnTo>
                <a:close/>
                <a:moveTo>
                  <a:pt x="1676606" y="109178"/>
                </a:moveTo>
                <a:lnTo>
                  <a:pt x="1683778" y="109328"/>
                </a:lnTo>
                <a:lnTo>
                  <a:pt x="1694238" y="107907"/>
                </a:lnTo>
                <a:lnTo>
                  <a:pt x="1696703" y="115011"/>
                </a:lnTo>
                <a:lnTo>
                  <a:pt x="1697076" y="117778"/>
                </a:lnTo>
                <a:lnTo>
                  <a:pt x="1683181" y="121517"/>
                </a:lnTo>
                <a:lnTo>
                  <a:pt x="1674813" y="112768"/>
                </a:lnTo>
                <a:lnTo>
                  <a:pt x="1676606" y="109178"/>
                </a:lnTo>
                <a:close/>
                <a:moveTo>
                  <a:pt x="1677279" y="175583"/>
                </a:moveTo>
                <a:lnTo>
                  <a:pt x="1676382" y="178050"/>
                </a:lnTo>
                <a:lnTo>
                  <a:pt x="1669957" y="172068"/>
                </a:lnTo>
                <a:lnTo>
                  <a:pt x="1668239" y="167731"/>
                </a:lnTo>
                <a:lnTo>
                  <a:pt x="1669061" y="164291"/>
                </a:lnTo>
                <a:lnTo>
                  <a:pt x="1675710" y="163992"/>
                </a:lnTo>
                <a:lnTo>
                  <a:pt x="1678997" y="166086"/>
                </a:lnTo>
                <a:lnTo>
                  <a:pt x="1677279" y="175583"/>
                </a:lnTo>
                <a:close/>
                <a:moveTo>
                  <a:pt x="1669658" y="1046615"/>
                </a:moveTo>
                <a:lnTo>
                  <a:pt x="1668015" y="1046690"/>
                </a:lnTo>
                <a:lnTo>
                  <a:pt x="1664728" y="1045269"/>
                </a:lnTo>
                <a:lnTo>
                  <a:pt x="1665923" y="1042129"/>
                </a:lnTo>
                <a:lnTo>
                  <a:pt x="1664130" y="1037044"/>
                </a:lnTo>
                <a:lnTo>
                  <a:pt x="1664802" y="1032856"/>
                </a:lnTo>
                <a:lnTo>
                  <a:pt x="1668911" y="1030538"/>
                </a:lnTo>
                <a:lnTo>
                  <a:pt x="1677802" y="1030239"/>
                </a:lnTo>
                <a:lnTo>
                  <a:pt x="1678101" y="1033305"/>
                </a:lnTo>
                <a:lnTo>
                  <a:pt x="1669658" y="1046615"/>
                </a:lnTo>
                <a:close/>
                <a:moveTo>
                  <a:pt x="2666941" y="479038"/>
                </a:moveTo>
                <a:lnTo>
                  <a:pt x="2665074" y="482852"/>
                </a:lnTo>
                <a:lnTo>
                  <a:pt x="2661488" y="485469"/>
                </a:lnTo>
                <a:lnTo>
                  <a:pt x="2629363" y="490031"/>
                </a:lnTo>
                <a:lnTo>
                  <a:pt x="2632127" y="487264"/>
                </a:lnTo>
                <a:lnTo>
                  <a:pt x="2633472" y="484572"/>
                </a:lnTo>
                <a:lnTo>
                  <a:pt x="2635489" y="483226"/>
                </a:lnTo>
                <a:lnTo>
                  <a:pt x="2638701" y="483525"/>
                </a:lnTo>
                <a:lnTo>
                  <a:pt x="2640270" y="482702"/>
                </a:lnTo>
                <a:lnTo>
                  <a:pt x="2641914" y="482403"/>
                </a:lnTo>
                <a:lnTo>
                  <a:pt x="2643707" y="482777"/>
                </a:lnTo>
                <a:lnTo>
                  <a:pt x="2646770" y="481655"/>
                </a:lnTo>
                <a:lnTo>
                  <a:pt x="2653344" y="482403"/>
                </a:lnTo>
                <a:lnTo>
                  <a:pt x="2660068" y="481805"/>
                </a:lnTo>
                <a:lnTo>
                  <a:pt x="2659620" y="478141"/>
                </a:lnTo>
                <a:lnTo>
                  <a:pt x="2666941" y="479038"/>
                </a:lnTo>
                <a:close/>
                <a:moveTo>
                  <a:pt x="2397617" y="479337"/>
                </a:moveTo>
                <a:lnTo>
                  <a:pt x="2396796" y="480908"/>
                </a:lnTo>
                <a:lnTo>
                  <a:pt x="2389026" y="478889"/>
                </a:lnTo>
                <a:lnTo>
                  <a:pt x="2386859" y="477842"/>
                </a:lnTo>
                <a:lnTo>
                  <a:pt x="2390819" y="467223"/>
                </a:lnTo>
                <a:lnTo>
                  <a:pt x="2394480" y="467522"/>
                </a:lnTo>
                <a:lnTo>
                  <a:pt x="2397692" y="477617"/>
                </a:lnTo>
                <a:lnTo>
                  <a:pt x="2397617" y="479337"/>
                </a:lnTo>
                <a:close/>
                <a:moveTo>
                  <a:pt x="1992922" y="1212850"/>
                </a:moveTo>
                <a:lnTo>
                  <a:pt x="1989186" y="1213748"/>
                </a:lnTo>
                <a:lnTo>
                  <a:pt x="1981193" y="1211579"/>
                </a:lnTo>
                <a:lnTo>
                  <a:pt x="1979624" y="1210308"/>
                </a:lnTo>
                <a:lnTo>
                  <a:pt x="1986422" y="1206644"/>
                </a:lnTo>
                <a:lnTo>
                  <a:pt x="1991726" y="1201559"/>
                </a:lnTo>
                <a:lnTo>
                  <a:pt x="1997927" y="1201110"/>
                </a:lnTo>
                <a:lnTo>
                  <a:pt x="2001513" y="1202157"/>
                </a:lnTo>
                <a:lnTo>
                  <a:pt x="2000243" y="1208214"/>
                </a:lnTo>
                <a:lnTo>
                  <a:pt x="1992922" y="1212850"/>
                </a:lnTo>
                <a:close/>
                <a:moveTo>
                  <a:pt x="2074653" y="1059926"/>
                </a:moveTo>
                <a:lnTo>
                  <a:pt x="2072337" y="1064338"/>
                </a:lnTo>
                <a:lnTo>
                  <a:pt x="2068004" y="1063067"/>
                </a:lnTo>
                <a:lnTo>
                  <a:pt x="2069199" y="1058879"/>
                </a:lnTo>
                <a:lnTo>
                  <a:pt x="2071366" y="1056337"/>
                </a:lnTo>
                <a:lnTo>
                  <a:pt x="2077193" y="1052672"/>
                </a:lnTo>
                <a:lnTo>
                  <a:pt x="2083020" y="1052074"/>
                </a:lnTo>
                <a:lnTo>
                  <a:pt x="2086681" y="1053345"/>
                </a:lnTo>
                <a:lnTo>
                  <a:pt x="2087802" y="1054766"/>
                </a:lnTo>
                <a:lnTo>
                  <a:pt x="2078612" y="1056187"/>
                </a:lnTo>
                <a:lnTo>
                  <a:pt x="2074653" y="1059926"/>
                </a:lnTo>
                <a:close/>
              </a:path>
            </a:pathLst>
          </a:custGeom>
          <a:solidFill>
            <a:srgbClr val="D9DAD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Map - Sumatra"/>
          <p:cNvSpPr/>
          <p:nvPr/>
        </p:nvSpPr>
        <p:spPr>
          <a:xfrm>
            <a:off x="5173459" y="1290429"/>
            <a:ext cx="810661" cy="862732"/>
          </a:xfrm>
          <a:custGeom>
            <a:avLst/>
            <a:gdLst/>
            <a:ahLst/>
            <a:cxnLst/>
            <a:rect l="l" t="t" r="r" b="b"/>
            <a:pathLst>
              <a:path w="810661" h="862732">
                <a:moveTo>
                  <a:pt x="96075" y="29912"/>
                </a:moveTo>
                <a:lnTo>
                  <a:pt x="105189" y="30585"/>
                </a:lnTo>
                <a:lnTo>
                  <a:pt x="122223" y="26547"/>
                </a:lnTo>
                <a:lnTo>
                  <a:pt x="131561" y="26921"/>
                </a:lnTo>
                <a:lnTo>
                  <a:pt x="140377" y="29837"/>
                </a:lnTo>
                <a:lnTo>
                  <a:pt x="148147" y="31557"/>
                </a:lnTo>
                <a:lnTo>
                  <a:pt x="167646" y="29388"/>
                </a:lnTo>
                <a:lnTo>
                  <a:pt x="171306" y="29987"/>
                </a:lnTo>
                <a:lnTo>
                  <a:pt x="174818" y="31632"/>
                </a:lnTo>
                <a:lnTo>
                  <a:pt x="177881" y="34324"/>
                </a:lnTo>
                <a:lnTo>
                  <a:pt x="186771" y="44045"/>
                </a:lnTo>
                <a:lnTo>
                  <a:pt x="201787" y="56010"/>
                </a:lnTo>
                <a:lnTo>
                  <a:pt x="206195" y="63712"/>
                </a:lnTo>
                <a:lnTo>
                  <a:pt x="208660" y="72312"/>
                </a:lnTo>
                <a:lnTo>
                  <a:pt x="210229" y="74331"/>
                </a:lnTo>
                <a:lnTo>
                  <a:pt x="227188" y="90782"/>
                </a:lnTo>
                <a:lnTo>
                  <a:pt x="229056" y="97737"/>
                </a:lnTo>
                <a:lnTo>
                  <a:pt x="226665" y="107234"/>
                </a:lnTo>
                <a:lnTo>
                  <a:pt x="231596" y="114861"/>
                </a:lnTo>
                <a:lnTo>
                  <a:pt x="248107" y="121966"/>
                </a:lnTo>
                <a:lnTo>
                  <a:pt x="257893" y="127200"/>
                </a:lnTo>
                <a:lnTo>
                  <a:pt x="259985" y="130341"/>
                </a:lnTo>
                <a:lnTo>
                  <a:pt x="261405" y="134155"/>
                </a:lnTo>
                <a:lnTo>
                  <a:pt x="266784" y="139838"/>
                </a:lnTo>
                <a:lnTo>
                  <a:pt x="273582" y="143502"/>
                </a:lnTo>
                <a:lnTo>
                  <a:pt x="294650" y="153149"/>
                </a:lnTo>
                <a:lnTo>
                  <a:pt x="322292" y="173339"/>
                </a:lnTo>
                <a:lnTo>
                  <a:pt x="338055" y="182911"/>
                </a:lnTo>
                <a:lnTo>
                  <a:pt x="351129" y="197493"/>
                </a:lnTo>
                <a:lnTo>
                  <a:pt x="355761" y="204447"/>
                </a:lnTo>
                <a:lnTo>
                  <a:pt x="359646" y="212000"/>
                </a:lnTo>
                <a:lnTo>
                  <a:pt x="367565" y="222918"/>
                </a:lnTo>
                <a:lnTo>
                  <a:pt x="381013" y="236453"/>
                </a:lnTo>
                <a:lnTo>
                  <a:pt x="384449" y="240641"/>
                </a:lnTo>
                <a:lnTo>
                  <a:pt x="388035" y="246548"/>
                </a:lnTo>
                <a:lnTo>
                  <a:pt x="392219" y="252157"/>
                </a:lnTo>
                <a:lnTo>
                  <a:pt x="397225" y="257242"/>
                </a:lnTo>
                <a:lnTo>
                  <a:pt x="403201" y="261130"/>
                </a:lnTo>
                <a:lnTo>
                  <a:pt x="409253" y="262402"/>
                </a:lnTo>
                <a:lnTo>
                  <a:pt x="419114" y="272198"/>
                </a:lnTo>
                <a:lnTo>
                  <a:pt x="424418" y="275264"/>
                </a:lnTo>
                <a:lnTo>
                  <a:pt x="423597" y="267561"/>
                </a:lnTo>
                <a:lnTo>
                  <a:pt x="419114" y="260906"/>
                </a:lnTo>
                <a:lnTo>
                  <a:pt x="419189" y="256868"/>
                </a:lnTo>
                <a:lnTo>
                  <a:pt x="419936" y="253204"/>
                </a:lnTo>
                <a:lnTo>
                  <a:pt x="423597" y="250213"/>
                </a:lnTo>
                <a:lnTo>
                  <a:pt x="428004" y="249315"/>
                </a:lnTo>
                <a:lnTo>
                  <a:pt x="436222" y="252157"/>
                </a:lnTo>
                <a:lnTo>
                  <a:pt x="449595" y="263748"/>
                </a:lnTo>
                <a:lnTo>
                  <a:pt x="455273" y="270478"/>
                </a:lnTo>
                <a:lnTo>
                  <a:pt x="459531" y="279825"/>
                </a:lnTo>
                <a:lnTo>
                  <a:pt x="463043" y="289547"/>
                </a:lnTo>
                <a:lnTo>
                  <a:pt x="468422" y="294333"/>
                </a:lnTo>
                <a:lnTo>
                  <a:pt x="475743" y="295978"/>
                </a:lnTo>
                <a:lnTo>
                  <a:pt x="483886" y="296725"/>
                </a:lnTo>
                <a:lnTo>
                  <a:pt x="491432" y="299717"/>
                </a:lnTo>
                <a:lnTo>
                  <a:pt x="508988" y="313102"/>
                </a:lnTo>
                <a:lnTo>
                  <a:pt x="514816" y="319384"/>
                </a:lnTo>
                <a:lnTo>
                  <a:pt x="519223" y="326787"/>
                </a:lnTo>
                <a:lnTo>
                  <a:pt x="522286" y="335536"/>
                </a:lnTo>
                <a:lnTo>
                  <a:pt x="524154" y="344734"/>
                </a:lnTo>
                <a:lnTo>
                  <a:pt x="525350" y="346903"/>
                </a:lnTo>
                <a:lnTo>
                  <a:pt x="536630" y="357970"/>
                </a:lnTo>
                <a:lnTo>
                  <a:pt x="542532" y="362681"/>
                </a:lnTo>
                <a:lnTo>
                  <a:pt x="549779" y="364924"/>
                </a:lnTo>
                <a:lnTo>
                  <a:pt x="570922" y="367467"/>
                </a:lnTo>
                <a:lnTo>
                  <a:pt x="578392" y="371281"/>
                </a:lnTo>
                <a:lnTo>
                  <a:pt x="584593" y="377637"/>
                </a:lnTo>
                <a:lnTo>
                  <a:pt x="587208" y="384143"/>
                </a:lnTo>
                <a:lnTo>
                  <a:pt x="582800" y="389901"/>
                </a:lnTo>
                <a:lnTo>
                  <a:pt x="566215" y="398650"/>
                </a:lnTo>
                <a:lnTo>
                  <a:pt x="548584" y="404782"/>
                </a:lnTo>
                <a:lnTo>
                  <a:pt x="565767" y="402688"/>
                </a:lnTo>
                <a:lnTo>
                  <a:pt x="574433" y="400071"/>
                </a:lnTo>
                <a:lnTo>
                  <a:pt x="582427" y="396108"/>
                </a:lnTo>
                <a:lnTo>
                  <a:pt x="590346" y="391023"/>
                </a:lnTo>
                <a:lnTo>
                  <a:pt x="602897" y="383918"/>
                </a:lnTo>
                <a:lnTo>
                  <a:pt x="607529" y="382498"/>
                </a:lnTo>
                <a:lnTo>
                  <a:pt x="612982" y="383021"/>
                </a:lnTo>
                <a:lnTo>
                  <a:pt x="617988" y="385040"/>
                </a:lnTo>
                <a:lnTo>
                  <a:pt x="625459" y="391995"/>
                </a:lnTo>
                <a:lnTo>
                  <a:pt x="632481" y="399323"/>
                </a:lnTo>
                <a:lnTo>
                  <a:pt x="637711" y="407923"/>
                </a:lnTo>
                <a:lnTo>
                  <a:pt x="640998" y="417420"/>
                </a:lnTo>
                <a:lnTo>
                  <a:pt x="634947" y="422430"/>
                </a:lnTo>
                <a:lnTo>
                  <a:pt x="626206" y="426094"/>
                </a:lnTo>
                <a:lnTo>
                  <a:pt x="614253" y="435292"/>
                </a:lnTo>
                <a:lnTo>
                  <a:pt x="612982" y="438881"/>
                </a:lnTo>
                <a:lnTo>
                  <a:pt x="615373" y="441274"/>
                </a:lnTo>
                <a:lnTo>
                  <a:pt x="612460" y="448005"/>
                </a:lnTo>
                <a:lnTo>
                  <a:pt x="619183" y="452192"/>
                </a:lnTo>
                <a:lnTo>
                  <a:pt x="620229" y="455782"/>
                </a:lnTo>
                <a:lnTo>
                  <a:pt x="614402" y="460867"/>
                </a:lnTo>
                <a:lnTo>
                  <a:pt x="615000" y="464007"/>
                </a:lnTo>
                <a:lnTo>
                  <a:pt x="622022" y="477393"/>
                </a:lnTo>
                <a:lnTo>
                  <a:pt x="625384" y="480459"/>
                </a:lnTo>
                <a:lnTo>
                  <a:pt x="636067" y="487264"/>
                </a:lnTo>
                <a:lnTo>
                  <a:pt x="652429" y="494144"/>
                </a:lnTo>
                <a:lnTo>
                  <a:pt x="661468" y="497284"/>
                </a:lnTo>
                <a:lnTo>
                  <a:pt x="671778" y="499752"/>
                </a:lnTo>
                <a:lnTo>
                  <a:pt x="676186" y="499677"/>
                </a:lnTo>
                <a:lnTo>
                  <a:pt x="683881" y="498556"/>
                </a:lnTo>
                <a:lnTo>
                  <a:pt x="685375" y="501248"/>
                </a:lnTo>
                <a:lnTo>
                  <a:pt x="688737" y="514484"/>
                </a:lnTo>
                <a:lnTo>
                  <a:pt x="690306" y="522784"/>
                </a:lnTo>
                <a:lnTo>
                  <a:pt x="692622" y="540582"/>
                </a:lnTo>
                <a:lnTo>
                  <a:pt x="695685" y="547985"/>
                </a:lnTo>
                <a:lnTo>
                  <a:pt x="695461" y="556958"/>
                </a:lnTo>
                <a:lnTo>
                  <a:pt x="699420" y="564661"/>
                </a:lnTo>
                <a:lnTo>
                  <a:pt x="707414" y="569521"/>
                </a:lnTo>
                <a:lnTo>
                  <a:pt x="716005" y="573560"/>
                </a:lnTo>
                <a:lnTo>
                  <a:pt x="720040" y="577448"/>
                </a:lnTo>
                <a:lnTo>
                  <a:pt x="720040" y="583356"/>
                </a:lnTo>
                <a:lnTo>
                  <a:pt x="718620" y="587992"/>
                </a:lnTo>
                <a:lnTo>
                  <a:pt x="715707" y="591656"/>
                </a:lnTo>
                <a:lnTo>
                  <a:pt x="706816" y="599359"/>
                </a:lnTo>
                <a:lnTo>
                  <a:pt x="705247" y="602649"/>
                </a:lnTo>
                <a:lnTo>
                  <a:pt x="704052" y="611099"/>
                </a:lnTo>
                <a:lnTo>
                  <a:pt x="705546" y="614987"/>
                </a:lnTo>
                <a:lnTo>
                  <a:pt x="709058" y="615212"/>
                </a:lnTo>
                <a:lnTo>
                  <a:pt x="711896" y="613193"/>
                </a:lnTo>
                <a:lnTo>
                  <a:pt x="722505" y="601826"/>
                </a:lnTo>
                <a:lnTo>
                  <a:pt x="725419" y="599807"/>
                </a:lnTo>
                <a:lnTo>
                  <a:pt x="729453" y="598237"/>
                </a:lnTo>
                <a:lnTo>
                  <a:pt x="733562" y="597265"/>
                </a:lnTo>
                <a:lnTo>
                  <a:pt x="753061" y="597115"/>
                </a:lnTo>
                <a:lnTo>
                  <a:pt x="761279" y="598910"/>
                </a:lnTo>
                <a:lnTo>
                  <a:pt x="768600" y="602649"/>
                </a:lnTo>
                <a:lnTo>
                  <a:pt x="775100" y="607285"/>
                </a:lnTo>
                <a:lnTo>
                  <a:pt x="798782" y="636898"/>
                </a:lnTo>
                <a:lnTo>
                  <a:pt x="809615" y="653200"/>
                </a:lnTo>
                <a:lnTo>
                  <a:pt x="810512" y="657313"/>
                </a:lnTo>
                <a:lnTo>
                  <a:pt x="810661" y="661500"/>
                </a:lnTo>
                <a:lnTo>
                  <a:pt x="808868" y="664791"/>
                </a:lnTo>
                <a:lnTo>
                  <a:pt x="798932" y="675933"/>
                </a:lnTo>
                <a:lnTo>
                  <a:pt x="797736" y="678999"/>
                </a:lnTo>
                <a:lnTo>
                  <a:pt x="794673" y="691188"/>
                </a:lnTo>
                <a:lnTo>
                  <a:pt x="795271" y="699937"/>
                </a:lnTo>
                <a:lnTo>
                  <a:pt x="798558" y="703601"/>
                </a:lnTo>
                <a:lnTo>
                  <a:pt x="801098" y="707565"/>
                </a:lnTo>
                <a:lnTo>
                  <a:pt x="800949" y="711154"/>
                </a:lnTo>
                <a:lnTo>
                  <a:pt x="794449" y="729176"/>
                </a:lnTo>
                <a:lnTo>
                  <a:pt x="793702" y="732242"/>
                </a:lnTo>
                <a:lnTo>
                  <a:pt x="797886" y="761481"/>
                </a:lnTo>
                <a:lnTo>
                  <a:pt x="798185" y="769407"/>
                </a:lnTo>
                <a:lnTo>
                  <a:pt x="797288" y="779428"/>
                </a:lnTo>
                <a:lnTo>
                  <a:pt x="797886" y="795580"/>
                </a:lnTo>
                <a:lnTo>
                  <a:pt x="792582" y="845458"/>
                </a:lnTo>
                <a:lnTo>
                  <a:pt x="791610" y="848375"/>
                </a:lnTo>
                <a:lnTo>
                  <a:pt x="787501" y="856002"/>
                </a:lnTo>
                <a:lnTo>
                  <a:pt x="782197" y="856002"/>
                </a:lnTo>
                <a:lnTo>
                  <a:pt x="777864" y="854656"/>
                </a:lnTo>
                <a:lnTo>
                  <a:pt x="774801" y="851740"/>
                </a:lnTo>
                <a:lnTo>
                  <a:pt x="773157" y="848075"/>
                </a:lnTo>
                <a:lnTo>
                  <a:pt x="770692" y="845159"/>
                </a:lnTo>
                <a:lnTo>
                  <a:pt x="757693" y="835961"/>
                </a:lnTo>
                <a:lnTo>
                  <a:pt x="754331" y="837457"/>
                </a:lnTo>
                <a:lnTo>
                  <a:pt x="741182" y="848898"/>
                </a:lnTo>
                <a:lnTo>
                  <a:pt x="737671" y="850618"/>
                </a:lnTo>
                <a:lnTo>
                  <a:pt x="733338" y="849197"/>
                </a:lnTo>
                <a:lnTo>
                  <a:pt x="726390" y="845757"/>
                </a:lnTo>
                <a:lnTo>
                  <a:pt x="704724" y="833718"/>
                </a:lnTo>
                <a:lnTo>
                  <a:pt x="703380" y="837606"/>
                </a:lnTo>
                <a:lnTo>
                  <a:pt x="703081" y="842841"/>
                </a:lnTo>
                <a:lnTo>
                  <a:pt x="707414" y="855853"/>
                </a:lnTo>
                <a:lnTo>
                  <a:pt x="708012" y="861611"/>
                </a:lnTo>
                <a:lnTo>
                  <a:pt x="704052" y="862732"/>
                </a:lnTo>
                <a:lnTo>
                  <a:pt x="701886" y="862508"/>
                </a:lnTo>
                <a:lnTo>
                  <a:pt x="692846" y="854880"/>
                </a:lnTo>
                <a:lnTo>
                  <a:pt x="684553" y="846505"/>
                </a:lnTo>
                <a:lnTo>
                  <a:pt x="675065" y="835139"/>
                </a:lnTo>
                <a:lnTo>
                  <a:pt x="668117" y="829754"/>
                </a:lnTo>
                <a:lnTo>
                  <a:pt x="661917" y="823697"/>
                </a:lnTo>
                <a:lnTo>
                  <a:pt x="644285" y="800815"/>
                </a:lnTo>
                <a:lnTo>
                  <a:pt x="639728" y="797300"/>
                </a:lnTo>
                <a:lnTo>
                  <a:pt x="612534" y="781073"/>
                </a:lnTo>
                <a:lnTo>
                  <a:pt x="607006" y="777259"/>
                </a:lnTo>
                <a:lnTo>
                  <a:pt x="600058" y="770604"/>
                </a:lnTo>
                <a:lnTo>
                  <a:pt x="592587" y="764621"/>
                </a:lnTo>
                <a:lnTo>
                  <a:pt x="576151" y="755274"/>
                </a:lnTo>
                <a:lnTo>
                  <a:pt x="547687" y="731419"/>
                </a:lnTo>
                <a:lnTo>
                  <a:pt x="535286" y="717735"/>
                </a:lnTo>
                <a:lnTo>
                  <a:pt x="521539" y="695749"/>
                </a:lnTo>
                <a:lnTo>
                  <a:pt x="517057" y="690066"/>
                </a:lnTo>
                <a:lnTo>
                  <a:pt x="493897" y="673540"/>
                </a:lnTo>
                <a:lnTo>
                  <a:pt x="481272" y="663519"/>
                </a:lnTo>
                <a:lnTo>
                  <a:pt x="476042" y="657761"/>
                </a:lnTo>
                <a:lnTo>
                  <a:pt x="463715" y="637720"/>
                </a:lnTo>
                <a:lnTo>
                  <a:pt x="460129" y="630916"/>
                </a:lnTo>
                <a:lnTo>
                  <a:pt x="455647" y="625008"/>
                </a:lnTo>
                <a:lnTo>
                  <a:pt x="448176" y="620147"/>
                </a:lnTo>
                <a:lnTo>
                  <a:pt x="441676" y="614464"/>
                </a:lnTo>
                <a:lnTo>
                  <a:pt x="428602" y="596293"/>
                </a:lnTo>
                <a:lnTo>
                  <a:pt x="424568" y="589114"/>
                </a:lnTo>
                <a:lnTo>
                  <a:pt x="421430" y="581262"/>
                </a:lnTo>
                <a:lnTo>
                  <a:pt x="421953" y="565558"/>
                </a:lnTo>
                <a:lnTo>
                  <a:pt x="394460" y="518073"/>
                </a:lnTo>
                <a:lnTo>
                  <a:pt x="387512" y="503267"/>
                </a:lnTo>
                <a:lnTo>
                  <a:pt x="381088" y="482777"/>
                </a:lnTo>
                <a:lnTo>
                  <a:pt x="379668" y="480683"/>
                </a:lnTo>
                <a:lnTo>
                  <a:pt x="364652" y="462288"/>
                </a:lnTo>
                <a:lnTo>
                  <a:pt x="359347" y="456380"/>
                </a:lnTo>
                <a:lnTo>
                  <a:pt x="352922" y="450846"/>
                </a:lnTo>
                <a:lnTo>
                  <a:pt x="347618" y="444415"/>
                </a:lnTo>
                <a:lnTo>
                  <a:pt x="337234" y="423402"/>
                </a:lnTo>
                <a:lnTo>
                  <a:pt x="333424" y="417569"/>
                </a:lnTo>
                <a:lnTo>
                  <a:pt x="328045" y="413307"/>
                </a:lnTo>
                <a:lnTo>
                  <a:pt x="308396" y="405305"/>
                </a:lnTo>
                <a:lnTo>
                  <a:pt x="301000" y="400893"/>
                </a:lnTo>
                <a:lnTo>
                  <a:pt x="295248" y="394612"/>
                </a:lnTo>
                <a:lnTo>
                  <a:pt x="291736" y="386611"/>
                </a:lnTo>
                <a:lnTo>
                  <a:pt x="287851" y="369636"/>
                </a:lnTo>
                <a:lnTo>
                  <a:pt x="278588" y="343762"/>
                </a:lnTo>
                <a:lnTo>
                  <a:pt x="268128" y="309139"/>
                </a:lnTo>
                <a:lnTo>
                  <a:pt x="261181" y="293660"/>
                </a:lnTo>
                <a:lnTo>
                  <a:pt x="253112" y="281470"/>
                </a:lnTo>
                <a:lnTo>
                  <a:pt x="250796" y="278704"/>
                </a:lnTo>
                <a:lnTo>
                  <a:pt x="215160" y="256793"/>
                </a:lnTo>
                <a:lnTo>
                  <a:pt x="209034" y="253578"/>
                </a:lnTo>
                <a:lnTo>
                  <a:pt x="202609" y="251633"/>
                </a:lnTo>
                <a:lnTo>
                  <a:pt x="193345" y="250213"/>
                </a:lnTo>
                <a:lnTo>
                  <a:pt x="186323" y="244529"/>
                </a:lnTo>
                <a:lnTo>
                  <a:pt x="183409" y="234434"/>
                </a:lnTo>
                <a:lnTo>
                  <a:pt x="181840" y="220824"/>
                </a:lnTo>
                <a:lnTo>
                  <a:pt x="180047" y="212673"/>
                </a:lnTo>
                <a:lnTo>
                  <a:pt x="178105" y="208037"/>
                </a:lnTo>
                <a:lnTo>
                  <a:pt x="163163" y="198465"/>
                </a:lnTo>
                <a:lnTo>
                  <a:pt x="157336" y="190838"/>
                </a:lnTo>
                <a:lnTo>
                  <a:pt x="152480" y="182462"/>
                </a:lnTo>
                <a:lnTo>
                  <a:pt x="147997" y="175956"/>
                </a:lnTo>
                <a:lnTo>
                  <a:pt x="131636" y="153597"/>
                </a:lnTo>
                <a:lnTo>
                  <a:pt x="126033" y="147690"/>
                </a:lnTo>
                <a:lnTo>
                  <a:pt x="119085" y="143577"/>
                </a:lnTo>
                <a:lnTo>
                  <a:pt x="98466" y="139240"/>
                </a:lnTo>
                <a:lnTo>
                  <a:pt x="92489" y="135575"/>
                </a:lnTo>
                <a:lnTo>
                  <a:pt x="82478" y="122863"/>
                </a:lnTo>
                <a:lnTo>
                  <a:pt x="76427" y="116357"/>
                </a:lnTo>
                <a:lnTo>
                  <a:pt x="58347" y="102149"/>
                </a:lnTo>
                <a:lnTo>
                  <a:pt x="27791" y="72312"/>
                </a:lnTo>
                <a:lnTo>
                  <a:pt x="21516" y="64909"/>
                </a:lnTo>
                <a:lnTo>
                  <a:pt x="16809" y="57132"/>
                </a:lnTo>
                <a:lnTo>
                  <a:pt x="12999" y="48831"/>
                </a:lnTo>
                <a:lnTo>
                  <a:pt x="0" y="25799"/>
                </a:lnTo>
                <a:lnTo>
                  <a:pt x="1046" y="21163"/>
                </a:lnTo>
                <a:lnTo>
                  <a:pt x="2988" y="16302"/>
                </a:lnTo>
                <a:lnTo>
                  <a:pt x="2689" y="12339"/>
                </a:lnTo>
                <a:lnTo>
                  <a:pt x="1270" y="8375"/>
                </a:lnTo>
                <a:lnTo>
                  <a:pt x="1569" y="4786"/>
                </a:lnTo>
                <a:lnTo>
                  <a:pt x="5454" y="2692"/>
                </a:lnTo>
                <a:lnTo>
                  <a:pt x="14120" y="0"/>
                </a:lnTo>
                <a:lnTo>
                  <a:pt x="23159" y="299"/>
                </a:lnTo>
                <a:lnTo>
                  <a:pt x="31527" y="1496"/>
                </a:lnTo>
                <a:lnTo>
                  <a:pt x="39595" y="3739"/>
                </a:lnTo>
                <a:lnTo>
                  <a:pt x="47365" y="8525"/>
                </a:lnTo>
                <a:lnTo>
                  <a:pt x="61261" y="20789"/>
                </a:lnTo>
                <a:lnTo>
                  <a:pt x="69180" y="25051"/>
                </a:lnTo>
                <a:lnTo>
                  <a:pt x="77995" y="27070"/>
                </a:lnTo>
                <a:lnTo>
                  <a:pt x="96075" y="29912"/>
                </a:lnTo>
                <a:close/>
              </a:path>
            </a:pathLst>
          </a:custGeom>
          <a:solidFill>
            <a:srgbClr val="A7A9A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ap - Java"/>
          <p:cNvSpPr/>
          <p:nvPr/>
        </p:nvSpPr>
        <p:spPr>
          <a:xfrm>
            <a:off x="5923233" y="2152862"/>
            <a:ext cx="698972" cy="214318"/>
          </a:xfrm>
          <a:custGeom>
            <a:avLst/>
            <a:gdLst/>
            <a:ahLst/>
            <a:cxnLst/>
            <a:rect l="l" t="t" r="r" b="b"/>
            <a:pathLst>
              <a:path w="698972" h="214318">
                <a:moveTo>
                  <a:pt x="159203" y="7777"/>
                </a:moveTo>
                <a:lnTo>
                  <a:pt x="166749" y="16302"/>
                </a:lnTo>
                <a:lnTo>
                  <a:pt x="173323" y="20864"/>
                </a:lnTo>
                <a:lnTo>
                  <a:pt x="181093" y="23331"/>
                </a:lnTo>
                <a:lnTo>
                  <a:pt x="189236" y="23556"/>
                </a:lnTo>
                <a:lnTo>
                  <a:pt x="197305" y="24603"/>
                </a:lnTo>
                <a:lnTo>
                  <a:pt x="206643" y="27893"/>
                </a:lnTo>
                <a:lnTo>
                  <a:pt x="216281" y="29389"/>
                </a:lnTo>
                <a:lnTo>
                  <a:pt x="220688" y="28790"/>
                </a:lnTo>
                <a:lnTo>
                  <a:pt x="224947" y="27145"/>
                </a:lnTo>
                <a:lnTo>
                  <a:pt x="228010" y="26996"/>
                </a:lnTo>
                <a:lnTo>
                  <a:pt x="230625" y="28566"/>
                </a:lnTo>
                <a:lnTo>
                  <a:pt x="237274" y="35820"/>
                </a:lnTo>
                <a:lnTo>
                  <a:pt x="244520" y="42400"/>
                </a:lnTo>
                <a:lnTo>
                  <a:pt x="246164" y="45765"/>
                </a:lnTo>
                <a:lnTo>
                  <a:pt x="251095" y="61693"/>
                </a:lnTo>
                <a:lnTo>
                  <a:pt x="256623" y="66330"/>
                </a:lnTo>
                <a:lnTo>
                  <a:pt x="264243" y="67601"/>
                </a:lnTo>
                <a:lnTo>
                  <a:pt x="273134" y="67601"/>
                </a:lnTo>
                <a:lnTo>
                  <a:pt x="282024" y="68274"/>
                </a:lnTo>
                <a:lnTo>
                  <a:pt x="302643" y="72013"/>
                </a:lnTo>
                <a:lnTo>
                  <a:pt x="310861" y="71489"/>
                </a:lnTo>
                <a:lnTo>
                  <a:pt x="318108" y="67750"/>
                </a:lnTo>
                <a:lnTo>
                  <a:pt x="324533" y="70218"/>
                </a:lnTo>
                <a:lnTo>
                  <a:pt x="342015" y="74630"/>
                </a:lnTo>
                <a:lnTo>
                  <a:pt x="350606" y="75677"/>
                </a:lnTo>
                <a:lnTo>
                  <a:pt x="360393" y="74406"/>
                </a:lnTo>
                <a:lnTo>
                  <a:pt x="370180" y="74107"/>
                </a:lnTo>
                <a:lnTo>
                  <a:pt x="374886" y="75378"/>
                </a:lnTo>
                <a:lnTo>
                  <a:pt x="379369" y="77322"/>
                </a:lnTo>
                <a:lnTo>
                  <a:pt x="383254" y="78070"/>
                </a:lnTo>
                <a:lnTo>
                  <a:pt x="387213" y="77995"/>
                </a:lnTo>
                <a:lnTo>
                  <a:pt x="394311" y="74256"/>
                </a:lnTo>
                <a:lnTo>
                  <a:pt x="399017" y="67451"/>
                </a:lnTo>
                <a:lnTo>
                  <a:pt x="402753" y="58777"/>
                </a:lnTo>
                <a:lnTo>
                  <a:pt x="405741" y="49803"/>
                </a:lnTo>
                <a:lnTo>
                  <a:pt x="407758" y="45915"/>
                </a:lnTo>
                <a:lnTo>
                  <a:pt x="410448" y="42475"/>
                </a:lnTo>
                <a:lnTo>
                  <a:pt x="413959" y="40306"/>
                </a:lnTo>
                <a:lnTo>
                  <a:pt x="417769" y="38886"/>
                </a:lnTo>
                <a:lnTo>
                  <a:pt x="428004" y="39783"/>
                </a:lnTo>
                <a:lnTo>
                  <a:pt x="430171" y="41952"/>
                </a:lnTo>
                <a:lnTo>
                  <a:pt x="441601" y="57207"/>
                </a:lnTo>
                <a:lnTo>
                  <a:pt x="443693" y="58553"/>
                </a:lnTo>
                <a:lnTo>
                  <a:pt x="455646" y="59525"/>
                </a:lnTo>
                <a:lnTo>
                  <a:pt x="459008" y="59001"/>
                </a:lnTo>
                <a:lnTo>
                  <a:pt x="466255" y="55935"/>
                </a:lnTo>
                <a:lnTo>
                  <a:pt x="470439" y="55636"/>
                </a:lnTo>
                <a:lnTo>
                  <a:pt x="478208" y="59450"/>
                </a:lnTo>
                <a:lnTo>
                  <a:pt x="481495" y="62665"/>
                </a:lnTo>
                <a:lnTo>
                  <a:pt x="485231" y="64984"/>
                </a:lnTo>
                <a:lnTo>
                  <a:pt x="504057" y="67451"/>
                </a:lnTo>
                <a:lnTo>
                  <a:pt x="511304" y="73957"/>
                </a:lnTo>
                <a:lnTo>
                  <a:pt x="515040" y="74855"/>
                </a:lnTo>
                <a:lnTo>
                  <a:pt x="528113" y="74032"/>
                </a:lnTo>
                <a:lnTo>
                  <a:pt x="537228" y="74705"/>
                </a:lnTo>
                <a:lnTo>
                  <a:pt x="545072" y="76425"/>
                </a:lnTo>
                <a:lnTo>
                  <a:pt x="548658" y="85772"/>
                </a:lnTo>
                <a:lnTo>
                  <a:pt x="551572" y="95269"/>
                </a:lnTo>
                <a:lnTo>
                  <a:pt x="553290" y="98485"/>
                </a:lnTo>
                <a:lnTo>
                  <a:pt x="560985" y="101775"/>
                </a:lnTo>
                <a:lnTo>
                  <a:pt x="564123" y="104692"/>
                </a:lnTo>
                <a:lnTo>
                  <a:pt x="563301" y="114263"/>
                </a:lnTo>
                <a:lnTo>
                  <a:pt x="564198" y="123237"/>
                </a:lnTo>
                <a:lnTo>
                  <a:pt x="580559" y="131164"/>
                </a:lnTo>
                <a:lnTo>
                  <a:pt x="598041" y="135650"/>
                </a:lnTo>
                <a:lnTo>
                  <a:pt x="616718" y="136099"/>
                </a:lnTo>
                <a:lnTo>
                  <a:pt x="635320" y="134529"/>
                </a:lnTo>
                <a:lnTo>
                  <a:pt x="644957" y="132584"/>
                </a:lnTo>
                <a:lnTo>
                  <a:pt x="656986" y="129219"/>
                </a:lnTo>
                <a:lnTo>
                  <a:pt x="659526" y="129294"/>
                </a:lnTo>
                <a:lnTo>
                  <a:pt x="682835" y="139614"/>
                </a:lnTo>
                <a:lnTo>
                  <a:pt x="684777" y="141184"/>
                </a:lnTo>
                <a:lnTo>
                  <a:pt x="687392" y="148961"/>
                </a:lnTo>
                <a:lnTo>
                  <a:pt x="687317" y="157112"/>
                </a:lnTo>
                <a:lnTo>
                  <a:pt x="682984" y="176405"/>
                </a:lnTo>
                <a:lnTo>
                  <a:pt x="682685" y="181715"/>
                </a:lnTo>
                <a:lnTo>
                  <a:pt x="683133" y="187024"/>
                </a:lnTo>
                <a:lnTo>
                  <a:pt x="687765" y="198540"/>
                </a:lnTo>
                <a:lnTo>
                  <a:pt x="690231" y="201905"/>
                </a:lnTo>
                <a:lnTo>
                  <a:pt x="698673" y="207962"/>
                </a:lnTo>
                <a:lnTo>
                  <a:pt x="698972" y="211103"/>
                </a:lnTo>
                <a:lnTo>
                  <a:pt x="697851" y="214318"/>
                </a:lnTo>
                <a:lnTo>
                  <a:pt x="688512" y="212150"/>
                </a:lnTo>
                <a:lnTo>
                  <a:pt x="682835" y="209458"/>
                </a:lnTo>
                <a:lnTo>
                  <a:pt x="679547" y="205121"/>
                </a:lnTo>
                <a:lnTo>
                  <a:pt x="674916" y="202728"/>
                </a:lnTo>
                <a:lnTo>
                  <a:pt x="666175" y="203550"/>
                </a:lnTo>
                <a:lnTo>
                  <a:pt x="649739" y="199213"/>
                </a:lnTo>
                <a:lnTo>
                  <a:pt x="631286" y="192483"/>
                </a:lnTo>
                <a:lnTo>
                  <a:pt x="598414" y="178200"/>
                </a:lnTo>
                <a:lnTo>
                  <a:pt x="589524" y="178275"/>
                </a:lnTo>
                <a:lnTo>
                  <a:pt x="580932" y="180144"/>
                </a:lnTo>
                <a:lnTo>
                  <a:pt x="571893" y="183734"/>
                </a:lnTo>
                <a:lnTo>
                  <a:pt x="562479" y="186351"/>
                </a:lnTo>
                <a:lnTo>
                  <a:pt x="555531" y="187323"/>
                </a:lnTo>
                <a:lnTo>
                  <a:pt x="548584" y="186650"/>
                </a:lnTo>
                <a:lnTo>
                  <a:pt x="531102" y="183210"/>
                </a:lnTo>
                <a:lnTo>
                  <a:pt x="513396" y="180967"/>
                </a:lnTo>
                <a:lnTo>
                  <a:pt x="468197" y="179546"/>
                </a:lnTo>
                <a:lnTo>
                  <a:pt x="455422" y="176330"/>
                </a:lnTo>
                <a:lnTo>
                  <a:pt x="434205" y="174685"/>
                </a:lnTo>
                <a:lnTo>
                  <a:pt x="417396" y="171844"/>
                </a:lnTo>
                <a:lnTo>
                  <a:pt x="400736" y="167880"/>
                </a:lnTo>
                <a:lnTo>
                  <a:pt x="358301" y="148587"/>
                </a:lnTo>
                <a:lnTo>
                  <a:pt x="344405" y="143876"/>
                </a:lnTo>
                <a:lnTo>
                  <a:pt x="301747" y="134678"/>
                </a:lnTo>
                <a:lnTo>
                  <a:pt x="295173" y="133930"/>
                </a:lnTo>
                <a:lnTo>
                  <a:pt x="279708" y="134603"/>
                </a:lnTo>
                <a:lnTo>
                  <a:pt x="269921" y="131911"/>
                </a:lnTo>
                <a:lnTo>
                  <a:pt x="261330" y="131837"/>
                </a:lnTo>
                <a:lnTo>
                  <a:pt x="248629" y="134828"/>
                </a:lnTo>
                <a:lnTo>
                  <a:pt x="244670" y="136996"/>
                </a:lnTo>
                <a:lnTo>
                  <a:pt x="239739" y="141558"/>
                </a:lnTo>
                <a:lnTo>
                  <a:pt x="231073" y="141334"/>
                </a:lnTo>
                <a:lnTo>
                  <a:pt x="222481" y="140436"/>
                </a:lnTo>
                <a:lnTo>
                  <a:pt x="199770" y="136099"/>
                </a:lnTo>
                <a:lnTo>
                  <a:pt x="191328" y="133407"/>
                </a:lnTo>
                <a:lnTo>
                  <a:pt x="183259" y="129518"/>
                </a:lnTo>
                <a:lnTo>
                  <a:pt x="175938" y="124359"/>
                </a:lnTo>
                <a:lnTo>
                  <a:pt x="172128" y="122489"/>
                </a:lnTo>
                <a:lnTo>
                  <a:pt x="152554" y="117255"/>
                </a:lnTo>
                <a:lnTo>
                  <a:pt x="136567" y="115385"/>
                </a:lnTo>
                <a:lnTo>
                  <a:pt x="103695" y="113067"/>
                </a:lnTo>
                <a:lnTo>
                  <a:pt x="96523" y="111422"/>
                </a:lnTo>
                <a:lnTo>
                  <a:pt x="90546" y="109552"/>
                </a:lnTo>
                <a:lnTo>
                  <a:pt x="87259" y="105290"/>
                </a:lnTo>
                <a:lnTo>
                  <a:pt x="87707" y="99831"/>
                </a:lnTo>
                <a:lnTo>
                  <a:pt x="90023" y="95195"/>
                </a:lnTo>
                <a:lnTo>
                  <a:pt x="93310" y="90483"/>
                </a:lnTo>
                <a:lnTo>
                  <a:pt x="95402" y="85997"/>
                </a:lnTo>
                <a:lnTo>
                  <a:pt x="71346" y="76574"/>
                </a:lnTo>
                <a:lnTo>
                  <a:pt x="52370" y="71415"/>
                </a:lnTo>
                <a:lnTo>
                  <a:pt x="44227" y="70443"/>
                </a:lnTo>
                <a:lnTo>
                  <a:pt x="36009" y="70443"/>
                </a:lnTo>
                <a:lnTo>
                  <a:pt x="26745" y="71489"/>
                </a:lnTo>
                <a:lnTo>
                  <a:pt x="17556" y="71041"/>
                </a:lnTo>
                <a:lnTo>
                  <a:pt x="13298" y="69470"/>
                </a:lnTo>
                <a:lnTo>
                  <a:pt x="8890" y="68947"/>
                </a:lnTo>
                <a:lnTo>
                  <a:pt x="4482" y="70069"/>
                </a:lnTo>
                <a:lnTo>
                  <a:pt x="896" y="69620"/>
                </a:lnTo>
                <a:lnTo>
                  <a:pt x="0" y="65358"/>
                </a:lnTo>
                <a:lnTo>
                  <a:pt x="2241" y="61693"/>
                </a:lnTo>
                <a:lnTo>
                  <a:pt x="6947" y="57580"/>
                </a:lnTo>
                <a:lnTo>
                  <a:pt x="9562" y="56833"/>
                </a:lnTo>
                <a:lnTo>
                  <a:pt x="10758" y="63338"/>
                </a:lnTo>
                <a:lnTo>
                  <a:pt x="12102" y="64610"/>
                </a:lnTo>
                <a:lnTo>
                  <a:pt x="16211" y="66031"/>
                </a:lnTo>
                <a:lnTo>
                  <a:pt x="18004" y="65657"/>
                </a:lnTo>
                <a:lnTo>
                  <a:pt x="25251" y="57356"/>
                </a:lnTo>
                <a:lnTo>
                  <a:pt x="27268" y="53318"/>
                </a:lnTo>
                <a:lnTo>
                  <a:pt x="30779" y="42325"/>
                </a:lnTo>
                <a:lnTo>
                  <a:pt x="34590" y="44419"/>
                </a:lnTo>
                <a:lnTo>
                  <a:pt x="38400" y="43073"/>
                </a:lnTo>
                <a:lnTo>
                  <a:pt x="40641" y="41353"/>
                </a:lnTo>
                <a:lnTo>
                  <a:pt x="46692" y="15853"/>
                </a:lnTo>
                <a:lnTo>
                  <a:pt x="51773" y="8450"/>
                </a:lnTo>
                <a:lnTo>
                  <a:pt x="58720" y="2244"/>
                </a:lnTo>
                <a:lnTo>
                  <a:pt x="62157" y="748"/>
                </a:lnTo>
                <a:lnTo>
                  <a:pt x="68955" y="4562"/>
                </a:lnTo>
                <a:lnTo>
                  <a:pt x="82702" y="5983"/>
                </a:lnTo>
                <a:lnTo>
                  <a:pt x="90845" y="8525"/>
                </a:lnTo>
                <a:lnTo>
                  <a:pt x="99063" y="8824"/>
                </a:lnTo>
                <a:lnTo>
                  <a:pt x="107057" y="10021"/>
                </a:lnTo>
                <a:lnTo>
                  <a:pt x="118188" y="14507"/>
                </a:lnTo>
                <a:lnTo>
                  <a:pt x="122148" y="14059"/>
                </a:lnTo>
                <a:lnTo>
                  <a:pt x="126182" y="12638"/>
                </a:lnTo>
                <a:lnTo>
                  <a:pt x="132159" y="7777"/>
                </a:lnTo>
                <a:lnTo>
                  <a:pt x="134699" y="0"/>
                </a:lnTo>
                <a:lnTo>
                  <a:pt x="143365" y="3963"/>
                </a:lnTo>
                <a:lnTo>
                  <a:pt x="156066" y="5534"/>
                </a:lnTo>
                <a:lnTo>
                  <a:pt x="159203" y="7777"/>
                </a:lnTo>
                <a:close/>
              </a:path>
            </a:pathLst>
          </a:cu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29980" y="2366982"/>
            <a:ext cx="1097280" cy="201168"/>
          </a:xfrm>
          <a:prstGeom prst="rect">
            <a:avLst/>
          </a:prstGeom>
          <a:noFill/>
        </p:spPr>
        <p:txBody>
          <a:bodyPr wrap="square" lIns="0" rIns="0" tIns="0" bIns="0" anchor="t">
            <a:noAutofit/>
          </a:bodyPr>
          <a:lstStyle/>
          <a:p>
            <a:pPr algn="ctr"/>
            <a:r>
              <a:rPr sz="1400" b="1" i="0" spc="150">
                <a:solidFill>
                  <a:srgbClr val="8A6A0C"/>
                </a:solidFill>
                <a:latin typeface="Calibri"/>
              </a:rPr>
              <a:t>JAVA</a:t>
            </a:r>
          </a:p>
        </p:txBody>
      </p:sp>
      <p:sp>
        <p:nvSpPr>
          <p:cNvPr id="31" name="TextBox 30"/>
          <p:cNvSpPr txBox="1"/>
          <p:nvPr/>
        </p:nvSpPr>
        <p:spPr>
          <a:xfrm>
            <a:off x="4663440" y="1975104"/>
            <a:ext cx="960120" cy="182880"/>
          </a:xfrm>
          <a:prstGeom prst="rect">
            <a:avLst/>
          </a:prstGeom>
          <a:noFill/>
        </p:spPr>
        <p:txBody>
          <a:bodyPr wrap="square" lIns="0" rIns="0" tIns="0" bIns="0" anchor="t">
            <a:noAutofit/>
          </a:bodyPr>
          <a:lstStyle/>
          <a:p>
            <a:pPr algn="r"/>
            <a:r>
              <a:rPr sz="1400" b="1" i="0" spc="150">
                <a:solidFill>
                  <a:srgbClr val="747678"/>
                </a:solidFill>
                <a:latin typeface="Calibri"/>
              </a:rPr>
              <a:t>SUMATRA</a:t>
            </a:r>
          </a:p>
        </p:txBody>
      </p:sp>
      <p:sp>
        <p:nvSpPr>
          <p:cNvPr id="32" name="TextBox 31"/>
          <p:cNvSpPr txBox="1"/>
          <p:nvPr/>
        </p:nvSpPr>
        <p:spPr>
          <a:xfrm>
            <a:off x="5120640" y="2743200"/>
            <a:ext cx="1691640" cy="475488"/>
          </a:xfrm>
          <a:prstGeom prst="rect">
            <a:avLst/>
          </a:prstGeom>
          <a:noFill/>
        </p:spPr>
        <p:txBody>
          <a:bodyPr wrap="square" lIns="0" rIns="0" tIns="0" bIns="0" anchor="ctr">
            <a:noAutofit/>
          </a:bodyPr>
          <a:lstStyle/>
          <a:p>
            <a:pPr algn="l"/>
            <a:r>
              <a:rPr sz="3400" b="1" i="0">
                <a:solidFill>
                  <a:srgbClr val="8A6A0C"/>
                </a:solidFill>
                <a:latin typeface="Calibri"/>
              </a:rPr>
              <a:t>~80%</a:t>
            </a:r>
          </a:p>
        </p:txBody>
      </p:sp>
      <p:sp>
        <p:nvSpPr>
          <p:cNvPr id="33" name="TextBox 32"/>
          <p:cNvSpPr txBox="1"/>
          <p:nvPr/>
        </p:nvSpPr>
        <p:spPr>
          <a:xfrm>
            <a:off x="5120640" y="3236976"/>
            <a:ext cx="1691640" cy="502920"/>
          </a:xfrm>
          <a:prstGeom prst="rect">
            <a:avLst/>
          </a:prstGeom>
          <a:noFill/>
        </p:spPr>
        <p:txBody>
          <a:bodyPr wrap="square" lIns="0" rIns="0" tIns="0" bIns="0" anchor="t">
            <a:noAutofit/>
          </a:bodyPr>
          <a:lstStyle/>
          <a:p>
            <a:pPr algn="l"/>
            <a:r>
              <a:rPr sz="1600" b="0" i="0">
                <a:solidFill>
                  <a:srgbClr val="4D4D4F"/>
                </a:solidFill>
                <a:latin typeface="Calibri"/>
              </a:rPr>
              <a:t>of flour milling capacity</a:t>
            </a:r>
          </a:p>
        </p:txBody>
      </p:sp>
      <p:sp>
        <p:nvSpPr>
          <p:cNvPr id="34" name="TextBox 33"/>
          <p:cNvSpPr txBox="1"/>
          <p:nvPr/>
        </p:nvSpPr>
        <p:spPr>
          <a:xfrm>
            <a:off x="6949440" y="2743200"/>
            <a:ext cx="1691640" cy="475488"/>
          </a:xfrm>
          <a:prstGeom prst="rect">
            <a:avLst/>
          </a:prstGeom>
          <a:noFill/>
        </p:spPr>
        <p:txBody>
          <a:bodyPr wrap="square" lIns="0" rIns="0" tIns="0" bIns="0" anchor="ctr">
            <a:noAutofit/>
          </a:bodyPr>
          <a:lstStyle/>
          <a:p>
            <a:pPr algn="l"/>
            <a:r>
              <a:rPr sz="3400" b="1" i="0">
                <a:solidFill>
                  <a:srgbClr val="8A6A0C"/>
                </a:solidFill>
                <a:latin typeface="Calibri"/>
              </a:rPr>
              <a:t>~70%</a:t>
            </a:r>
          </a:p>
        </p:txBody>
      </p:sp>
      <p:sp>
        <p:nvSpPr>
          <p:cNvPr id="35" name="TextBox 34"/>
          <p:cNvSpPr txBox="1"/>
          <p:nvPr/>
        </p:nvSpPr>
        <p:spPr>
          <a:xfrm>
            <a:off x="6949440" y="3236976"/>
            <a:ext cx="1691640" cy="502920"/>
          </a:xfrm>
          <a:prstGeom prst="rect">
            <a:avLst/>
          </a:prstGeom>
          <a:noFill/>
        </p:spPr>
        <p:txBody>
          <a:bodyPr wrap="square" lIns="0" rIns="0" tIns="0" bIns="0" anchor="t">
            <a:noAutofit/>
          </a:bodyPr>
          <a:lstStyle/>
          <a:p>
            <a:pPr algn="l"/>
            <a:r>
              <a:rPr sz="1600" b="0" i="0">
                <a:solidFill>
                  <a:srgbClr val="4D4D4F"/>
                </a:solidFill>
                <a:latin typeface="Calibri"/>
              </a:rPr>
              <a:t>of feed output</a:t>
            </a:r>
          </a:p>
        </p:txBody>
      </p:sp>
      <p:sp>
        <p:nvSpPr>
          <p:cNvPr id="36" name="TextBox 35"/>
          <p:cNvSpPr txBox="1"/>
          <p:nvPr/>
        </p:nvSpPr>
        <p:spPr>
          <a:xfrm>
            <a:off x="5120640" y="3840480"/>
            <a:ext cx="3511296" cy="237744"/>
          </a:xfrm>
          <a:prstGeom prst="rect">
            <a:avLst/>
          </a:prstGeom>
          <a:noFill/>
        </p:spPr>
        <p:txBody>
          <a:bodyPr wrap="square" lIns="0" rIns="0" tIns="0" bIns="0" anchor="t">
            <a:noAutofit/>
          </a:bodyPr>
          <a:lstStyle/>
          <a:p>
            <a:pPr algn="l"/>
            <a:r>
              <a:rPr sz="1600" b="0" i="0">
                <a:solidFill>
                  <a:srgbClr val="747678"/>
                </a:solidFill>
                <a:latin typeface="Calibri"/>
              </a:rPr>
              <a:t>Sumatra ~10–15%  ·  other islands ~10%</a:t>
            </a:r>
          </a:p>
        </p:txBody>
      </p:sp>
      <p:sp>
        <p:nvSpPr>
          <p:cNvPr id="37" name="Chevron 36"/>
          <p:cNvSpPr/>
          <p:nvPr/>
        </p:nvSpPr>
        <p:spPr>
          <a:xfrm>
            <a:off x="512064" y="4279392"/>
            <a:ext cx="118872" cy="164592"/>
          </a:xfrm>
          <a:prstGeom prst="chevron">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4206240"/>
            <a:ext cx="7900415" cy="310896"/>
          </a:xfrm>
          <a:prstGeom prst="rect">
            <a:avLst/>
          </a:prstGeom>
          <a:noFill/>
        </p:spPr>
        <p:txBody>
          <a:bodyPr wrap="square" lIns="0" rIns="0" tIns="0" bIns="0" anchor="ctr">
            <a:noAutofit/>
          </a:bodyPr>
          <a:lstStyle/>
          <a:p>
            <a:pPr algn="l"/>
            <a:r>
              <a:rPr sz="1800" b="1" i="0">
                <a:solidFill>
                  <a:srgbClr val="4D4D4F"/>
                </a:solidFill>
                <a:latin typeface="Calibri"/>
              </a:rPr>
              <a:t>A few port corridors on Java and Sumatra carry most of the flow</a:t>
            </a:r>
          </a:p>
        </p:txBody>
      </p:sp>
      <p:sp>
        <p:nvSpPr>
          <p:cNvPr id="39" name="Footnote"/>
          <p:cNvSpPr txBox="1"/>
          <p:nvPr/>
        </p:nvSpPr>
        <p:spPr>
          <a:xfrm>
            <a:off x="512064" y="4553712"/>
            <a:ext cx="7406640" cy="182880"/>
          </a:xfrm>
          <a:prstGeom prst="rect">
            <a:avLst/>
          </a:prstGeom>
          <a:noFill/>
        </p:spPr>
        <p:txBody>
          <a:bodyPr wrap="square" lIns="0" rIns="0" tIns="0" bIns="0" anchor="t">
            <a:noAutofit/>
          </a:bodyPr>
          <a:lstStyle/>
          <a:p>
            <a:pPr algn="l"/>
            <a:r>
              <a:rPr sz="1050" b="0" i="1">
                <a:solidFill>
                  <a:srgbClr val="747678"/>
                </a:solidFill>
                <a:latin typeface="Calibri"/>
              </a:rPr>
              <a:t>Imports 2024 (FKS). Shares are FKS estimates from published mill capacities; mill count, capacity and cargo tonnage are kept separate in the notes.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6 of the 9 food &amp; feed gateways in the FKS screen still rely on conventional handling</a:t>
            </a:r>
          </a:p>
        </p:txBody>
      </p:sp>
      <p:sp>
        <p:nvSpPr>
          <p:cNvPr id="5" name="Text Placeholder 4"/>
          <p:cNvSpPr>
            <a:spLocks noGrp="1"/>
          </p:cNvSpPr>
          <p:nvPr>
            <p:ph type="body" idx="16" sz="half"/>
          </p:nvPr>
        </p:nvSpPr>
        <p:spPr/>
        <p:txBody>
          <a:bodyPr/>
          <a:lstStyle/>
          <a:p>
            <a:r>
              <a:rPr sz="1800" b="1">
                <a:solidFill>
                  <a:srgbClr val="4D4D4F"/>
                </a:solidFill>
                <a:latin typeface="Calibri"/>
              </a:rPr>
              <a:t>At most relevant gateways, the ship still waits for the trucks</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3</a:t>
            </a:r>
          </a:p>
        </p:txBody>
      </p:sp>
      <p:sp>
        <p:nvSpPr>
          <p:cNvPr id="8" name="TextBox 7"/>
          <p:cNvSpPr txBox="1"/>
          <p:nvPr/>
        </p:nvSpPr>
        <p:spPr>
          <a:xfrm>
            <a:off x="512064" y="969264"/>
            <a:ext cx="2651760" cy="841248"/>
          </a:xfrm>
          <a:prstGeom prst="rect">
            <a:avLst/>
          </a:prstGeom>
          <a:noFill/>
        </p:spPr>
        <p:txBody>
          <a:bodyPr wrap="square" lIns="0" rIns="0" tIns="0" bIns="0" anchor="b">
            <a:noAutofit/>
          </a:bodyPr>
          <a:lstStyle/>
          <a:p>
            <a:pPr algn="l"/>
            <a:r>
              <a:rPr sz="6400" b="1" i="0">
                <a:solidFill>
                  <a:srgbClr val="8A6A0C"/>
                </a:solidFill>
                <a:latin typeface="Calibri"/>
              </a:rPr>
              <a:t>6</a:t>
            </a:r>
            <a:r>
              <a:rPr sz="3600" b="1" i="0">
                <a:solidFill>
                  <a:srgbClr val="4D4D4F"/>
                </a:solidFill>
                <a:latin typeface="Calibri"/>
              </a:rPr>
              <a:t> of 9</a:t>
            </a:r>
          </a:p>
        </p:txBody>
      </p:sp>
      <p:sp>
        <p:nvSpPr>
          <p:cNvPr id="9" name="TextBox 8"/>
          <p:cNvSpPr txBox="1"/>
          <p:nvPr/>
        </p:nvSpPr>
        <p:spPr>
          <a:xfrm>
            <a:off x="512064" y="1865376"/>
            <a:ext cx="2651760" cy="868680"/>
          </a:xfrm>
          <a:prstGeom prst="rect">
            <a:avLst/>
          </a:prstGeom>
          <a:noFill/>
        </p:spPr>
        <p:txBody>
          <a:bodyPr wrap="square" lIns="0" rIns="0" tIns="0" bIns="0" anchor="t">
            <a:noAutofit/>
          </a:bodyPr>
          <a:lstStyle/>
          <a:p>
            <a:pPr algn="l"/>
            <a:r>
              <a:rPr sz="1800" b="0" i="0">
                <a:solidFill>
                  <a:srgbClr val="4D4D4F"/>
                </a:solidFill>
                <a:latin typeface="Calibri"/>
              </a:rPr>
              <a:t>relevant food &amp; feed gateways still handle cargo conventionally</a:t>
            </a:r>
          </a:p>
        </p:txBody>
      </p:sp>
      <p:sp>
        <p:nvSpPr>
          <p:cNvPr id="10" name="Oval 9"/>
          <p:cNvSpPr/>
          <p:nvPr/>
        </p:nvSpPr>
        <p:spPr>
          <a:xfrm>
            <a:off x="512064" y="2788920"/>
            <a:ext cx="137160" cy="137160"/>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 y="2743200"/>
            <a:ext cx="1234440" cy="228600"/>
          </a:xfrm>
          <a:prstGeom prst="rect">
            <a:avLst/>
          </a:prstGeom>
          <a:noFill/>
        </p:spPr>
        <p:txBody>
          <a:bodyPr wrap="square" lIns="0" rIns="0" tIns="0" bIns="0" anchor="t">
            <a:noAutofit/>
          </a:bodyPr>
          <a:lstStyle/>
          <a:p>
            <a:pPr algn="l"/>
            <a:r>
              <a:rPr sz="1400" b="0" i="0">
                <a:solidFill>
                  <a:srgbClr val="747678"/>
                </a:solidFill>
                <a:latin typeface="Calibri"/>
              </a:rPr>
              <a:t>FKS, mechanised</a:t>
            </a:r>
          </a:p>
        </p:txBody>
      </p:sp>
      <p:sp>
        <p:nvSpPr>
          <p:cNvPr id="12" name="Oval 11"/>
          <p:cNvSpPr/>
          <p:nvPr/>
        </p:nvSpPr>
        <p:spPr>
          <a:xfrm>
            <a:off x="2103120" y="2788920"/>
            <a:ext cx="137160" cy="137160"/>
          </a:xfrm>
          <a:prstGeom prst="ellipse">
            <a:avLst/>
          </a:prstGeom>
          <a:solidFill>
            <a:srgbClr val="FFFFFF"/>
          </a:solidFill>
          <a:ln w="15875">
            <a:solidFill>
              <a:srgbClr val="6D6E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13432" y="2743200"/>
            <a:ext cx="1005840" cy="228600"/>
          </a:xfrm>
          <a:prstGeom prst="rect">
            <a:avLst/>
          </a:prstGeom>
          <a:noFill/>
        </p:spPr>
        <p:txBody>
          <a:bodyPr wrap="square" lIns="0" rIns="0" tIns="0" bIns="0" anchor="t">
            <a:noAutofit/>
          </a:bodyPr>
          <a:lstStyle/>
          <a:p>
            <a:pPr algn="l"/>
            <a:r>
              <a:rPr sz="1400" b="0" i="0">
                <a:solidFill>
                  <a:srgbClr val="747678"/>
                </a:solidFill>
                <a:latin typeface="Calibri"/>
              </a:rPr>
              <a:t>conventional</a:t>
            </a:r>
          </a:p>
        </p:txBody>
      </p:sp>
      <p:sp>
        <p:nvSpPr>
          <p:cNvPr id="2" name="Map - Neighbouring countries"/>
          <p:cNvSpPr/>
          <p:nvPr/>
        </p:nvSpPr>
        <p:spPr>
          <a:xfrm>
            <a:off x="764946" y="3017520"/>
            <a:ext cx="2078838" cy="496254"/>
          </a:xfrm>
          <a:custGeom>
            <a:avLst/>
            <a:gdLst/>
            <a:ahLst/>
            <a:cxnLst/>
            <a:rect l="l" t="t" r="r" b="b"/>
            <a:pathLst>
              <a:path w="2078838" h="496254">
                <a:moveTo>
                  <a:pt x="241531" y="5105"/>
                </a:moveTo>
                <a:lnTo>
                  <a:pt x="243202" y="968"/>
                </a:lnTo>
                <a:lnTo>
                  <a:pt x="245226" y="0"/>
                </a:lnTo>
                <a:lnTo>
                  <a:pt x="246634" y="0"/>
                </a:lnTo>
                <a:lnTo>
                  <a:pt x="250154" y="0"/>
                </a:lnTo>
                <a:lnTo>
                  <a:pt x="254025" y="0"/>
                </a:lnTo>
                <a:lnTo>
                  <a:pt x="261416" y="0"/>
                </a:lnTo>
                <a:lnTo>
                  <a:pt x="280686" y="2817"/>
                </a:lnTo>
                <a:lnTo>
                  <a:pt x="286405" y="4577"/>
                </a:lnTo>
                <a:lnTo>
                  <a:pt x="294060" y="1672"/>
                </a:lnTo>
                <a:lnTo>
                  <a:pt x="297404" y="3521"/>
                </a:lnTo>
                <a:lnTo>
                  <a:pt x="300923" y="6513"/>
                </a:lnTo>
                <a:lnTo>
                  <a:pt x="302947" y="14787"/>
                </a:lnTo>
                <a:lnTo>
                  <a:pt x="307963" y="22445"/>
                </a:lnTo>
                <a:lnTo>
                  <a:pt x="318081" y="21301"/>
                </a:lnTo>
                <a:lnTo>
                  <a:pt x="321601" y="22445"/>
                </a:lnTo>
                <a:lnTo>
                  <a:pt x="323801" y="22621"/>
                </a:lnTo>
                <a:lnTo>
                  <a:pt x="325737" y="29399"/>
                </a:lnTo>
                <a:lnTo>
                  <a:pt x="326704" y="41017"/>
                </a:lnTo>
                <a:lnTo>
                  <a:pt x="325737" y="47883"/>
                </a:lnTo>
                <a:lnTo>
                  <a:pt x="318433" y="57565"/>
                </a:lnTo>
                <a:lnTo>
                  <a:pt x="317466" y="64166"/>
                </a:lnTo>
                <a:lnTo>
                  <a:pt x="321249" y="68215"/>
                </a:lnTo>
                <a:lnTo>
                  <a:pt x="326264" y="72616"/>
                </a:lnTo>
                <a:lnTo>
                  <a:pt x="329080" y="75961"/>
                </a:lnTo>
                <a:lnTo>
                  <a:pt x="332072" y="75433"/>
                </a:lnTo>
                <a:lnTo>
                  <a:pt x="335855" y="73144"/>
                </a:lnTo>
                <a:lnTo>
                  <a:pt x="339287" y="67423"/>
                </a:lnTo>
                <a:lnTo>
                  <a:pt x="341663" y="62582"/>
                </a:lnTo>
                <a:lnTo>
                  <a:pt x="354597" y="57037"/>
                </a:lnTo>
                <a:lnTo>
                  <a:pt x="367971" y="52108"/>
                </a:lnTo>
                <a:lnTo>
                  <a:pt x="369819" y="52636"/>
                </a:lnTo>
                <a:lnTo>
                  <a:pt x="371931" y="54836"/>
                </a:lnTo>
                <a:lnTo>
                  <a:pt x="376242" y="61966"/>
                </a:lnTo>
                <a:lnTo>
                  <a:pt x="378706" y="63462"/>
                </a:lnTo>
                <a:lnTo>
                  <a:pt x="382402" y="64166"/>
                </a:lnTo>
                <a:lnTo>
                  <a:pt x="388649" y="63462"/>
                </a:lnTo>
                <a:lnTo>
                  <a:pt x="395952" y="59413"/>
                </a:lnTo>
                <a:lnTo>
                  <a:pt x="399736" y="51844"/>
                </a:lnTo>
                <a:lnTo>
                  <a:pt x="401407" y="45858"/>
                </a:lnTo>
                <a:lnTo>
                  <a:pt x="411878" y="35472"/>
                </a:lnTo>
                <a:lnTo>
                  <a:pt x="413022" y="27726"/>
                </a:lnTo>
                <a:lnTo>
                  <a:pt x="415926" y="22709"/>
                </a:lnTo>
                <a:lnTo>
                  <a:pt x="431148" y="26142"/>
                </a:lnTo>
                <a:lnTo>
                  <a:pt x="436955" y="28870"/>
                </a:lnTo>
                <a:lnTo>
                  <a:pt x="454025" y="56068"/>
                </a:lnTo>
                <a:lnTo>
                  <a:pt x="476550" y="75257"/>
                </a:lnTo>
                <a:lnTo>
                  <a:pt x="486141" y="82386"/>
                </a:lnTo>
                <a:lnTo>
                  <a:pt x="493444" y="85819"/>
                </a:lnTo>
                <a:lnTo>
                  <a:pt x="503563" y="96117"/>
                </a:lnTo>
                <a:lnTo>
                  <a:pt x="512362" y="108968"/>
                </a:lnTo>
                <a:lnTo>
                  <a:pt x="531632" y="145232"/>
                </a:lnTo>
                <a:lnTo>
                  <a:pt x="534975" y="161164"/>
                </a:lnTo>
                <a:lnTo>
                  <a:pt x="536295" y="185457"/>
                </a:lnTo>
                <a:lnTo>
                  <a:pt x="532072" y="222073"/>
                </a:lnTo>
                <a:lnTo>
                  <a:pt x="526880" y="240382"/>
                </a:lnTo>
                <a:lnTo>
                  <a:pt x="527848" y="249007"/>
                </a:lnTo>
                <a:lnTo>
                  <a:pt x="534975" y="262210"/>
                </a:lnTo>
                <a:lnTo>
                  <a:pt x="532776" y="274709"/>
                </a:lnTo>
                <a:lnTo>
                  <a:pt x="534183" y="285095"/>
                </a:lnTo>
                <a:lnTo>
                  <a:pt x="533656" y="313966"/>
                </a:lnTo>
                <a:lnTo>
                  <a:pt x="537703" y="322416"/>
                </a:lnTo>
                <a:lnTo>
                  <a:pt x="542279" y="327873"/>
                </a:lnTo>
                <a:lnTo>
                  <a:pt x="566476" y="345037"/>
                </a:lnTo>
                <a:lnTo>
                  <a:pt x="568235" y="351374"/>
                </a:lnTo>
                <a:lnTo>
                  <a:pt x="580202" y="373115"/>
                </a:lnTo>
                <a:lnTo>
                  <a:pt x="602287" y="420470"/>
                </a:lnTo>
                <a:lnTo>
                  <a:pt x="608359" y="441770"/>
                </a:lnTo>
                <a:lnTo>
                  <a:pt x="607655" y="447492"/>
                </a:lnTo>
                <a:lnTo>
                  <a:pt x="605015" y="449868"/>
                </a:lnTo>
                <a:lnTo>
                  <a:pt x="598504" y="451981"/>
                </a:lnTo>
                <a:lnTo>
                  <a:pt x="593136" y="447844"/>
                </a:lnTo>
                <a:lnTo>
                  <a:pt x="591289" y="444851"/>
                </a:lnTo>
                <a:lnTo>
                  <a:pt x="591905" y="441154"/>
                </a:lnTo>
                <a:lnTo>
                  <a:pt x="589705" y="437457"/>
                </a:lnTo>
                <a:lnTo>
                  <a:pt x="584425" y="433144"/>
                </a:lnTo>
                <a:lnTo>
                  <a:pt x="581346" y="429184"/>
                </a:lnTo>
                <a:lnTo>
                  <a:pt x="582226" y="435697"/>
                </a:lnTo>
                <a:lnTo>
                  <a:pt x="582314" y="444059"/>
                </a:lnTo>
                <a:lnTo>
                  <a:pt x="575539" y="444763"/>
                </a:lnTo>
                <a:lnTo>
                  <a:pt x="566916" y="442122"/>
                </a:lnTo>
                <a:lnTo>
                  <a:pt x="556181" y="444499"/>
                </a:lnTo>
                <a:lnTo>
                  <a:pt x="543422" y="454797"/>
                </a:lnTo>
                <a:lnTo>
                  <a:pt x="537263" y="455149"/>
                </a:lnTo>
                <a:lnTo>
                  <a:pt x="532600" y="446259"/>
                </a:lnTo>
                <a:lnTo>
                  <a:pt x="530224" y="440274"/>
                </a:lnTo>
                <a:lnTo>
                  <a:pt x="526440" y="436049"/>
                </a:lnTo>
                <a:lnTo>
                  <a:pt x="485965" y="414396"/>
                </a:lnTo>
                <a:lnTo>
                  <a:pt x="471007" y="408763"/>
                </a:lnTo>
                <a:lnTo>
                  <a:pt x="455257" y="392391"/>
                </a:lnTo>
                <a:lnTo>
                  <a:pt x="419885" y="374259"/>
                </a:lnTo>
                <a:lnTo>
                  <a:pt x="397360" y="356567"/>
                </a:lnTo>
                <a:lnTo>
                  <a:pt x="387769" y="345565"/>
                </a:lnTo>
                <a:lnTo>
                  <a:pt x="364804" y="335883"/>
                </a:lnTo>
                <a:lnTo>
                  <a:pt x="354861" y="324528"/>
                </a:lnTo>
                <a:lnTo>
                  <a:pt x="349934" y="322240"/>
                </a:lnTo>
                <a:lnTo>
                  <a:pt x="345094" y="318191"/>
                </a:lnTo>
                <a:lnTo>
                  <a:pt x="350198" y="307100"/>
                </a:lnTo>
                <a:lnTo>
                  <a:pt x="348086" y="295570"/>
                </a:lnTo>
                <a:lnTo>
                  <a:pt x="345446" y="285800"/>
                </a:lnTo>
                <a:lnTo>
                  <a:pt x="329168" y="266523"/>
                </a:lnTo>
                <a:lnTo>
                  <a:pt x="321249" y="253056"/>
                </a:lnTo>
                <a:lnTo>
                  <a:pt x="305939" y="239677"/>
                </a:lnTo>
                <a:lnTo>
                  <a:pt x="299868" y="232020"/>
                </a:lnTo>
                <a:lnTo>
                  <a:pt x="293972" y="223042"/>
                </a:lnTo>
                <a:lnTo>
                  <a:pt x="297668" y="219873"/>
                </a:lnTo>
                <a:lnTo>
                  <a:pt x="301099" y="218025"/>
                </a:lnTo>
                <a:lnTo>
                  <a:pt x="297932" y="211511"/>
                </a:lnTo>
                <a:lnTo>
                  <a:pt x="289221" y="200157"/>
                </a:lnTo>
                <a:lnTo>
                  <a:pt x="285173" y="187218"/>
                </a:lnTo>
                <a:lnTo>
                  <a:pt x="285173" y="162660"/>
                </a:lnTo>
                <a:lnTo>
                  <a:pt x="272679" y="128157"/>
                </a:lnTo>
                <a:lnTo>
                  <a:pt x="262120" y="80274"/>
                </a:lnTo>
                <a:lnTo>
                  <a:pt x="263968" y="63550"/>
                </a:lnTo>
                <a:lnTo>
                  <a:pt x="261240" y="45418"/>
                </a:lnTo>
                <a:lnTo>
                  <a:pt x="254201" y="27902"/>
                </a:lnTo>
                <a:lnTo>
                  <a:pt x="244962" y="15491"/>
                </a:lnTo>
                <a:lnTo>
                  <a:pt x="241531" y="5105"/>
                </a:lnTo>
                <a:close/>
                <a:moveTo>
                  <a:pt x="1777386" y="204998"/>
                </a:moveTo>
                <a:lnTo>
                  <a:pt x="1774131" y="204998"/>
                </a:lnTo>
                <a:lnTo>
                  <a:pt x="1766563" y="203061"/>
                </a:lnTo>
                <a:lnTo>
                  <a:pt x="1751341" y="193731"/>
                </a:lnTo>
                <a:lnTo>
                  <a:pt x="1735767" y="190386"/>
                </a:lnTo>
                <a:lnTo>
                  <a:pt x="1713154" y="190122"/>
                </a:lnTo>
                <a:lnTo>
                  <a:pt x="1700307" y="188802"/>
                </a:lnTo>
                <a:lnTo>
                  <a:pt x="1695116" y="190210"/>
                </a:lnTo>
                <a:lnTo>
                  <a:pt x="1690717" y="190298"/>
                </a:lnTo>
                <a:lnTo>
                  <a:pt x="1687549" y="188362"/>
                </a:lnTo>
                <a:lnTo>
                  <a:pt x="1684205" y="187394"/>
                </a:lnTo>
                <a:lnTo>
                  <a:pt x="1675406" y="192939"/>
                </a:lnTo>
                <a:lnTo>
                  <a:pt x="1671271" y="191267"/>
                </a:lnTo>
                <a:lnTo>
                  <a:pt x="1667047" y="188890"/>
                </a:lnTo>
                <a:lnTo>
                  <a:pt x="1659656" y="188098"/>
                </a:lnTo>
                <a:lnTo>
                  <a:pt x="1650681" y="188802"/>
                </a:lnTo>
                <a:lnTo>
                  <a:pt x="1640827" y="194435"/>
                </a:lnTo>
                <a:lnTo>
                  <a:pt x="1629740" y="189330"/>
                </a:lnTo>
                <a:lnTo>
                  <a:pt x="1626660" y="189418"/>
                </a:lnTo>
                <a:lnTo>
                  <a:pt x="1624549" y="190738"/>
                </a:lnTo>
                <a:lnTo>
                  <a:pt x="1619709" y="197692"/>
                </a:lnTo>
                <a:lnTo>
                  <a:pt x="1610646" y="203061"/>
                </a:lnTo>
                <a:lnTo>
                  <a:pt x="1606159" y="212831"/>
                </a:lnTo>
                <a:lnTo>
                  <a:pt x="1603343" y="222161"/>
                </a:lnTo>
                <a:lnTo>
                  <a:pt x="1600879" y="225418"/>
                </a:lnTo>
                <a:lnTo>
                  <a:pt x="1600263" y="243550"/>
                </a:lnTo>
                <a:lnTo>
                  <a:pt x="1598856" y="252264"/>
                </a:lnTo>
                <a:lnTo>
                  <a:pt x="1601143" y="263883"/>
                </a:lnTo>
                <a:lnTo>
                  <a:pt x="1600703" y="268812"/>
                </a:lnTo>
                <a:lnTo>
                  <a:pt x="1596656" y="276205"/>
                </a:lnTo>
                <a:lnTo>
                  <a:pt x="1596128" y="277966"/>
                </a:lnTo>
                <a:lnTo>
                  <a:pt x="1594016" y="289672"/>
                </a:lnTo>
                <a:lnTo>
                  <a:pt x="1594808" y="292841"/>
                </a:lnTo>
                <a:lnTo>
                  <a:pt x="1594280" y="296802"/>
                </a:lnTo>
                <a:lnTo>
                  <a:pt x="1590849" y="305076"/>
                </a:lnTo>
                <a:lnTo>
                  <a:pt x="1584689" y="307276"/>
                </a:lnTo>
                <a:lnTo>
                  <a:pt x="1578178" y="308597"/>
                </a:lnTo>
                <a:lnTo>
                  <a:pt x="1572635" y="305780"/>
                </a:lnTo>
                <a:lnTo>
                  <a:pt x="1567619" y="310357"/>
                </a:lnTo>
                <a:lnTo>
                  <a:pt x="1561284" y="317311"/>
                </a:lnTo>
                <a:lnTo>
                  <a:pt x="1558468" y="322064"/>
                </a:lnTo>
                <a:lnTo>
                  <a:pt x="1558556" y="326465"/>
                </a:lnTo>
                <a:lnTo>
                  <a:pt x="1559172" y="329369"/>
                </a:lnTo>
                <a:lnTo>
                  <a:pt x="1557853" y="332450"/>
                </a:lnTo>
                <a:lnTo>
                  <a:pt x="1557677" y="335619"/>
                </a:lnTo>
                <a:lnTo>
                  <a:pt x="1558029" y="340284"/>
                </a:lnTo>
                <a:lnTo>
                  <a:pt x="1562340" y="342220"/>
                </a:lnTo>
                <a:lnTo>
                  <a:pt x="1566827" y="346181"/>
                </a:lnTo>
                <a:lnTo>
                  <a:pt x="1566652" y="350054"/>
                </a:lnTo>
                <a:lnTo>
                  <a:pt x="1564188" y="352695"/>
                </a:lnTo>
                <a:lnTo>
                  <a:pt x="1558556" y="356831"/>
                </a:lnTo>
                <a:lnTo>
                  <a:pt x="1548174" y="365193"/>
                </a:lnTo>
                <a:lnTo>
                  <a:pt x="1536471" y="372411"/>
                </a:lnTo>
                <a:lnTo>
                  <a:pt x="1532072" y="374083"/>
                </a:lnTo>
                <a:lnTo>
                  <a:pt x="1530488" y="377340"/>
                </a:lnTo>
                <a:lnTo>
                  <a:pt x="1529696" y="381829"/>
                </a:lnTo>
                <a:lnTo>
                  <a:pt x="1532248" y="391511"/>
                </a:lnTo>
                <a:lnTo>
                  <a:pt x="1534711" y="394416"/>
                </a:lnTo>
                <a:lnTo>
                  <a:pt x="1536031" y="397849"/>
                </a:lnTo>
                <a:lnTo>
                  <a:pt x="1534447" y="401897"/>
                </a:lnTo>
                <a:lnTo>
                  <a:pt x="1533304" y="405418"/>
                </a:lnTo>
                <a:lnTo>
                  <a:pt x="1528992" y="407619"/>
                </a:lnTo>
                <a:lnTo>
                  <a:pt x="1524857" y="409203"/>
                </a:lnTo>
                <a:lnTo>
                  <a:pt x="1523273" y="412020"/>
                </a:lnTo>
                <a:lnTo>
                  <a:pt x="1521073" y="423726"/>
                </a:lnTo>
                <a:lnTo>
                  <a:pt x="1518521" y="429800"/>
                </a:lnTo>
                <a:lnTo>
                  <a:pt x="1512802" y="438866"/>
                </a:lnTo>
                <a:lnTo>
                  <a:pt x="1510954" y="443003"/>
                </a:lnTo>
                <a:lnTo>
                  <a:pt x="1508051" y="444323"/>
                </a:lnTo>
                <a:lnTo>
                  <a:pt x="1496964" y="440098"/>
                </a:lnTo>
                <a:lnTo>
                  <a:pt x="1487109" y="442651"/>
                </a:lnTo>
                <a:lnTo>
                  <a:pt x="1473999" y="444323"/>
                </a:lnTo>
                <a:lnTo>
                  <a:pt x="1462912" y="444059"/>
                </a:lnTo>
                <a:lnTo>
                  <a:pt x="1454289" y="445907"/>
                </a:lnTo>
                <a:lnTo>
                  <a:pt x="1448394" y="450660"/>
                </a:lnTo>
                <a:lnTo>
                  <a:pt x="1441794" y="456734"/>
                </a:lnTo>
                <a:lnTo>
                  <a:pt x="1434931" y="461135"/>
                </a:lnTo>
                <a:lnTo>
                  <a:pt x="1429652" y="463335"/>
                </a:lnTo>
                <a:lnTo>
                  <a:pt x="1420061" y="456998"/>
                </a:lnTo>
                <a:lnTo>
                  <a:pt x="1415222" y="457526"/>
                </a:lnTo>
                <a:lnTo>
                  <a:pt x="1406511" y="455325"/>
                </a:lnTo>
                <a:lnTo>
                  <a:pt x="1386009" y="448196"/>
                </a:lnTo>
                <a:lnTo>
                  <a:pt x="1380994" y="446083"/>
                </a:lnTo>
                <a:lnTo>
                  <a:pt x="1375538" y="445907"/>
                </a:lnTo>
                <a:lnTo>
                  <a:pt x="1373867" y="443883"/>
                </a:lnTo>
                <a:lnTo>
                  <a:pt x="1374747" y="440450"/>
                </a:lnTo>
                <a:lnTo>
                  <a:pt x="1373867" y="435873"/>
                </a:lnTo>
                <a:lnTo>
                  <a:pt x="1369907" y="434201"/>
                </a:lnTo>
                <a:lnTo>
                  <a:pt x="1328816" y="434905"/>
                </a:lnTo>
                <a:lnTo>
                  <a:pt x="1317025" y="438778"/>
                </a:lnTo>
                <a:lnTo>
                  <a:pt x="1309018" y="441858"/>
                </a:lnTo>
                <a:lnTo>
                  <a:pt x="1303299" y="445467"/>
                </a:lnTo>
                <a:lnTo>
                  <a:pt x="1301627" y="454357"/>
                </a:lnTo>
                <a:lnTo>
                  <a:pt x="1298284" y="462631"/>
                </a:lnTo>
                <a:lnTo>
                  <a:pt x="1293884" y="471521"/>
                </a:lnTo>
                <a:lnTo>
                  <a:pt x="1280158" y="474162"/>
                </a:lnTo>
                <a:lnTo>
                  <a:pt x="1270127" y="483052"/>
                </a:lnTo>
                <a:lnTo>
                  <a:pt x="1266696" y="484196"/>
                </a:lnTo>
                <a:lnTo>
                  <a:pt x="1259744" y="482876"/>
                </a:lnTo>
                <a:lnTo>
                  <a:pt x="1252353" y="482083"/>
                </a:lnTo>
                <a:lnTo>
                  <a:pt x="1247074" y="484636"/>
                </a:lnTo>
                <a:lnTo>
                  <a:pt x="1241443" y="484460"/>
                </a:lnTo>
                <a:lnTo>
                  <a:pt x="1224197" y="480323"/>
                </a:lnTo>
                <a:lnTo>
                  <a:pt x="1207831" y="479619"/>
                </a:lnTo>
                <a:lnTo>
                  <a:pt x="1198592" y="481819"/>
                </a:lnTo>
                <a:lnTo>
                  <a:pt x="1193488" y="482611"/>
                </a:lnTo>
                <a:lnTo>
                  <a:pt x="1165068" y="494846"/>
                </a:lnTo>
                <a:lnTo>
                  <a:pt x="1155477" y="496254"/>
                </a:lnTo>
                <a:lnTo>
                  <a:pt x="1151517" y="494494"/>
                </a:lnTo>
                <a:lnTo>
                  <a:pt x="1146062" y="489477"/>
                </a:lnTo>
                <a:lnTo>
                  <a:pt x="1138671" y="484460"/>
                </a:lnTo>
                <a:lnTo>
                  <a:pt x="1121073" y="467384"/>
                </a:lnTo>
                <a:lnTo>
                  <a:pt x="1114562" y="463335"/>
                </a:lnTo>
                <a:lnTo>
                  <a:pt x="1110250" y="459198"/>
                </a:lnTo>
                <a:lnTo>
                  <a:pt x="1106115" y="454357"/>
                </a:lnTo>
                <a:lnTo>
                  <a:pt x="1100308" y="449076"/>
                </a:lnTo>
                <a:lnTo>
                  <a:pt x="1094940" y="445467"/>
                </a:lnTo>
                <a:lnTo>
                  <a:pt x="1087725" y="438074"/>
                </a:lnTo>
                <a:lnTo>
                  <a:pt x="1080510" y="429976"/>
                </a:lnTo>
                <a:lnTo>
                  <a:pt x="1078926" y="415717"/>
                </a:lnTo>
                <a:lnTo>
                  <a:pt x="1073207" y="413164"/>
                </a:lnTo>
                <a:lnTo>
                  <a:pt x="1071271" y="409467"/>
                </a:lnTo>
                <a:lnTo>
                  <a:pt x="1070391" y="405242"/>
                </a:lnTo>
                <a:lnTo>
                  <a:pt x="1078310" y="393624"/>
                </a:lnTo>
                <a:lnTo>
                  <a:pt x="1084029" y="405858"/>
                </a:lnTo>
                <a:lnTo>
                  <a:pt x="1086317" y="408587"/>
                </a:lnTo>
                <a:lnTo>
                  <a:pt x="1099076" y="416861"/>
                </a:lnTo>
                <a:lnTo>
                  <a:pt x="1109634" y="420910"/>
                </a:lnTo>
                <a:lnTo>
                  <a:pt x="1120985" y="422582"/>
                </a:lnTo>
                <a:lnTo>
                  <a:pt x="1132600" y="422934"/>
                </a:lnTo>
                <a:lnTo>
                  <a:pt x="1137175" y="422406"/>
                </a:lnTo>
                <a:lnTo>
                  <a:pt x="1141663" y="420734"/>
                </a:lnTo>
                <a:lnTo>
                  <a:pt x="1146150" y="422494"/>
                </a:lnTo>
                <a:lnTo>
                  <a:pt x="1170347" y="435873"/>
                </a:lnTo>
                <a:lnTo>
                  <a:pt x="1179762" y="438250"/>
                </a:lnTo>
                <a:lnTo>
                  <a:pt x="1189705" y="437281"/>
                </a:lnTo>
                <a:lnTo>
                  <a:pt x="1193664" y="438602"/>
                </a:lnTo>
                <a:lnTo>
                  <a:pt x="1207567" y="448812"/>
                </a:lnTo>
                <a:lnTo>
                  <a:pt x="1211702" y="450044"/>
                </a:lnTo>
                <a:lnTo>
                  <a:pt x="1218565" y="449252"/>
                </a:lnTo>
                <a:lnTo>
                  <a:pt x="1209766" y="444587"/>
                </a:lnTo>
                <a:lnTo>
                  <a:pt x="1204047" y="441242"/>
                </a:lnTo>
                <a:lnTo>
                  <a:pt x="1201495" y="434993"/>
                </a:lnTo>
                <a:lnTo>
                  <a:pt x="1203079" y="428303"/>
                </a:lnTo>
                <a:lnTo>
                  <a:pt x="1208622" y="423902"/>
                </a:lnTo>
                <a:lnTo>
                  <a:pt x="1212494" y="419061"/>
                </a:lnTo>
                <a:lnTo>
                  <a:pt x="1213902" y="404714"/>
                </a:lnTo>
                <a:lnTo>
                  <a:pt x="1216366" y="397408"/>
                </a:lnTo>
                <a:lnTo>
                  <a:pt x="1221029" y="390455"/>
                </a:lnTo>
                <a:lnTo>
                  <a:pt x="1222525" y="383765"/>
                </a:lnTo>
                <a:lnTo>
                  <a:pt x="1217333" y="378660"/>
                </a:lnTo>
                <a:lnTo>
                  <a:pt x="1216190" y="369946"/>
                </a:lnTo>
                <a:lnTo>
                  <a:pt x="1217333" y="362641"/>
                </a:lnTo>
                <a:lnTo>
                  <a:pt x="1220237" y="357712"/>
                </a:lnTo>
                <a:lnTo>
                  <a:pt x="1224989" y="360968"/>
                </a:lnTo>
                <a:lnTo>
                  <a:pt x="1229828" y="364049"/>
                </a:lnTo>
                <a:lnTo>
                  <a:pt x="1234667" y="363697"/>
                </a:lnTo>
                <a:lnTo>
                  <a:pt x="1238011" y="362465"/>
                </a:lnTo>
                <a:lnTo>
                  <a:pt x="1238627" y="358768"/>
                </a:lnTo>
                <a:lnTo>
                  <a:pt x="1237659" y="352254"/>
                </a:lnTo>
                <a:lnTo>
                  <a:pt x="1237923" y="340284"/>
                </a:lnTo>
                <a:lnTo>
                  <a:pt x="1244082" y="330690"/>
                </a:lnTo>
                <a:lnTo>
                  <a:pt x="1253761" y="324088"/>
                </a:lnTo>
                <a:lnTo>
                  <a:pt x="1263000" y="320919"/>
                </a:lnTo>
                <a:lnTo>
                  <a:pt x="1297404" y="315550"/>
                </a:lnTo>
                <a:lnTo>
                  <a:pt x="1351781" y="301907"/>
                </a:lnTo>
                <a:lnTo>
                  <a:pt x="1367971" y="296538"/>
                </a:lnTo>
                <a:lnTo>
                  <a:pt x="1373867" y="293809"/>
                </a:lnTo>
                <a:lnTo>
                  <a:pt x="1378882" y="290025"/>
                </a:lnTo>
                <a:lnTo>
                  <a:pt x="1387241" y="277790"/>
                </a:lnTo>
                <a:lnTo>
                  <a:pt x="1403079" y="258690"/>
                </a:lnTo>
                <a:lnTo>
                  <a:pt x="1414166" y="242846"/>
                </a:lnTo>
                <a:lnTo>
                  <a:pt x="1437571" y="219961"/>
                </a:lnTo>
                <a:lnTo>
                  <a:pt x="1456225" y="198660"/>
                </a:lnTo>
                <a:lnTo>
                  <a:pt x="1458776" y="194611"/>
                </a:lnTo>
                <a:lnTo>
                  <a:pt x="1461856" y="182993"/>
                </a:lnTo>
                <a:lnTo>
                  <a:pt x="1462032" y="177536"/>
                </a:lnTo>
                <a:lnTo>
                  <a:pt x="1461504" y="171990"/>
                </a:lnTo>
                <a:lnTo>
                  <a:pt x="1464056" y="169438"/>
                </a:lnTo>
                <a:lnTo>
                  <a:pt x="1467663" y="167853"/>
                </a:lnTo>
                <a:lnTo>
                  <a:pt x="1468543" y="167853"/>
                </a:lnTo>
                <a:lnTo>
                  <a:pt x="1471271" y="170318"/>
                </a:lnTo>
                <a:lnTo>
                  <a:pt x="1477782" y="173663"/>
                </a:lnTo>
                <a:lnTo>
                  <a:pt x="1482622" y="177976"/>
                </a:lnTo>
                <a:lnTo>
                  <a:pt x="1485877" y="183609"/>
                </a:lnTo>
                <a:lnTo>
                  <a:pt x="1488253" y="188802"/>
                </a:lnTo>
                <a:lnTo>
                  <a:pt x="1488429" y="193291"/>
                </a:lnTo>
                <a:lnTo>
                  <a:pt x="1491333" y="196900"/>
                </a:lnTo>
                <a:lnTo>
                  <a:pt x="1499604" y="197516"/>
                </a:lnTo>
                <a:lnTo>
                  <a:pt x="1502243" y="202093"/>
                </a:lnTo>
                <a:lnTo>
                  <a:pt x="1507963" y="210015"/>
                </a:lnTo>
                <a:lnTo>
                  <a:pt x="1513242" y="215736"/>
                </a:lnTo>
                <a:lnTo>
                  <a:pt x="1516410" y="217937"/>
                </a:lnTo>
                <a:lnTo>
                  <a:pt x="1520457" y="216704"/>
                </a:lnTo>
                <a:lnTo>
                  <a:pt x="1526704" y="211511"/>
                </a:lnTo>
                <a:lnTo>
                  <a:pt x="1531192" y="205174"/>
                </a:lnTo>
                <a:lnTo>
                  <a:pt x="1534183" y="196548"/>
                </a:lnTo>
                <a:lnTo>
                  <a:pt x="1531808" y="195315"/>
                </a:lnTo>
                <a:lnTo>
                  <a:pt x="1536031" y="188890"/>
                </a:lnTo>
                <a:lnTo>
                  <a:pt x="1536823" y="185457"/>
                </a:lnTo>
                <a:lnTo>
                  <a:pt x="1534887" y="182289"/>
                </a:lnTo>
                <a:lnTo>
                  <a:pt x="1532424" y="179208"/>
                </a:lnTo>
                <a:lnTo>
                  <a:pt x="1531456" y="171374"/>
                </a:lnTo>
                <a:lnTo>
                  <a:pt x="1529784" y="161340"/>
                </a:lnTo>
                <a:lnTo>
                  <a:pt x="1528640" y="156851"/>
                </a:lnTo>
                <a:lnTo>
                  <a:pt x="1531896" y="153594"/>
                </a:lnTo>
                <a:lnTo>
                  <a:pt x="1539023" y="149457"/>
                </a:lnTo>
                <a:lnTo>
                  <a:pt x="1546062" y="144704"/>
                </a:lnTo>
                <a:lnTo>
                  <a:pt x="1553277" y="140831"/>
                </a:lnTo>
                <a:lnTo>
                  <a:pt x="1553453" y="147785"/>
                </a:lnTo>
                <a:lnTo>
                  <a:pt x="1553277" y="159227"/>
                </a:lnTo>
                <a:lnTo>
                  <a:pt x="1555477" y="168734"/>
                </a:lnTo>
                <a:lnTo>
                  <a:pt x="1560316" y="185721"/>
                </a:lnTo>
                <a:lnTo>
                  <a:pt x="1565948" y="188010"/>
                </a:lnTo>
                <a:lnTo>
                  <a:pt x="1572635" y="189506"/>
                </a:lnTo>
                <a:lnTo>
                  <a:pt x="1576506" y="188978"/>
                </a:lnTo>
                <a:lnTo>
                  <a:pt x="1578970" y="187922"/>
                </a:lnTo>
                <a:lnTo>
                  <a:pt x="1579674" y="186514"/>
                </a:lnTo>
                <a:lnTo>
                  <a:pt x="1575450" y="179912"/>
                </a:lnTo>
                <a:lnTo>
                  <a:pt x="1574395" y="164245"/>
                </a:lnTo>
                <a:lnTo>
                  <a:pt x="1570963" y="153946"/>
                </a:lnTo>
                <a:lnTo>
                  <a:pt x="1565684" y="143736"/>
                </a:lnTo>
                <a:lnTo>
                  <a:pt x="1563220" y="140831"/>
                </a:lnTo>
                <a:lnTo>
                  <a:pt x="1583897" y="137927"/>
                </a:lnTo>
                <a:lnTo>
                  <a:pt x="1588561" y="134758"/>
                </a:lnTo>
                <a:lnTo>
                  <a:pt x="1596656" y="127716"/>
                </a:lnTo>
                <a:lnTo>
                  <a:pt x="1599648" y="123756"/>
                </a:lnTo>
                <a:lnTo>
                  <a:pt x="1602111" y="114954"/>
                </a:lnTo>
                <a:lnTo>
                  <a:pt x="1591992" y="109672"/>
                </a:lnTo>
                <a:lnTo>
                  <a:pt x="1588033" y="102895"/>
                </a:lnTo>
                <a:lnTo>
                  <a:pt x="1587769" y="95677"/>
                </a:lnTo>
                <a:lnTo>
                  <a:pt x="1599824" y="82122"/>
                </a:lnTo>
                <a:lnTo>
                  <a:pt x="1604047" y="78954"/>
                </a:lnTo>
                <a:lnTo>
                  <a:pt x="1605895" y="83707"/>
                </a:lnTo>
                <a:lnTo>
                  <a:pt x="1611174" y="84939"/>
                </a:lnTo>
                <a:lnTo>
                  <a:pt x="1616102" y="85115"/>
                </a:lnTo>
                <a:lnTo>
                  <a:pt x="1621029" y="84851"/>
                </a:lnTo>
                <a:lnTo>
                  <a:pt x="1628068" y="77985"/>
                </a:lnTo>
                <a:lnTo>
                  <a:pt x="1631676" y="68215"/>
                </a:lnTo>
                <a:lnTo>
                  <a:pt x="1644170" y="54396"/>
                </a:lnTo>
                <a:lnTo>
                  <a:pt x="1648570" y="43746"/>
                </a:lnTo>
                <a:lnTo>
                  <a:pt x="1651033" y="32567"/>
                </a:lnTo>
                <a:lnTo>
                  <a:pt x="1682446" y="0"/>
                </a:lnTo>
                <a:lnTo>
                  <a:pt x="1686229" y="0"/>
                </a:lnTo>
                <a:lnTo>
                  <a:pt x="1704883" y="0"/>
                </a:lnTo>
                <a:lnTo>
                  <a:pt x="1707171" y="0"/>
                </a:lnTo>
                <a:lnTo>
                  <a:pt x="1712186" y="0"/>
                </a:lnTo>
                <a:lnTo>
                  <a:pt x="1713682" y="0"/>
                </a:lnTo>
                <a:lnTo>
                  <a:pt x="1712978" y="0"/>
                </a:lnTo>
                <a:lnTo>
                  <a:pt x="1709986" y="0"/>
                </a:lnTo>
                <a:lnTo>
                  <a:pt x="1708227" y="0"/>
                </a:lnTo>
                <a:lnTo>
                  <a:pt x="1710338" y="0"/>
                </a:lnTo>
                <a:lnTo>
                  <a:pt x="1719225" y="0"/>
                </a:lnTo>
                <a:lnTo>
                  <a:pt x="1728552" y="0"/>
                </a:lnTo>
                <a:lnTo>
                  <a:pt x="1733743" y="0"/>
                </a:lnTo>
                <a:lnTo>
                  <a:pt x="1738231" y="0"/>
                </a:lnTo>
                <a:lnTo>
                  <a:pt x="1747118" y="0"/>
                </a:lnTo>
                <a:lnTo>
                  <a:pt x="1749054" y="0"/>
                </a:lnTo>
                <a:lnTo>
                  <a:pt x="1748438" y="0"/>
                </a:lnTo>
                <a:lnTo>
                  <a:pt x="1749318" y="0"/>
                </a:lnTo>
                <a:lnTo>
                  <a:pt x="1752749" y="0"/>
                </a:lnTo>
                <a:lnTo>
                  <a:pt x="1760316" y="0"/>
                </a:lnTo>
                <a:lnTo>
                  <a:pt x="1770787" y="0"/>
                </a:lnTo>
                <a:lnTo>
                  <a:pt x="1780554" y="0"/>
                </a:lnTo>
                <a:lnTo>
                  <a:pt x="1783721" y="2289"/>
                </a:lnTo>
                <a:lnTo>
                  <a:pt x="1785833" y="6425"/>
                </a:lnTo>
                <a:lnTo>
                  <a:pt x="1787945" y="13203"/>
                </a:lnTo>
                <a:lnTo>
                  <a:pt x="1788121" y="20068"/>
                </a:lnTo>
                <a:lnTo>
                  <a:pt x="1781082" y="26670"/>
                </a:lnTo>
                <a:lnTo>
                  <a:pt x="1784073" y="37496"/>
                </a:lnTo>
                <a:lnTo>
                  <a:pt x="1783633" y="43834"/>
                </a:lnTo>
                <a:lnTo>
                  <a:pt x="1781170" y="49203"/>
                </a:lnTo>
                <a:lnTo>
                  <a:pt x="1770963" y="54132"/>
                </a:lnTo>
                <a:lnTo>
                  <a:pt x="1798856" y="49291"/>
                </a:lnTo>
                <a:lnTo>
                  <a:pt x="1805719" y="46474"/>
                </a:lnTo>
                <a:lnTo>
                  <a:pt x="1815222" y="39345"/>
                </a:lnTo>
                <a:lnTo>
                  <a:pt x="1820325" y="45506"/>
                </a:lnTo>
                <a:lnTo>
                  <a:pt x="1825076" y="56157"/>
                </a:lnTo>
                <a:lnTo>
                  <a:pt x="1821205" y="58797"/>
                </a:lnTo>
                <a:lnTo>
                  <a:pt x="1809150" y="62758"/>
                </a:lnTo>
                <a:lnTo>
                  <a:pt x="1808534" y="64342"/>
                </a:lnTo>
                <a:lnTo>
                  <a:pt x="1812582" y="69888"/>
                </a:lnTo>
                <a:lnTo>
                  <a:pt x="1817597" y="69359"/>
                </a:lnTo>
                <a:lnTo>
                  <a:pt x="1827628" y="65663"/>
                </a:lnTo>
                <a:lnTo>
                  <a:pt x="1836779" y="59765"/>
                </a:lnTo>
                <a:lnTo>
                  <a:pt x="1841267" y="59853"/>
                </a:lnTo>
                <a:lnTo>
                  <a:pt x="1845930" y="61086"/>
                </a:lnTo>
                <a:lnTo>
                  <a:pt x="1854993" y="64870"/>
                </a:lnTo>
                <a:lnTo>
                  <a:pt x="1860096" y="67863"/>
                </a:lnTo>
                <a:lnTo>
                  <a:pt x="1864408" y="71736"/>
                </a:lnTo>
                <a:lnTo>
                  <a:pt x="1867223" y="79922"/>
                </a:lnTo>
                <a:lnTo>
                  <a:pt x="1877694" y="82826"/>
                </a:lnTo>
                <a:lnTo>
                  <a:pt x="1899076" y="94269"/>
                </a:lnTo>
                <a:lnTo>
                  <a:pt x="1903123" y="95237"/>
                </a:lnTo>
                <a:lnTo>
                  <a:pt x="1907259" y="95501"/>
                </a:lnTo>
                <a:lnTo>
                  <a:pt x="1918521" y="94093"/>
                </a:lnTo>
                <a:lnTo>
                  <a:pt x="1922481" y="95677"/>
                </a:lnTo>
                <a:lnTo>
                  <a:pt x="1925384" y="99814"/>
                </a:lnTo>
                <a:lnTo>
                  <a:pt x="1926264" y="104919"/>
                </a:lnTo>
                <a:lnTo>
                  <a:pt x="1926000" y="110377"/>
                </a:lnTo>
                <a:lnTo>
                  <a:pt x="1924856" y="114513"/>
                </a:lnTo>
                <a:lnTo>
                  <a:pt x="1922217" y="117946"/>
                </a:lnTo>
                <a:lnTo>
                  <a:pt x="1914474" y="123227"/>
                </a:lnTo>
                <a:lnTo>
                  <a:pt x="1895116" y="130005"/>
                </a:lnTo>
                <a:lnTo>
                  <a:pt x="1873999" y="135198"/>
                </a:lnTo>
                <a:lnTo>
                  <a:pt x="1863352" y="134846"/>
                </a:lnTo>
                <a:lnTo>
                  <a:pt x="1848482" y="130357"/>
                </a:lnTo>
                <a:lnTo>
                  <a:pt x="1843026" y="130973"/>
                </a:lnTo>
                <a:lnTo>
                  <a:pt x="1837835" y="132998"/>
                </a:lnTo>
                <a:lnTo>
                  <a:pt x="1831148" y="147081"/>
                </a:lnTo>
                <a:lnTo>
                  <a:pt x="1843378" y="161164"/>
                </a:lnTo>
                <a:lnTo>
                  <a:pt x="1864320" y="175863"/>
                </a:lnTo>
                <a:lnTo>
                  <a:pt x="1867223" y="179472"/>
                </a:lnTo>
                <a:lnTo>
                  <a:pt x="1866432" y="183961"/>
                </a:lnTo>
                <a:lnTo>
                  <a:pt x="1863088" y="186690"/>
                </a:lnTo>
                <a:lnTo>
                  <a:pt x="1858688" y="188186"/>
                </a:lnTo>
                <a:lnTo>
                  <a:pt x="1846898" y="190474"/>
                </a:lnTo>
                <a:lnTo>
                  <a:pt x="1835019" y="192235"/>
                </a:lnTo>
                <a:lnTo>
                  <a:pt x="1825164" y="194699"/>
                </a:lnTo>
                <a:lnTo>
                  <a:pt x="1815574" y="198044"/>
                </a:lnTo>
                <a:lnTo>
                  <a:pt x="1805719" y="196900"/>
                </a:lnTo>
                <a:lnTo>
                  <a:pt x="1792080" y="190298"/>
                </a:lnTo>
                <a:lnTo>
                  <a:pt x="1788121" y="189858"/>
                </a:lnTo>
                <a:lnTo>
                  <a:pt x="1784073" y="193291"/>
                </a:lnTo>
                <a:lnTo>
                  <a:pt x="1780026" y="202445"/>
                </a:lnTo>
                <a:lnTo>
                  <a:pt x="1777386" y="204998"/>
                </a:lnTo>
                <a:close/>
                <a:moveTo>
                  <a:pt x="256489" y="106064"/>
                </a:moveTo>
                <a:lnTo>
                  <a:pt x="254289" y="108528"/>
                </a:lnTo>
                <a:lnTo>
                  <a:pt x="247866" y="107120"/>
                </a:lnTo>
                <a:lnTo>
                  <a:pt x="249010" y="92685"/>
                </a:lnTo>
                <a:lnTo>
                  <a:pt x="252705" y="90836"/>
                </a:lnTo>
                <a:lnTo>
                  <a:pt x="258337" y="93477"/>
                </a:lnTo>
                <a:lnTo>
                  <a:pt x="260888" y="95941"/>
                </a:lnTo>
                <a:lnTo>
                  <a:pt x="256489" y="106064"/>
                </a:lnTo>
                <a:close/>
                <a:moveTo>
                  <a:pt x="217685" y="2993"/>
                </a:moveTo>
                <a:lnTo>
                  <a:pt x="223933" y="12411"/>
                </a:lnTo>
                <a:lnTo>
                  <a:pt x="220765" y="16636"/>
                </a:lnTo>
                <a:lnTo>
                  <a:pt x="219269" y="17868"/>
                </a:lnTo>
                <a:lnTo>
                  <a:pt x="215486" y="16460"/>
                </a:lnTo>
                <a:lnTo>
                  <a:pt x="211966" y="20068"/>
                </a:lnTo>
                <a:lnTo>
                  <a:pt x="208535" y="20861"/>
                </a:lnTo>
                <a:lnTo>
                  <a:pt x="205103" y="14259"/>
                </a:lnTo>
                <a:lnTo>
                  <a:pt x="200880" y="11707"/>
                </a:lnTo>
                <a:lnTo>
                  <a:pt x="199912" y="7218"/>
                </a:lnTo>
                <a:lnTo>
                  <a:pt x="205631" y="6425"/>
                </a:lnTo>
                <a:lnTo>
                  <a:pt x="208975" y="7922"/>
                </a:lnTo>
                <a:lnTo>
                  <a:pt x="215398" y="4841"/>
                </a:lnTo>
                <a:lnTo>
                  <a:pt x="217685" y="2993"/>
                </a:lnTo>
                <a:close/>
                <a:moveTo>
                  <a:pt x="1233172" y="359560"/>
                </a:moveTo>
                <a:lnTo>
                  <a:pt x="1230532" y="360704"/>
                </a:lnTo>
                <a:lnTo>
                  <a:pt x="1226396" y="357536"/>
                </a:lnTo>
                <a:lnTo>
                  <a:pt x="1225340" y="330866"/>
                </a:lnTo>
                <a:lnTo>
                  <a:pt x="1228244" y="328489"/>
                </a:lnTo>
                <a:lnTo>
                  <a:pt x="1230180" y="328841"/>
                </a:lnTo>
                <a:lnTo>
                  <a:pt x="1232204" y="333682"/>
                </a:lnTo>
                <a:lnTo>
                  <a:pt x="1232028" y="345389"/>
                </a:lnTo>
                <a:lnTo>
                  <a:pt x="1232380" y="355687"/>
                </a:lnTo>
                <a:lnTo>
                  <a:pt x="1233172" y="359560"/>
                </a:lnTo>
                <a:close/>
                <a:moveTo>
                  <a:pt x="580378" y="454973"/>
                </a:moveTo>
                <a:lnTo>
                  <a:pt x="567180" y="460783"/>
                </a:lnTo>
                <a:lnTo>
                  <a:pt x="552221" y="455413"/>
                </a:lnTo>
                <a:lnTo>
                  <a:pt x="557061" y="446875"/>
                </a:lnTo>
                <a:lnTo>
                  <a:pt x="567004" y="444763"/>
                </a:lnTo>
                <a:lnTo>
                  <a:pt x="575011" y="447492"/>
                </a:lnTo>
                <a:lnTo>
                  <a:pt x="579586" y="449604"/>
                </a:lnTo>
                <a:lnTo>
                  <a:pt x="582666" y="451981"/>
                </a:lnTo>
                <a:lnTo>
                  <a:pt x="580378" y="454973"/>
                </a:lnTo>
                <a:close/>
                <a:moveTo>
                  <a:pt x="1563220" y="140831"/>
                </a:moveTo>
                <a:lnTo>
                  <a:pt x="1565684" y="143736"/>
                </a:lnTo>
                <a:lnTo>
                  <a:pt x="1570963" y="153946"/>
                </a:lnTo>
                <a:lnTo>
                  <a:pt x="1574395" y="164245"/>
                </a:lnTo>
                <a:lnTo>
                  <a:pt x="1575450" y="179912"/>
                </a:lnTo>
                <a:lnTo>
                  <a:pt x="1579674" y="186514"/>
                </a:lnTo>
                <a:lnTo>
                  <a:pt x="1578970" y="187922"/>
                </a:lnTo>
                <a:lnTo>
                  <a:pt x="1576506" y="188978"/>
                </a:lnTo>
                <a:lnTo>
                  <a:pt x="1572635" y="189506"/>
                </a:lnTo>
                <a:lnTo>
                  <a:pt x="1565948" y="188010"/>
                </a:lnTo>
                <a:lnTo>
                  <a:pt x="1560316" y="185721"/>
                </a:lnTo>
                <a:lnTo>
                  <a:pt x="1555477" y="168734"/>
                </a:lnTo>
                <a:lnTo>
                  <a:pt x="1553277" y="159227"/>
                </a:lnTo>
                <a:lnTo>
                  <a:pt x="1553453" y="147785"/>
                </a:lnTo>
                <a:lnTo>
                  <a:pt x="1553277" y="140831"/>
                </a:lnTo>
                <a:lnTo>
                  <a:pt x="1563220" y="140831"/>
                </a:lnTo>
                <a:close/>
                <a:moveTo>
                  <a:pt x="1553277" y="140831"/>
                </a:moveTo>
                <a:lnTo>
                  <a:pt x="1546062" y="144704"/>
                </a:lnTo>
                <a:lnTo>
                  <a:pt x="1539023" y="149457"/>
                </a:lnTo>
                <a:lnTo>
                  <a:pt x="1531896" y="153594"/>
                </a:lnTo>
                <a:lnTo>
                  <a:pt x="1528640" y="156851"/>
                </a:lnTo>
                <a:lnTo>
                  <a:pt x="1529784" y="161340"/>
                </a:lnTo>
                <a:lnTo>
                  <a:pt x="1531456" y="171374"/>
                </a:lnTo>
                <a:lnTo>
                  <a:pt x="1532424" y="179208"/>
                </a:lnTo>
                <a:lnTo>
                  <a:pt x="1534887" y="182289"/>
                </a:lnTo>
                <a:lnTo>
                  <a:pt x="1536823" y="185457"/>
                </a:lnTo>
                <a:lnTo>
                  <a:pt x="1536031" y="188890"/>
                </a:lnTo>
                <a:lnTo>
                  <a:pt x="1531808" y="195315"/>
                </a:lnTo>
                <a:lnTo>
                  <a:pt x="1534183" y="196548"/>
                </a:lnTo>
                <a:lnTo>
                  <a:pt x="1531192" y="205174"/>
                </a:lnTo>
                <a:lnTo>
                  <a:pt x="1526704" y="211511"/>
                </a:lnTo>
                <a:lnTo>
                  <a:pt x="1520457" y="216704"/>
                </a:lnTo>
                <a:lnTo>
                  <a:pt x="1516410" y="217937"/>
                </a:lnTo>
                <a:lnTo>
                  <a:pt x="1513242" y="215736"/>
                </a:lnTo>
                <a:lnTo>
                  <a:pt x="1507963" y="210015"/>
                </a:lnTo>
                <a:lnTo>
                  <a:pt x="1502243" y="202093"/>
                </a:lnTo>
                <a:lnTo>
                  <a:pt x="1499604" y="197516"/>
                </a:lnTo>
                <a:lnTo>
                  <a:pt x="1491333" y="196900"/>
                </a:lnTo>
                <a:lnTo>
                  <a:pt x="1488429" y="193291"/>
                </a:lnTo>
                <a:lnTo>
                  <a:pt x="1488253" y="188802"/>
                </a:lnTo>
                <a:lnTo>
                  <a:pt x="1485877" y="183609"/>
                </a:lnTo>
                <a:lnTo>
                  <a:pt x="1482622" y="177976"/>
                </a:lnTo>
                <a:lnTo>
                  <a:pt x="1477782" y="173663"/>
                </a:lnTo>
                <a:lnTo>
                  <a:pt x="1471271" y="170318"/>
                </a:lnTo>
                <a:lnTo>
                  <a:pt x="1468543" y="167853"/>
                </a:lnTo>
                <a:lnTo>
                  <a:pt x="1478574" y="168029"/>
                </a:lnTo>
                <a:lnTo>
                  <a:pt x="1489221" y="166621"/>
                </a:lnTo>
                <a:lnTo>
                  <a:pt x="1500219" y="161956"/>
                </a:lnTo>
                <a:lnTo>
                  <a:pt x="1510866" y="156235"/>
                </a:lnTo>
                <a:lnTo>
                  <a:pt x="1519753" y="149809"/>
                </a:lnTo>
                <a:lnTo>
                  <a:pt x="1528112" y="142504"/>
                </a:lnTo>
                <a:lnTo>
                  <a:pt x="1536911" y="136782"/>
                </a:lnTo>
                <a:lnTo>
                  <a:pt x="1550461" y="130093"/>
                </a:lnTo>
                <a:lnTo>
                  <a:pt x="1555125" y="130621"/>
                </a:lnTo>
                <a:lnTo>
                  <a:pt x="1555037" y="135374"/>
                </a:lnTo>
                <a:lnTo>
                  <a:pt x="1553277" y="140831"/>
                </a:lnTo>
                <a:close/>
                <a:moveTo>
                  <a:pt x="2078838" y="37320"/>
                </a:moveTo>
                <a:lnTo>
                  <a:pt x="2078838" y="43658"/>
                </a:lnTo>
                <a:lnTo>
                  <a:pt x="2078838" y="42073"/>
                </a:lnTo>
                <a:lnTo>
                  <a:pt x="2078838" y="43834"/>
                </a:lnTo>
                <a:lnTo>
                  <a:pt x="2078838" y="47090"/>
                </a:lnTo>
                <a:lnTo>
                  <a:pt x="2078838" y="49291"/>
                </a:lnTo>
                <a:lnTo>
                  <a:pt x="2078838" y="55452"/>
                </a:lnTo>
                <a:lnTo>
                  <a:pt x="2078838" y="49027"/>
                </a:lnTo>
                <a:lnTo>
                  <a:pt x="2078838" y="53428"/>
                </a:lnTo>
                <a:lnTo>
                  <a:pt x="2078838" y="50787"/>
                </a:lnTo>
                <a:lnTo>
                  <a:pt x="2072767" y="53164"/>
                </a:lnTo>
                <a:lnTo>
                  <a:pt x="2067927" y="48147"/>
                </a:lnTo>
                <a:lnTo>
                  <a:pt x="2069863" y="43394"/>
                </a:lnTo>
                <a:lnTo>
                  <a:pt x="2078838" y="35560"/>
                </a:lnTo>
                <a:lnTo>
                  <a:pt x="2078838" y="37320"/>
                </a:lnTo>
                <a:close/>
                <a:moveTo>
                  <a:pt x="2012846" y="109408"/>
                </a:moveTo>
                <a:lnTo>
                  <a:pt x="2010470" y="114778"/>
                </a:lnTo>
                <a:lnTo>
                  <a:pt x="2007743" y="117242"/>
                </a:lnTo>
                <a:lnTo>
                  <a:pt x="2004047" y="115834"/>
                </a:lnTo>
                <a:lnTo>
                  <a:pt x="2001231" y="113105"/>
                </a:lnTo>
                <a:lnTo>
                  <a:pt x="1999735" y="117154"/>
                </a:lnTo>
                <a:lnTo>
                  <a:pt x="1991992" y="118738"/>
                </a:lnTo>
                <a:lnTo>
                  <a:pt x="1987153" y="124988"/>
                </a:lnTo>
                <a:lnTo>
                  <a:pt x="1980114" y="126748"/>
                </a:lnTo>
                <a:lnTo>
                  <a:pt x="1975098" y="125868"/>
                </a:lnTo>
                <a:lnTo>
                  <a:pt x="1975626" y="120323"/>
                </a:lnTo>
                <a:lnTo>
                  <a:pt x="1989353" y="111961"/>
                </a:lnTo>
                <a:lnTo>
                  <a:pt x="1997888" y="108792"/>
                </a:lnTo>
                <a:lnTo>
                  <a:pt x="2005367" y="102807"/>
                </a:lnTo>
                <a:lnTo>
                  <a:pt x="2009150" y="102103"/>
                </a:lnTo>
                <a:lnTo>
                  <a:pt x="2010998" y="107032"/>
                </a:lnTo>
                <a:lnTo>
                  <a:pt x="2012846" y="109408"/>
                </a:lnTo>
                <a:close/>
                <a:moveTo>
                  <a:pt x="241795" y="0"/>
                </a:moveTo>
                <a:lnTo>
                  <a:pt x="241179" y="0"/>
                </a:lnTo>
                <a:lnTo>
                  <a:pt x="243378" y="0"/>
                </a:lnTo>
                <a:lnTo>
                  <a:pt x="246370" y="0"/>
                </a:lnTo>
                <a:lnTo>
                  <a:pt x="250242" y="0"/>
                </a:lnTo>
                <a:lnTo>
                  <a:pt x="254465" y="0"/>
                </a:lnTo>
                <a:lnTo>
                  <a:pt x="259041" y="0"/>
                </a:lnTo>
                <a:lnTo>
                  <a:pt x="263880" y="0"/>
                </a:lnTo>
                <a:lnTo>
                  <a:pt x="269071" y="0"/>
                </a:lnTo>
                <a:lnTo>
                  <a:pt x="274351" y="0"/>
                </a:lnTo>
                <a:lnTo>
                  <a:pt x="276814" y="0"/>
                </a:lnTo>
                <a:lnTo>
                  <a:pt x="278574" y="0"/>
                </a:lnTo>
                <a:lnTo>
                  <a:pt x="278838" y="0"/>
                </a:lnTo>
                <a:lnTo>
                  <a:pt x="276374" y="0"/>
                </a:lnTo>
                <a:lnTo>
                  <a:pt x="272063" y="0"/>
                </a:lnTo>
                <a:lnTo>
                  <a:pt x="266080" y="0"/>
                </a:lnTo>
                <a:lnTo>
                  <a:pt x="268015" y="0"/>
                </a:lnTo>
                <a:lnTo>
                  <a:pt x="276286" y="0"/>
                </a:lnTo>
                <a:lnTo>
                  <a:pt x="286053" y="0"/>
                </a:lnTo>
                <a:lnTo>
                  <a:pt x="296524" y="0"/>
                </a:lnTo>
                <a:lnTo>
                  <a:pt x="302067" y="0"/>
                </a:lnTo>
                <a:lnTo>
                  <a:pt x="306555" y="0"/>
                </a:lnTo>
                <a:lnTo>
                  <a:pt x="310778" y="0"/>
                </a:lnTo>
                <a:lnTo>
                  <a:pt x="316146" y="0"/>
                </a:lnTo>
                <a:lnTo>
                  <a:pt x="332688" y="0"/>
                </a:lnTo>
                <a:lnTo>
                  <a:pt x="337703" y="0"/>
                </a:lnTo>
                <a:lnTo>
                  <a:pt x="338495" y="0"/>
                </a:lnTo>
                <a:lnTo>
                  <a:pt x="336471" y="0"/>
                </a:lnTo>
                <a:lnTo>
                  <a:pt x="339023" y="0"/>
                </a:lnTo>
                <a:lnTo>
                  <a:pt x="343686" y="0"/>
                </a:lnTo>
                <a:lnTo>
                  <a:pt x="344214" y="0"/>
                </a:lnTo>
                <a:lnTo>
                  <a:pt x="338495" y="0"/>
                </a:lnTo>
                <a:lnTo>
                  <a:pt x="333656" y="0"/>
                </a:lnTo>
                <a:lnTo>
                  <a:pt x="328376" y="0"/>
                </a:lnTo>
                <a:lnTo>
                  <a:pt x="324329" y="0"/>
                </a:lnTo>
                <a:lnTo>
                  <a:pt x="323185" y="0"/>
                </a:lnTo>
                <a:lnTo>
                  <a:pt x="323537" y="0"/>
                </a:lnTo>
                <a:lnTo>
                  <a:pt x="327232" y="0"/>
                </a:lnTo>
                <a:lnTo>
                  <a:pt x="331192" y="0"/>
                </a:lnTo>
                <a:lnTo>
                  <a:pt x="332160" y="0"/>
                </a:lnTo>
                <a:lnTo>
                  <a:pt x="331720" y="0"/>
                </a:lnTo>
                <a:lnTo>
                  <a:pt x="328992" y="0"/>
                </a:lnTo>
                <a:lnTo>
                  <a:pt x="318961" y="0"/>
                </a:lnTo>
                <a:lnTo>
                  <a:pt x="310954" y="0"/>
                </a:lnTo>
                <a:lnTo>
                  <a:pt x="315178" y="0"/>
                </a:lnTo>
                <a:lnTo>
                  <a:pt x="323097" y="0"/>
                </a:lnTo>
                <a:lnTo>
                  <a:pt x="328288" y="0"/>
                </a:lnTo>
                <a:lnTo>
                  <a:pt x="333744" y="0"/>
                </a:lnTo>
                <a:lnTo>
                  <a:pt x="345446" y="0"/>
                </a:lnTo>
                <a:lnTo>
                  <a:pt x="355477" y="0"/>
                </a:lnTo>
                <a:lnTo>
                  <a:pt x="367883" y="0"/>
                </a:lnTo>
                <a:lnTo>
                  <a:pt x="368675" y="0"/>
                </a:lnTo>
                <a:lnTo>
                  <a:pt x="379586" y="0"/>
                </a:lnTo>
                <a:lnTo>
                  <a:pt x="384513" y="0"/>
                </a:lnTo>
                <a:lnTo>
                  <a:pt x="387241" y="0"/>
                </a:lnTo>
                <a:lnTo>
                  <a:pt x="391113" y="0"/>
                </a:lnTo>
                <a:lnTo>
                  <a:pt x="396040" y="0"/>
                </a:lnTo>
                <a:lnTo>
                  <a:pt x="402375" y="0"/>
                </a:lnTo>
                <a:lnTo>
                  <a:pt x="410118" y="0"/>
                </a:lnTo>
                <a:lnTo>
                  <a:pt x="415926" y="0"/>
                </a:lnTo>
                <a:lnTo>
                  <a:pt x="420061" y="0"/>
                </a:lnTo>
                <a:lnTo>
                  <a:pt x="427452" y="0"/>
                </a:lnTo>
                <a:lnTo>
                  <a:pt x="438011" y="0"/>
                </a:lnTo>
                <a:lnTo>
                  <a:pt x="447426" y="0"/>
                </a:lnTo>
                <a:lnTo>
                  <a:pt x="455697" y="0"/>
                </a:lnTo>
                <a:lnTo>
                  <a:pt x="459656" y="0"/>
                </a:lnTo>
                <a:lnTo>
                  <a:pt x="459480" y="0"/>
                </a:lnTo>
                <a:lnTo>
                  <a:pt x="461328" y="0"/>
                </a:lnTo>
                <a:lnTo>
                  <a:pt x="465200" y="0"/>
                </a:lnTo>
                <a:lnTo>
                  <a:pt x="466872" y="0"/>
                </a:lnTo>
                <a:lnTo>
                  <a:pt x="466432" y="0"/>
                </a:lnTo>
                <a:lnTo>
                  <a:pt x="470215" y="0"/>
                </a:lnTo>
                <a:lnTo>
                  <a:pt x="478046" y="0"/>
                </a:lnTo>
                <a:lnTo>
                  <a:pt x="486141" y="0"/>
                </a:lnTo>
                <a:lnTo>
                  <a:pt x="494236" y="0"/>
                </a:lnTo>
                <a:lnTo>
                  <a:pt x="499516" y="0"/>
                </a:lnTo>
                <a:lnTo>
                  <a:pt x="503035" y="0"/>
                </a:lnTo>
                <a:lnTo>
                  <a:pt x="508139" y="0"/>
                </a:lnTo>
                <a:lnTo>
                  <a:pt x="512626" y="0"/>
                </a:lnTo>
                <a:lnTo>
                  <a:pt x="518169" y="0"/>
                </a:lnTo>
                <a:lnTo>
                  <a:pt x="519665" y="0"/>
                </a:lnTo>
                <a:lnTo>
                  <a:pt x="516938" y="0"/>
                </a:lnTo>
                <a:lnTo>
                  <a:pt x="517202" y="0"/>
                </a:lnTo>
                <a:lnTo>
                  <a:pt x="520369" y="0"/>
                </a:lnTo>
                <a:lnTo>
                  <a:pt x="527320" y="0"/>
                </a:lnTo>
                <a:lnTo>
                  <a:pt x="537967" y="0"/>
                </a:lnTo>
                <a:lnTo>
                  <a:pt x="550462" y="0"/>
                </a:lnTo>
                <a:lnTo>
                  <a:pt x="564716" y="0"/>
                </a:lnTo>
                <a:lnTo>
                  <a:pt x="574131" y="0"/>
                </a:lnTo>
                <a:lnTo>
                  <a:pt x="578618" y="0"/>
                </a:lnTo>
                <a:lnTo>
                  <a:pt x="587329" y="0"/>
                </a:lnTo>
                <a:lnTo>
                  <a:pt x="600264" y="0"/>
                </a:lnTo>
                <a:lnTo>
                  <a:pt x="611438" y="0"/>
                </a:lnTo>
                <a:lnTo>
                  <a:pt x="620677" y="0"/>
                </a:lnTo>
                <a:lnTo>
                  <a:pt x="630444" y="0"/>
                </a:lnTo>
                <a:lnTo>
                  <a:pt x="640739" y="0"/>
                </a:lnTo>
                <a:lnTo>
                  <a:pt x="648130" y="0"/>
                </a:lnTo>
                <a:lnTo>
                  <a:pt x="654817" y="0"/>
                </a:lnTo>
                <a:lnTo>
                  <a:pt x="649802" y="0"/>
                </a:lnTo>
                <a:lnTo>
                  <a:pt x="648482" y="0"/>
                </a:lnTo>
                <a:lnTo>
                  <a:pt x="649098" y="0"/>
                </a:lnTo>
                <a:lnTo>
                  <a:pt x="655081" y="0"/>
                </a:lnTo>
                <a:lnTo>
                  <a:pt x="666608" y="0"/>
                </a:lnTo>
                <a:lnTo>
                  <a:pt x="673295" y="0"/>
                </a:lnTo>
                <a:lnTo>
                  <a:pt x="675143" y="0"/>
                </a:lnTo>
                <a:lnTo>
                  <a:pt x="684117" y="0"/>
                </a:lnTo>
                <a:lnTo>
                  <a:pt x="700132" y="0"/>
                </a:lnTo>
                <a:lnTo>
                  <a:pt x="706731" y="0"/>
                </a:lnTo>
                <a:lnTo>
                  <a:pt x="704091" y="0"/>
                </a:lnTo>
                <a:lnTo>
                  <a:pt x="703827" y="0"/>
                </a:lnTo>
                <a:lnTo>
                  <a:pt x="706115" y="0"/>
                </a:lnTo>
                <a:lnTo>
                  <a:pt x="711658" y="0"/>
                </a:lnTo>
                <a:lnTo>
                  <a:pt x="720457" y="0"/>
                </a:lnTo>
                <a:lnTo>
                  <a:pt x="725736" y="0"/>
                </a:lnTo>
                <a:lnTo>
                  <a:pt x="727408" y="0"/>
                </a:lnTo>
                <a:lnTo>
                  <a:pt x="727232" y="0"/>
                </a:lnTo>
                <a:lnTo>
                  <a:pt x="725209" y="0"/>
                </a:lnTo>
                <a:lnTo>
                  <a:pt x="721513" y="0"/>
                </a:lnTo>
                <a:lnTo>
                  <a:pt x="716146" y="0"/>
                </a:lnTo>
                <a:lnTo>
                  <a:pt x="715530" y="0"/>
                </a:lnTo>
                <a:lnTo>
                  <a:pt x="714122" y="0"/>
                </a:lnTo>
                <a:lnTo>
                  <a:pt x="717905" y="0"/>
                </a:lnTo>
                <a:lnTo>
                  <a:pt x="719137" y="0"/>
                </a:lnTo>
                <a:lnTo>
                  <a:pt x="717026" y="0"/>
                </a:lnTo>
                <a:lnTo>
                  <a:pt x="715002" y="0"/>
                </a:lnTo>
                <a:lnTo>
                  <a:pt x="714738" y="0"/>
                </a:lnTo>
                <a:lnTo>
                  <a:pt x="712890" y="0"/>
                </a:lnTo>
                <a:lnTo>
                  <a:pt x="708227" y="0"/>
                </a:lnTo>
                <a:lnTo>
                  <a:pt x="701099" y="0"/>
                </a:lnTo>
                <a:lnTo>
                  <a:pt x="692476" y="0"/>
                </a:lnTo>
                <a:lnTo>
                  <a:pt x="687109" y="0"/>
                </a:lnTo>
                <a:lnTo>
                  <a:pt x="685877" y="0"/>
                </a:lnTo>
                <a:lnTo>
                  <a:pt x="682094" y="0"/>
                </a:lnTo>
                <a:lnTo>
                  <a:pt x="677518" y="0"/>
                </a:lnTo>
                <a:lnTo>
                  <a:pt x="673999" y="0"/>
                </a:lnTo>
                <a:lnTo>
                  <a:pt x="671271" y="0"/>
                </a:lnTo>
                <a:lnTo>
                  <a:pt x="669423" y="0"/>
                </a:lnTo>
                <a:lnTo>
                  <a:pt x="668367" y="0"/>
                </a:lnTo>
                <a:lnTo>
                  <a:pt x="660360" y="0"/>
                </a:lnTo>
                <a:lnTo>
                  <a:pt x="651561" y="0"/>
                </a:lnTo>
                <a:lnTo>
                  <a:pt x="633700" y="0"/>
                </a:lnTo>
                <a:lnTo>
                  <a:pt x="619269" y="0"/>
                </a:lnTo>
                <a:lnTo>
                  <a:pt x="603079" y="0"/>
                </a:lnTo>
                <a:lnTo>
                  <a:pt x="587769" y="0"/>
                </a:lnTo>
                <a:lnTo>
                  <a:pt x="581434" y="0"/>
                </a:lnTo>
                <a:lnTo>
                  <a:pt x="574131" y="0"/>
                </a:lnTo>
                <a:lnTo>
                  <a:pt x="567004" y="0"/>
                </a:lnTo>
                <a:lnTo>
                  <a:pt x="560316" y="0"/>
                </a:lnTo>
                <a:lnTo>
                  <a:pt x="547822" y="0"/>
                </a:lnTo>
                <a:lnTo>
                  <a:pt x="543070" y="0"/>
                </a:lnTo>
                <a:lnTo>
                  <a:pt x="533040" y="0"/>
                </a:lnTo>
                <a:lnTo>
                  <a:pt x="522569" y="0"/>
                </a:lnTo>
                <a:lnTo>
                  <a:pt x="512538" y="0"/>
                </a:lnTo>
                <a:lnTo>
                  <a:pt x="497756" y="0"/>
                </a:lnTo>
                <a:lnTo>
                  <a:pt x="487021" y="0"/>
                </a:lnTo>
                <a:lnTo>
                  <a:pt x="483854" y="0"/>
                </a:lnTo>
                <a:lnTo>
                  <a:pt x="478574" y="0"/>
                </a:lnTo>
                <a:lnTo>
                  <a:pt x="471183" y="0"/>
                </a:lnTo>
                <a:lnTo>
                  <a:pt x="461592" y="0"/>
                </a:lnTo>
                <a:lnTo>
                  <a:pt x="454993" y="0"/>
                </a:lnTo>
                <a:lnTo>
                  <a:pt x="456841" y="0"/>
                </a:lnTo>
                <a:lnTo>
                  <a:pt x="455169" y="0"/>
                </a:lnTo>
                <a:lnTo>
                  <a:pt x="444786" y="0"/>
                </a:lnTo>
                <a:lnTo>
                  <a:pt x="436603" y="0"/>
                </a:lnTo>
                <a:lnTo>
                  <a:pt x="435195" y="0"/>
                </a:lnTo>
                <a:lnTo>
                  <a:pt x="436163" y="0"/>
                </a:lnTo>
                <a:lnTo>
                  <a:pt x="438979" y="0"/>
                </a:lnTo>
                <a:lnTo>
                  <a:pt x="444258" y="0"/>
                </a:lnTo>
                <a:lnTo>
                  <a:pt x="447690" y="0"/>
                </a:lnTo>
                <a:lnTo>
                  <a:pt x="450242" y="0"/>
                </a:lnTo>
                <a:lnTo>
                  <a:pt x="451033" y="0"/>
                </a:lnTo>
                <a:lnTo>
                  <a:pt x="462472" y="0"/>
                </a:lnTo>
                <a:lnTo>
                  <a:pt x="468895" y="0"/>
                </a:lnTo>
                <a:lnTo>
                  <a:pt x="473559" y="0"/>
                </a:lnTo>
                <a:lnTo>
                  <a:pt x="471887" y="0"/>
                </a:lnTo>
                <a:lnTo>
                  <a:pt x="469159" y="0"/>
                </a:lnTo>
                <a:lnTo>
                  <a:pt x="471887" y="0"/>
                </a:lnTo>
                <a:lnTo>
                  <a:pt x="487813" y="0"/>
                </a:lnTo>
                <a:lnTo>
                  <a:pt x="489221" y="0"/>
                </a:lnTo>
                <a:lnTo>
                  <a:pt x="487285" y="0"/>
                </a:lnTo>
                <a:lnTo>
                  <a:pt x="484821" y="0"/>
                </a:lnTo>
                <a:lnTo>
                  <a:pt x="476726" y="0"/>
                </a:lnTo>
                <a:lnTo>
                  <a:pt x="474175" y="0"/>
                </a:lnTo>
                <a:lnTo>
                  <a:pt x="464672" y="0"/>
                </a:lnTo>
                <a:lnTo>
                  <a:pt x="459304" y="0"/>
                </a:lnTo>
                <a:lnTo>
                  <a:pt x="457633" y="0"/>
                </a:lnTo>
                <a:lnTo>
                  <a:pt x="454553" y="0"/>
                </a:lnTo>
                <a:lnTo>
                  <a:pt x="445226" y="0"/>
                </a:lnTo>
                <a:lnTo>
                  <a:pt x="437219" y="0"/>
                </a:lnTo>
                <a:lnTo>
                  <a:pt x="429828" y="0"/>
                </a:lnTo>
                <a:lnTo>
                  <a:pt x="428860" y="0"/>
                </a:lnTo>
                <a:lnTo>
                  <a:pt x="427276" y="0"/>
                </a:lnTo>
                <a:lnTo>
                  <a:pt x="418829" y="0"/>
                </a:lnTo>
                <a:lnTo>
                  <a:pt x="410030" y="0"/>
                </a:lnTo>
                <a:lnTo>
                  <a:pt x="402199" y="0"/>
                </a:lnTo>
                <a:lnTo>
                  <a:pt x="397272" y="0"/>
                </a:lnTo>
                <a:lnTo>
                  <a:pt x="392608" y="0"/>
                </a:lnTo>
                <a:lnTo>
                  <a:pt x="382754" y="0"/>
                </a:lnTo>
                <a:lnTo>
                  <a:pt x="358205" y="0"/>
                </a:lnTo>
                <a:lnTo>
                  <a:pt x="326968" y="0"/>
                </a:lnTo>
                <a:lnTo>
                  <a:pt x="315002" y="0"/>
                </a:lnTo>
                <a:lnTo>
                  <a:pt x="310074" y="0"/>
                </a:lnTo>
                <a:lnTo>
                  <a:pt x="306995" y="0"/>
                </a:lnTo>
                <a:lnTo>
                  <a:pt x="309898" y="0"/>
                </a:lnTo>
                <a:lnTo>
                  <a:pt x="310602" y="0"/>
                </a:lnTo>
                <a:lnTo>
                  <a:pt x="314298" y="0"/>
                </a:lnTo>
                <a:lnTo>
                  <a:pt x="312538" y="0"/>
                </a:lnTo>
                <a:lnTo>
                  <a:pt x="314386" y="0"/>
                </a:lnTo>
                <a:lnTo>
                  <a:pt x="315794" y="0"/>
                </a:lnTo>
                <a:lnTo>
                  <a:pt x="310866" y="0"/>
                </a:lnTo>
                <a:lnTo>
                  <a:pt x="288781" y="0"/>
                </a:lnTo>
                <a:lnTo>
                  <a:pt x="284118" y="0"/>
                </a:lnTo>
                <a:lnTo>
                  <a:pt x="278222" y="0"/>
                </a:lnTo>
                <a:lnTo>
                  <a:pt x="251825" y="0"/>
                </a:lnTo>
                <a:lnTo>
                  <a:pt x="241795" y="0"/>
                </a:lnTo>
                <a:lnTo>
                  <a:pt x="232556" y="0"/>
                </a:lnTo>
                <a:lnTo>
                  <a:pt x="230268" y="0"/>
                </a:lnTo>
                <a:lnTo>
                  <a:pt x="235547" y="0"/>
                </a:lnTo>
                <a:lnTo>
                  <a:pt x="238979" y="0"/>
                </a:lnTo>
                <a:lnTo>
                  <a:pt x="229476" y="0"/>
                </a:lnTo>
                <a:lnTo>
                  <a:pt x="227892" y="0"/>
                </a:lnTo>
                <a:lnTo>
                  <a:pt x="231588" y="0"/>
                </a:lnTo>
                <a:lnTo>
                  <a:pt x="230092" y="0"/>
                </a:lnTo>
                <a:lnTo>
                  <a:pt x="224901" y="0"/>
                </a:lnTo>
                <a:lnTo>
                  <a:pt x="216718" y="0"/>
                </a:lnTo>
                <a:lnTo>
                  <a:pt x="213374" y="0"/>
                </a:lnTo>
                <a:lnTo>
                  <a:pt x="206863" y="0"/>
                </a:lnTo>
                <a:lnTo>
                  <a:pt x="198240" y="0"/>
                </a:lnTo>
                <a:lnTo>
                  <a:pt x="192433" y="0"/>
                </a:lnTo>
                <a:lnTo>
                  <a:pt x="188297" y="0"/>
                </a:lnTo>
                <a:lnTo>
                  <a:pt x="185921" y="0"/>
                </a:lnTo>
                <a:lnTo>
                  <a:pt x="168147" y="0"/>
                </a:lnTo>
                <a:lnTo>
                  <a:pt x="163924" y="0"/>
                </a:lnTo>
                <a:lnTo>
                  <a:pt x="157589" y="0"/>
                </a:lnTo>
                <a:lnTo>
                  <a:pt x="159788" y="0"/>
                </a:lnTo>
                <a:lnTo>
                  <a:pt x="160228" y="0"/>
                </a:lnTo>
                <a:lnTo>
                  <a:pt x="157941" y="0"/>
                </a:lnTo>
                <a:lnTo>
                  <a:pt x="157237" y="0"/>
                </a:lnTo>
                <a:lnTo>
                  <a:pt x="159876" y="0"/>
                </a:lnTo>
                <a:lnTo>
                  <a:pt x="168411" y="0"/>
                </a:lnTo>
                <a:lnTo>
                  <a:pt x="166388" y="0"/>
                </a:lnTo>
                <a:lnTo>
                  <a:pt x="165420" y="0"/>
                </a:lnTo>
                <a:lnTo>
                  <a:pt x="172547" y="0"/>
                </a:lnTo>
                <a:lnTo>
                  <a:pt x="177738" y="0"/>
                </a:lnTo>
                <a:lnTo>
                  <a:pt x="206775" y="0"/>
                </a:lnTo>
                <a:lnTo>
                  <a:pt x="216630" y="0"/>
                </a:lnTo>
                <a:lnTo>
                  <a:pt x="220325" y="0"/>
                </a:lnTo>
                <a:lnTo>
                  <a:pt x="222701" y="0"/>
                </a:lnTo>
                <a:lnTo>
                  <a:pt x="227628" y="0"/>
                </a:lnTo>
                <a:lnTo>
                  <a:pt x="230180" y="0"/>
                </a:lnTo>
                <a:lnTo>
                  <a:pt x="235987" y="0"/>
                </a:lnTo>
                <a:lnTo>
                  <a:pt x="242411" y="0"/>
                </a:lnTo>
                <a:lnTo>
                  <a:pt x="244610" y="0"/>
                </a:lnTo>
                <a:lnTo>
                  <a:pt x="245050" y="0"/>
                </a:lnTo>
                <a:lnTo>
                  <a:pt x="245402" y="0"/>
                </a:lnTo>
                <a:lnTo>
                  <a:pt x="251209" y="0"/>
                </a:lnTo>
                <a:lnTo>
                  <a:pt x="255609" y="0"/>
                </a:lnTo>
                <a:lnTo>
                  <a:pt x="271007" y="0"/>
                </a:lnTo>
                <a:lnTo>
                  <a:pt x="275407" y="0"/>
                </a:lnTo>
                <a:lnTo>
                  <a:pt x="279014" y="0"/>
                </a:lnTo>
                <a:lnTo>
                  <a:pt x="269687" y="0"/>
                </a:lnTo>
                <a:lnTo>
                  <a:pt x="267224" y="0"/>
                </a:lnTo>
                <a:lnTo>
                  <a:pt x="264496" y="0"/>
                </a:lnTo>
                <a:lnTo>
                  <a:pt x="261240" y="0"/>
                </a:lnTo>
                <a:lnTo>
                  <a:pt x="256049" y="0"/>
                </a:lnTo>
                <a:lnTo>
                  <a:pt x="255697" y="0"/>
                </a:lnTo>
                <a:lnTo>
                  <a:pt x="259568" y="0"/>
                </a:lnTo>
                <a:lnTo>
                  <a:pt x="258953" y="0"/>
                </a:lnTo>
                <a:lnTo>
                  <a:pt x="253673" y="0"/>
                </a:lnTo>
                <a:lnTo>
                  <a:pt x="244962" y="0"/>
                </a:lnTo>
                <a:lnTo>
                  <a:pt x="245226" y="0"/>
                </a:lnTo>
                <a:lnTo>
                  <a:pt x="249098" y="0"/>
                </a:lnTo>
                <a:lnTo>
                  <a:pt x="263704" y="0"/>
                </a:lnTo>
                <a:lnTo>
                  <a:pt x="268367" y="0"/>
                </a:lnTo>
                <a:lnTo>
                  <a:pt x="274175" y="0"/>
                </a:lnTo>
                <a:lnTo>
                  <a:pt x="282622" y="0"/>
                </a:lnTo>
                <a:lnTo>
                  <a:pt x="292828" y="0"/>
                </a:lnTo>
                <a:lnTo>
                  <a:pt x="300836" y="0"/>
                </a:lnTo>
                <a:lnTo>
                  <a:pt x="320633" y="0"/>
                </a:lnTo>
                <a:lnTo>
                  <a:pt x="332600" y="0"/>
                </a:lnTo>
                <a:lnTo>
                  <a:pt x="345622" y="0"/>
                </a:lnTo>
                <a:lnTo>
                  <a:pt x="354333" y="0"/>
                </a:lnTo>
                <a:lnTo>
                  <a:pt x="362868" y="0"/>
                </a:lnTo>
                <a:lnTo>
                  <a:pt x="373075" y="0"/>
                </a:lnTo>
                <a:lnTo>
                  <a:pt x="389353" y="2200"/>
                </a:lnTo>
                <a:lnTo>
                  <a:pt x="415926" y="22709"/>
                </a:lnTo>
                <a:lnTo>
                  <a:pt x="413022" y="27726"/>
                </a:lnTo>
                <a:lnTo>
                  <a:pt x="411878" y="35472"/>
                </a:lnTo>
                <a:lnTo>
                  <a:pt x="401407" y="45858"/>
                </a:lnTo>
                <a:lnTo>
                  <a:pt x="399736" y="51844"/>
                </a:lnTo>
                <a:lnTo>
                  <a:pt x="395952" y="59413"/>
                </a:lnTo>
                <a:lnTo>
                  <a:pt x="388649" y="63462"/>
                </a:lnTo>
                <a:lnTo>
                  <a:pt x="382402" y="64166"/>
                </a:lnTo>
                <a:lnTo>
                  <a:pt x="378706" y="63462"/>
                </a:lnTo>
                <a:lnTo>
                  <a:pt x="376242" y="61966"/>
                </a:lnTo>
                <a:lnTo>
                  <a:pt x="371931" y="54836"/>
                </a:lnTo>
                <a:lnTo>
                  <a:pt x="369819" y="52636"/>
                </a:lnTo>
                <a:lnTo>
                  <a:pt x="367971" y="52108"/>
                </a:lnTo>
                <a:lnTo>
                  <a:pt x="354597" y="57037"/>
                </a:lnTo>
                <a:lnTo>
                  <a:pt x="341663" y="62582"/>
                </a:lnTo>
                <a:lnTo>
                  <a:pt x="339287" y="67423"/>
                </a:lnTo>
                <a:lnTo>
                  <a:pt x="335855" y="73144"/>
                </a:lnTo>
                <a:lnTo>
                  <a:pt x="332072" y="75433"/>
                </a:lnTo>
                <a:lnTo>
                  <a:pt x="329080" y="75961"/>
                </a:lnTo>
                <a:lnTo>
                  <a:pt x="326264" y="72616"/>
                </a:lnTo>
                <a:lnTo>
                  <a:pt x="321249" y="68215"/>
                </a:lnTo>
                <a:lnTo>
                  <a:pt x="317466" y="64166"/>
                </a:lnTo>
                <a:lnTo>
                  <a:pt x="318433" y="57565"/>
                </a:lnTo>
                <a:lnTo>
                  <a:pt x="325737" y="47883"/>
                </a:lnTo>
                <a:lnTo>
                  <a:pt x="326704" y="41017"/>
                </a:lnTo>
                <a:lnTo>
                  <a:pt x="325737" y="29399"/>
                </a:lnTo>
                <a:lnTo>
                  <a:pt x="323801" y="22621"/>
                </a:lnTo>
                <a:lnTo>
                  <a:pt x="321601" y="22445"/>
                </a:lnTo>
                <a:lnTo>
                  <a:pt x="318081" y="21301"/>
                </a:lnTo>
                <a:lnTo>
                  <a:pt x="307963" y="22445"/>
                </a:lnTo>
                <a:lnTo>
                  <a:pt x="302947" y="14787"/>
                </a:lnTo>
                <a:lnTo>
                  <a:pt x="300923" y="6513"/>
                </a:lnTo>
                <a:lnTo>
                  <a:pt x="297404" y="3521"/>
                </a:lnTo>
                <a:lnTo>
                  <a:pt x="294060" y="1672"/>
                </a:lnTo>
                <a:lnTo>
                  <a:pt x="286405" y="4577"/>
                </a:lnTo>
                <a:lnTo>
                  <a:pt x="280686" y="2817"/>
                </a:lnTo>
                <a:lnTo>
                  <a:pt x="261416" y="0"/>
                </a:lnTo>
                <a:lnTo>
                  <a:pt x="254025" y="0"/>
                </a:lnTo>
                <a:lnTo>
                  <a:pt x="250154" y="0"/>
                </a:lnTo>
                <a:lnTo>
                  <a:pt x="246634" y="0"/>
                </a:lnTo>
                <a:lnTo>
                  <a:pt x="245226" y="0"/>
                </a:lnTo>
                <a:lnTo>
                  <a:pt x="243202" y="968"/>
                </a:lnTo>
                <a:lnTo>
                  <a:pt x="241531" y="5105"/>
                </a:lnTo>
                <a:lnTo>
                  <a:pt x="219533" y="0"/>
                </a:lnTo>
                <a:lnTo>
                  <a:pt x="204311" y="0"/>
                </a:lnTo>
                <a:lnTo>
                  <a:pt x="206423" y="0"/>
                </a:lnTo>
                <a:lnTo>
                  <a:pt x="201847" y="0"/>
                </a:lnTo>
                <a:lnTo>
                  <a:pt x="196040" y="0"/>
                </a:lnTo>
                <a:lnTo>
                  <a:pt x="191729" y="0"/>
                </a:lnTo>
                <a:lnTo>
                  <a:pt x="195600" y="0"/>
                </a:lnTo>
                <a:lnTo>
                  <a:pt x="189617" y="0"/>
                </a:lnTo>
                <a:lnTo>
                  <a:pt x="181346" y="0"/>
                </a:lnTo>
                <a:lnTo>
                  <a:pt x="174659" y="0"/>
                </a:lnTo>
                <a:lnTo>
                  <a:pt x="169467" y="0"/>
                </a:lnTo>
                <a:lnTo>
                  <a:pt x="166300" y="0"/>
                </a:lnTo>
                <a:lnTo>
                  <a:pt x="159173" y="0"/>
                </a:lnTo>
                <a:lnTo>
                  <a:pt x="149934" y="0"/>
                </a:lnTo>
                <a:lnTo>
                  <a:pt x="146854" y="0"/>
                </a:lnTo>
                <a:lnTo>
                  <a:pt x="147558" y="0"/>
                </a:lnTo>
                <a:lnTo>
                  <a:pt x="140783" y="0"/>
                </a:lnTo>
                <a:lnTo>
                  <a:pt x="131808" y="0"/>
                </a:lnTo>
                <a:lnTo>
                  <a:pt x="124505" y="0"/>
                </a:lnTo>
                <a:lnTo>
                  <a:pt x="117026" y="0"/>
                </a:lnTo>
                <a:lnTo>
                  <a:pt x="111042" y="0"/>
                </a:lnTo>
                <a:lnTo>
                  <a:pt x="106027" y="0"/>
                </a:lnTo>
                <a:lnTo>
                  <a:pt x="99076" y="0"/>
                </a:lnTo>
                <a:lnTo>
                  <a:pt x="96788" y="0"/>
                </a:lnTo>
                <a:lnTo>
                  <a:pt x="92125" y="0"/>
                </a:lnTo>
                <a:lnTo>
                  <a:pt x="86845" y="0"/>
                </a:lnTo>
                <a:lnTo>
                  <a:pt x="81918" y="0"/>
                </a:lnTo>
                <a:lnTo>
                  <a:pt x="76023" y="0"/>
                </a:lnTo>
                <a:lnTo>
                  <a:pt x="75055" y="0"/>
                </a:lnTo>
                <a:lnTo>
                  <a:pt x="76374" y="0"/>
                </a:lnTo>
                <a:lnTo>
                  <a:pt x="83766" y="0"/>
                </a:lnTo>
                <a:lnTo>
                  <a:pt x="87725" y="0"/>
                </a:lnTo>
                <a:lnTo>
                  <a:pt x="94060" y="0"/>
                </a:lnTo>
                <a:lnTo>
                  <a:pt x="98460" y="0"/>
                </a:lnTo>
                <a:lnTo>
                  <a:pt x="104531" y="0"/>
                </a:lnTo>
                <a:lnTo>
                  <a:pt x="116938" y="0"/>
                </a:lnTo>
                <a:lnTo>
                  <a:pt x="118257" y="0"/>
                </a:lnTo>
                <a:lnTo>
                  <a:pt x="120809" y="0"/>
                </a:lnTo>
                <a:lnTo>
                  <a:pt x="122657" y="0"/>
                </a:lnTo>
                <a:lnTo>
                  <a:pt x="123273" y="0"/>
                </a:lnTo>
                <a:lnTo>
                  <a:pt x="121689" y="0"/>
                </a:lnTo>
                <a:lnTo>
                  <a:pt x="124329" y="0"/>
                </a:lnTo>
                <a:lnTo>
                  <a:pt x="133128" y="0"/>
                </a:lnTo>
                <a:lnTo>
                  <a:pt x="145270" y="0"/>
                </a:lnTo>
                <a:lnTo>
                  <a:pt x="159788" y="0"/>
                </a:lnTo>
                <a:lnTo>
                  <a:pt x="174659" y="0"/>
                </a:lnTo>
                <a:lnTo>
                  <a:pt x="182050" y="0"/>
                </a:lnTo>
                <a:lnTo>
                  <a:pt x="185129" y="0"/>
                </a:lnTo>
                <a:lnTo>
                  <a:pt x="188385" y="0"/>
                </a:lnTo>
                <a:lnTo>
                  <a:pt x="193488" y="0"/>
                </a:lnTo>
                <a:lnTo>
                  <a:pt x="196920" y="0"/>
                </a:lnTo>
                <a:lnTo>
                  <a:pt x="197184" y="0"/>
                </a:lnTo>
                <a:lnTo>
                  <a:pt x="189089" y="0"/>
                </a:lnTo>
                <a:lnTo>
                  <a:pt x="183810" y="0"/>
                </a:lnTo>
                <a:lnTo>
                  <a:pt x="181082" y="0"/>
                </a:lnTo>
                <a:lnTo>
                  <a:pt x="179674" y="0"/>
                </a:lnTo>
                <a:lnTo>
                  <a:pt x="177738" y="0"/>
                </a:lnTo>
                <a:lnTo>
                  <a:pt x="178706" y="0"/>
                </a:lnTo>
                <a:lnTo>
                  <a:pt x="175803" y="0"/>
                </a:lnTo>
                <a:lnTo>
                  <a:pt x="169203" y="0"/>
                </a:lnTo>
                <a:lnTo>
                  <a:pt x="162428" y="0"/>
                </a:lnTo>
                <a:lnTo>
                  <a:pt x="158381" y="0"/>
                </a:lnTo>
                <a:lnTo>
                  <a:pt x="153981" y="0"/>
                </a:lnTo>
                <a:lnTo>
                  <a:pt x="152485" y="0"/>
                </a:lnTo>
                <a:lnTo>
                  <a:pt x="155125" y="0"/>
                </a:lnTo>
                <a:lnTo>
                  <a:pt x="158557" y="0"/>
                </a:lnTo>
                <a:lnTo>
                  <a:pt x="158205" y="0"/>
                </a:lnTo>
                <a:lnTo>
                  <a:pt x="156797" y="0"/>
                </a:lnTo>
                <a:lnTo>
                  <a:pt x="155125" y="0"/>
                </a:lnTo>
                <a:lnTo>
                  <a:pt x="150638" y="0"/>
                </a:lnTo>
                <a:lnTo>
                  <a:pt x="144390" y="0"/>
                </a:lnTo>
                <a:lnTo>
                  <a:pt x="137263" y="0"/>
                </a:lnTo>
                <a:lnTo>
                  <a:pt x="118521" y="0"/>
                </a:lnTo>
                <a:lnTo>
                  <a:pt x="105235" y="0"/>
                </a:lnTo>
                <a:lnTo>
                  <a:pt x="98636" y="0"/>
                </a:lnTo>
                <a:lnTo>
                  <a:pt x="90277" y="0"/>
                </a:lnTo>
                <a:lnTo>
                  <a:pt x="84294" y="0"/>
                </a:lnTo>
                <a:lnTo>
                  <a:pt x="76726" y="0"/>
                </a:lnTo>
                <a:lnTo>
                  <a:pt x="72855" y="0"/>
                </a:lnTo>
                <a:lnTo>
                  <a:pt x="70743" y="0"/>
                </a:lnTo>
                <a:lnTo>
                  <a:pt x="71887" y="0"/>
                </a:lnTo>
                <a:lnTo>
                  <a:pt x="75495" y="0"/>
                </a:lnTo>
                <a:lnTo>
                  <a:pt x="80246" y="0"/>
                </a:lnTo>
                <a:lnTo>
                  <a:pt x="84030" y="0"/>
                </a:lnTo>
                <a:lnTo>
                  <a:pt x="94852" y="0"/>
                </a:lnTo>
                <a:lnTo>
                  <a:pt x="102331" y="0"/>
                </a:lnTo>
                <a:lnTo>
                  <a:pt x="104091" y="0"/>
                </a:lnTo>
                <a:lnTo>
                  <a:pt x="104795" y="0"/>
                </a:lnTo>
                <a:lnTo>
                  <a:pt x="103827" y="0"/>
                </a:lnTo>
                <a:lnTo>
                  <a:pt x="104179" y="0"/>
                </a:lnTo>
                <a:lnTo>
                  <a:pt x="105587" y="0"/>
                </a:lnTo>
                <a:lnTo>
                  <a:pt x="107171" y="0"/>
                </a:lnTo>
                <a:lnTo>
                  <a:pt x="127056" y="0"/>
                </a:lnTo>
                <a:lnTo>
                  <a:pt x="131280" y="0"/>
                </a:lnTo>
                <a:lnTo>
                  <a:pt x="133216" y="0"/>
                </a:lnTo>
                <a:lnTo>
                  <a:pt x="131544" y="0"/>
                </a:lnTo>
                <a:lnTo>
                  <a:pt x="128552" y="0"/>
                </a:lnTo>
                <a:lnTo>
                  <a:pt x="115706" y="0"/>
                </a:lnTo>
                <a:lnTo>
                  <a:pt x="113242" y="0"/>
                </a:lnTo>
                <a:lnTo>
                  <a:pt x="107347" y="0"/>
                </a:lnTo>
                <a:lnTo>
                  <a:pt x="104795" y="0"/>
                </a:lnTo>
                <a:lnTo>
                  <a:pt x="101099" y="0"/>
                </a:lnTo>
                <a:lnTo>
                  <a:pt x="97140" y="0"/>
                </a:lnTo>
                <a:lnTo>
                  <a:pt x="96524" y="0"/>
                </a:lnTo>
                <a:lnTo>
                  <a:pt x="93708" y="0"/>
                </a:lnTo>
                <a:lnTo>
                  <a:pt x="77694" y="0"/>
                </a:lnTo>
                <a:lnTo>
                  <a:pt x="70479" y="0"/>
                </a:lnTo>
                <a:lnTo>
                  <a:pt x="60624" y="0"/>
                </a:lnTo>
                <a:lnTo>
                  <a:pt x="48834" y="0"/>
                </a:lnTo>
                <a:lnTo>
                  <a:pt x="36867" y="0"/>
                </a:lnTo>
                <a:lnTo>
                  <a:pt x="31236" y="0"/>
                </a:lnTo>
                <a:lnTo>
                  <a:pt x="29212" y="0"/>
                </a:lnTo>
                <a:lnTo>
                  <a:pt x="28596" y="0"/>
                </a:lnTo>
                <a:lnTo>
                  <a:pt x="32204" y="0"/>
                </a:lnTo>
                <a:lnTo>
                  <a:pt x="30444" y="0"/>
                </a:lnTo>
                <a:lnTo>
                  <a:pt x="24461" y="0"/>
                </a:lnTo>
                <a:lnTo>
                  <a:pt x="21821" y="0"/>
                </a:lnTo>
                <a:lnTo>
                  <a:pt x="22701" y="0"/>
                </a:lnTo>
                <a:lnTo>
                  <a:pt x="19797" y="0"/>
                </a:lnTo>
                <a:lnTo>
                  <a:pt x="13198" y="0"/>
                </a:lnTo>
                <a:lnTo>
                  <a:pt x="6775" y="0"/>
                </a:lnTo>
                <a:lnTo>
                  <a:pt x="616" y="0"/>
                </a:lnTo>
                <a:lnTo>
                  <a:pt x="0" y="0"/>
                </a:lnTo>
                <a:lnTo>
                  <a:pt x="2023" y="0"/>
                </a:lnTo>
                <a:lnTo>
                  <a:pt x="9766" y="0"/>
                </a:lnTo>
                <a:lnTo>
                  <a:pt x="12406" y="0"/>
                </a:lnTo>
                <a:lnTo>
                  <a:pt x="17861" y="0"/>
                </a:lnTo>
                <a:lnTo>
                  <a:pt x="26220" y="0"/>
                </a:lnTo>
                <a:lnTo>
                  <a:pt x="31148" y="0"/>
                </a:lnTo>
                <a:lnTo>
                  <a:pt x="32732" y="0"/>
                </a:lnTo>
                <a:lnTo>
                  <a:pt x="33436" y="0"/>
                </a:lnTo>
                <a:lnTo>
                  <a:pt x="29212" y="0"/>
                </a:lnTo>
                <a:lnTo>
                  <a:pt x="29916" y="0"/>
                </a:lnTo>
                <a:lnTo>
                  <a:pt x="37835" y="0"/>
                </a:lnTo>
                <a:lnTo>
                  <a:pt x="36955" y="0"/>
                </a:lnTo>
                <a:lnTo>
                  <a:pt x="38979" y="0"/>
                </a:lnTo>
                <a:lnTo>
                  <a:pt x="47690" y="0"/>
                </a:lnTo>
                <a:lnTo>
                  <a:pt x="54289" y="0"/>
                </a:lnTo>
                <a:lnTo>
                  <a:pt x="56401" y="0"/>
                </a:lnTo>
                <a:lnTo>
                  <a:pt x="59393" y="0"/>
                </a:lnTo>
                <a:lnTo>
                  <a:pt x="64848" y="0"/>
                </a:lnTo>
                <a:lnTo>
                  <a:pt x="76110" y="0"/>
                </a:lnTo>
                <a:lnTo>
                  <a:pt x="80950" y="0"/>
                </a:lnTo>
                <a:lnTo>
                  <a:pt x="87725" y="0"/>
                </a:lnTo>
                <a:lnTo>
                  <a:pt x="95116" y="0"/>
                </a:lnTo>
                <a:lnTo>
                  <a:pt x="98548" y="0"/>
                </a:lnTo>
                <a:lnTo>
                  <a:pt x="122041" y="0"/>
                </a:lnTo>
                <a:lnTo>
                  <a:pt x="127232" y="0"/>
                </a:lnTo>
                <a:lnTo>
                  <a:pt x="132160" y="0"/>
                </a:lnTo>
                <a:lnTo>
                  <a:pt x="135767" y="0"/>
                </a:lnTo>
                <a:lnTo>
                  <a:pt x="139375" y="0"/>
                </a:lnTo>
                <a:lnTo>
                  <a:pt x="141927" y="0"/>
                </a:lnTo>
                <a:lnTo>
                  <a:pt x="144918" y="0"/>
                </a:lnTo>
                <a:lnTo>
                  <a:pt x="146590" y="0"/>
                </a:lnTo>
                <a:lnTo>
                  <a:pt x="149582" y="0"/>
                </a:lnTo>
                <a:lnTo>
                  <a:pt x="154597" y="0"/>
                </a:lnTo>
                <a:lnTo>
                  <a:pt x="160404" y="0"/>
                </a:lnTo>
                <a:lnTo>
                  <a:pt x="168059" y="0"/>
                </a:lnTo>
                <a:lnTo>
                  <a:pt x="172811" y="0"/>
                </a:lnTo>
                <a:lnTo>
                  <a:pt x="178178" y="0"/>
                </a:lnTo>
                <a:lnTo>
                  <a:pt x="182842" y="0"/>
                </a:lnTo>
                <a:lnTo>
                  <a:pt x="185833" y="0"/>
                </a:lnTo>
                <a:lnTo>
                  <a:pt x="187241" y="0"/>
                </a:lnTo>
                <a:lnTo>
                  <a:pt x="185921" y="0"/>
                </a:lnTo>
                <a:lnTo>
                  <a:pt x="182490" y="0"/>
                </a:lnTo>
                <a:lnTo>
                  <a:pt x="183458" y="0"/>
                </a:lnTo>
                <a:lnTo>
                  <a:pt x="189881" y="0"/>
                </a:lnTo>
                <a:lnTo>
                  <a:pt x="199296" y="0"/>
                </a:lnTo>
                <a:lnTo>
                  <a:pt x="206423" y="0"/>
                </a:lnTo>
                <a:lnTo>
                  <a:pt x="211086" y="0"/>
                </a:lnTo>
                <a:lnTo>
                  <a:pt x="215662" y="0"/>
                </a:lnTo>
                <a:lnTo>
                  <a:pt x="221381" y="0"/>
                </a:lnTo>
                <a:lnTo>
                  <a:pt x="227012" y="0"/>
                </a:lnTo>
                <a:lnTo>
                  <a:pt x="231412" y="0"/>
                </a:lnTo>
                <a:lnTo>
                  <a:pt x="241795" y="0"/>
                </a:lnTo>
                <a:close/>
              </a:path>
            </a:pathLst>
          </a:custGeom>
          <a:solidFill>
            <a:srgbClr val="E8E9E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ap - Indonesia"/>
          <p:cNvSpPr/>
          <p:nvPr/>
        </p:nvSpPr>
        <p:spPr>
          <a:xfrm>
            <a:off x="574273" y="3094185"/>
            <a:ext cx="2269511" cy="1331649"/>
          </a:xfrm>
          <a:custGeom>
            <a:avLst/>
            <a:gdLst/>
            <a:ahLst/>
            <a:cxnLst/>
            <a:rect l="l" t="t" r="r" b="b"/>
            <a:pathLst>
              <a:path w="2269511" h="1331649">
                <a:moveTo>
                  <a:pt x="200175" y="366514"/>
                </a:moveTo>
                <a:lnTo>
                  <a:pt x="219181" y="391247"/>
                </a:lnTo>
                <a:lnTo>
                  <a:pt x="226924" y="394592"/>
                </a:lnTo>
                <a:lnTo>
                  <a:pt x="237219" y="405858"/>
                </a:lnTo>
                <a:lnTo>
                  <a:pt x="239771" y="409731"/>
                </a:lnTo>
                <a:lnTo>
                  <a:pt x="237131" y="417653"/>
                </a:lnTo>
                <a:lnTo>
                  <a:pt x="234843" y="440186"/>
                </a:lnTo>
                <a:lnTo>
                  <a:pt x="229916" y="445819"/>
                </a:lnTo>
                <a:lnTo>
                  <a:pt x="217949" y="443003"/>
                </a:lnTo>
                <a:lnTo>
                  <a:pt x="217861" y="439042"/>
                </a:lnTo>
                <a:lnTo>
                  <a:pt x="210910" y="422054"/>
                </a:lnTo>
                <a:lnTo>
                  <a:pt x="198328" y="412636"/>
                </a:lnTo>
                <a:lnTo>
                  <a:pt x="193400" y="412108"/>
                </a:lnTo>
                <a:lnTo>
                  <a:pt x="190233" y="402426"/>
                </a:lnTo>
                <a:lnTo>
                  <a:pt x="183897" y="390983"/>
                </a:lnTo>
                <a:lnTo>
                  <a:pt x="164716" y="370034"/>
                </a:lnTo>
                <a:lnTo>
                  <a:pt x="179234" y="370122"/>
                </a:lnTo>
                <a:lnTo>
                  <a:pt x="186273" y="365017"/>
                </a:lnTo>
                <a:lnTo>
                  <a:pt x="187945" y="360968"/>
                </a:lnTo>
                <a:lnTo>
                  <a:pt x="189089" y="359912"/>
                </a:lnTo>
                <a:lnTo>
                  <a:pt x="200175" y="366514"/>
                </a:lnTo>
                <a:close/>
                <a:moveTo>
                  <a:pt x="348174" y="651961"/>
                </a:moveTo>
                <a:lnTo>
                  <a:pt x="340079" y="652401"/>
                </a:lnTo>
                <a:lnTo>
                  <a:pt x="322657" y="641927"/>
                </a:lnTo>
                <a:lnTo>
                  <a:pt x="318609" y="637174"/>
                </a:lnTo>
                <a:lnTo>
                  <a:pt x="317553" y="630837"/>
                </a:lnTo>
                <a:lnTo>
                  <a:pt x="300923" y="606455"/>
                </a:lnTo>
                <a:lnTo>
                  <a:pt x="298724" y="600910"/>
                </a:lnTo>
                <a:lnTo>
                  <a:pt x="305235" y="580929"/>
                </a:lnTo>
                <a:lnTo>
                  <a:pt x="322217" y="576088"/>
                </a:lnTo>
                <a:lnTo>
                  <a:pt x="327848" y="579433"/>
                </a:lnTo>
                <a:lnTo>
                  <a:pt x="329784" y="588411"/>
                </a:lnTo>
                <a:lnTo>
                  <a:pt x="339463" y="604695"/>
                </a:lnTo>
                <a:lnTo>
                  <a:pt x="342630" y="613409"/>
                </a:lnTo>
                <a:lnTo>
                  <a:pt x="345094" y="617281"/>
                </a:lnTo>
                <a:lnTo>
                  <a:pt x="346062" y="620274"/>
                </a:lnTo>
                <a:lnTo>
                  <a:pt x="345270" y="622387"/>
                </a:lnTo>
                <a:lnTo>
                  <a:pt x="352221" y="632685"/>
                </a:lnTo>
                <a:lnTo>
                  <a:pt x="357237" y="638758"/>
                </a:lnTo>
                <a:lnTo>
                  <a:pt x="357589" y="648440"/>
                </a:lnTo>
                <a:lnTo>
                  <a:pt x="348174" y="651961"/>
                </a:lnTo>
                <a:close/>
                <a:moveTo>
                  <a:pt x="1885965" y="1253663"/>
                </a:moveTo>
                <a:lnTo>
                  <a:pt x="1874790" y="1271883"/>
                </a:lnTo>
                <a:lnTo>
                  <a:pt x="1878750" y="1274788"/>
                </a:lnTo>
                <a:lnTo>
                  <a:pt x="1881214" y="1277605"/>
                </a:lnTo>
                <a:lnTo>
                  <a:pt x="1862736" y="1281389"/>
                </a:lnTo>
                <a:lnTo>
                  <a:pt x="1855081" y="1279365"/>
                </a:lnTo>
                <a:lnTo>
                  <a:pt x="1850593" y="1279893"/>
                </a:lnTo>
                <a:lnTo>
                  <a:pt x="1831940" y="1276460"/>
                </a:lnTo>
                <a:lnTo>
                  <a:pt x="1818565" y="1272323"/>
                </a:lnTo>
                <a:lnTo>
                  <a:pt x="1816981" y="1268979"/>
                </a:lnTo>
                <a:lnTo>
                  <a:pt x="1818037" y="1265018"/>
                </a:lnTo>
                <a:lnTo>
                  <a:pt x="1821997" y="1266338"/>
                </a:lnTo>
                <a:lnTo>
                  <a:pt x="1832379" y="1266954"/>
                </a:lnTo>
                <a:lnTo>
                  <a:pt x="1836251" y="1265194"/>
                </a:lnTo>
                <a:lnTo>
                  <a:pt x="1836427" y="1253399"/>
                </a:lnTo>
                <a:lnTo>
                  <a:pt x="1834931" y="1238084"/>
                </a:lnTo>
                <a:lnTo>
                  <a:pt x="1848922" y="1225585"/>
                </a:lnTo>
                <a:lnTo>
                  <a:pt x="1856313" y="1220568"/>
                </a:lnTo>
                <a:lnTo>
                  <a:pt x="1864936" y="1217575"/>
                </a:lnTo>
                <a:lnTo>
                  <a:pt x="1886493" y="1224529"/>
                </a:lnTo>
                <a:lnTo>
                  <a:pt x="1890101" y="1226377"/>
                </a:lnTo>
                <a:lnTo>
                  <a:pt x="1892828" y="1229194"/>
                </a:lnTo>
                <a:lnTo>
                  <a:pt x="1894148" y="1233683"/>
                </a:lnTo>
                <a:lnTo>
                  <a:pt x="1885965" y="1253663"/>
                </a:lnTo>
                <a:close/>
                <a:moveTo>
                  <a:pt x="1780994" y="1213262"/>
                </a:moveTo>
                <a:lnTo>
                  <a:pt x="1789881" y="1217927"/>
                </a:lnTo>
                <a:lnTo>
                  <a:pt x="1802375" y="1231658"/>
                </a:lnTo>
                <a:lnTo>
                  <a:pt x="1803519" y="1235443"/>
                </a:lnTo>
                <a:lnTo>
                  <a:pt x="1799735" y="1239052"/>
                </a:lnTo>
                <a:lnTo>
                  <a:pt x="1790848" y="1244861"/>
                </a:lnTo>
                <a:lnTo>
                  <a:pt x="1770963" y="1253839"/>
                </a:lnTo>
                <a:lnTo>
                  <a:pt x="1767531" y="1258064"/>
                </a:lnTo>
                <a:lnTo>
                  <a:pt x="1763308" y="1266338"/>
                </a:lnTo>
                <a:lnTo>
                  <a:pt x="1762340" y="1269859"/>
                </a:lnTo>
                <a:lnTo>
                  <a:pt x="1760932" y="1271795"/>
                </a:lnTo>
                <a:lnTo>
                  <a:pt x="1758644" y="1273116"/>
                </a:lnTo>
                <a:lnTo>
                  <a:pt x="1754333" y="1274348"/>
                </a:lnTo>
                <a:lnTo>
                  <a:pt x="1749669" y="1272587"/>
                </a:lnTo>
                <a:lnTo>
                  <a:pt x="1753893" y="1267306"/>
                </a:lnTo>
                <a:lnTo>
                  <a:pt x="1754069" y="1260969"/>
                </a:lnTo>
                <a:lnTo>
                  <a:pt x="1750901" y="1254983"/>
                </a:lnTo>
                <a:lnTo>
                  <a:pt x="1746414" y="1250054"/>
                </a:lnTo>
                <a:lnTo>
                  <a:pt x="1737351" y="1243277"/>
                </a:lnTo>
                <a:lnTo>
                  <a:pt x="1727672" y="1237380"/>
                </a:lnTo>
                <a:lnTo>
                  <a:pt x="1717905" y="1234299"/>
                </a:lnTo>
                <a:lnTo>
                  <a:pt x="1707522" y="1232891"/>
                </a:lnTo>
                <a:lnTo>
                  <a:pt x="1703827" y="1229986"/>
                </a:lnTo>
                <a:lnTo>
                  <a:pt x="1697756" y="1222592"/>
                </a:lnTo>
                <a:lnTo>
                  <a:pt x="1695732" y="1218543"/>
                </a:lnTo>
                <a:lnTo>
                  <a:pt x="1694764" y="1214230"/>
                </a:lnTo>
                <a:lnTo>
                  <a:pt x="1695380" y="1210093"/>
                </a:lnTo>
                <a:lnTo>
                  <a:pt x="1697932" y="1209917"/>
                </a:lnTo>
                <a:lnTo>
                  <a:pt x="1708138" y="1210886"/>
                </a:lnTo>
                <a:lnTo>
                  <a:pt x="1726880" y="1215727"/>
                </a:lnTo>
                <a:lnTo>
                  <a:pt x="1736119" y="1216079"/>
                </a:lnTo>
                <a:lnTo>
                  <a:pt x="1741398" y="1214935"/>
                </a:lnTo>
                <a:lnTo>
                  <a:pt x="1755125" y="1205428"/>
                </a:lnTo>
                <a:lnTo>
                  <a:pt x="1758380" y="1205516"/>
                </a:lnTo>
                <a:lnTo>
                  <a:pt x="1771491" y="1209741"/>
                </a:lnTo>
                <a:lnTo>
                  <a:pt x="1780994" y="1213262"/>
                </a:lnTo>
                <a:close/>
                <a:moveTo>
                  <a:pt x="953717" y="642367"/>
                </a:moveTo>
                <a:lnTo>
                  <a:pt x="956709" y="648440"/>
                </a:lnTo>
                <a:lnTo>
                  <a:pt x="960844" y="653898"/>
                </a:lnTo>
                <a:lnTo>
                  <a:pt x="963924" y="659795"/>
                </a:lnTo>
                <a:lnTo>
                  <a:pt x="968059" y="688137"/>
                </a:lnTo>
                <a:lnTo>
                  <a:pt x="981874" y="712431"/>
                </a:lnTo>
                <a:lnTo>
                  <a:pt x="1021645" y="721937"/>
                </a:lnTo>
                <a:lnTo>
                  <a:pt x="1015134" y="725898"/>
                </a:lnTo>
                <a:lnTo>
                  <a:pt x="1011878" y="729418"/>
                </a:lnTo>
                <a:lnTo>
                  <a:pt x="1009414" y="733467"/>
                </a:lnTo>
                <a:lnTo>
                  <a:pt x="1003519" y="750367"/>
                </a:lnTo>
                <a:lnTo>
                  <a:pt x="1004135" y="753888"/>
                </a:lnTo>
                <a:lnTo>
                  <a:pt x="1007567" y="759609"/>
                </a:lnTo>
                <a:lnTo>
                  <a:pt x="1008358" y="765859"/>
                </a:lnTo>
                <a:lnTo>
                  <a:pt x="1003431" y="765771"/>
                </a:lnTo>
                <a:lnTo>
                  <a:pt x="997800" y="764450"/>
                </a:lnTo>
                <a:lnTo>
                  <a:pt x="993312" y="762074"/>
                </a:lnTo>
                <a:lnTo>
                  <a:pt x="989177" y="758993"/>
                </a:lnTo>
                <a:lnTo>
                  <a:pt x="984601" y="756617"/>
                </a:lnTo>
                <a:lnTo>
                  <a:pt x="979762" y="755032"/>
                </a:lnTo>
                <a:lnTo>
                  <a:pt x="971667" y="750191"/>
                </a:lnTo>
                <a:lnTo>
                  <a:pt x="960756" y="746758"/>
                </a:lnTo>
                <a:lnTo>
                  <a:pt x="949582" y="744118"/>
                </a:lnTo>
                <a:lnTo>
                  <a:pt x="944126" y="736988"/>
                </a:lnTo>
                <a:lnTo>
                  <a:pt x="941574" y="728098"/>
                </a:lnTo>
                <a:lnTo>
                  <a:pt x="944302" y="714895"/>
                </a:lnTo>
                <a:lnTo>
                  <a:pt x="941574" y="711286"/>
                </a:lnTo>
                <a:lnTo>
                  <a:pt x="937527" y="708030"/>
                </a:lnTo>
                <a:lnTo>
                  <a:pt x="932688" y="698524"/>
                </a:lnTo>
                <a:lnTo>
                  <a:pt x="930840" y="687433"/>
                </a:lnTo>
                <a:lnTo>
                  <a:pt x="923713" y="683208"/>
                </a:lnTo>
                <a:lnTo>
                  <a:pt x="914386" y="680568"/>
                </a:lnTo>
                <a:lnTo>
                  <a:pt x="910338" y="678455"/>
                </a:lnTo>
                <a:lnTo>
                  <a:pt x="891860" y="682504"/>
                </a:lnTo>
                <a:lnTo>
                  <a:pt x="887461" y="681536"/>
                </a:lnTo>
                <a:lnTo>
                  <a:pt x="883501" y="678455"/>
                </a:lnTo>
                <a:lnTo>
                  <a:pt x="873383" y="675286"/>
                </a:lnTo>
                <a:lnTo>
                  <a:pt x="873823" y="669125"/>
                </a:lnTo>
                <a:lnTo>
                  <a:pt x="878486" y="664196"/>
                </a:lnTo>
                <a:lnTo>
                  <a:pt x="889485" y="659267"/>
                </a:lnTo>
                <a:lnTo>
                  <a:pt x="894676" y="655042"/>
                </a:lnTo>
                <a:lnTo>
                  <a:pt x="895732" y="649585"/>
                </a:lnTo>
                <a:lnTo>
                  <a:pt x="893708" y="645536"/>
                </a:lnTo>
                <a:lnTo>
                  <a:pt x="894500" y="641311"/>
                </a:lnTo>
                <a:lnTo>
                  <a:pt x="898020" y="637262"/>
                </a:lnTo>
                <a:lnTo>
                  <a:pt x="902155" y="634093"/>
                </a:lnTo>
                <a:lnTo>
                  <a:pt x="913154" y="629868"/>
                </a:lnTo>
                <a:lnTo>
                  <a:pt x="917993" y="637174"/>
                </a:lnTo>
                <a:lnTo>
                  <a:pt x="920457" y="643335"/>
                </a:lnTo>
                <a:lnTo>
                  <a:pt x="923361" y="647824"/>
                </a:lnTo>
                <a:lnTo>
                  <a:pt x="928024" y="641487"/>
                </a:lnTo>
                <a:lnTo>
                  <a:pt x="925032" y="630484"/>
                </a:lnTo>
                <a:lnTo>
                  <a:pt x="933479" y="628020"/>
                </a:lnTo>
                <a:lnTo>
                  <a:pt x="941750" y="627932"/>
                </a:lnTo>
                <a:lnTo>
                  <a:pt x="947998" y="630925"/>
                </a:lnTo>
                <a:lnTo>
                  <a:pt x="952045" y="635678"/>
                </a:lnTo>
                <a:lnTo>
                  <a:pt x="953717" y="642367"/>
                </a:lnTo>
                <a:close/>
                <a:moveTo>
                  <a:pt x="1153453" y="170670"/>
                </a:moveTo>
                <a:lnTo>
                  <a:pt x="1141486" y="173927"/>
                </a:lnTo>
                <a:lnTo>
                  <a:pt x="1134447" y="169350"/>
                </a:lnTo>
                <a:lnTo>
                  <a:pt x="1142014" y="163805"/>
                </a:lnTo>
                <a:lnTo>
                  <a:pt x="1144654" y="163452"/>
                </a:lnTo>
                <a:lnTo>
                  <a:pt x="1146414" y="162308"/>
                </a:lnTo>
                <a:lnTo>
                  <a:pt x="1147030" y="160108"/>
                </a:lnTo>
                <a:lnTo>
                  <a:pt x="1133391" y="156411"/>
                </a:lnTo>
                <a:lnTo>
                  <a:pt x="1129608" y="153154"/>
                </a:lnTo>
                <a:lnTo>
                  <a:pt x="1125824" y="144880"/>
                </a:lnTo>
                <a:lnTo>
                  <a:pt x="1126000" y="139599"/>
                </a:lnTo>
                <a:lnTo>
                  <a:pt x="1143422" y="125780"/>
                </a:lnTo>
                <a:lnTo>
                  <a:pt x="1147470" y="124284"/>
                </a:lnTo>
                <a:lnTo>
                  <a:pt x="1148174" y="130005"/>
                </a:lnTo>
                <a:lnTo>
                  <a:pt x="1160228" y="144616"/>
                </a:lnTo>
                <a:lnTo>
                  <a:pt x="1160756" y="154298"/>
                </a:lnTo>
                <a:lnTo>
                  <a:pt x="1160316" y="157819"/>
                </a:lnTo>
                <a:lnTo>
                  <a:pt x="1153453" y="170670"/>
                </a:lnTo>
                <a:close/>
                <a:moveTo>
                  <a:pt x="1143862" y="759345"/>
                </a:moveTo>
                <a:lnTo>
                  <a:pt x="1142542" y="768587"/>
                </a:lnTo>
                <a:lnTo>
                  <a:pt x="1140343" y="772108"/>
                </a:lnTo>
                <a:lnTo>
                  <a:pt x="1133039" y="776685"/>
                </a:lnTo>
                <a:lnTo>
                  <a:pt x="1130488" y="779502"/>
                </a:lnTo>
                <a:lnTo>
                  <a:pt x="1123625" y="779062"/>
                </a:lnTo>
                <a:lnTo>
                  <a:pt x="1122745" y="774220"/>
                </a:lnTo>
                <a:lnTo>
                  <a:pt x="1120457" y="770876"/>
                </a:lnTo>
                <a:lnTo>
                  <a:pt x="1113154" y="767091"/>
                </a:lnTo>
                <a:lnTo>
                  <a:pt x="1111306" y="768059"/>
                </a:lnTo>
                <a:lnTo>
                  <a:pt x="1109986" y="773692"/>
                </a:lnTo>
                <a:lnTo>
                  <a:pt x="1095732" y="777653"/>
                </a:lnTo>
                <a:lnTo>
                  <a:pt x="1091684" y="777917"/>
                </a:lnTo>
                <a:lnTo>
                  <a:pt x="1093708" y="770524"/>
                </a:lnTo>
                <a:lnTo>
                  <a:pt x="1090013" y="764626"/>
                </a:lnTo>
                <a:lnTo>
                  <a:pt x="1089749" y="757497"/>
                </a:lnTo>
                <a:lnTo>
                  <a:pt x="1089045" y="754328"/>
                </a:lnTo>
                <a:lnTo>
                  <a:pt x="1087197" y="752480"/>
                </a:lnTo>
                <a:lnTo>
                  <a:pt x="1090893" y="747462"/>
                </a:lnTo>
                <a:lnTo>
                  <a:pt x="1090277" y="741917"/>
                </a:lnTo>
                <a:lnTo>
                  <a:pt x="1094148" y="735932"/>
                </a:lnTo>
                <a:lnTo>
                  <a:pt x="1096260" y="721321"/>
                </a:lnTo>
                <a:lnTo>
                  <a:pt x="1111394" y="718152"/>
                </a:lnTo>
                <a:lnTo>
                  <a:pt x="1114650" y="720793"/>
                </a:lnTo>
                <a:lnTo>
                  <a:pt x="1132160" y="724049"/>
                </a:lnTo>
                <a:lnTo>
                  <a:pt x="1144566" y="732851"/>
                </a:lnTo>
                <a:lnTo>
                  <a:pt x="1151253" y="744558"/>
                </a:lnTo>
                <a:lnTo>
                  <a:pt x="1143862" y="759345"/>
                </a:lnTo>
                <a:close/>
                <a:moveTo>
                  <a:pt x="113154" y="35208"/>
                </a:moveTo>
                <a:lnTo>
                  <a:pt x="123889" y="36000"/>
                </a:lnTo>
                <a:lnTo>
                  <a:pt x="143950" y="31247"/>
                </a:lnTo>
                <a:lnTo>
                  <a:pt x="154949" y="31687"/>
                </a:lnTo>
                <a:lnTo>
                  <a:pt x="165332" y="35120"/>
                </a:lnTo>
                <a:lnTo>
                  <a:pt x="174483" y="37144"/>
                </a:lnTo>
                <a:lnTo>
                  <a:pt x="197448" y="34592"/>
                </a:lnTo>
                <a:lnTo>
                  <a:pt x="201759" y="35296"/>
                </a:lnTo>
                <a:lnTo>
                  <a:pt x="205895" y="37232"/>
                </a:lnTo>
                <a:lnTo>
                  <a:pt x="209502" y="40401"/>
                </a:lnTo>
                <a:lnTo>
                  <a:pt x="219973" y="51844"/>
                </a:lnTo>
                <a:lnTo>
                  <a:pt x="237659" y="65927"/>
                </a:lnTo>
                <a:lnTo>
                  <a:pt x="242850" y="74993"/>
                </a:lnTo>
                <a:lnTo>
                  <a:pt x="245754" y="85115"/>
                </a:lnTo>
                <a:lnTo>
                  <a:pt x="247602" y="87492"/>
                </a:lnTo>
                <a:lnTo>
                  <a:pt x="267575" y="106856"/>
                </a:lnTo>
                <a:lnTo>
                  <a:pt x="269775" y="115042"/>
                </a:lnTo>
                <a:lnTo>
                  <a:pt x="266959" y="126220"/>
                </a:lnTo>
                <a:lnTo>
                  <a:pt x="272767" y="135198"/>
                </a:lnTo>
                <a:lnTo>
                  <a:pt x="292212" y="143560"/>
                </a:lnTo>
                <a:lnTo>
                  <a:pt x="303739" y="149721"/>
                </a:lnTo>
                <a:lnTo>
                  <a:pt x="306203" y="153418"/>
                </a:lnTo>
                <a:lnTo>
                  <a:pt x="307875" y="157907"/>
                </a:lnTo>
                <a:lnTo>
                  <a:pt x="314210" y="164597"/>
                </a:lnTo>
                <a:lnTo>
                  <a:pt x="322217" y="168910"/>
                </a:lnTo>
                <a:lnTo>
                  <a:pt x="347030" y="180264"/>
                </a:lnTo>
                <a:lnTo>
                  <a:pt x="379586" y="204029"/>
                </a:lnTo>
                <a:lnTo>
                  <a:pt x="398152" y="215296"/>
                </a:lnTo>
                <a:lnTo>
                  <a:pt x="413550" y="232460"/>
                </a:lnTo>
                <a:lnTo>
                  <a:pt x="419005" y="240646"/>
                </a:lnTo>
                <a:lnTo>
                  <a:pt x="423581" y="249536"/>
                </a:lnTo>
                <a:lnTo>
                  <a:pt x="432908" y="262386"/>
                </a:lnTo>
                <a:lnTo>
                  <a:pt x="448746" y="278318"/>
                </a:lnTo>
                <a:lnTo>
                  <a:pt x="452793" y="283247"/>
                </a:lnTo>
                <a:lnTo>
                  <a:pt x="457017" y="290201"/>
                </a:lnTo>
                <a:lnTo>
                  <a:pt x="461944" y="296802"/>
                </a:lnTo>
                <a:lnTo>
                  <a:pt x="467839" y="302787"/>
                </a:lnTo>
                <a:lnTo>
                  <a:pt x="474879" y="307364"/>
                </a:lnTo>
                <a:lnTo>
                  <a:pt x="482006" y="308861"/>
                </a:lnTo>
                <a:lnTo>
                  <a:pt x="493620" y="320391"/>
                </a:lnTo>
                <a:lnTo>
                  <a:pt x="499868" y="324000"/>
                </a:lnTo>
                <a:lnTo>
                  <a:pt x="498900" y="314934"/>
                </a:lnTo>
                <a:lnTo>
                  <a:pt x="493620" y="307100"/>
                </a:lnTo>
                <a:lnTo>
                  <a:pt x="493708" y="302347"/>
                </a:lnTo>
                <a:lnTo>
                  <a:pt x="494588" y="298034"/>
                </a:lnTo>
                <a:lnTo>
                  <a:pt x="498900" y="294514"/>
                </a:lnTo>
                <a:lnTo>
                  <a:pt x="504091" y="293457"/>
                </a:lnTo>
                <a:lnTo>
                  <a:pt x="513770" y="296802"/>
                </a:lnTo>
                <a:lnTo>
                  <a:pt x="529520" y="310445"/>
                </a:lnTo>
                <a:lnTo>
                  <a:pt x="536207" y="318367"/>
                </a:lnTo>
                <a:lnTo>
                  <a:pt x="541223" y="329369"/>
                </a:lnTo>
                <a:lnTo>
                  <a:pt x="545358" y="340812"/>
                </a:lnTo>
                <a:lnTo>
                  <a:pt x="551693" y="346445"/>
                </a:lnTo>
                <a:lnTo>
                  <a:pt x="560316" y="348382"/>
                </a:lnTo>
                <a:lnTo>
                  <a:pt x="569907" y="349262"/>
                </a:lnTo>
                <a:lnTo>
                  <a:pt x="578794" y="352783"/>
                </a:lnTo>
                <a:lnTo>
                  <a:pt x="599472" y="368538"/>
                </a:lnTo>
                <a:lnTo>
                  <a:pt x="606335" y="375932"/>
                </a:lnTo>
                <a:lnTo>
                  <a:pt x="611526" y="384646"/>
                </a:lnTo>
                <a:lnTo>
                  <a:pt x="615134" y="394944"/>
                </a:lnTo>
                <a:lnTo>
                  <a:pt x="617333" y="405770"/>
                </a:lnTo>
                <a:lnTo>
                  <a:pt x="618741" y="408323"/>
                </a:lnTo>
                <a:lnTo>
                  <a:pt x="632028" y="421350"/>
                </a:lnTo>
                <a:lnTo>
                  <a:pt x="638979" y="426895"/>
                </a:lnTo>
                <a:lnTo>
                  <a:pt x="647514" y="429536"/>
                </a:lnTo>
                <a:lnTo>
                  <a:pt x="672415" y="432528"/>
                </a:lnTo>
                <a:lnTo>
                  <a:pt x="681214" y="437017"/>
                </a:lnTo>
                <a:lnTo>
                  <a:pt x="688517" y="444499"/>
                </a:lnTo>
                <a:lnTo>
                  <a:pt x="691596" y="452157"/>
                </a:lnTo>
                <a:lnTo>
                  <a:pt x="686405" y="458934"/>
                </a:lnTo>
                <a:lnTo>
                  <a:pt x="666871" y="469233"/>
                </a:lnTo>
                <a:lnTo>
                  <a:pt x="646106" y="476450"/>
                </a:lnTo>
                <a:lnTo>
                  <a:pt x="666344" y="473986"/>
                </a:lnTo>
                <a:lnTo>
                  <a:pt x="676550" y="470905"/>
                </a:lnTo>
                <a:lnTo>
                  <a:pt x="685965" y="466240"/>
                </a:lnTo>
                <a:lnTo>
                  <a:pt x="695292" y="460255"/>
                </a:lnTo>
                <a:lnTo>
                  <a:pt x="710074" y="451893"/>
                </a:lnTo>
                <a:lnTo>
                  <a:pt x="715530" y="450220"/>
                </a:lnTo>
                <a:lnTo>
                  <a:pt x="721953" y="450836"/>
                </a:lnTo>
                <a:lnTo>
                  <a:pt x="727848" y="453213"/>
                </a:lnTo>
                <a:lnTo>
                  <a:pt x="736647" y="461399"/>
                </a:lnTo>
                <a:lnTo>
                  <a:pt x="744918" y="470025"/>
                </a:lnTo>
                <a:lnTo>
                  <a:pt x="751077" y="480147"/>
                </a:lnTo>
                <a:lnTo>
                  <a:pt x="754949" y="491325"/>
                </a:lnTo>
                <a:lnTo>
                  <a:pt x="747822" y="497223"/>
                </a:lnTo>
                <a:lnTo>
                  <a:pt x="737527" y="501536"/>
                </a:lnTo>
                <a:lnTo>
                  <a:pt x="723449" y="512362"/>
                </a:lnTo>
                <a:lnTo>
                  <a:pt x="721953" y="516587"/>
                </a:lnTo>
                <a:lnTo>
                  <a:pt x="724768" y="519404"/>
                </a:lnTo>
                <a:lnTo>
                  <a:pt x="721337" y="527325"/>
                </a:lnTo>
                <a:lnTo>
                  <a:pt x="729256" y="532255"/>
                </a:lnTo>
                <a:lnTo>
                  <a:pt x="730488" y="536480"/>
                </a:lnTo>
                <a:lnTo>
                  <a:pt x="723625" y="542465"/>
                </a:lnTo>
                <a:lnTo>
                  <a:pt x="724329" y="546162"/>
                </a:lnTo>
                <a:lnTo>
                  <a:pt x="732600" y="561917"/>
                </a:lnTo>
                <a:lnTo>
                  <a:pt x="736559" y="565526"/>
                </a:lnTo>
                <a:lnTo>
                  <a:pt x="749142" y="573536"/>
                </a:lnTo>
                <a:lnTo>
                  <a:pt x="768411" y="581634"/>
                </a:lnTo>
                <a:lnTo>
                  <a:pt x="779058" y="585330"/>
                </a:lnTo>
                <a:lnTo>
                  <a:pt x="791201" y="588235"/>
                </a:lnTo>
                <a:lnTo>
                  <a:pt x="796392" y="588147"/>
                </a:lnTo>
                <a:lnTo>
                  <a:pt x="805455" y="586827"/>
                </a:lnTo>
                <a:lnTo>
                  <a:pt x="807215" y="589995"/>
                </a:lnTo>
                <a:lnTo>
                  <a:pt x="811174" y="605575"/>
                </a:lnTo>
                <a:lnTo>
                  <a:pt x="813022" y="615345"/>
                </a:lnTo>
                <a:lnTo>
                  <a:pt x="815750" y="636294"/>
                </a:lnTo>
                <a:lnTo>
                  <a:pt x="819357" y="645008"/>
                </a:lnTo>
                <a:lnTo>
                  <a:pt x="819093" y="655570"/>
                </a:lnTo>
                <a:lnTo>
                  <a:pt x="823757" y="664636"/>
                </a:lnTo>
                <a:lnTo>
                  <a:pt x="833171" y="670357"/>
                </a:lnTo>
                <a:lnTo>
                  <a:pt x="843290" y="675110"/>
                </a:lnTo>
                <a:lnTo>
                  <a:pt x="848042" y="679687"/>
                </a:lnTo>
                <a:lnTo>
                  <a:pt x="848042" y="686641"/>
                </a:lnTo>
                <a:lnTo>
                  <a:pt x="846370" y="692098"/>
                </a:lnTo>
                <a:lnTo>
                  <a:pt x="842938" y="696411"/>
                </a:lnTo>
                <a:lnTo>
                  <a:pt x="832468" y="705477"/>
                </a:lnTo>
                <a:lnTo>
                  <a:pt x="830620" y="709350"/>
                </a:lnTo>
                <a:lnTo>
                  <a:pt x="829212" y="719296"/>
                </a:lnTo>
                <a:lnTo>
                  <a:pt x="830972" y="723873"/>
                </a:lnTo>
                <a:lnTo>
                  <a:pt x="835107" y="724137"/>
                </a:lnTo>
                <a:lnTo>
                  <a:pt x="838451" y="721761"/>
                </a:lnTo>
                <a:lnTo>
                  <a:pt x="850945" y="708382"/>
                </a:lnTo>
                <a:lnTo>
                  <a:pt x="854377" y="706005"/>
                </a:lnTo>
                <a:lnTo>
                  <a:pt x="859128" y="704157"/>
                </a:lnTo>
                <a:lnTo>
                  <a:pt x="863968" y="703013"/>
                </a:lnTo>
                <a:lnTo>
                  <a:pt x="886933" y="702837"/>
                </a:lnTo>
                <a:lnTo>
                  <a:pt x="896612" y="704949"/>
                </a:lnTo>
                <a:lnTo>
                  <a:pt x="905235" y="709350"/>
                </a:lnTo>
                <a:lnTo>
                  <a:pt x="912890" y="714807"/>
                </a:lnTo>
                <a:lnTo>
                  <a:pt x="940783" y="749663"/>
                </a:lnTo>
                <a:lnTo>
                  <a:pt x="953541" y="768851"/>
                </a:lnTo>
                <a:lnTo>
                  <a:pt x="954597" y="773692"/>
                </a:lnTo>
                <a:lnTo>
                  <a:pt x="954773" y="778621"/>
                </a:lnTo>
                <a:lnTo>
                  <a:pt x="952661" y="782494"/>
                </a:lnTo>
                <a:lnTo>
                  <a:pt x="940959" y="795609"/>
                </a:lnTo>
                <a:lnTo>
                  <a:pt x="939551" y="799218"/>
                </a:lnTo>
                <a:lnTo>
                  <a:pt x="935943" y="813565"/>
                </a:lnTo>
                <a:lnTo>
                  <a:pt x="936647" y="823863"/>
                </a:lnTo>
                <a:lnTo>
                  <a:pt x="940519" y="828176"/>
                </a:lnTo>
                <a:lnTo>
                  <a:pt x="943510" y="832841"/>
                </a:lnTo>
                <a:lnTo>
                  <a:pt x="943334" y="837066"/>
                </a:lnTo>
                <a:lnTo>
                  <a:pt x="935679" y="858279"/>
                </a:lnTo>
                <a:lnTo>
                  <a:pt x="934799" y="861888"/>
                </a:lnTo>
                <a:lnTo>
                  <a:pt x="939727" y="896304"/>
                </a:lnTo>
                <a:lnTo>
                  <a:pt x="940079" y="905634"/>
                </a:lnTo>
                <a:lnTo>
                  <a:pt x="939023" y="917428"/>
                </a:lnTo>
                <a:lnTo>
                  <a:pt x="939727" y="936441"/>
                </a:lnTo>
                <a:lnTo>
                  <a:pt x="933479" y="995150"/>
                </a:lnTo>
                <a:lnTo>
                  <a:pt x="932336" y="998582"/>
                </a:lnTo>
                <a:lnTo>
                  <a:pt x="927496" y="1007560"/>
                </a:lnTo>
                <a:lnTo>
                  <a:pt x="921249" y="1007560"/>
                </a:lnTo>
                <a:lnTo>
                  <a:pt x="916146" y="1005976"/>
                </a:lnTo>
                <a:lnTo>
                  <a:pt x="912538" y="1002543"/>
                </a:lnTo>
                <a:lnTo>
                  <a:pt x="910602" y="998230"/>
                </a:lnTo>
                <a:lnTo>
                  <a:pt x="907699" y="994798"/>
                </a:lnTo>
                <a:lnTo>
                  <a:pt x="892388" y="983971"/>
                </a:lnTo>
                <a:lnTo>
                  <a:pt x="888429" y="985732"/>
                </a:lnTo>
                <a:lnTo>
                  <a:pt x="872943" y="999199"/>
                </a:lnTo>
                <a:lnTo>
                  <a:pt x="868807" y="1001223"/>
                </a:lnTo>
                <a:lnTo>
                  <a:pt x="863704" y="999551"/>
                </a:lnTo>
                <a:lnTo>
                  <a:pt x="855521" y="995502"/>
                </a:lnTo>
                <a:lnTo>
                  <a:pt x="830004" y="981331"/>
                </a:lnTo>
                <a:lnTo>
                  <a:pt x="828420" y="985908"/>
                </a:lnTo>
                <a:lnTo>
                  <a:pt x="828068" y="992069"/>
                </a:lnTo>
                <a:lnTo>
                  <a:pt x="833171" y="1007384"/>
                </a:lnTo>
                <a:lnTo>
                  <a:pt x="833875" y="1014162"/>
                </a:lnTo>
                <a:lnTo>
                  <a:pt x="829212" y="1015482"/>
                </a:lnTo>
                <a:lnTo>
                  <a:pt x="826660" y="1015218"/>
                </a:lnTo>
                <a:lnTo>
                  <a:pt x="816014" y="1006240"/>
                </a:lnTo>
                <a:lnTo>
                  <a:pt x="806247" y="996382"/>
                </a:lnTo>
                <a:lnTo>
                  <a:pt x="795072" y="983003"/>
                </a:lnTo>
                <a:lnTo>
                  <a:pt x="786889" y="976666"/>
                </a:lnTo>
                <a:lnTo>
                  <a:pt x="779586" y="969536"/>
                </a:lnTo>
                <a:lnTo>
                  <a:pt x="758820" y="942602"/>
                </a:lnTo>
                <a:lnTo>
                  <a:pt x="753453" y="938465"/>
                </a:lnTo>
                <a:lnTo>
                  <a:pt x="721425" y="919365"/>
                </a:lnTo>
                <a:lnTo>
                  <a:pt x="714914" y="914876"/>
                </a:lnTo>
                <a:lnTo>
                  <a:pt x="706731" y="907042"/>
                </a:lnTo>
                <a:lnTo>
                  <a:pt x="697932" y="900000"/>
                </a:lnTo>
                <a:lnTo>
                  <a:pt x="678574" y="888998"/>
                </a:lnTo>
                <a:lnTo>
                  <a:pt x="645050" y="860920"/>
                </a:lnTo>
                <a:lnTo>
                  <a:pt x="630444" y="844812"/>
                </a:lnTo>
                <a:lnTo>
                  <a:pt x="614254" y="818934"/>
                </a:lnTo>
                <a:lnTo>
                  <a:pt x="608974" y="812245"/>
                </a:lnTo>
                <a:lnTo>
                  <a:pt x="581698" y="792793"/>
                </a:lnTo>
                <a:lnTo>
                  <a:pt x="566827" y="780998"/>
                </a:lnTo>
                <a:lnTo>
                  <a:pt x="560668" y="774220"/>
                </a:lnTo>
                <a:lnTo>
                  <a:pt x="546150" y="750631"/>
                </a:lnTo>
                <a:lnTo>
                  <a:pt x="541926" y="742621"/>
                </a:lnTo>
                <a:lnTo>
                  <a:pt x="536647" y="735668"/>
                </a:lnTo>
                <a:lnTo>
                  <a:pt x="527848" y="729947"/>
                </a:lnTo>
                <a:lnTo>
                  <a:pt x="520193" y="723257"/>
                </a:lnTo>
                <a:lnTo>
                  <a:pt x="504795" y="701868"/>
                </a:lnTo>
                <a:lnTo>
                  <a:pt x="500043" y="693418"/>
                </a:lnTo>
                <a:lnTo>
                  <a:pt x="496348" y="684176"/>
                </a:lnTo>
                <a:lnTo>
                  <a:pt x="496964" y="665692"/>
                </a:lnTo>
                <a:lnTo>
                  <a:pt x="464584" y="609800"/>
                </a:lnTo>
                <a:lnTo>
                  <a:pt x="456401" y="592372"/>
                </a:lnTo>
                <a:lnTo>
                  <a:pt x="448834" y="568255"/>
                </a:lnTo>
                <a:lnTo>
                  <a:pt x="447162" y="565790"/>
                </a:lnTo>
                <a:lnTo>
                  <a:pt x="429476" y="544137"/>
                </a:lnTo>
                <a:lnTo>
                  <a:pt x="423229" y="537184"/>
                </a:lnTo>
                <a:lnTo>
                  <a:pt x="415662" y="530670"/>
                </a:lnTo>
                <a:lnTo>
                  <a:pt x="409414" y="523101"/>
                </a:lnTo>
                <a:lnTo>
                  <a:pt x="397184" y="498367"/>
                </a:lnTo>
                <a:lnTo>
                  <a:pt x="392696" y="491501"/>
                </a:lnTo>
                <a:lnTo>
                  <a:pt x="386361" y="486484"/>
                </a:lnTo>
                <a:lnTo>
                  <a:pt x="363220" y="477066"/>
                </a:lnTo>
                <a:lnTo>
                  <a:pt x="354509" y="471873"/>
                </a:lnTo>
                <a:lnTo>
                  <a:pt x="347734" y="464479"/>
                </a:lnTo>
                <a:lnTo>
                  <a:pt x="343598" y="455061"/>
                </a:lnTo>
                <a:lnTo>
                  <a:pt x="339023" y="435081"/>
                </a:lnTo>
                <a:lnTo>
                  <a:pt x="328112" y="404626"/>
                </a:lnTo>
                <a:lnTo>
                  <a:pt x="315794" y="363873"/>
                </a:lnTo>
                <a:lnTo>
                  <a:pt x="307611" y="345653"/>
                </a:lnTo>
                <a:lnTo>
                  <a:pt x="298108" y="331306"/>
                </a:lnTo>
                <a:lnTo>
                  <a:pt x="295380" y="328049"/>
                </a:lnTo>
                <a:lnTo>
                  <a:pt x="253409" y="302259"/>
                </a:lnTo>
                <a:lnTo>
                  <a:pt x="246194" y="298475"/>
                </a:lnTo>
                <a:lnTo>
                  <a:pt x="238627" y="296186"/>
                </a:lnTo>
                <a:lnTo>
                  <a:pt x="227716" y="294514"/>
                </a:lnTo>
                <a:lnTo>
                  <a:pt x="219445" y="287824"/>
                </a:lnTo>
                <a:lnTo>
                  <a:pt x="216014" y="275942"/>
                </a:lnTo>
                <a:lnTo>
                  <a:pt x="214166" y="259922"/>
                </a:lnTo>
                <a:lnTo>
                  <a:pt x="212054" y="250328"/>
                </a:lnTo>
                <a:lnTo>
                  <a:pt x="209766" y="244871"/>
                </a:lnTo>
                <a:lnTo>
                  <a:pt x="192168" y="233604"/>
                </a:lnTo>
                <a:lnTo>
                  <a:pt x="185305" y="224626"/>
                </a:lnTo>
                <a:lnTo>
                  <a:pt x="179586" y="214768"/>
                </a:lnTo>
                <a:lnTo>
                  <a:pt x="174307" y="207110"/>
                </a:lnTo>
                <a:lnTo>
                  <a:pt x="155037" y="180792"/>
                </a:lnTo>
                <a:lnTo>
                  <a:pt x="148438" y="173839"/>
                </a:lnTo>
                <a:lnTo>
                  <a:pt x="140255" y="168998"/>
                </a:lnTo>
                <a:lnTo>
                  <a:pt x="115970" y="163893"/>
                </a:lnTo>
                <a:lnTo>
                  <a:pt x="108930" y="159580"/>
                </a:lnTo>
                <a:lnTo>
                  <a:pt x="97140" y="144616"/>
                </a:lnTo>
                <a:lnTo>
                  <a:pt x="90013" y="136959"/>
                </a:lnTo>
                <a:lnTo>
                  <a:pt x="68719" y="120235"/>
                </a:lnTo>
                <a:lnTo>
                  <a:pt x="32732" y="85115"/>
                </a:lnTo>
                <a:lnTo>
                  <a:pt x="25340" y="76401"/>
                </a:lnTo>
                <a:lnTo>
                  <a:pt x="19797" y="67247"/>
                </a:lnTo>
                <a:lnTo>
                  <a:pt x="15310" y="57477"/>
                </a:lnTo>
                <a:lnTo>
                  <a:pt x="0" y="30367"/>
                </a:lnTo>
                <a:lnTo>
                  <a:pt x="1231" y="24910"/>
                </a:lnTo>
                <a:lnTo>
                  <a:pt x="3519" y="19188"/>
                </a:lnTo>
                <a:lnTo>
                  <a:pt x="3167" y="14523"/>
                </a:lnTo>
                <a:lnTo>
                  <a:pt x="1495" y="9858"/>
                </a:lnTo>
                <a:lnTo>
                  <a:pt x="1847" y="5633"/>
                </a:lnTo>
                <a:lnTo>
                  <a:pt x="6423" y="3169"/>
                </a:lnTo>
                <a:lnTo>
                  <a:pt x="16630" y="0"/>
                </a:lnTo>
                <a:lnTo>
                  <a:pt x="27276" y="352"/>
                </a:lnTo>
                <a:lnTo>
                  <a:pt x="37131" y="1760"/>
                </a:lnTo>
                <a:lnTo>
                  <a:pt x="46634" y="4401"/>
                </a:lnTo>
                <a:lnTo>
                  <a:pt x="55785" y="10034"/>
                </a:lnTo>
                <a:lnTo>
                  <a:pt x="72151" y="24470"/>
                </a:lnTo>
                <a:lnTo>
                  <a:pt x="81478" y="29487"/>
                </a:lnTo>
                <a:lnTo>
                  <a:pt x="91860" y="31863"/>
                </a:lnTo>
                <a:lnTo>
                  <a:pt x="113154" y="35208"/>
                </a:lnTo>
                <a:close/>
                <a:moveTo>
                  <a:pt x="2269511" y="1253487"/>
                </a:moveTo>
                <a:lnTo>
                  <a:pt x="2269511" y="1256568"/>
                </a:lnTo>
                <a:lnTo>
                  <a:pt x="2269511" y="1259560"/>
                </a:lnTo>
                <a:lnTo>
                  <a:pt x="2269511" y="1263433"/>
                </a:lnTo>
                <a:lnTo>
                  <a:pt x="2269511" y="1264314"/>
                </a:lnTo>
                <a:lnTo>
                  <a:pt x="2269511" y="1264578"/>
                </a:lnTo>
                <a:lnTo>
                  <a:pt x="2269511" y="1263873"/>
                </a:lnTo>
                <a:lnTo>
                  <a:pt x="2269511" y="1265194"/>
                </a:lnTo>
                <a:lnTo>
                  <a:pt x="2269511" y="1275316"/>
                </a:lnTo>
                <a:lnTo>
                  <a:pt x="2269511" y="1276196"/>
                </a:lnTo>
                <a:lnTo>
                  <a:pt x="2269511" y="1278749"/>
                </a:lnTo>
                <a:lnTo>
                  <a:pt x="2269511" y="1274788"/>
                </a:lnTo>
                <a:lnTo>
                  <a:pt x="2269511" y="1271883"/>
                </a:lnTo>
                <a:lnTo>
                  <a:pt x="2269511" y="1271091"/>
                </a:lnTo>
                <a:lnTo>
                  <a:pt x="2269511" y="1271355"/>
                </a:lnTo>
                <a:lnTo>
                  <a:pt x="2269511" y="1280333"/>
                </a:lnTo>
                <a:lnTo>
                  <a:pt x="2269511" y="1278485"/>
                </a:lnTo>
                <a:lnTo>
                  <a:pt x="2269511" y="1279189"/>
                </a:lnTo>
                <a:lnTo>
                  <a:pt x="2269511" y="1281125"/>
                </a:lnTo>
                <a:lnTo>
                  <a:pt x="2269511" y="1281917"/>
                </a:lnTo>
                <a:lnTo>
                  <a:pt x="2267927" y="1281301"/>
                </a:lnTo>
                <a:lnTo>
                  <a:pt x="2250241" y="1274348"/>
                </a:lnTo>
                <a:lnTo>
                  <a:pt x="2229916" y="1270211"/>
                </a:lnTo>
                <a:lnTo>
                  <a:pt x="2209678" y="1271795"/>
                </a:lnTo>
                <a:lnTo>
                  <a:pt x="2192168" y="1268010"/>
                </a:lnTo>
                <a:lnTo>
                  <a:pt x="2182577" y="1270915"/>
                </a:lnTo>
                <a:lnTo>
                  <a:pt x="2173515" y="1275140"/>
                </a:lnTo>
                <a:lnTo>
                  <a:pt x="2170875" y="1270739"/>
                </a:lnTo>
                <a:lnTo>
                  <a:pt x="2167531" y="1266866"/>
                </a:lnTo>
                <a:lnTo>
                  <a:pt x="2164628" y="1261057"/>
                </a:lnTo>
                <a:lnTo>
                  <a:pt x="2164540" y="1254455"/>
                </a:lnTo>
                <a:lnTo>
                  <a:pt x="2165507" y="1249878"/>
                </a:lnTo>
                <a:lnTo>
                  <a:pt x="2168147" y="1245653"/>
                </a:lnTo>
                <a:lnTo>
                  <a:pt x="2169731" y="1241252"/>
                </a:lnTo>
                <a:lnTo>
                  <a:pt x="2170523" y="1236587"/>
                </a:lnTo>
                <a:lnTo>
                  <a:pt x="2174306" y="1238788"/>
                </a:lnTo>
                <a:lnTo>
                  <a:pt x="2178354" y="1237996"/>
                </a:lnTo>
                <a:lnTo>
                  <a:pt x="2190233" y="1232891"/>
                </a:lnTo>
                <a:lnTo>
                  <a:pt x="2201847" y="1225145"/>
                </a:lnTo>
                <a:lnTo>
                  <a:pt x="2212670" y="1222328"/>
                </a:lnTo>
                <a:lnTo>
                  <a:pt x="2218917" y="1221536"/>
                </a:lnTo>
                <a:lnTo>
                  <a:pt x="2224284" y="1223032"/>
                </a:lnTo>
                <a:lnTo>
                  <a:pt x="2229652" y="1222504"/>
                </a:lnTo>
                <a:lnTo>
                  <a:pt x="2235195" y="1220744"/>
                </a:lnTo>
                <a:lnTo>
                  <a:pt x="2243994" y="1226729"/>
                </a:lnTo>
                <a:lnTo>
                  <a:pt x="2247602" y="1227873"/>
                </a:lnTo>
                <a:lnTo>
                  <a:pt x="2259480" y="1228402"/>
                </a:lnTo>
                <a:lnTo>
                  <a:pt x="2269511" y="1231834"/>
                </a:lnTo>
                <a:lnTo>
                  <a:pt x="2269511" y="1236939"/>
                </a:lnTo>
                <a:lnTo>
                  <a:pt x="2269511" y="1241693"/>
                </a:lnTo>
                <a:lnTo>
                  <a:pt x="2269511" y="1248118"/>
                </a:lnTo>
                <a:lnTo>
                  <a:pt x="2269511" y="1250494"/>
                </a:lnTo>
                <a:lnTo>
                  <a:pt x="2269511" y="1251111"/>
                </a:lnTo>
                <a:lnTo>
                  <a:pt x="2269511" y="1250230"/>
                </a:lnTo>
                <a:lnTo>
                  <a:pt x="2269511" y="1245917"/>
                </a:lnTo>
                <a:lnTo>
                  <a:pt x="2269511" y="1244157"/>
                </a:lnTo>
                <a:lnTo>
                  <a:pt x="2269511" y="1244245"/>
                </a:lnTo>
                <a:lnTo>
                  <a:pt x="2269511" y="1243101"/>
                </a:lnTo>
                <a:lnTo>
                  <a:pt x="2269511" y="1242045"/>
                </a:lnTo>
                <a:lnTo>
                  <a:pt x="2269511" y="1239668"/>
                </a:lnTo>
                <a:lnTo>
                  <a:pt x="2269511" y="1241164"/>
                </a:lnTo>
                <a:lnTo>
                  <a:pt x="2269511" y="1243365"/>
                </a:lnTo>
                <a:lnTo>
                  <a:pt x="2269511" y="1254631"/>
                </a:lnTo>
                <a:lnTo>
                  <a:pt x="2269511" y="1254895"/>
                </a:lnTo>
                <a:lnTo>
                  <a:pt x="2269511" y="1252519"/>
                </a:lnTo>
                <a:lnTo>
                  <a:pt x="2269511" y="1249438"/>
                </a:lnTo>
                <a:lnTo>
                  <a:pt x="2269511" y="1244861"/>
                </a:lnTo>
                <a:lnTo>
                  <a:pt x="2269511" y="1240988"/>
                </a:lnTo>
                <a:lnTo>
                  <a:pt x="2269511" y="1237644"/>
                </a:lnTo>
                <a:lnTo>
                  <a:pt x="2269511" y="1235003"/>
                </a:lnTo>
                <a:lnTo>
                  <a:pt x="2269511" y="1230690"/>
                </a:lnTo>
                <a:lnTo>
                  <a:pt x="2269511" y="1226377"/>
                </a:lnTo>
                <a:lnTo>
                  <a:pt x="2269511" y="1219159"/>
                </a:lnTo>
                <a:lnTo>
                  <a:pt x="2269511" y="1215991"/>
                </a:lnTo>
                <a:lnTo>
                  <a:pt x="2269511" y="1210798"/>
                </a:lnTo>
                <a:lnTo>
                  <a:pt x="2269511" y="1207805"/>
                </a:lnTo>
                <a:lnTo>
                  <a:pt x="2269511" y="1208949"/>
                </a:lnTo>
                <a:lnTo>
                  <a:pt x="2269511" y="1212998"/>
                </a:lnTo>
                <a:lnTo>
                  <a:pt x="2269511" y="1228578"/>
                </a:lnTo>
                <a:lnTo>
                  <a:pt x="2269511" y="1230778"/>
                </a:lnTo>
                <a:lnTo>
                  <a:pt x="2269511" y="1233155"/>
                </a:lnTo>
                <a:lnTo>
                  <a:pt x="2269511" y="1236235"/>
                </a:lnTo>
                <a:lnTo>
                  <a:pt x="2269511" y="1241957"/>
                </a:lnTo>
                <a:lnTo>
                  <a:pt x="2269511" y="1249086"/>
                </a:lnTo>
                <a:lnTo>
                  <a:pt x="2269511" y="1252079"/>
                </a:lnTo>
                <a:lnTo>
                  <a:pt x="2269511" y="1253487"/>
                </a:lnTo>
                <a:close/>
                <a:moveTo>
                  <a:pt x="2182665" y="1320646"/>
                </a:moveTo>
                <a:lnTo>
                  <a:pt x="2186625" y="1324607"/>
                </a:lnTo>
                <a:lnTo>
                  <a:pt x="2200967" y="1331649"/>
                </a:lnTo>
                <a:lnTo>
                  <a:pt x="2203343" y="1331649"/>
                </a:lnTo>
                <a:lnTo>
                  <a:pt x="2204223" y="1331649"/>
                </a:lnTo>
                <a:lnTo>
                  <a:pt x="2207126" y="1331649"/>
                </a:lnTo>
                <a:lnTo>
                  <a:pt x="2213638" y="1331649"/>
                </a:lnTo>
                <a:lnTo>
                  <a:pt x="2220589" y="1331649"/>
                </a:lnTo>
                <a:lnTo>
                  <a:pt x="2225868" y="1331649"/>
                </a:lnTo>
                <a:lnTo>
                  <a:pt x="2230444" y="1331649"/>
                </a:lnTo>
                <a:lnTo>
                  <a:pt x="2237219" y="1331649"/>
                </a:lnTo>
                <a:lnTo>
                  <a:pt x="2243114" y="1331649"/>
                </a:lnTo>
                <a:lnTo>
                  <a:pt x="2250505" y="1331649"/>
                </a:lnTo>
                <a:lnTo>
                  <a:pt x="2254817" y="1331649"/>
                </a:lnTo>
                <a:lnTo>
                  <a:pt x="2252265" y="1331649"/>
                </a:lnTo>
                <a:lnTo>
                  <a:pt x="2242938" y="1331649"/>
                </a:lnTo>
                <a:lnTo>
                  <a:pt x="2237835" y="1331649"/>
                </a:lnTo>
                <a:lnTo>
                  <a:pt x="2230972" y="1331649"/>
                </a:lnTo>
                <a:lnTo>
                  <a:pt x="2220149" y="1331649"/>
                </a:lnTo>
                <a:lnTo>
                  <a:pt x="2216277" y="1331649"/>
                </a:lnTo>
                <a:lnTo>
                  <a:pt x="2203959" y="1331649"/>
                </a:lnTo>
                <a:lnTo>
                  <a:pt x="2194280" y="1331649"/>
                </a:lnTo>
                <a:lnTo>
                  <a:pt x="2186097" y="1331649"/>
                </a:lnTo>
                <a:lnTo>
                  <a:pt x="2181346" y="1331649"/>
                </a:lnTo>
                <a:lnTo>
                  <a:pt x="2175450" y="1331649"/>
                </a:lnTo>
                <a:lnTo>
                  <a:pt x="2165068" y="1331649"/>
                </a:lnTo>
                <a:lnTo>
                  <a:pt x="2146414" y="1331649"/>
                </a:lnTo>
                <a:lnTo>
                  <a:pt x="2134887" y="1331649"/>
                </a:lnTo>
                <a:lnTo>
                  <a:pt x="2130224" y="1331649"/>
                </a:lnTo>
                <a:lnTo>
                  <a:pt x="2125472" y="1331649"/>
                </a:lnTo>
                <a:lnTo>
                  <a:pt x="2101011" y="1331649"/>
                </a:lnTo>
                <a:lnTo>
                  <a:pt x="2097228" y="1331649"/>
                </a:lnTo>
                <a:lnTo>
                  <a:pt x="2094236" y="1331649"/>
                </a:lnTo>
                <a:lnTo>
                  <a:pt x="2091508" y="1331649"/>
                </a:lnTo>
                <a:lnTo>
                  <a:pt x="2089925" y="1331649"/>
                </a:lnTo>
                <a:lnTo>
                  <a:pt x="2093004" y="1329184"/>
                </a:lnTo>
                <a:lnTo>
                  <a:pt x="2096260" y="1326367"/>
                </a:lnTo>
                <a:lnTo>
                  <a:pt x="2109898" y="1321438"/>
                </a:lnTo>
                <a:lnTo>
                  <a:pt x="2119577" y="1319942"/>
                </a:lnTo>
                <a:lnTo>
                  <a:pt x="2130840" y="1320206"/>
                </a:lnTo>
                <a:lnTo>
                  <a:pt x="2147646" y="1318622"/>
                </a:lnTo>
                <a:lnTo>
                  <a:pt x="2163484" y="1321086"/>
                </a:lnTo>
                <a:lnTo>
                  <a:pt x="2168411" y="1319326"/>
                </a:lnTo>
                <a:lnTo>
                  <a:pt x="2176418" y="1314133"/>
                </a:lnTo>
                <a:lnTo>
                  <a:pt x="2179234" y="1315981"/>
                </a:lnTo>
                <a:lnTo>
                  <a:pt x="2182665" y="1320646"/>
                </a:lnTo>
                <a:close/>
                <a:moveTo>
                  <a:pt x="2026836" y="1227609"/>
                </a:moveTo>
                <a:lnTo>
                  <a:pt x="2031236" y="1231042"/>
                </a:lnTo>
                <a:lnTo>
                  <a:pt x="2035283" y="1230778"/>
                </a:lnTo>
                <a:lnTo>
                  <a:pt x="2043642" y="1225409"/>
                </a:lnTo>
                <a:lnTo>
                  <a:pt x="2048746" y="1223472"/>
                </a:lnTo>
                <a:lnTo>
                  <a:pt x="2054113" y="1223384"/>
                </a:lnTo>
                <a:lnTo>
                  <a:pt x="2059392" y="1224353"/>
                </a:lnTo>
                <a:lnTo>
                  <a:pt x="2064584" y="1228049"/>
                </a:lnTo>
                <a:lnTo>
                  <a:pt x="2066431" y="1234211"/>
                </a:lnTo>
                <a:lnTo>
                  <a:pt x="2068367" y="1236147"/>
                </a:lnTo>
                <a:lnTo>
                  <a:pt x="2071359" y="1228754"/>
                </a:lnTo>
                <a:lnTo>
                  <a:pt x="2075406" y="1226553"/>
                </a:lnTo>
                <a:lnTo>
                  <a:pt x="2079982" y="1225409"/>
                </a:lnTo>
                <a:lnTo>
                  <a:pt x="2087021" y="1225849"/>
                </a:lnTo>
                <a:lnTo>
                  <a:pt x="2092476" y="1229370"/>
                </a:lnTo>
                <a:lnTo>
                  <a:pt x="2097404" y="1239844"/>
                </a:lnTo>
                <a:lnTo>
                  <a:pt x="2097228" y="1248998"/>
                </a:lnTo>
                <a:lnTo>
                  <a:pt x="2098987" y="1252431"/>
                </a:lnTo>
                <a:lnTo>
                  <a:pt x="2102419" y="1254895"/>
                </a:lnTo>
                <a:lnTo>
                  <a:pt x="2104971" y="1258416"/>
                </a:lnTo>
                <a:lnTo>
                  <a:pt x="2102683" y="1262113"/>
                </a:lnTo>
                <a:lnTo>
                  <a:pt x="2100483" y="1263873"/>
                </a:lnTo>
                <a:lnTo>
                  <a:pt x="2094060" y="1265634"/>
                </a:lnTo>
                <a:lnTo>
                  <a:pt x="2090980" y="1264842"/>
                </a:lnTo>
                <a:lnTo>
                  <a:pt x="2088165" y="1262377"/>
                </a:lnTo>
                <a:lnTo>
                  <a:pt x="2084997" y="1261497"/>
                </a:lnTo>
                <a:lnTo>
                  <a:pt x="2077782" y="1262289"/>
                </a:lnTo>
                <a:lnTo>
                  <a:pt x="2071183" y="1264314"/>
                </a:lnTo>
                <a:lnTo>
                  <a:pt x="2072063" y="1267746"/>
                </a:lnTo>
                <a:lnTo>
                  <a:pt x="2077518" y="1269243"/>
                </a:lnTo>
                <a:lnTo>
                  <a:pt x="2079190" y="1270827"/>
                </a:lnTo>
                <a:lnTo>
                  <a:pt x="2078838" y="1272939"/>
                </a:lnTo>
                <a:lnTo>
                  <a:pt x="2076638" y="1273380"/>
                </a:lnTo>
                <a:lnTo>
                  <a:pt x="2069599" y="1270475"/>
                </a:lnTo>
                <a:lnTo>
                  <a:pt x="2064848" y="1271091"/>
                </a:lnTo>
                <a:lnTo>
                  <a:pt x="2047690" y="1274964"/>
                </a:lnTo>
                <a:lnTo>
                  <a:pt x="2043114" y="1274876"/>
                </a:lnTo>
                <a:lnTo>
                  <a:pt x="2040562" y="1271179"/>
                </a:lnTo>
                <a:lnTo>
                  <a:pt x="2040738" y="1261585"/>
                </a:lnTo>
                <a:lnTo>
                  <a:pt x="2038891" y="1259032"/>
                </a:lnTo>
                <a:lnTo>
                  <a:pt x="2026132" y="1270739"/>
                </a:lnTo>
                <a:lnTo>
                  <a:pt x="2022261" y="1273644"/>
                </a:lnTo>
                <a:lnTo>
                  <a:pt x="2017157" y="1274964"/>
                </a:lnTo>
                <a:lnTo>
                  <a:pt x="2011790" y="1274524"/>
                </a:lnTo>
                <a:lnTo>
                  <a:pt x="1993312" y="1281565"/>
                </a:lnTo>
                <a:lnTo>
                  <a:pt x="1987505" y="1280597"/>
                </a:lnTo>
                <a:lnTo>
                  <a:pt x="1981962" y="1280597"/>
                </a:lnTo>
                <a:lnTo>
                  <a:pt x="1962252" y="1288343"/>
                </a:lnTo>
                <a:lnTo>
                  <a:pt x="1951693" y="1290455"/>
                </a:lnTo>
                <a:lnTo>
                  <a:pt x="1946238" y="1290631"/>
                </a:lnTo>
                <a:lnTo>
                  <a:pt x="1940870" y="1289927"/>
                </a:lnTo>
                <a:lnTo>
                  <a:pt x="1936031" y="1290631"/>
                </a:lnTo>
                <a:lnTo>
                  <a:pt x="1931720" y="1293712"/>
                </a:lnTo>
                <a:lnTo>
                  <a:pt x="1922921" y="1296353"/>
                </a:lnTo>
                <a:lnTo>
                  <a:pt x="1913858" y="1294328"/>
                </a:lnTo>
                <a:lnTo>
                  <a:pt x="1906203" y="1291688"/>
                </a:lnTo>
                <a:lnTo>
                  <a:pt x="1898900" y="1288167"/>
                </a:lnTo>
                <a:lnTo>
                  <a:pt x="1897140" y="1283678"/>
                </a:lnTo>
                <a:lnTo>
                  <a:pt x="1897492" y="1278309"/>
                </a:lnTo>
                <a:lnTo>
                  <a:pt x="1900571" y="1271003"/>
                </a:lnTo>
                <a:lnTo>
                  <a:pt x="1898460" y="1258152"/>
                </a:lnTo>
                <a:lnTo>
                  <a:pt x="1900043" y="1252255"/>
                </a:lnTo>
                <a:lnTo>
                  <a:pt x="1903035" y="1246446"/>
                </a:lnTo>
                <a:lnTo>
                  <a:pt x="1907522" y="1244333"/>
                </a:lnTo>
                <a:lnTo>
                  <a:pt x="1913418" y="1243893"/>
                </a:lnTo>
                <a:lnTo>
                  <a:pt x="1923185" y="1238700"/>
                </a:lnTo>
                <a:lnTo>
                  <a:pt x="1932072" y="1231922"/>
                </a:lnTo>
                <a:lnTo>
                  <a:pt x="1937263" y="1232626"/>
                </a:lnTo>
                <a:lnTo>
                  <a:pt x="1948965" y="1237380"/>
                </a:lnTo>
                <a:lnTo>
                  <a:pt x="1955829" y="1237908"/>
                </a:lnTo>
                <a:lnTo>
                  <a:pt x="1967443" y="1237115"/>
                </a:lnTo>
                <a:lnTo>
                  <a:pt x="1972283" y="1240108"/>
                </a:lnTo>
                <a:lnTo>
                  <a:pt x="1974130" y="1246798"/>
                </a:lnTo>
                <a:lnTo>
                  <a:pt x="1976770" y="1249174"/>
                </a:lnTo>
                <a:lnTo>
                  <a:pt x="1980202" y="1250935"/>
                </a:lnTo>
                <a:lnTo>
                  <a:pt x="1988473" y="1262201"/>
                </a:lnTo>
                <a:lnTo>
                  <a:pt x="1996128" y="1261585"/>
                </a:lnTo>
                <a:lnTo>
                  <a:pt x="2002903" y="1263697"/>
                </a:lnTo>
                <a:lnTo>
                  <a:pt x="2014694" y="1256832"/>
                </a:lnTo>
                <a:lnTo>
                  <a:pt x="2023669" y="1257008"/>
                </a:lnTo>
                <a:lnTo>
                  <a:pt x="2026220" y="1251727"/>
                </a:lnTo>
                <a:lnTo>
                  <a:pt x="2020853" y="1246093"/>
                </a:lnTo>
                <a:lnTo>
                  <a:pt x="2014342" y="1241428"/>
                </a:lnTo>
                <a:lnTo>
                  <a:pt x="2010910" y="1240460"/>
                </a:lnTo>
                <a:lnTo>
                  <a:pt x="2007127" y="1240724"/>
                </a:lnTo>
                <a:lnTo>
                  <a:pt x="2003695" y="1240020"/>
                </a:lnTo>
                <a:lnTo>
                  <a:pt x="1989265" y="1229722"/>
                </a:lnTo>
                <a:lnTo>
                  <a:pt x="1984953" y="1224177"/>
                </a:lnTo>
                <a:lnTo>
                  <a:pt x="1982489" y="1217663"/>
                </a:lnTo>
                <a:lnTo>
                  <a:pt x="1983985" y="1212822"/>
                </a:lnTo>
                <a:lnTo>
                  <a:pt x="1993928" y="1208509"/>
                </a:lnTo>
                <a:lnTo>
                  <a:pt x="1998592" y="1207453"/>
                </a:lnTo>
                <a:lnTo>
                  <a:pt x="2015837" y="1210358"/>
                </a:lnTo>
                <a:lnTo>
                  <a:pt x="2018829" y="1212822"/>
                </a:lnTo>
                <a:lnTo>
                  <a:pt x="2023405" y="1223120"/>
                </a:lnTo>
                <a:lnTo>
                  <a:pt x="2026836" y="1227609"/>
                </a:lnTo>
                <a:close/>
                <a:moveTo>
                  <a:pt x="2269511" y="407883"/>
                </a:moveTo>
                <a:lnTo>
                  <a:pt x="2269511" y="422758"/>
                </a:lnTo>
                <a:lnTo>
                  <a:pt x="2269511" y="429976"/>
                </a:lnTo>
                <a:lnTo>
                  <a:pt x="2269511" y="437810"/>
                </a:lnTo>
                <a:lnTo>
                  <a:pt x="2269511" y="446435"/>
                </a:lnTo>
                <a:lnTo>
                  <a:pt x="2269511" y="454005"/>
                </a:lnTo>
                <a:lnTo>
                  <a:pt x="2269511" y="456294"/>
                </a:lnTo>
                <a:lnTo>
                  <a:pt x="2269511" y="460431"/>
                </a:lnTo>
                <a:lnTo>
                  <a:pt x="2269511" y="462015"/>
                </a:lnTo>
                <a:lnTo>
                  <a:pt x="2269511" y="462455"/>
                </a:lnTo>
                <a:lnTo>
                  <a:pt x="2269511" y="468528"/>
                </a:lnTo>
                <a:lnTo>
                  <a:pt x="2269511" y="469321"/>
                </a:lnTo>
                <a:lnTo>
                  <a:pt x="2269511" y="469056"/>
                </a:lnTo>
                <a:lnTo>
                  <a:pt x="2269511" y="467472"/>
                </a:lnTo>
                <a:lnTo>
                  <a:pt x="2269511" y="466680"/>
                </a:lnTo>
                <a:lnTo>
                  <a:pt x="2269511" y="458846"/>
                </a:lnTo>
                <a:lnTo>
                  <a:pt x="2269511" y="452685"/>
                </a:lnTo>
                <a:lnTo>
                  <a:pt x="2269511" y="451981"/>
                </a:lnTo>
                <a:lnTo>
                  <a:pt x="2269511" y="452685"/>
                </a:lnTo>
                <a:lnTo>
                  <a:pt x="2269511" y="453125"/>
                </a:lnTo>
                <a:lnTo>
                  <a:pt x="2269511" y="454269"/>
                </a:lnTo>
                <a:lnTo>
                  <a:pt x="2269511" y="456998"/>
                </a:lnTo>
                <a:lnTo>
                  <a:pt x="2269511" y="455766"/>
                </a:lnTo>
                <a:lnTo>
                  <a:pt x="2269511" y="452685"/>
                </a:lnTo>
                <a:lnTo>
                  <a:pt x="2269511" y="451629"/>
                </a:lnTo>
                <a:lnTo>
                  <a:pt x="2269511" y="451893"/>
                </a:lnTo>
                <a:lnTo>
                  <a:pt x="2269511" y="456558"/>
                </a:lnTo>
                <a:lnTo>
                  <a:pt x="2261504" y="456118"/>
                </a:lnTo>
                <a:lnTo>
                  <a:pt x="2243114" y="450132"/>
                </a:lnTo>
                <a:lnTo>
                  <a:pt x="2232467" y="448988"/>
                </a:lnTo>
                <a:lnTo>
                  <a:pt x="2221997" y="450572"/>
                </a:lnTo>
                <a:lnTo>
                  <a:pt x="2212230" y="455942"/>
                </a:lnTo>
                <a:lnTo>
                  <a:pt x="2208534" y="459550"/>
                </a:lnTo>
                <a:lnTo>
                  <a:pt x="2198416" y="471785"/>
                </a:lnTo>
                <a:lnTo>
                  <a:pt x="2192696" y="480763"/>
                </a:lnTo>
                <a:lnTo>
                  <a:pt x="2188385" y="491942"/>
                </a:lnTo>
                <a:lnTo>
                  <a:pt x="2184689" y="503384"/>
                </a:lnTo>
                <a:lnTo>
                  <a:pt x="2182665" y="512714"/>
                </a:lnTo>
                <a:lnTo>
                  <a:pt x="2182577" y="522484"/>
                </a:lnTo>
                <a:lnTo>
                  <a:pt x="2184337" y="533487"/>
                </a:lnTo>
                <a:lnTo>
                  <a:pt x="2187065" y="544401"/>
                </a:lnTo>
                <a:lnTo>
                  <a:pt x="2190057" y="552675"/>
                </a:lnTo>
                <a:lnTo>
                  <a:pt x="2202727" y="571863"/>
                </a:lnTo>
                <a:lnTo>
                  <a:pt x="2205279" y="574592"/>
                </a:lnTo>
                <a:lnTo>
                  <a:pt x="2218917" y="580049"/>
                </a:lnTo>
                <a:lnTo>
                  <a:pt x="2227100" y="586915"/>
                </a:lnTo>
                <a:lnTo>
                  <a:pt x="2234755" y="606191"/>
                </a:lnTo>
                <a:lnTo>
                  <a:pt x="2240211" y="616049"/>
                </a:lnTo>
                <a:lnTo>
                  <a:pt x="2245666" y="616137"/>
                </a:lnTo>
                <a:lnTo>
                  <a:pt x="2251649" y="615521"/>
                </a:lnTo>
                <a:lnTo>
                  <a:pt x="2262120" y="616753"/>
                </a:lnTo>
                <a:lnTo>
                  <a:pt x="2269511" y="619306"/>
                </a:lnTo>
                <a:lnTo>
                  <a:pt x="2269511" y="613321"/>
                </a:lnTo>
                <a:lnTo>
                  <a:pt x="2269511" y="602142"/>
                </a:lnTo>
                <a:lnTo>
                  <a:pt x="2269511" y="593868"/>
                </a:lnTo>
                <a:lnTo>
                  <a:pt x="2269511" y="578113"/>
                </a:lnTo>
                <a:lnTo>
                  <a:pt x="2269511" y="570807"/>
                </a:lnTo>
                <a:lnTo>
                  <a:pt x="2269511" y="568431"/>
                </a:lnTo>
                <a:lnTo>
                  <a:pt x="2269511" y="569399"/>
                </a:lnTo>
                <a:lnTo>
                  <a:pt x="2269511" y="573624"/>
                </a:lnTo>
                <a:lnTo>
                  <a:pt x="2269511" y="576969"/>
                </a:lnTo>
                <a:lnTo>
                  <a:pt x="2269511" y="578729"/>
                </a:lnTo>
                <a:lnTo>
                  <a:pt x="2269511" y="577585"/>
                </a:lnTo>
                <a:lnTo>
                  <a:pt x="2269511" y="572480"/>
                </a:lnTo>
                <a:lnTo>
                  <a:pt x="2269511" y="569311"/>
                </a:lnTo>
                <a:lnTo>
                  <a:pt x="2269511" y="565350"/>
                </a:lnTo>
                <a:lnTo>
                  <a:pt x="2269511" y="562093"/>
                </a:lnTo>
                <a:lnTo>
                  <a:pt x="2269511" y="563237"/>
                </a:lnTo>
                <a:lnTo>
                  <a:pt x="2269511" y="561917"/>
                </a:lnTo>
                <a:lnTo>
                  <a:pt x="2269511" y="559013"/>
                </a:lnTo>
                <a:lnTo>
                  <a:pt x="2269511" y="555932"/>
                </a:lnTo>
                <a:lnTo>
                  <a:pt x="2269511" y="553467"/>
                </a:lnTo>
                <a:lnTo>
                  <a:pt x="2269511" y="551883"/>
                </a:lnTo>
                <a:lnTo>
                  <a:pt x="2269511" y="548274"/>
                </a:lnTo>
                <a:lnTo>
                  <a:pt x="2269511" y="545722"/>
                </a:lnTo>
                <a:lnTo>
                  <a:pt x="2269511" y="547570"/>
                </a:lnTo>
                <a:lnTo>
                  <a:pt x="2269511" y="552587"/>
                </a:lnTo>
                <a:lnTo>
                  <a:pt x="2269511" y="557692"/>
                </a:lnTo>
                <a:lnTo>
                  <a:pt x="2269511" y="563942"/>
                </a:lnTo>
                <a:lnTo>
                  <a:pt x="2269511" y="580137"/>
                </a:lnTo>
                <a:lnTo>
                  <a:pt x="2269511" y="583834"/>
                </a:lnTo>
                <a:lnTo>
                  <a:pt x="2269511" y="585770"/>
                </a:lnTo>
                <a:lnTo>
                  <a:pt x="2269511" y="583658"/>
                </a:lnTo>
                <a:lnTo>
                  <a:pt x="2269511" y="575296"/>
                </a:lnTo>
                <a:lnTo>
                  <a:pt x="2269511" y="572215"/>
                </a:lnTo>
                <a:lnTo>
                  <a:pt x="2269511" y="574768"/>
                </a:lnTo>
                <a:lnTo>
                  <a:pt x="2269511" y="577145"/>
                </a:lnTo>
                <a:lnTo>
                  <a:pt x="2269511" y="580489"/>
                </a:lnTo>
                <a:lnTo>
                  <a:pt x="2269511" y="589115"/>
                </a:lnTo>
                <a:lnTo>
                  <a:pt x="2269511" y="598885"/>
                </a:lnTo>
                <a:lnTo>
                  <a:pt x="2269511" y="614113"/>
                </a:lnTo>
                <a:lnTo>
                  <a:pt x="2269511" y="627316"/>
                </a:lnTo>
                <a:lnTo>
                  <a:pt x="2269511" y="632333"/>
                </a:lnTo>
                <a:lnTo>
                  <a:pt x="2269511" y="635766"/>
                </a:lnTo>
                <a:lnTo>
                  <a:pt x="2269511" y="644480"/>
                </a:lnTo>
                <a:lnTo>
                  <a:pt x="2269511" y="650993"/>
                </a:lnTo>
                <a:lnTo>
                  <a:pt x="2269511" y="659443"/>
                </a:lnTo>
                <a:lnTo>
                  <a:pt x="2269511" y="662260"/>
                </a:lnTo>
                <a:lnTo>
                  <a:pt x="2269511" y="663228"/>
                </a:lnTo>
                <a:lnTo>
                  <a:pt x="2269511" y="661643"/>
                </a:lnTo>
                <a:lnTo>
                  <a:pt x="2269511" y="656890"/>
                </a:lnTo>
                <a:lnTo>
                  <a:pt x="2269511" y="660763"/>
                </a:lnTo>
                <a:lnTo>
                  <a:pt x="2269511" y="666749"/>
                </a:lnTo>
                <a:lnTo>
                  <a:pt x="2269511" y="668861"/>
                </a:lnTo>
                <a:lnTo>
                  <a:pt x="2269511" y="675462"/>
                </a:lnTo>
                <a:lnTo>
                  <a:pt x="2269511" y="684793"/>
                </a:lnTo>
                <a:lnTo>
                  <a:pt x="2269511" y="686817"/>
                </a:lnTo>
                <a:lnTo>
                  <a:pt x="2269511" y="689810"/>
                </a:lnTo>
                <a:lnTo>
                  <a:pt x="2269511" y="692714"/>
                </a:lnTo>
                <a:lnTo>
                  <a:pt x="2269511" y="700724"/>
                </a:lnTo>
                <a:lnTo>
                  <a:pt x="2269511" y="719208"/>
                </a:lnTo>
                <a:lnTo>
                  <a:pt x="2269511" y="729242"/>
                </a:lnTo>
                <a:lnTo>
                  <a:pt x="2269511" y="737516"/>
                </a:lnTo>
                <a:lnTo>
                  <a:pt x="2269511" y="751423"/>
                </a:lnTo>
                <a:lnTo>
                  <a:pt x="2269511" y="755296"/>
                </a:lnTo>
                <a:lnTo>
                  <a:pt x="2269511" y="759873"/>
                </a:lnTo>
                <a:lnTo>
                  <a:pt x="2269511" y="764098"/>
                </a:lnTo>
                <a:lnTo>
                  <a:pt x="2269511" y="772020"/>
                </a:lnTo>
                <a:lnTo>
                  <a:pt x="2269511" y="777213"/>
                </a:lnTo>
                <a:lnTo>
                  <a:pt x="2269511" y="783727"/>
                </a:lnTo>
                <a:lnTo>
                  <a:pt x="2269511" y="793233"/>
                </a:lnTo>
                <a:lnTo>
                  <a:pt x="2269511" y="805907"/>
                </a:lnTo>
                <a:lnTo>
                  <a:pt x="2269511" y="810220"/>
                </a:lnTo>
                <a:lnTo>
                  <a:pt x="2269511" y="814093"/>
                </a:lnTo>
                <a:lnTo>
                  <a:pt x="2269511" y="817790"/>
                </a:lnTo>
                <a:lnTo>
                  <a:pt x="2269511" y="820607"/>
                </a:lnTo>
                <a:lnTo>
                  <a:pt x="2269511" y="822103"/>
                </a:lnTo>
                <a:lnTo>
                  <a:pt x="2269511" y="824656"/>
                </a:lnTo>
                <a:lnTo>
                  <a:pt x="2269511" y="834602"/>
                </a:lnTo>
                <a:lnTo>
                  <a:pt x="2269511" y="837154"/>
                </a:lnTo>
                <a:lnTo>
                  <a:pt x="2269511" y="840763"/>
                </a:lnTo>
                <a:lnTo>
                  <a:pt x="2269511" y="846220"/>
                </a:lnTo>
                <a:lnTo>
                  <a:pt x="2269511" y="849389"/>
                </a:lnTo>
                <a:lnTo>
                  <a:pt x="2269511" y="854934"/>
                </a:lnTo>
                <a:lnTo>
                  <a:pt x="2269511" y="856343"/>
                </a:lnTo>
                <a:lnTo>
                  <a:pt x="2269511" y="854758"/>
                </a:lnTo>
                <a:lnTo>
                  <a:pt x="2269511" y="852294"/>
                </a:lnTo>
                <a:lnTo>
                  <a:pt x="2269511" y="853262"/>
                </a:lnTo>
                <a:lnTo>
                  <a:pt x="2269511" y="857135"/>
                </a:lnTo>
                <a:lnTo>
                  <a:pt x="2269511" y="862152"/>
                </a:lnTo>
                <a:lnTo>
                  <a:pt x="2269511" y="867697"/>
                </a:lnTo>
                <a:lnTo>
                  <a:pt x="2269511" y="878260"/>
                </a:lnTo>
                <a:lnTo>
                  <a:pt x="2269511" y="882044"/>
                </a:lnTo>
                <a:lnTo>
                  <a:pt x="2269511" y="881868"/>
                </a:lnTo>
                <a:lnTo>
                  <a:pt x="2269511" y="877555"/>
                </a:lnTo>
                <a:lnTo>
                  <a:pt x="2269511" y="880636"/>
                </a:lnTo>
                <a:lnTo>
                  <a:pt x="2269511" y="883717"/>
                </a:lnTo>
                <a:lnTo>
                  <a:pt x="2269511" y="884685"/>
                </a:lnTo>
                <a:lnTo>
                  <a:pt x="2269511" y="884245"/>
                </a:lnTo>
                <a:lnTo>
                  <a:pt x="2269511" y="884685"/>
                </a:lnTo>
                <a:lnTo>
                  <a:pt x="2269511" y="891198"/>
                </a:lnTo>
                <a:lnTo>
                  <a:pt x="2269511" y="895071"/>
                </a:lnTo>
                <a:lnTo>
                  <a:pt x="2269511" y="902113"/>
                </a:lnTo>
                <a:lnTo>
                  <a:pt x="2269511" y="906954"/>
                </a:lnTo>
                <a:lnTo>
                  <a:pt x="2269511" y="917252"/>
                </a:lnTo>
                <a:lnTo>
                  <a:pt x="2269511" y="920773"/>
                </a:lnTo>
                <a:lnTo>
                  <a:pt x="2269511" y="922181"/>
                </a:lnTo>
                <a:lnTo>
                  <a:pt x="2269511" y="919453"/>
                </a:lnTo>
                <a:lnTo>
                  <a:pt x="2269511" y="916724"/>
                </a:lnTo>
                <a:lnTo>
                  <a:pt x="2269511" y="914436"/>
                </a:lnTo>
                <a:lnTo>
                  <a:pt x="2269511" y="907482"/>
                </a:lnTo>
                <a:lnTo>
                  <a:pt x="2269511" y="898680"/>
                </a:lnTo>
                <a:lnTo>
                  <a:pt x="2269511" y="872450"/>
                </a:lnTo>
                <a:lnTo>
                  <a:pt x="2269511" y="869106"/>
                </a:lnTo>
                <a:lnTo>
                  <a:pt x="2269511" y="866113"/>
                </a:lnTo>
                <a:lnTo>
                  <a:pt x="2269511" y="861272"/>
                </a:lnTo>
                <a:lnTo>
                  <a:pt x="2269511" y="855727"/>
                </a:lnTo>
                <a:lnTo>
                  <a:pt x="2269511" y="848861"/>
                </a:lnTo>
                <a:lnTo>
                  <a:pt x="2269511" y="846132"/>
                </a:lnTo>
                <a:lnTo>
                  <a:pt x="2269511" y="840411"/>
                </a:lnTo>
                <a:lnTo>
                  <a:pt x="2261944" y="808460"/>
                </a:lnTo>
                <a:lnTo>
                  <a:pt x="2260008" y="805379"/>
                </a:lnTo>
                <a:lnTo>
                  <a:pt x="2259920" y="800010"/>
                </a:lnTo>
                <a:lnTo>
                  <a:pt x="2261328" y="795081"/>
                </a:lnTo>
                <a:lnTo>
                  <a:pt x="2269511" y="777565"/>
                </a:lnTo>
                <a:lnTo>
                  <a:pt x="2269511" y="774220"/>
                </a:lnTo>
                <a:lnTo>
                  <a:pt x="2269511" y="760401"/>
                </a:lnTo>
                <a:lnTo>
                  <a:pt x="2269511" y="749047"/>
                </a:lnTo>
                <a:lnTo>
                  <a:pt x="2269511" y="737692"/>
                </a:lnTo>
                <a:lnTo>
                  <a:pt x="2268631" y="730475"/>
                </a:lnTo>
                <a:lnTo>
                  <a:pt x="2258864" y="728362"/>
                </a:lnTo>
                <a:lnTo>
                  <a:pt x="2248833" y="728010"/>
                </a:lnTo>
                <a:lnTo>
                  <a:pt x="2239067" y="730299"/>
                </a:lnTo>
                <a:lnTo>
                  <a:pt x="2229388" y="736020"/>
                </a:lnTo>
                <a:lnTo>
                  <a:pt x="2211526" y="748079"/>
                </a:lnTo>
                <a:lnTo>
                  <a:pt x="2204487" y="755032"/>
                </a:lnTo>
                <a:lnTo>
                  <a:pt x="2203871" y="764186"/>
                </a:lnTo>
                <a:lnTo>
                  <a:pt x="2207918" y="773076"/>
                </a:lnTo>
                <a:lnTo>
                  <a:pt x="2213198" y="781262"/>
                </a:lnTo>
                <a:lnTo>
                  <a:pt x="2216013" y="790152"/>
                </a:lnTo>
                <a:lnTo>
                  <a:pt x="2219973" y="821751"/>
                </a:lnTo>
                <a:lnTo>
                  <a:pt x="2219797" y="825360"/>
                </a:lnTo>
                <a:lnTo>
                  <a:pt x="2215222" y="834514"/>
                </a:lnTo>
                <a:lnTo>
                  <a:pt x="2213374" y="855110"/>
                </a:lnTo>
                <a:lnTo>
                  <a:pt x="2215397" y="884069"/>
                </a:lnTo>
                <a:lnTo>
                  <a:pt x="2218477" y="901849"/>
                </a:lnTo>
                <a:lnTo>
                  <a:pt x="2217157" y="911531"/>
                </a:lnTo>
                <a:lnTo>
                  <a:pt x="2208798" y="932304"/>
                </a:lnTo>
                <a:lnTo>
                  <a:pt x="2206247" y="943746"/>
                </a:lnTo>
                <a:lnTo>
                  <a:pt x="2206071" y="948411"/>
                </a:lnTo>
                <a:lnTo>
                  <a:pt x="2215925" y="970152"/>
                </a:lnTo>
                <a:lnTo>
                  <a:pt x="2218213" y="978690"/>
                </a:lnTo>
                <a:lnTo>
                  <a:pt x="2219357" y="987580"/>
                </a:lnTo>
                <a:lnTo>
                  <a:pt x="2208974" y="983267"/>
                </a:lnTo>
                <a:lnTo>
                  <a:pt x="2204047" y="983443"/>
                </a:lnTo>
                <a:lnTo>
                  <a:pt x="2199207" y="984763"/>
                </a:lnTo>
                <a:lnTo>
                  <a:pt x="2188297" y="986172"/>
                </a:lnTo>
                <a:lnTo>
                  <a:pt x="2177298" y="986436"/>
                </a:lnTo>
                <a:lnTo>
                  <a:pt x="2173427" y="988020"/>
                </a:lnTo>
                <a:lnTo>
                  <a:pt x="2165507" y="993829"/>
                </a:lnTo>
                <a:lnTo>
                  <a:pt x="2160756" y="996118"/>
                </a:lnTo>
                <a:lnTo>
                  <a:pt x="2156621" y="996558"/>
                </a:lnTo>
                <a:lnTo>
                  <a:pt x="2142542" y="989340"/>
                </a:lnTo>
                <a:lnTo>
                  <a:pt x="2134271" y="981507"/>
                </a:lnTo>
                <a:lnTo>
                  <a:pt x="2126616" y="972969"/>
                </a:lnTo>
                <a:lnTo>
                  <a:pt x="2125208" y="963199"/>
                </a:lnTo>
                <a:lnTo>
                  <a:pt x="2127936" y="953252"/>
                </a:lnTo>
                <a:lnTo>
                  <a:pt x="2131720" y="942514"/>
                </a:lnTo>
                <a:lnTo>
                  <a:pt x="2139287" y="924734"/>
                </a:lnTo>
                <a:lnTo>
                  <a:pt x="2138935" y="912851"/>
                </a:lnTo>
                <a:lnTo>
                  <a:pt x="2141486" y="903081"/>
                </a:lnTo>
                <a:lnTo>
                  <a:pt x="2145798" y="893575"/>
                </a:lnTo>
                <a:lnTo>
                  <a:pt x="2147382" y="884861"/>
                </a:lnTo>
                <a:lnTo>
                  <a:pt x="2148438" y="850533"/>
                </a:lnTo>
                <a:lnTo>
                  <a:pt x="2147294" y="847541"/>
                </a:lnTo>
                <a:lnTo>
                  <a:pt x="2136999" y="827208"/>
                </a:lnTo>
                <a:lnTo>
                  <a:pt x="2135767" y="823775"/>
                </a:lnTo>
                <a:lnTo>
                  <a:pt x="2135679" y="818230"/>
                </a:lnTo>
                <a:lnTo>
                  <a:pt x="2136823" y="813037"/>
                </a:lnTo>
                <a:lnTo>
                  <a:pt x="2137087" y="808284"/>
                </a:lnTo>
                <a:lnTo>
                  <a:pt x="2134623" y="804675"/>
                </a:lnTo>
                <a:lnTo>
                  <a:pt x="2130488" y="801330"/>
                </a:lnTo>
                <a:lnTo>
                  <a:pt x="2125384" y="799922"/>
                </a:lnTo>
                <a:lnTo>
                  <a:pt x="2114650" y="801330"/>
                </a:lnTo>
                <a:lnTo>
                  <a:pt x="2093092" y="806876"/>
                </a:lnTo>
                <a:lnTo>
                  <a:pt x="2086669" y="802035"/>
                </a:lnTo>
                <a:lnTo>
                  <a:pt x="2081918" y="794553"/>
                </a:lnTo>
                <a:lnTo>
                  <a:pt x="2078838" y="784167"/>
                </a:lnTo>
                <a:lnTo>
                  <a:pt x="2076990" y="773340"/>
                </a:lnTo>
                <a:lnTo>
                  <a:pt x="2077870" y="763130"/>
                </a:lnTo>
                <a:lnTo>
                  <a:pt x="2081038" y="753272"/>
                </a:lnTo>
                <a:lnTo>
                  <a:pt x="2078486" y="746318"/>
                </a:lnTo>
                <a:lnTo>
                  <a:pt x="2074526" y="738837"/>
                </a:lnTo>
                <a:lnTo>
                  <a:pt x="2074438" y="734964"/>
                </a:lnTo>
                <a:lnTo>
                  <a:pt x="2076726" y="731531"/>
                </a:lnTo>
                <a:lnTo>
                  <a:pt x="2080598" y="728714"/>
                </a:lnTo>
                <a:lnTo>
                  <a:pt x="2085437" y="727042"/>
                </a:lnTo>
                <a:lnTo>
                  <a:pt x="2089837" y="724049"/>
                </a:lnTo>
                <a:lnTo>
                  <a:pt x="2101627" y="714015"/>
                </a:lnTo>
                <a:lnTo>
                  <a:pt x="2105411" y="705125"/>
                </a:lnTo>
                <a:lnTo>
                  <a:pt x="2105675" y="694211"/>
                </a:lnTo>
                <a:lnTo>
                  <a:pt x="2108666" y="683824"/>
                </a:lnTo>
                <a:lnTo>
                  <a:pt x="2114738" y="674230"/>
                </a:lnTo>
                <a:lnTo>
                  <a:pt x="2121865" y="665340"/>
                </a:lnTo>
                <a:lnTo>
                  <a:pt x="2124152" y="656098"/>
                </a:lnTo>
                <a:lnTo>
                  <a:pt x="2120633" y="641575"/>
                </a:lnTo>
                <a:lnTo>
                  <a:pt x="2122041" y="634885"/>
                </a:lnTo>
                <a:lnTo>
                  <a:pt x="2120809" y="627140"/>
                </a:lnTo>
                <a:lnTo>
                  <a:pt x="2120721" y="619394"/>
                </a:lnTo>
                <a:lnTo>
                  <a:pt x="2125120" y="604871"/>
                </a:lnTo>
                <a:lnTo>
                  <a:pt x="2138231" y="575296"/>
                </a:lnTo>
                <a:lnTo>
                  <a:pt x="2151077" y="559541"/>
                </a:lnTo>
                <a:lnTo>
                  <a:pt x="2156093" y="555404"/>
                </a:lnTo>
                <a:lnTo>
                  <a:pt x="2162780" y="562709"/>
                </a:lnTo>
                <a:lnTo>
                  <a:pt x="2167795" y="571335"/>
                </a:lnTo>
                <a:lnTo>
                  <a:pt x="2167883" y="563502"/>
                </a:lnTo>
                <a:lnTo>
                  <a:pt x="2166563" y="555844"/>
                </a:lnTo>
                <a:lnTo>
                  <a:pt x="2161460" y="538064"/>
                </a:lnTo>
                <a:lnTo>
                  <a:pt x="2157061" y="503208"/>
                </a:lnTo>
                <a:lnTo>
                  <a:pt x="2158292" y="499951"/>
                </a:lnTo>
                <a:lnTo>
                  <a:pt x="2162780" y="500479"/>
                </a:lnTo>
                <a:lnTo>
                  <a:pt x="2167267" y="497399"/>
                </a:lnTo>
                <a:lnTo>
                  <a:pt x="2169731" y="491942"/>
                </a:lnTo>
                <a:lnTo>
                  <a:pt x="2164980" y="479003"/>
                </a:lnTo>
                <a:lnTo>
                  <a:pt x="2164716" y="474426"/>
                </a:lnTo>
                <a:lnTo>
                  <a:pt x="2173866" y="456294"/>
                </a:lnTo>
                <a:lnTo>
                  <a:pt x="2181346" y="449692"/>
                </a:lnTo>
                <a:lnTo>
                  <a:pt x="2184601" y="445555"/>
                </a:lnTo>
                <a:lnTo>
                  <a:pt x="2186449" y="434465"/>
                </a:lnTo>
                <a:lnTo>
                  <a:pt x="2190408" y="430328"/>
                </a:lnTo>
                <a:lnTo>
                  <a:pt x="2195336" y="427335"/>
                </a:lnTo>
                <a:lnTo>
                  <a:pt x="2201759" y="419678"/>
                </a:lnTo>
                <a:lnTo>
                  <a:pt x="2205279" y="409995"/>
                </a:lnTo>
                <a:lnTo>
                  <a:pt x="2207390" y="409291"/>
                </a:lnTo>
                <a:lnTo>
                  <a:pt x="2209854" y="408939"/>
                </a:lnTo>
                <a:lnTo>
                  <a:pt x="2213814" y="417301"/>
                </a:lnTo>
                <a:lnTo>
                  <a:pt x="2218125" y="420734"/>
                </a:lnTo>
                <a:lnTo>
                  <a:pt x="2227012" y="423462"/>
                </a:lnTo>
                <a:lnTo>
                  <a:pt x="2234579" y="420294"/>
                </a:lnTo>
                <a:lnTo>
                  <a:pt x="2236603" y="416069"/>
                </a:lnTo>
                <a:lnTo>
                  <a:pt x="2239507" y="412372"/>
                </a:lnTo>
                <a:lnTo>
                  <a:pt x="2244082" y="408587"/>
                </a:lnTo>
                <a:lnTo>
                  <a:pt x="2247954" y="404274"/>
                </a:lnTo>
                <a:lnTo>
                  <a:pt x="2252265" y="394328"/>
                </a:lnTo>
                <a:lnTo>
                  <a:pt x="2257896" y="385174"/>
                </a:lnTo>
                <a:lnTo>
                  <a:pt x="2261768" y="382005"/>
                </a:lnTo>
                <a:lnTo>
                  <a:pt x="2266431" y="379981"/>
                </a:lnTo>
                <a:lnTo>
                  <a:pt x="2269511" y="378748"/>
                </a:lnTo>
                <a:lnTo>
                  <a:pt x="2269511" y="378572"/>
                </a:lnTo>
                <a:lnTo>
                  <a:pt x="2269511" y="384382"/>
                </a:lnTo>
                <a:lnTo>
                  <a:pt x="2269511" y="385438"/>
                </a:lnTo>
                <a:lnTo>
                  <a:pt x="2269511" y="384998"/>
                </a:lnTo>
                <a:lnTo>
                  <a:pt x="2269511" y="385966"/>
                </a:lnTo>
                <a:lnTo>
                  <a:pt x="2269511" y="388607"/>
                </a:lnTo>
                <a:lnTo>
                  <a:pt x="2269511" y="393712"/>
                </a:lnTo>
                <a:lnTo>
                  <a:pt x="2269511" y="398201"/>
                </a:lnTo>
                <a:lnTo>
                  <a:pt x="2269511" y="400401"/>
                </a:lnTo>
                <a:lnTo>
                  <a:pt x="2269511" y="401457"/>
                </a:lnTo>
                <a:lnTo>
                  <a:pt x="2269511" y="399609"/>
                </a:lnTo>
                <a:lnTo>
                  <a:pt x="2269511" y="404714"/>
                </a:lnTo>
                <a:lnTo>
                  <a:pt x="2269511" y="405858"/>
                </a:lnTo>
                <a:lnTo>
                  <a:pt x="2269511" y="408851"/>
                </a:lnTo>
                <a:lnTo>
                  <a:pt x="2269511" y="412636"/>
                </a:lnTo>
                <a:lnTo>
                  <a:pt x="2269511" y="419501"/>
                </a:lnTo>
                <a:lnTo>
                  <a:pt x="2269511" y="420998"/>
                </a:lnTo>
                <a:lnTo>
                  <a:pt x="2269511" y="420646"/>
                </a:lnTo>
                <a:lnTo>
                  <a:pt x="2269511" y="414220"/>
                </a:lnTo>
                <a:lnTo>
                  <a:pt x="2269511" y="412812"/>
                </a:lnTo>
                <a:lnTo>
                  <a:pt x="2269511" y="412548"/>
                </a:lnTo>
                <a:lnTo>
                  <a:pt x="2269511" y="413780"/>
                </a:lnTo>
                <a:lnTo>
                  <a:pt x="2269511" y="421702"/>
                </a:lnTo>
                <a:lnTo>
                  <a:pt x="2269511" y="420646"/>
                </a:lnTo>
                <a:lnTo>
                  <a:pt x="2269511" y="405506"/>
                </a:lnTo>
                <a:lnTo>
                  <a:pt x="2269511" y="391159"/>
                </a:lnTo>
                <a:lnTo>
                  <a:pt x="2269511" y="387198"/>
                </a:lnTo>
                <a:lnTo>
                  <a:pt x="2269511" y="380685"/>
                </a:lnTo>
                <a:lnTo>
                  <a:pt x="2269511" y="372939"/>
                </a:lnTo>
                <a:lnTo>
                  <a:pt x="2269511" y="370827"/>
                </a:lnTo>
                <a:lnTo>
                  <a:pt x="2269511" y="368626"/>
                </a:lnTo>
                <a:lnTo>
                  <a:pt x="2269511" y="366250"/>
                </a:lnTo>
                <a:lnTo>
                  <a:pt x="2269511" y="356743"/>
                </a:lnTo>
                <a:lnTo>
                  <a:pt x="2269511" y="348294"/>
                </a:lnTo>
                <a:lnTo>
                  <a:pt x="2269511" y="345741"/>
                </a:lnTo>
                <a:lnTo>
                  <a:pt x="2269511" y="347061"/>
                </a:lnTo>
                <a:lnTo>
                  <a:pt x="2269511" y="350758"/>
                </a:lnTo>
                <a:lnTo>
                  <a:pt x="2269511" y="363257"/>
                </a:lnTo>
                <a:lnTo>
                  <a:pt x="2269511" y="365281"/>
                </a:lnTo>
                <a:lnTo>
                  <a:pt x="2269511" y="371531"/>
                </a:lnTo>
                <a:lnTo>
                  <a:pt x="2269511" y="374083"/>
                </a:lnTo>
                <a:lnTo>
                  <a:pt x="2269511" y="391599"/>
                </a:lnTo>
                <a:lnTo>
                  <a:pt x="2269511" y="400137"/>
                </a:lnTo>
                <a:lnTo>
                  <a:pt x="2269511" y="407883"/>
                </a:lnTo>
                <a:close/>
                <a:moveTo>
                  <a:pt x="1070567" y="1024284"/>
                </a:moveTo>
                <a:lnTo>
                  <a:pt x="1079454" y="1034318"/>
                </a:lnTo>
                <a:lnTo>
                  <a:pt x="1087197" y="1039688"/>
                </a:lnTo>
                <a:lnTo>
                  <a:pt x="1096348" y="1042592"/>
                </a:lnTo>
                <a:lnTo>
                  <a:pt x="1105939" y="1042856"/>
                </a:lnTo>
                <a:lnTo>
                  <a:pt x="1115442" y="1044089"/>
                </a:lnTo>
                <a:lnTo>
                  <a:pt x="1126440" y="1047961"/>
                </a:lnTo>
                <a:lnTo>
                  <a:pt x="1137791" y="1049722"/>
                </a:lnTo>
                <a:lnTo>
                  <a:pt x="1142982" y="1049018"/>
                </a:lnTo>
                <a:lnTo>
                  <a:pt x="1147998" y="1047081"/>
                </a:lnTo>
                <a:lnTo>
                  <a:pt x="1151605" y="1046905"/>
                </a:lnTo>
                <a:lnTo>
                  <a:pt x="1154685" y="1048754"/>
                </a:lnTo>
                <a:lnTo>
                  <a:pt x="1162516" y="1057291"/>
                </a:lnTo>
                <a:lnTo>
                  <a:pt x="1171051" y="1065037"/>
                </a:lnTo>
                <a:lnTo>
                  <a:pt x="1172987" y="1068998"/>
                </a:lnTo>
                <a:lnTo>
                  <a:pt x="1178794" y="1087746"/>
                </a:lnTo>
                <a:lnTo>
                  <a:pt x="1185305" y="1093203"/>
                </a:lnTo>
                <a:lnTo>
                  <a:pt x="1194280" y="1094700"/>
                </a:lnTo>
                <a:lnTo>
                  <a:pt x="1204751" y="1094700"/>
                </a:lnTo>
                <a:lnTo>
                  <a:pt x="1215222" y="1095492"/>
                </a:lnTo>
                <a:lnTo>
                  <a:pt x="1239507" y="1099893"/>
                </a:lnTo>
                <a:lnTo>
                  <a:pt x="1249186" y="1099277"/>
                </a:lnTo>
                <a:lnTo>
                  <a:pt x="1257720" y="1094876"/>
                </a:lnTo>
                <a:lnTo>
                  <a:pt x="1265288" y="1097780"/>
                </a:lnTo>
                <a:lnTo>
                  <a:pt x="1285877" y="1102974"/>
                </a:lnTo>
                <a:lnTo>
                  <a:pt x="1295996" y="1104206"/>
                </a:lnTo>
                <a:lnTo>
                  <a:pt x="1307523" y="1102710"/>
                </a:lnTo>
                <a:lnTo>
                  <a:pt x="1319049" y="1102357"/>
                </a:lnTo>
                <a:lnTo>
                  <a:pt x="1324592" y="1103854"/>
                </a:lnTo>
                <a:lnTo>
                  <a:pt x="1329872" y="1106142"/>
                </a:lnTo>
                <a:lnTo>
                  <a:pt x="1334447" y="1107023"/>
                </a:lnTo>
                <a:lnTo>
                  <a:pt x="1339111" y="1106935"/>
                </a:lnTo>
                <a:lnTo>
                  <a:pt x="1347470" y="1102534"/>
                </a:lnTo>
                <a:lnTo>
                  <a:pt x="1353013" y="1094524"/>
                </a:lnTo>
                <a:lnTo>
                  <a:pt x="1357413" y="1084313"/>
                </a:lnTo>
                <a:lnTo>
                  <a:pt x="1360932" y="1073751"/>
                </a:lnTo>
                <a:lnTo>
                  <a:pt x="1363308" y="1069174"/>
                </a:lnTo>
                <a:lnTo>
                  <a:pt x="1366475" y="1065125"/>
                </a:lnTo>
                <a:lnTo>
                  <a:pt x="1370611" y="1062573"/>
                </a:lnTo>
                <a:lnTo>
                  <a:pt x="1375098" y="1060900"/>
                </a:lnTo>
                <a:lnTo>
                  <a:pt x="1387153" y="1061956"/>
                </a:lnTo>
                <a:lnTo>
                  <a:pt x="1389705" y="1064509"/>
                </a:lnTo>
                <a:lnTo>
                  <a:pt x="1403167" y="1082465"/>
                </a:lnTo>
                <a:lnTo>
                  <a:pt x="1405631" y="1084049"/>
                </a:lnTo>
                <a:lnTo>
                  <a:pt x="1419709" y="1085194"/>
                </a:lnTo>
                <a:lnTo>
                  <a:pt x="1423669" y="1084578"/>
                </a:lnTo>
                <a:lnTo>
                  <a:pt x="1432204" y="1080969"/>
                </a:lnTo>
                <a:lnTo>
                  <a:pt x="1437131" y="1080617"/>
                </a:lnTo>
                <a:lnTo>
                  <a:pt x="1446282" y="1085106"/>
                </a:lnTo>
                <a:lnTo>
                  <a:pt x="1450153" y="1088890"/>
                </a:lnTo>
                <a:lnTo>
                  <a:pt x="1454553" y="1091619"/>
                </a:lnTo>
                <a:lnTo>
                  <a:pt x="1476726" y="1094524"/>
                </a:lnTo>
                <a:lnTo>
                  <a:pt x="1485261" y="1102181"/>
                </a:lnTo>
                <a:lnTo>
                  <a:pt x="1489661" y="1103238"/>
                </a:lnTo>
                <a:lnTo>
                  <a:pt x="1505059" y="1102269"/>
                </a:lnTo>
                <a:lnTo>
                  <a:pt x="1515794" y="1103062"/>
                </a:lnTo>
                <a:lnTo>
                  <a:pt x="1525032" y="1105086"/>
                </a:lnTo>
                <a:lnTo>
                  <a:pt x="1529256" y="1116089"/>
                </a:lnTo>
                <a:lnTo>
                  <a:pt x="1532687" y="1127267"/>
                </a:lnTo>
                <a:lnTo>
                  <a:pt x="1534711" y="1131052"/>
                </a:lnTo>
                <a:lnTo>
                  <a:pt x="1543774" y="1134925"/>
                </a:lnTo>
                <a:lnTo>
                  <a:pt x="1547470" y="1138358"/>
                </a:lnTo>
                <a:lnTo>
                  <a:pt x="1546502" y="1149624"/>
                </a:lnTo>
                <a:lnTo>
                  <a:pt x="1547558" y="1160186"/>
                </a:lnTo>
                <a:lnTo>
                  <a:pt x="1566827" y="1169516"/>
                </a:lnTo>
                <a:lnTo>
                  <a:pt x="1587417" y="1174798"/>
                </a:lnTo>
                <a:lnTo>
                  <a:pt x="1609414" y="1175326"/>
                </a:lnTo>
                <a:lnTo>
                  <a:pt x="1631324" y="1173477"/>
                </a:lnTo>
                <a:lnTo>
                  <a:pt x="1642674" y="1171189"/>
                </a:lnTo>
                <a:lnTo>
                  <a:pt x="1656841" y="1167228"/>
                </a:lnTo>
                <a:lnTo>
                  <a:pt x="1659832" y="1167316"/>
                </a:lnTo>
                <a:lnTo>
                  <a:pt x="1687285" y="1179463"/>
                </a:lnTo>
                <a:lnTo>
                  <a:pt x="1689573" y="1181311"/>
                </a:lnTo>
                <a:lnTo>
                  <a:pt x="1692652" y="1190465"/>
                </a:lnTo>
                <a:lnTo>
                  <a:pt x="1692564" y="1200059"/>
                </a:lnTo>
                <a:lnTo>
                  <a:pt x="1687461" y="1222768"/>
                </a:lnTo>
                <a:lnTo>
                  <a:pt x="1687109" y="1229018"/>
                </a:lnTo>
                <a:lnTo>
                  <a:pt x="1687637" y="1235267"/>
                </a:lnTo>
                <a:lnTo>
                  <a:pt x="1693092" y="1248822"/>
                </a:lnTo>
                <a:lnTo>
                  <a:pt x="1695996" y="1252783"/>
                </a:lnTo>
                <a:lnTo>
                  <a:pt x="1705939" y="1259913"/>
                </a:lnTo>
                <a:lnTo>
                  <a:pt x="1706291" y="1263609"/>
                </a:lnTo>
                <a:lnTo>
                  <a:pt x="1704971" y="1267394"/>
                </a:lnTo>
                <a:lnTo>
                  <a:pt x="1693972" y="1264842"/>
                </a:lnTo>
                <a:lnTo>
                  <a:pt x="1687285" y="1261673"/>
                </a:lnTo>
                <a:lnTo>
                  <a:pt x="1683413" y="1256568"/>
                </a:lnTo>
                <a:lnTo>
                  <a:pt x="1677958" y="1253751"/>
                </a:lnTo>
                <a:lnTo>
                  <a:pt x="1667663" y="1254719"/>
                </a:lnTo>
                <a:lnTo>
                  <a:pt x="1648306" y="1249614"/>
                </a:lnTo>
                <a:lnTo>
                  <a:pt x="1626572" y="1241693"/>
                </a:lnTo>
                <a:lnTo>
                  <a:pt x="1587857" y="1224881"/>
                </a:lnTo>
                <a:lnTo>
                  <a:pt x="1577386" y="1224969"/>
                </a:lnTo>
                <a:lnTo>
                  <a:pt x="1567267" y="1227169"/>
                </a:lnTo>
                <a:lnTo>
                  <a:pt x="1556621" y="1231394"/>
                </a:lnTo>
                <a:lnTo>
                  <a:pt x="1545534" y="1234475"/>
                </a:lnTo>
                <a:lnTo>
                  <a:pt x="1537351" y="1235619"/>
                </a:lnTo>
                <a:lnTo>
                  <a:pt x="1529168" y="1234827"/>
                </a:lnTo>
                <a:lnTo>
                  <a:pt x="1508578" y="1230778"/>
                </a:lnTo>
                <a:lnTo>
                  <a:pt x="1487725" y="1228137"/>
                </a:lnTo>
                <a:lnTo>
                  <a:pt x="1434491" y="1226465"/>
                </a:lnTo>
                <a:lnTo>
                  <a:pt x="1419445" y="1222680"/>
                </a:lnTo>
                <a:lnTo>
                  <a:pt x="1394456" y="1220744"/>
                </a:lnTo>
                <a:lnTo>
                  <a:pt x="1374658" y="1217399"/>
                </a:lnTo>
                <a:lnTo>
                  <a:pt x="1355037" y="1212734"/>
                </a:lnTo>
                <a:lnTo>
                  <a:pt x="1305059" y="1190025"/>
                </a:lnTo>
                <a:lnTo>
                  <a:pt x="1288693" y="1184480"/>
                </a:lnTo>
                <a:lnTo>
                  <a:pt x="1238451" y="1173653"/>
                </a:lnTo>
                <a:lnTo>
                  <a:pt x="1230708" y="1172773"/>
                </a:lnTo>
                <a:lnTo>
                  <a:pt x="1212494" y="1173565"/>
                </a:lnTo>
                <a:lnTo>
                  <a:pt x="1200967" y="1170397"/>
                </a:lnTo>
                <a:lnTo>
                  <a:pt x="1190849" y="1170309"/>
                </a:lnTo>
                <a:lnTo>
                  <a:pt x="1175890" y="1173829"/>
                </a:lnTo>
                <a:lnTo>
                  <a:pt x="1171227" y="1176382"/>
                </a:lnTo>
                <a:lnTo>
                  <a:pt x="1165420" y="1181751"/>
                </a:lnTo>
                <a:lnTo>
                  <a:pt x="1155213" y="1181487"/>
                </a:lnTo>
                <a:lnTo>
                  <a:pt x="1145094" y="1180431"/>
                </a:lnTo>
                <a:lnTo>
                  <a:pt x="1118345" y="1175326"/>
                </a:lnTo>
                <a:lnTo>
                  <a:pt x="1108402" y="1172157"/>
                </a:lnTo>
                <a:lnTo>
                  <a:pt x="1098900" y="1167580"/>
                </a:lnTo>
                <a:lnTo>
                  <a:pt x="1090277" y="1161507"/>
                </a:lnTo>
                <a:lnTo>
                  <a:pt x="1085789" y="1159306"/>
                </a:lnTo>
                <a:lnTo>
                  <a:pt x="1062736" y="1153145"/>
                </a:lnTo>
                <a:lnTo>
                  <a:pt x="1043906" y="1150944"/>
                </a:lnTo>
                <a:lnTo>
                  <a:pt x="1005191" y="1148216"/>
                </a:lnTo>
                <a:lnTo>
                  <a:pt x="996744" y="1146279"/>
                </a:lnTo>
                <a:lnTo>
                  <a:pt x="989705" y="1144079"/>
                </a:lnTo>
                <a:lnTo>
                  <a:pt x="985833" y="1139062"/>
                </a:lnTo>
                <a:lnTo>
                  <a:pt x="986361" y="1132636"/>
                </a:lnTo>
                <a:lnTo>
                  <a:pt x="989089" y="1127179"/>
                </a:lnTo>
                <a:lnTo>
                  <a:pt x="992960" y="1121634"/>
                </a:lnTo>
                <a:lnTo>
                  <a:pt x="995424" y="1116353"/>
                </a:lnTo>
                <a:lnTo>
                  <a:pt x="967091" y="1105262"/>
                </a:lnTo>
                <a:lnTo>
                  <a:pt x="944742" y="1099189"/>
                </a:lnTo>
                <a:lnTo>
                  <a:pt x="935151" y="1098045"/>
                </a:lnTo>
                <a:lnTo>
                  <a:pt x="925472" y="1098045"/>
                </a:lnTo>
                <a:lnTo>
                  <a:pt x="914562" y="1099277"/>
                </a:lnTo>
                <a:lnTo>
                  <a:pt x="903739" y="1098749"/>
                </a:lnTo>
                <a:lnTo>
                  <a:pt x="898724" y="1096900"/>
                </a:lnTo>
                <a:lnTo>
                  <a:pt x="893532" y="1096284"/>
                </a:lnTo>
                <a:lnTo>
                  <a:pt x="888341" y="1097604"/>
                </a:lnTo>
                <a:lnTo>
                  <a:pt x="884117" y="1097076"/>
                </a:lnTo>
                <a:lnTo>
                  <a:pt x="883061" y="1092059"/>
                </a:lnTo>
                <a:lnTo>
                  <a:pt x="885701" y="1087746"/>
                </a:lnTo>
                <a:lnTo>
                  <a:pt x="891245" y="1082905"/>
                </a:lnTo>
                <a:lnTo>
                  <a:pt x="894324" y="1082025"/>
                </a:lnTo>
                <a:lnTo>
                  <a:pt x="895732" y="1089683"/>
                </a:lnTo>
                <a:lnTo>
                  <a:pt x="897316" y="1091179"/>
                </a:lnTo>
                <a:lnTo>
                  <a:pt x="902155" y="1092851"/>
                </a:lnTo>
                <a:lnTo>
                  <a:pt x="904267" y="1092411"/>
                </a:lnTo>
                <a:lnTo>
                  <a:pt x="912802" y="1082641"/>
                </a:lnTo>
                <a:lnTo>
                  <a:pt x="915178" y="1077888"/>
                </a:lnTo>
                <a:lnTo>
                  <a:pt x="919313" y="1064949"/>
                </a:lnTo>
                <a:lnTo>
                  <a:pt x="923801" y="1067414"/>
                </a:lnTo>
                <a:lnTo>
                  <a:pt x="928288" y="1065829"/>
                </a:lnTo>
                <a:lnTo>
                  <a:pt x="930928" y="1063805"/>
                </a:lnTo>
                <a:lnTo>
                  <a:pt x="938055" y="1033790"/>
                </a:lnTo>
                <a:lnTo>
                  <a:pt x="944038" y="1025076"/>
                </a:lnTo>
                <a:lnTo>
                  <a:pt x="952221" y="1017771"/>
                </a:lnTo>
                <a:lnTo>
                  <a:pt x="956269" y="1016010"/>
                </a:lnTo>
                <a:lnTo>
                  <a:pt x="964276" y="1020499"/>
                </a:lnTo>
                <a:lnTo>
                  <a:pt x="980466" y="1022172"/>
                </a:lnTo>
                <a:lnTo>
                  <a:pt x="990057" y="1025164"/>
                </a:lnTo>
                <a:lnTo>
                  <a:pt x="999735" y="1025516"/>
                </a:lnTo>
                <a:lnTo>
                  <a:pt x="1009150" y="1026925"/>
                </a:lnTo>
                <a:lnTo>
                  <a:pt x="1022261" y="1032206"/>
                </a:lnTo>
                <a:lnTo>
                  <a:pt x="1026924" y="1031678"/>
                </a:lnTo>
                <a:lnTo>
                  <a:pt x="1031676" y="1030005"/>
                </a:lnTo>
                <a:lnTo>
                  <a:pt x="1038715" y="1024284"/>
                </a:lnTo>
                <a:lnTo>
                  <a:pt x="1041706" y="1015130"/>
                </a:lnTo>
                <a:lnTo>
                  <a:pt x="1051913" y="1019795"/>
                </a:lnTo>
                <a:lnTo>
                  <a:pt x="1066871" y="1021644"/>
                </a:lnTo>
                <a:lnTo>
                  <a:pt x="1070567" y="1024284"/>
                </a:lnTo>
                <a:close/>
                <a:moveTo>
                  <a:pt x="1268983" y="316959"/>
                </a:moveTo>
                <a:lnTo>
                  <a:pt x="1261064" y="328577"/>
                </a:lnTo>
                <a:lnTo>
                  <a:pt x="1261944" y="332802"/>
                </a:lnTo>
                <a:lnTo>
                  <a:pt x="1263880" y="336499"/>
                </a:lnTo>
                <a:lnTo>
                  <a:pt x="1269599" y="339052"/>
                </a:lnTo>
                <a:lnTo>
                  <a:pt x="1271183" y="353311"/>
                </a:lnTo>
                <a:lnTo>
                  <a:pt x="1278398" y="361409"/>
                </a:lnTo>
                <a:lnTo>
                  <a:pt x="1285613" y="368802"/>
                </a:lnTo>
                <a:lnTo>
                  <a:pt x="1290981" y="372411"/>
                </a:lnTo>
                <a:lnTo>
                  <a:pt x="1296788" y="377692"/>
                </a:lnTo>
                <a:lnTo>
                  <a:pt x="1300923" y="382533"/>
                </a:lnTo>
                <a:lnTo>
                  <a:pt x="1305235" y="386670"/>
                </a:lnTo>
                <a:lnTo>
                  <a:pt x="1311746" y="390719"/>
                </a:lnTo>
                <a:lnTo>
                  <a:pt x="1329344" y="407795"/>
                </a:lnTo>
                <a:lnTo>
                  <a:pt x="1336735" y="412812"/>
                </a:lnTo>
                <a:lnTo>
                  <a:pt x="1342190" y="417829"/>
                </a:lnTo>
                <a:lnTo>
                  <a:pt x="1346150" y="419589"/>
                </a:lnTo>
                <a:lnTo>
                  <a:pt x="1355741" y="418181"/>
                </a:lnTo>
                <a:lnTo>
                  <a:pt x="1384161" y="405946"/>
                </a:lnTo>
                <a:lnTo>
                  <a:pt x="1389265" y="405154"/>
                </a:lnTo>
                <a:lnTo>
                  <a:pt x="1398504" y="402954"/>
                </a:lnTo>
                <a:lnTo>
                  <a:pt x="1414870" y="403658"/>
                </a:lnTo>
                <a:lnTo>
                  <a:pt x="1432116" y="407795"/>
                </a:lnTo>
                <a:lnTo>
                  <a:pt x="1437747" y="407971"/>
                </a:lnTo>
                <a:lnTo>
                  <a:pt x="1443026" y="405418"/>
                </a:lnTo>
                <a:lnTo>
                  <a:pt x="1450417" y="406211"/>
                </a:lnTo>
                <a:lnTo>
                  <a:pt x="1457369" y="407531"/>
                </a:lnTo>
                <a:lnTo>
                  <a:pt x="1460800" y="406387"/>
                </a:lnTo>
                <a:lnTo>
                  <a:pt x="1470831" y="397497"/>
                </a:lnTo>
                <a:lnTo>
                  <a:pt x="1484557" y="394856"/>
                </a:lnTo>
                <a:lnTo>
                  <a:pt x="1488957" y="385966"/>
                </a:lnTo>
                <a:lnTo>
                  <a:pt x="1492300" y="377692"/>
                </a:lnTo>
                <a:lnTo>
                  <a:pt x="1493972" y="368802"/>
                </a:lnTo>
                <a:lnTo>
                  <a:pt x="1499691" y="365193"/>
                </a:lnTo>
                <a:lnTo>
                  <a:pt x="1507698" y="362113"/>
                </a:lnTo>
                <a:lnTo>
                  <a:pt x="1519489" y="358240"/>
                </a:lnTo>
                <a:lnTo>
                  <a:pt x="1560580" y="357536"/>
                </a:lnTo>
                <a:lnTo>
                  <a:pt x="1564540" y="359208"/>
                </a:lnTo>
                <a:lnTo>
                  <a:pt x="1565420" y="363785"/>
                </a:lnTo>
                <a:lnTo>
                  <a:pt x="1564540" y="367218"/>
                </a:lnTo>
                <a:lnTo>
                  <a:pt x="1566211" y="369242"/>
                </a:lnTo>
                <a:lnTo>
                  <a:pt x="1571667" y="369418"/>
                </a:lnTo>
                <a:lnTo>
                  <a:pt x="1576682" y="371531"/>
                </a:lnTo>
                <a:lnTo>
                  <a:pt x="1597184" y="378660"/>
                </a:lnTo>
                <a:lnTo>
                  <a:pt x="1605895" y="380861"/>
                </a:lnTo>
                <a:lnTo>
                  <a:pt x="1610734" y="380333"/>
                </a:lnTo>
                <a:lnTo>
                  <a:pt x="1620325" y="386670"/>
                </a:lnTo>
                <a:lnTo>
                  <a:pt x="1625604" y="384470"/>
                </a:lnTo>
                <a:lnTo>
                  <a:pt x="1632467" y="380069"/>
                </a:lnTo>
                <a:lnTo>
                  <a:pt x="1639067" y="373995"/>
                </a:lnTo>
                <a:lnTo>
                  <a:pt x="1644962" y="369242"/>
                </a:lnTo>
                <a:lnTo>
                  <a:pt x="1653585" y="367394"/>
                </a:lnTo>
                <a:lnTo>
                  <a:pt x="1664672" y="367658"/>
                </a:lnTo>
                <a:lnTo>
                  <a:pt x="1677782" y="365986"/>
                </a:lnTo>
                <a:lnTo>
                  <a:pt x="1687637" y="363433"/>
                </a:lnTo>
                <a:lnTo>
                  <a:pt x="1698724" y="367658"/>
                </a:lnTo>
                <a:lnTo>
                  <a:pt x="1701627" y="366338"/>
                </a:lnTo>
                <a:lnTo>
                  <a:pt x="1703475" y="362201"/>
                </a:lnTo>
                <a:lnTo>
                  <a:pt x="1709194" y="353135"/>
                </a:lnTo>
                <a:lnTo>
                  <a:pt x="1711746" y="347061"/>
                </a:lnTo>
                <a:lnTo>
                  <a:pt x="1713946" y="335355"/>
                </a:lnTo>
                <a:lnTo>
                  <a:pt x="1715530" y="332538"/>
                </a:lnTo>
                <a:lnTo>
                  <a:pt x="1719665" y="330954"/>
                </a:lnTo>
                <a:lnTo>
                  <a:pt x="1723977" y="328753"/>
                </a:lnTo>
                <a:lnTo>
                  <a:pt x="1725120" y="325232"/>
                </a:lnTo>
                <a:lnTo>
                  <a:pt x="1726704" y="321184"/>
                </a:lnTo>
                <a:lnTo>
                  <a:pt x="1725384" y="317751"/>
                </a:lnTo>
                <a:lnTo>
                  <a:pt x="1722921" y="314846"/>
                </a:lnTo>
                <a:lnTo>
                  <a:pt x="1720369" y="305164"/>
                </a:lnTo>
                <a:lnTo>
                  <a:pt x="1721161" y="300675"/>
                </a:lnTo>
                <a:lnTo>
                  <a:pt x="1722745" y="297418"/>
                </a:lnTo>
                <a:lnTo>
                  <a:pt x="1727144" y="295746"/>
                </a:lnTo>
                <a:lnTo>
                  <a:pt x="1738847" y="288528"/>
                </a:lnTo>
                <a:lnTo>
                  <a:pt x="1749229" y="280166"/>
                </a:lnTo>
                <a:lnTo>
                  <a:pt x="1754861" y="276030"/>
                </a:lnTo>
                <a:lnTo>
                  <a:pt x="1757325" y="273389"/>
                </a:lnTo>
                <a:lnTo>
                  <a:pt x="1757500" y="269516"/>
                </a:lnTo>
                <a:lnTo>
                  <a:pt x="1753013" y="265555"/>
                </a:lnTo>
                <a:lnTo>
                  <a:pt x="1748702" y="263619"/>
                </a:lnTo>
                <a:lnTo>
                  <a:pt x="1748350" y="258954"/>
                </a:lnTo>
                <a:lnTo>
                  <a:pt x="1748526" y="255785"/>
                </a:lnTo>
                <a:lnTo>
                  <a:pt x="1749845" y="252704"/>
                </a:lnTo>
                <a:lnTo>
                  <a:pt x="1749229" y="249800"/>
                </a:lnTo>
                <a:lnTo>
                  <a:pt x="1749141" y="245399"/>
                </a:lnTo>
                <a:lnTo>
                  <a:pt x="1751957" y="240646"/>
                </a:lnTo>
                <a:lnTo>
                  <a:pt x="1758292" y="233692"/>
                </a:lnTo>
                <a:lnTo>
                  <a:pt x="1763308" y="229115"/>
                </a:lnTo>
                <a:lnTo>
                  <a:pt x="1768851" y="231932"/>
                </a:lnTo>
                <a:lnTo>
                  <a:pt x="1775362" y="230611"/>
                </a:lnTo>
                <a:lnTo>
                  <a:pt x="1781522" y="228411"/>
                </a:lnTo>
                <a:lnTo>
                  <a:pt x="1784953" y="220137"/>
                </a:lnTo>
                <a:lnTo>
                  <a:pt x="1785481" y="216176"/>
                </a:lnTo>
                <a:lnTo>
                  <a:pt x="1784689" y="213007"/>
                </a:lnTo>
                <a:lnTo>
                  <a:pt x="1786801" y="201301"/>
                </a:lnTo>
                <a:lnTo>
                  <a:pt x="1787329" y="199540"/>
                </a:lnTo>
                <a:lnTo>
                  <a:pt x="1791376" y="192147"/>
                </a:lnTo>
                <a:lnTo>
                  <a:pt x="1791816" y="187218"/>
                </a:lnTo>
                <a:lnTo>
                  <a:pt x="1789529" y="175599"/>
                </a:lnTo>
                <a:lnTo>
                  <a:pt x="1790936" y="166885"/>
                </a:lnTo>
                <a:lnTo>
                  <a:pt x="1791552" y="148753"/>
                </a:lnTo>
                <a:lnTo>
                  <a:pt x="1794016" y="145496"/>
                </a:lnTo>
                <a:lnTo>
                  <a:pt x="1796832" y="136166"/>
                </a:lnTo>
                <a:lnTo>
                  <a:pt x="1801319" y="126396"/>
                </a:lnTo>
                <a:lnTo>
                  <a:pt x="1810382" y="121027"/>
                </a:lnTo>
                <a:lnTo>
                  <a:pt x="1815222" y="114073"/>
                </a:lnTo>
                <a:lnTo>
                  <a:pt x="1817333" y="112753"/>
                </a:lnTo>
                <a:lnTo>
                  <a:pt x="1820413" y="112665"/>
                </a:lnTo>
                <a:lnTo>
                  <a:pt x="1831500" y="117770"/>
                </a:lnTo>
                <a:lnTo>
                  <a:pt x="1841354" y="112137"/>
                </a:lnTo>
                <a:lnTo>
                  <a:pt x="1850329" y="111433"/>
                </a:lnTo>
                <a:lnTo>
                  <a:pt x="1857720" y="112225"/>
                </a:lnTo>
                <a:lnTo>
                  <a:pt x="1861944" y="114602"/>
                </a:lnTo>
                <a:lnTo>
                  <a:pt x="1866079" y="116274"/>
                </a:lnTo>
                <a:lnTo>
                  <a:pt x="1874878" y="110729"/>
                </a:lnTo>
                <a:lnTo>
                  <a:pt x="1878222" y="111697"/>
                </a:lnTo>
                <a:lnTo>
                  <a:pt x="1881390" y="113633"/>
                </a:lnTo>
                <a:lnTo>
                  <a:pt x="1885789" y="113545"/>
                </a:lnTo>
                <a:lnTo>
                  <a:pt x="1890980" y="112137"/>
                </a:lnTo>
                <a:lnTo>
                  <a:pt x="1903827" y="113457"/>
                </a:lnTo>
                <a:lnTo>
                  <a:pt x="1926440" y="113721"/>
                </a:lnTo>
                <a:lnTo>
                  <a:pt x="1942014" y="117066"/>
                </a:lnTo>
                <a:lnTo>
                  <a:pt x="1957236" y="126396"/>
                </a:lnTo>
                <a:lnTo>
                  <a:pt x="1964804" y="128333"/>
                </a:lnTo>
                <a:lnTo>
                  <a:pt x="1968059" y="128333"/>
                </a:lnTo>
                <a:lnTo>
                  <a:pt x="1967355" y="129125"/>
                </a:lnTo>
                <a:lnTo>
                  <a:pt x="1961284" y="131677"/>
                </a:lnTo>
                <a:lnTo>
                  <a:pt x="1958468" y="136695"/>
                </a:lnTo>
                <a:lnTo>
                  <a:pt x="1966739" y="144440"/>
                </a:lnTo>
                <a:lnTo>
                  <a:pt x="1967355" y="149545"/>
                </a:lnTo>
                <a:lnTo>
                  <a:pt x="1973779" y="154122"/>
                </a:lnTo>
                <a:lnTo>
                  <a:pt x="1981610" y="161252"/>
                </a:lnTo>
                <a:lnTo>
                  <a:pt x="1981962" y="163628"/>
                </a:lnTo>
                <a:lnTo>
                  <a:pt x="1984601" y="166797"/>
                </a:lnTo>
                <a:lnTo>
                  <a:pt x="1985921" y="170758"/>
                </a:lnTo>
                <a:lnTo>
                  <a:pt x="1980378" y="174631"/>
                </a:lnTo>
                <a:lnTo>
                  <a:pt x="1972987" y="175423"/>
                </a:lnTo>
                <a:lnTo>
                  <a:pt x="1967443" y="171726"/>
                </a:lnTo>
                <a:lnTo>
                  <a:pt x="1962428" y="167149"/>
                </a:lnTo>
                <a:lnTo>
                  <a:pt x="1961108" y="172783"/>
                </a:lnTo>
                <a:lnTo>
                  <a:pt x="1957149" y="176039"/>
                </a:lnTo>
                <a:lnTo>
                  <a:pt x="1942894" y="175159"/>
                </a:lnTo>
                <a:lnTo>
                  <a:pt x="1932687" y="175159"/>
                </a:lnTo>
                <a:lnTo>
                  <a:pt x="1922481" y="176567"/>
                </a:lnTo>
                <a:lnTo>
                  <a:pt x="1927584" y="177448"/>
                </a:lnTo>
                <a:lnTo>
                  <a:pt x="1932160" y="179296"/>
                </a:lnTo>
                <a:lnTo>
                  <a:pt x="1947998" y="193819"/>
                </a:lnTo>
                <a:lnTo>
                  <a:pt x="1951429" y="199276"/>
                </a:lnTo>
                <a:lnTo>
                  <a:pt x="1945886" y="209927"/>
                </a:lnTo>
                <a:lnTo>
                  <a:pt x="1948526" y="214328"/>
                </a:lnTo>
                <a:lnTo>
                  <a:pt x="1954685" y="216880"/>
                </a:lnTo>
                <a:lnTo>
                  <a:pt x="1962164" y="222162"/>
                </a:lnTo>
                <a:lnTo>
                  <a:pt x="1967443" y="222778"/>
                </a:lnTo>
                <a:lnTo>
                  <a:pt x="1971315" y="225770"/>
                </a:lnTo>
                <a:lnTo>
                  <a:pt x="1971403" y="230963"/>
                </a:lnTo>
                <a:lnTo>
                  <a:pt x="1973691" y="235717"/>
                </a:lnTo>
                <a:lnTo>
                  <a:pt x="1967619" y="237653"/>
                </a:lnTo>
                <a:lnTo>
                  <a:pt x="1973603" y="238885"/>
                </a:lnTo>
                <a:lnTo>
                  <a:pt x="1978970" y="241350"/>
                </a:lnTo>
                <a:lnTo>
                  <a:pt x="1976066" y="243814"/>
                </a:lnTo>
                <a:lnTo>
                  <a:pt x="1973779" y="246807"/>
                </a:lnTo>
                <a:lnTo>
                  <a:pt x="1976242" y="248391"/>
                </a:lnTo>
                <a:lnTo>
                  <a:pt x="1983545" y="251120"/>
                </a:lnTo>
                <a:lnTo>
                  <a:pt x="1986713" y="253673"/>
                </a:lnTo>
                <a:lnTo>
                  <a:pt x="1988385" y="260538"/>
                </a:lnTo>
                <a:lnTo>
                  <a:pt x="1995512" y="271717"/>
                </a:lnTo>
                <a:lnTo>
                  <a:pt x="2008534" y="286152"/>
                </a:lnTo>
                <a:lnTo>
                  <a:pt x="2011438" y="291433"/>
                </a:lnTo>
                <a:lnTo>
                  <a:pt x="2011350" y="296274"/>
                </a:lnTo>
                <a:lnTo>
                  <a:pt x="2009238" y="300499"/>
                </a:lnTo>
                <a:lnTo>
                  <a:pt x="2001759" y="305340"/>
                </a:lnTo>
                <a:lnTo>
                  <a:pt x="1995776" y="311765"/>
                </a:lnTo>
                <a:lnTo>
                  <a:pt x="1995072" y="314054"/>
                </a:lnTo>
                <a:lnTo>
                  <a:pt x="1986977" y="317047"/>
                </a:lnTo>
                <a:lnTo>
                  <a:pt x="1990672" y="319247"/>
                </a:lnTo>
                <a:lnTo>
                  <a:pt x="1993664" y="322240"/>
                </a:lnTo>
                <a:lnTo>
                  <a:pt x="1999207" y="331130"/>
                </a:lnTo>
                <a:lnTo>
                  <a:pt x="2012582" y="345653"/>
                </a:lnTo>
                <a:lnTo>
                  <a:pt x="2019357" y="351110"/>
                </a:lnTo>
                <a:lnTo>
                  <a:pt x="2047074" y="370827"/>
                </a:lnTo>
                <a:lnTo>
                  <a:pt x="2061768" y="379365"/>
                </a:lnTo>
                <a:lnTo>
                  <a:pt x="2080598" y="398993"/>
                </a:lnTo>
                <a:lnTo>
                  <a:pt x="2090277" y="403570"/>
                </a:lnTo>
                <a:lnTo>
                  <a:pt x="2092212" y="409027"/>
                </a:lnTo>
                <a:lnTo>
                  <a:pt x="2084029" y="417389"/>
                </a:lnTo>
                <a:lnTo>
                  <a:pt x="2072151" y="421614"/>
                </a:lnTo>
                <a:lnTo>
                  <a:pt x="2052617" y="423814"/>
                </a:lnTo>
                <a:lnTo>
                  <a:pt x="2032995" y="420910"/>
                </a:lnTo>
                <a:lnTo>
                  <a:pt x="2022789" y="418533"/>
                </a:lnTo>
                <a:lnTo>
                  <a:pt x="2013990" y="413692"/>
                </a:lnTo>
                <a:lnTo>
                  <a:pt x="2006951" y="404010"/>
                </a:lnTo>
                <a:lnTo>
                  <a:pt x="1997800" y="398729"/>
                </a:lnTo>
                <a:lnTo>
                  <a:pt x="2001319" y="404626"/>
                </a:lnTo>
                <a:lnTo>
                  <a:pt x="2003519" y="410611"/>
                </a:lnTo>
                <a:lnTo>
                  <a:pt x="2002375" y="417125"/>
                </a:lnTo>
                <a:lnTo>
                  <a:pt x="1998768" y="422318"/>
                </a:lnTo>
                <a:lnTo>
                  <a:pt x="1992608" y="426015"/>
                </a:lnTo>
                <a:lnTo>
                  <a:pt x="1985921" y="429096"/>
                </a:lnTo>
                <a:lnTo>
                  <a:pt x="1983105" y="431208"/>
                </a:lnTo>
                <a:lnTo>
                  <a:pt x="1966211" y="465448"/>
                </a:lnTo>
                <a:lnTo>
                  <a:pt x="1963484" y="474690"/>
                </a:lnTo>
                <a:lnTo>
                  <a:pt x="1958380" y="513066"/>
                </a:lnTo>
                <a:lnTo>
                  <a:pt x="1958292" y="523981"/>
                </a:lnTo>
                <a:lnTo>
                  <a:pt x="1965859" y="544225"/>
                </a:lnTo>
                <a:lnTo>
                  <a:pt x="1966563" y="554876"/>
                </a:lnTo>
                <a:lnTo>
                  <a:pt x="1968059" y="559541"/>
                </a:lnTo>
                <a:lnTo>
                  <a:pt x="1967003" y="563325"/>
                </a:lnTo>
                <a:lnTo>
                  <a:pt x="1963484" y="565614"/>
                </a:lnTo>
                <a:lnTo>
                  <a:pt x="1948965" y="571775"/>
                </a:lnTo>
                <a:lnTo>
                  <a:pt x="1938759" y="576969"/>
                </a:lnTo>
                <a:lnTo>
                  <a:pt x="1930400" y="584274"/>
                </a:lnTo>
                <a:lnTo>
                  <a:pt x="1923713" y="593428"/>
                </a:lnTo>
                <a:lnTo>
                  <a:pt x="1917817" y="600030"/>
                </a:lnTo>
                <a:lnTo>
                  <a:pt x="1909986" y="603198"/>
                </a:lnTo>
                <a:lnTo>
                  <a:pt x="1904267" y="602670"/>
                </a:lnTo>
                <a:lnTo>
                  <a:pt x="1899691" y="599678"/>
                </a:lnTo>
                <a:lnTo>
                  <a:pt x="1896524" y="593780"/>
                </a:lnTo>
                <a:lnTo>
                  <a:pt x="1894676" y="587355"/>
                </a:lnTo>
                <a:lnTo>
                  <a:pt x="1893444" y="592108"/>
                </a:lnTo>
                <a:lnTo>
                  <a:pt x="1893708" y="596773"/>
                </a:lnTo>
                <a:lnTo>
                  <a:pt x="1896348" y="601702"/>
                </a:lnTo>
                <a:lnTo>
                  <a:pt x="1897404" y="606983"/>
                </a:lnTo>
                <a:lnTo>
                  <a:pt x="1895820" y="612264"/>
                </a:lnTo>
                <a:lnTo>
                  <a:pt x="1892476" y="616577"/>
                </a:lnTo>
                <a:lnTo>
                  <a:pt x="1883413" y="621242"/>
                </a:lnTo>
                <a:lnTo>
                  <a:pt x="1878310" y="625203"/>
                </a:lnTo>
                <a:lnTo>
                  <a:pt x="1877518" y="632157"/>
                </a:lnTo>
                <a:lnTo>
                  <a:pt x="1875142" y="636118"/>
                </a:lnTo>
                <a:lnTo>
                  <a:pt x="1871623" y="639198"/>
                </a:lnTo>
                <a:lnTo>
                  <a:pt x="1858776" y="646152"/>
                </a:lnTo>
                <a:lnTo>
                  <a:pt x="1855961" y="648969"/>
                </a:lnTo>
                <a:lnTo>
                  <a:pt x="1853761" y="652577"/>
                </a:lnTo>
                <a:lnTo>
                  <a:pt x="1860624" y="652049"/>
                </a:lnTo>
                <a:lnTo>
                  <a:pt x="1866871" y="652577"/>
                </a:lnTo>
                <a:lnTo>
                  <a:pt x="1867399" y="659531"/>
                </a:lnTo>
                <a:lnTo>
                  <a:pt x="1869335" y="664724"/>
                </a:lnTo>
                <a:lnTo>
                  <a:pt x="1866871" y="676167"/>
                </a:lnTo>
                <a:lnTo>
                  <a:pt x="1857193" y="683824"/>
                </a:lnTo>
                <a:lnTo>
                  <a:pt x="1862032" y="685409"/>
                </a:lnTo>
                <a:lnTo>
                  <a:pt x="1866343" y="687961"/>
                </a:lnTo>
                <a:lnTo>
                  <a:pt x="1876022" y="689810"/>
                </a:lnTo>
                <a:lnTo>
                  <a:pt x="1879278" y="697907"/>
                </a:lnTo>
                <a:lnTo>
                  <a:pt x="1877870" y="707678"/>
                </a:lnTo>
                <a:lnTo>
                  <a:pt x="1876110" y="716480"/>
                </a:lnTo>
                <a:lnTo>
                  <a:pt x="1869159" y="718856"/>
                </a:lnTo>
                <a:lnTo>
                  <a:pt x="1864848" y="717272"/>
                </a:lnTo>
                <a:lnTo>
                  <a:pt x="1860624" y="717448"/>
                </a:lnTo>
                <a:lnTo>
                  <a:pt x="1857456" y="720088"/>
                </a:lnTo>
                <a:lnTo>
                  <a:pt x="1856577" y="724577"/>
                </a:lnTo>
                <a:lnTo>
                  <a:pt x="1862560" y="722377"/>
                </a:lnTo>
                <a:lnTo>
                  <a:pt x="1862296" y="733731"/>
                </a:lnTo>
                <a:lnTo>
                  <a:pt x="1860624" y="744822"/>
                </a:lnTo>
                <a:lnTo>
                  <a:pt x="1858688" y="750895"/>
                </a:lnTo>
                <a:lnTo>
                  <a:pt x="1854993" y="755912"/>
                </a:lnTo>
                <a:lnTo>
                  <a:pt x="1849449" y="757497"/>
                </a:lnTo>
                <a:lnTo>
                  <a:pt x="1844170" y="753800"/>
                </a:lnTo>
                <a:lnTo>
                  <a:pt x="1843114" y="758113"/>
                </a:lnTo>
                <a:lnTo>
                  <a:pt x="1844698" y="761722"/>
                </a:lnTo>
                <a:lnTo>
                  <a:pt x="1852177" y="770612"/>
                </a:lnTo>
                <a:lnTo>
                  <a:pt x="1847602" y="772636"/>
                </a:lnTo>
                <a:lnTo>
                  <a:pt x="1844258" y="775629"/>
                </a:lnTo>
                <a:lnTo>
                  <a:pt x="1842762" y="780030"/>
                </a:lnTo>
                <a:lnTo>
                  <a:pt x="1834667" y="790152"/>
                </a:lnTo>
                <a:lnTo>
                  <a:pt x="1831060" y="797634"/>
                </a:lnTo>
                <a:lnTo>
                  <a:pt x="1829476" y="805555"/>
                </a:lnTo>
                <a:lnTo>
                  <a:pt x="1825692" y="811893"/>
                </a:lnTo>
                <a:lnTo>
                  <a:pt x="1764276" y="839355"/>
                </a:lnTo>
                <a:lnTo>
                  <a:pt x="1714650" y="862504"/>
                </a:lnTo>
                <a:lnTo>
                  <a:pt x="1711042" y="860920"/>
                </a:lnTo>
                <a:lnTo>
                  <a:pt x="1708578" y="857399"/>
                </a:lnTo>
                <a:lnTo>
                  <a:pt x="1706907" y="821399"/>
                </a:lnTo>
                <a:lnTo>
                  <a:pt x="1700747" y="803003"/>
                </a:lnTo>
                <a:lnTo>
                  <a:pt x="1699867" y="792705"/>
                </a:lnTo>
                <a:lnTo>
                  <a:pt x="1692828" y="801947"/>
                </a:lnTo>
                <a:lnTo>
                  <a:pt x="1688517" y="800978"/>
                </a:lnTo>
                <a:lnTo>
                  <a:pt x="1683853" y="798602"/>
                </a:lnTo>
                <a:lnTo>
                  <a:pt x="1680422" y="795609"/>
                </a:lnTo>
                <a:lnTo>
                  <a:pt x="1680158" y="791648"/>
                </a:lnTo>
                <a:lnTo>
                  <a:pt x="1683853" y="780206"/>
                </a:lnTo>
                <a:lnTo>
                  <a:pt x="1679366" y="786455"/>
                </a:lnTo>
                <a:lnTo>
                  <a:pt x="1674350" y="791296"/>
                </a:lnTo>
                <a:lnTo>
                  <a:pt x="1669247" y="790680"/>
                </a:lnTo>
                <a:lnTo>
                  <a:pt x="1664848" y="788304"/>
                </a:lnTo>
                <a:lnTo>
                  <a:pt x="1663176" y="784607"/>
                </a:lnTo>
                <a:lnTo>
                  <a:pt x="1660800" y="784079"/>
                </a:lnTo>
                <a:lnTo>
                  <a:pt x="1649977" y="794201"/>
                </a:lnTo>
                <a:lnTo>
                  <a:pt x="1635635" y="799658"/>
                </a:lnTo>
                <a:lnTo>
                  <a:pt x="1627628" y="799570"/>
                </a:lnTo>
                <a:lnTo>
                  <a:pt x="1621381" y="796489"/>
                </a:lnTo>
                <a:lnTo>
                  <a:pt x="1621645" y="788744"/>
                </a:lnTo>
                <a:lnTo>
                  <a:pt x="1621029" y="781174"/>
                </a:lnTo>
                <a:lnTo>
                  <a:pt x="1619269" y="776773"/>
                </a:lnTo>
                <a:lnTo>
                  <a:pt x="1615398" y="775189"/>
                </a:lnTo>
                <a:lnTo>
                  <a:pt x="1611878" y="775717"/>
                </a:lnTo>
                <a:lnTo>
                  <a:pt x="1601583" y="779678"/>
                </a:lnTo>
                <a:lnTo>
                  <a:pt x="1597888" y="779238"/>
                </a:lnTo>
                <a:lnTo>
                  <a:pt x="1595776" y="781174"/>
                </a:lnTo>
                <a:lnTo>
                  <a:pt x="1568587" y="753624"/>
                </a:lnTo>
                <a:lnTo>
                  <a:pt x="1563044" y="775981"/>
                </a:lnTo>
                <a:lnTo>
                  <a:pt x="1544302" y="787863"/>
                </a:lnTo>
                <a:lnTo>
                  <a:pt x="1530400" y="794729"/>
                </a:lnTo>
                <a:lnTo>
                  <a:pt x="1516673" y="792176"/>
                </a:lnTo>
                <a:lnTo>
                  <a:pt x="1502683" y="787775"/>
                </a:lnTo>
                <a:lnTo>
                  <a:pt x="1488781" y="793057"/>
                </a:lnTo>
                <a:lnTo>
                  <a:pt x="1473647" y="806172"/>
                </a:lnTo>
                <a:lnTo>
                  <a:pt x="1469423" y="808196"/>
                </a:lnTo>
                <a:lnTo>
                  <a:pt x="1465112" y="808108"/>
                </a:lnTo>
                <a:lnTo>
                  <a:pt x="1461944" y="806436"/>
                </a:lnTo>
                <a:lnTo>
                  <a:pt x="1463000" y="796489"/>
                </a:lnTo>
                <a:lnTo>
                  <a:pt x="1463176" y="786631"/>
                </a:lnTo>
                <a:lnTo>
                  <a:pt x="1462032" y="764538"/>
                </a:lnTo>
                <a:lnTo>
                  <a:pt x="1460800" y="760225"/>
                </a:lnTo>
                <a:lnTo>
                  <a:pt x="1456489" y="754152"/>
                </a:lnTo>
                <a:lnTo>
                  <a:pt x="1450769" y="749751"/>
                </a:lnTo>
                <a:lnTo>
                  <a:pt x="1447514" y="753008"/>
                </a:lnTo>
                <a:lnTo>
                  <a:pt x="1444610" y="757321"/>
                </a:lnTo>
                <a:lnTo>
                  <a:pt x="1433171" y="757145"/>
                </a:lnTo>
                <a:lnTo>
                  <a:pt x="1421997" y="753712"/>
                </a:lnTo>
                <a:lnTo>
                  <a:pt x="1412406" y="755648"/>
                </a:lnTo>
                <a:lnTo>
                  <a:pt x="1393488" y="764450"/>
                </a:lnTo>
                <a:lnTo>
                  <a:pt x="1383457" y="765771"/>
                </a:lnTo>
                <a:lnTo>
                  <a:pt x="1378090" y="763834"/>
                </a:lnTo>
                <a:lnTo>
                  <a:pt x="1374658" y="759081"/>
                </a:lnTo>
                <a:lnTo>
                  <a:pt x="1376594" y="754768"/>
                </a:lnTo>
                <a:lnTo>
                  <a:pt x="1380730" y="751511"/>
                </a:lnTo>
                <a:lnTo>
                  <a:pt x="1372987" y="754064"/>
                </a:lnTo>
                <a:lnTo>
                  <a:pt x="1366387" y="758553"/>
                </a:lnTo>
                <a:lnTo>
                  <a:pt x="1363484" y="761370"/>
                </a:lnTo>
                <a:lnTo>
                  <a:pt x="1360404" y="759961"/>
                </a:lnTo>
                <a:lnTo>
                  <a:pt x="1352133" y="749927"/>
                </a:lnTo>
                <a:lnTo>
                  <a:pt x="1334887" y="753712"/>
                </a:lnTo>
                <a:lnTo>
                  <a:pt x="1332512" y="754856"/>
                </a:lnTo>
                <a:lnTo>
                  <a:pt x="1328288" y="758201"/>
                </a:lnTo>
                <a:lnTo>
                  <a:pt x="1324153" y="756528"/>
                </a:lnTo>
                <a:lnTo>
                  <a:pt x="1322129" y="752920"/>
                </a:lnTo>
                <a:lnTo>
                  <a:pt x="1321337" y="732147"/>
                </a:lnTo>
                <a:lnTo>
                  <a:pt x="1312538" y="692098"/>
                </a:lnTo>
                <a:lnTo>
                  <a:pt x="1310162" y="671590"/>
                </a:lnTo>
                <a:lnTo>
                  <a:pt x="1308226" y="666749"/>
                </a:lnTo>
                <a:lnTo>
                  <a:pt x="1298108" y="659443"/>
                </a:lnTo>
                <a:lnTo>
                  <a:pt x="1298460" y="648881"/>
                </a:lnTo>
                <a:lnTo>
                  <a:pt x="1303651" y="640079"/>
                </a:lnTo>
                <a:lnTo>
                  <a:pt x="1304795" y="629780"/>
                </a:lnTo>
                <a:lnTo>
                  <a:pt x="1303299" y="618602"/>
                </a:lnTo>
                <a:lnTo>
                  <a:pt x="1300131" y="607687"/>
                </a:lnTo>
                <a:lnTo>
                  <a:pt x="1296172" y="599414"/>
                </a:lnTo>
                <a:lnTo>
                  <a:pt x="1290453" y="592372"/>
                </a:lnTo>
                <a:lnTo>
                  <a:pt x="1282885" y="584450"/>
                </a:lnTo>
                <a:lnTo>
                  <a:pt x="1273647" y="578553"/>
                </a:lnTo>
                <a:lnTo>
                  <a:pt x="1253585" y="571951"/>
                </a:lnTo>
                <a:lnTo>
                  <a:pt x="1242938" y="572480"/>
                </a:lnTo>
                <a:lnTo>
                  <a:pt x="1239067" y="569927"/>
                </a:lnTo>
                <a:lnTo>
                  <a:pt x="1236427" y="566494"/>
                </a:lnTo>
                <a:lnTo>
                  <a:pt x="1237483" y="559893"/>
                </a:lnTo>
                <a:lnTo>
                  <a:pt x="1241090" y="555316"/>
                </a:lnTo>
                <a:lnTo>
                  <a:pt x="1245842" y="554171"/>
                </a:lnTo>
                <a:lnTo>
                  <a:pt x="1246458" y="551619"/>
                </a:lnTo>
                <a:lnTo>
                  <a:pt x="1236251" y="546250"/>
                </a:lnTo>
                <a:lnTo>
                  <a:pt x="1227804" y="539032"/>
                </a:lnTo>
                <a:lnTo>
                  <a:pt x="1225076" y="534631"/>
                </a:lnTo>
                <a:lnTo>
                  <a:pt x="1224285" y="529878"/>
                </a:lnTo>
                <a:lnTo>
                  <a:pt x="1224373" y="518788"/>
                </a:lnTo>
                <a:lnTo>
                  <a:pt x="1226836" y="511834"/>
                </a:lnTo>
                <a:lnTo>
                  <a:pt x="1228156" y="507961"/>
                </a:lnTo>
                <a:lnTo>
                  <a:pt x="1230796" y="496255"/>
                </a:lnTo>
                <a:lnTo>
                  <a:pt x="1236339" y="492734"/>
                </a:lnTo>
                <a:lnTo>
                  <a:pt x="1235371" y="490533"/>
                </a:lnTo>
                <a:lnTo>
                  <a:pt x="1232995" y="488949"/>
                </a:lnTo>
                <a:lnTo>
                  <a:pt x="1229564" y="485164"/>
                </a:lnTo>
                <a:lnTo>
                  <a:pt x="1226748" y="480675"/>
                </a:lnTo>
                <a:lnTo>
                  <a:pt x="1220237" y="473193"/>
                </a:lnTo>
                <a:lnTo>
                  <a:pt x="1208798" y="464127"/>
                </a:lnTo>
                <a:lnTo>
                  <a:pt x="1206863" y="448548"/>
                </a:lnTo>
                <a:lnTo>
                  <a:pt x="1205367" y="425575"/>
                </a:lnTo>
                <a:lnTo>
                  <a:pt x="1206335" y="415100"/>
                </a:lnTo>
                <a:lnTo>
                  <a:pt x="1210030" y="395560"/>
                </a:lnTo>
                <a:lnTo>
                  <a:pt x="1216365" y="389487"/>
                </a:lnTo>
                <a:lnTo>
                  <a:pt x="1221381" y="387726"/>
                </a:lnTo>
                <a:lnTo>
                  <a:pt x="1225252" y="385086"/>
                </a:lnTo>
                <a:lnTo>
                  <a:pt x="1222085" y="384734"/>
                </a:lnTo>
                <a:lnTo>
                  <a:pt x="1219357" y="385702"/>
                </a:lnTo>
                <a:lnTo>
                  <a:pt x="1214518" y="386318"/>
                </a:lnTo>
                <a:lnTo>
                  <a:pt x="1218477" y="368890"/>
                </a:lnTo>
                <a:lnTo>
                  <a:pt x="1220325" y="363785"/>
                </a:lnTo>
                <a:lnTo>
                  <a:pt x="1228332" y="354015"/>
                </a:lnTo>
                <a:lnTo>
                  <a:pt x="1237659" y="345389"/>
                </a:lnTo>
                <a:lnTo>
                  <a:pt x="1241618" y="335179"/>
                </a:lnTo>
                <a:lnTo>
                  <a:pt x="1246986" y="326201"/>
                </a:lnTo>
                <a:lnTo>
                  <a:pt x="1268983" y="316959"/>
                </a:lnTo>
                <a:close/>
                <a:moveTo>
                  <a:pt x="572019" y="312558"/>
                </a:moveTo>
                <a:lnTo>
                  <a:pt x="576770" y="319687"/>
                </a:lnTo>
                <a:lnTo>
                  <a:pt x="577826" y="324440"/>
                </a:lnTo>
                <a:lnTo>
                  <a:pt x="574307" y="329721"/>
                </a:lnTo>
                <a:lnTo>
                  <a:pt x="572987" y="337995"/>
                </a:lnTo>
                <a:lnTo>
                  <a:pt x="562780" y="344421"/>
                </a:lnTo>
                <a:lnTo>
                  <a:pt x="553805" y="342924"/>
                </a:lnTo>
                <a:lnTo>
                  <a:pt x="550901" y="340636"/>
                </a:lnTo>
                <a:lnTo>
                  <a:pt x="545182" y="328137"/>
                </a:lnTo>
                <a:lnTo>
                  <a:pt x="545798" y="317487"/>
                </a:lnTo>
                <a:lnTo>
                  <a:pt x="549318" y="313438"/>
                </a:lnTo>
                <a:lnTo>
                  <a:pt x="557677" y="314054"/>
                </a:lnTo>
                <a:lnTo>
                  <a:pt x="566124" y="308245"/>
                </a:lnTo>
                <a:lnTo>
                  <a:pt x="572019" y="312558"/>
                </a:lnTo>
                <a:close/>
                <a:moveTo>
                  <a:pt x="635283" y="408323"/>
                </a:moveTo>
                <a:lnTo>
                  <a:pt x="631236" y="410964"/>
                </a:lnTo>
                <a:lnTo>
                  <a:pt x="626308" y="406827"/>
                </a:lnTo>
                <a:lnTo>
                  <a:pt x="622349" y="400753"/>
                </a:lnTo>
                <a:lnTo>
                  <a:pt x="620149" y="394504"/>
                </a:lnTo>
                <a:lnTo>
                  <a:pt x="618301" y="384206"/>
                </a:lnTo>
                <a:lnTo>
                  <a:pt x="617861" y="376812"/>
                </a:lnTo>
                <a:lnTo>
                  <a:pt x="620237" y="372499"/>
                </a:lnTo>
                <a:lnTo>
                  <a:pt x="621997" y="372675"/>
                </a:lnTo>
                <a:lnTo>
                  <a:pt x="629300" y="376988"/>
                </a:lnTo>
                <a:lnTo>
                  <a:pt x="634051" y="384470"/>
                </a:lnTo>
                <a:lnTo>
                  <a:pt x="636691" y="386846"/>
                </a:lnTo>
                <a:lnTo>
                  <a:pt x="637219" y="393712"/>
                </a:lnTo>
                <a:lnTo>
                  <a:pt x="635459" y="401545"/>
                </a:lnTo>
                <a:lnTo>
                  <a:pt x="635283" y="408323"/>
                </a:lnTo>
                <a:close/>
                <a:moveTo>
                  <a:pt x="641003" y="367042"/>
                </a:moveTo>
                <a:lnTo>
                  <a:pt x="641618" y="378308"/>
                </a:lnTo>
                <a:lnTo>
                  <a:pt x="635107" y="375404"/>
                </a:lnTo>
                <a:lnTo>
                  <a:pt x="630004" y="370915"/>
                </a:lnTo>
                <a:lnTo>
                  <a:pt x="621821" y="367570"/>
                </a:lnTo>
                <a:lnTo>
                  <a:pt x="611878" y="366514"/>
                </a:lnTo>
                <a:lnTo>
                  <a:pt x="604663" y="363521"/>
                </a:lnTo>
                <a:lnTo>
                  <a:pt x="599560" y="358328"/>
                </a:lnTo>
                <a:lnTo>
                  <a:pt x="599296" y="355863"/>
                </a:lnTo>
                <a:lnTo>
                  <a:pt x="599824" y="353927"/>
                </a:lnTo>
                <a:lnTo>
                  <a:pt x="601407" y="352431"/>
                </a:lnTo>
                <a:lnTo>
                  <a:pt x="639067" y="362553"/>
                </a:lnTo>
                <a:lnTo>
                  <a:pt x="641003" y="367042"/>
                </a:lnTo>
                <a:close/>
                <a:moveTo>
                  <a:pt x="688165" y="429712"/>
                </a:moveTo>
                <a:lnTo>
                  <a:pt x="686493" y="433145"/>
                </a:lnTo>
                <a:lnTo>
                  <a:pt x="683149" y="430592"/>
                </a:lnTo>
                <a:lnTo>
                  <a:pt x="665992" y="426807"/>
                </a:lnTo>
                <a:lnTo>
                  <a:pt x="660272" y="426455"/>
                </a:lnTo>
                <a:lnTo>
                  <a:pt x="645402" y="422230"/>
                </a:lnTo>
                <a:lnTo>
                  <a:pt x="640827" y="420030"/>
                </a:lnTo>
                <a:lnTo>
                  <a:pt x="637659" y="417125"/>
                </a:lnTo>
                <a:lnTo>
                  <a:pt x="638715" y="411844"/>
                </a:lnTo>
                <a:lnTo>
                  <a:pt x="640915" y="408587"/>
                </a:lnTo>
                <a:lnTo>
                  <a:pt x="642322" y="399609"/>
                </a:lnTo>
                <a:lnTo>
                  <a:pt x="646018" y="396000"/>
                </a:lnTo>
                <a:lnTo>
                  <a:pt x="653409" y="402690"/>
                </a:lnTo>
                <a:lnTo>
                  <a:pt x="661592" y="408411"/>
                </a:lnTo>
                <a:lnTo>
                  <a:pt x="666344" y="411052"/>
                </a:lnTo>
                <a:lnTo>
                  <a:pt x="680774" y="416861"/>
                </a:lnTo>
                <a:lnTo>
                  <a:pt x="685877" y="419854"/>
                </a:lnTo>
                <a:lnTo>
                  <a:pt x="688165" y="429712"/>
                </a:lnTo>
                <a:close/>
                <a:moveTo>
                  <a:pt x="700307" y="418885"/>
                </a:moveTo>
                <a:lnTo>
                  <a:pt x="697756" y="421350"/>
                </a:lnTo>
                <a:lnTo>
                  <a:pt x="693356" y="420822"/>
                </a:lnTo>
                <a:lnTo>
                  <a:pt x="688605" y="417829"/>
                </a:lnTo>
                <a:lnTo>
                  <a:pt x="682534" y="412460"/>
                </a:lnTo>
                <a:lnTo>
                  <a:pt x="675670" y="407707"/>
                </a:lnTo>
                <a:lnTo>
                  <a:pt x="667047" y="404714"/>
                </a:lnTo>
                <a:lnTo>
                  <a:pt x="661592" y="403834"/>
                </a:lnTo>
                <a:lnTo>
                  <a:pt x="659480" y="402690"/>
                </a:lnTo>
                <a:lnTo>
                  <a:pt x="661592" y="393448"/>
                </a:lnTo>
                <a:lnTo>
                  <a:pt x="667223" y="392920"/>
                </a:lnTo>
                <a:lnTo>
                  <a:pt x="685613" y="401457"/>
                </a:lnTo>
                <a:lnTo>
                  <a:pt x="691684" y="406122"/>
                </a:lnTo>
                <a:lnTo>
                  <a:pt x="700307" y="418885"/>
                </a:lnTo>
                <a:close/>
                <a:moveTo>
                  <a:pt x="710690" y="447756"/>
                </a:moveTo>
                <a:lnTo>
                  <a:pt x="700835" y="448284"/>
                </a:lnTo>
                <a:lnTo>
                  <a:pt x="698020" y="447140"/>
                </a:lnTo>
                <a:lnTo>
                  <a:pt x="699164" y="438866"/>
                </a:lnTo>
                <a:lnTo>
                  <a:pt x="702155" y="433849"/>
                </a:lnTo>
                <a:lnTo>
                  <a:pt x="706643" y="433937"/>
                </a:lnTo>
                <a:lnTo>
                  <a:pt x="711658" y="441418"/>
                </a:lnTo>
                <a:lnTo>
                  <a:pt x="710690" y="447756"/>
                </a:lnTo>
                <a:close/>
                <a:moveTo>
                  <a:pt x="725296" y="437017"/>
                </a:moveTo>
                <a:lnTo>
                  <a:pt x="723537" y="438162"/>
                </a:lnTo>
                <a:lnTo>
                  <a:pt x="715970" y="426983"/>
                </a:lnTo>
                <a:lnTo>
                  <a:pt x="717905" y="420558"/>
                </a:lnTo>
                <a:lnTo>
                  <a:pt x="719665" y="418885"/>
                </a:lnTo>
                <a:lnTo>
                  <a:pt x="723801" y="422846"/>
                </a:lnTo>
                <a:lnTo>
                  <a:pt x="727056" y="426983"/>
                </a:lnTo>
                <a:lnTo>
                  <a:pt x="729432" y="431824"/>
                </a:lnTo>
                <a:lnTo>
                  <a:pt x="725296" y="437017"/>
                </a:lnTo>
                <a:close/>
                <a:moveTo>
                  <a:pt x="775890" y="391511"/>
                </a:moveTo>
                <a:lnTo>
                  <a:pt x="781434" y="395384"/>
                </a:lnTo>
                <a:lnTo>
                  <a:pt x="786009" y="392832"/>
                </a:lnTo>
                <a:lnTo>
                  <a:pt x="785833" y="396176"/>
                </a:lnTo>
                <a:lnTo>
                  <a:pt x="784865" y="399345"/>
                </a:lnTo>
                <a:lnTo>
                  <a:pt x="779498" y="408323"/>
                </a:lnTo>
                <a:lnTo>
                  <a:pt x="770523" y="406299"/>
                </a:lnTo>
                <a:lnTo>
                  <a:pt x="768411" y="403394"/>
                </a:lnTo>
                <a:lnTo>
                  <a:pt x="767707" y="401193"/>
                </a:lnTo>
                <a:lnTo>
                  <a:pt x="769027" y="399785"/>
                </a:lnTo>
                <a:lnTo>
                  <a:pt x="769731" y="395384"/>
                </a:lnTo>
                <a:lnTo>
                  <a:pt x="773691" y="395384"/>
                </a:lnTo>
                <a:lnTo>
                  <a:pt x="775890" y="391511"/>
                </a:lnTo>
                <a:close/>
                <a:moveTo>
                  <a:pt x="825164" y="388431"/>
                </a:moveTo>
                <a:lnTo>
                  <a:pt x="825692" y="395032"/>
                </a:lnTo>
                <a:lnTo>
                  <a:pt x="830708" y="398201"/>
                </a:lnTo>
                <a:lnTo>
                  <a:pt x="832028" y="403042"/>
                </a:lnTo>
                <a:lnTo>
                  <a:pt x="831148" y="410876"/>
                </a:lnTo>
                <a:lnTo>
                  <a:pt x="826396" y="419854"/>
                </a:lnTo>
                <a:lnTo>
                  <a:pt x="824285" y="422230"/>
                </a:lnTo>
                <a:lnTo>
                  <a:pt x="818037" y="420382"/>
                </a:lnTo>
                <a:lnTo>
                  <a:pt x="816014" y="417389"/>
                </a:lnTo>
                <a:lnTo>
                  <a:pt x="815134" y="415100"/>
                </a:lnTo>
                <a:lnTo>
                  <a:pt x="816014" y="413340"/>
                </a:lnTo>
                <a:lnTo>
                  <a:pt x="811438" y="411316"/>
                </a:lnTo>
                <a:lnTo>
                  <a:pt x="814342" y="407795"/>
                </a:lnTo>
                <a:lnTo>
                  <a:pt x="812318" y="403042"/>
                </a:lnTo>
                <a:lnTo>
                  <a:pt x="799560" y="406034"/>
                </a:lnTo>
                <a:lnTo>
                  <a:pt x="795864" y="406122"/>
                </a:lnTo>
                <a:lnTo>
                  <a:pt x="795160" y="400665"/>
                </a:lnTo>
                <a:lnTo>
                  <a:pt x="795688" y="398377"/>
                </a:lnTo>
                <a:lnTo>
                  <a:pt x="805543" y="391511"/>
                </a:lnTo>
                <a:lnTo>
                  <a:pt x="811350" y="390191"/>
                </a:lnTo>
                <a:lnTo>
                  <a:pt x="817685" y="391599"/>
                </a:lnTo>
                <a:lnTo>
                  <a:pt x="825164" y="388431"/>
                </a:lnTo>
                <a:close/>
                <a:moveTo>
                  <a:pt x="842234" y="510954"/>
                </a:moveTo>
                <a:lnTo>
                  <a:pt x="844786" y="512362"/>
                </a:lnTo>
                <a:lnTo>
                  <a:pt x="847866" y="507873"/>
                </a:lnTo>
                <a:lnTo>
                  <a:pt x="853673" y="514123"/>
                </a:lnTo>
                <a:lnTo>
                  <a:pt x="857281" y="517203"/>
                </a:lnTo>
                <a:lnTo>
                  <a:pt x="862120" y="520372"/>
                </a:lnTo>
                <a:lnTo>
                  <a:pt x="857369" y="520460"/>
                </a:lnTo>
                <a:lnTo>
                  <a:pt x="855433" y="523365"/>
                </a:lnTo>
                <a:lnTo>
                  <a:pt x="854113" y="523893"/>
                </a:lnTo>
                <a:lnTo>
                  <a:pt x="835459" y="513858"/>
                </a:lnTo>
                <a:lnTo>
                  <a:pt x="823581" y="517115"/>
                </a:lnTo>
                <a:lnTo>
                  <a:pt x="815398" y="514123"/>
                </a:lnTo>
                <a:lnTo>
                  <a:pt x="813022" y="512098"/>
                </a:lnTo>
                <a:lnTo>
                  <a:pt x="817421" y="506553"/>
                </a:lnTo>
                <a:lnTo>
                  <a:pt x="821469" y="493878"/>
                </a:lnTo>
                <a:lnTo>
                  <a:pt x="829652" y="497047"/>
                </a:lnTo>
                <a:lnTo>
                  <a:pt x="831588" y="501008"/>
                </a:lnTo>
                <a:lnTo>
                  <a:pt x="831148" y="502152"/>
                </a:lnTo>
                <a:lnTo>
                  <a:pt x="836427" y="504528"/>
                </a:lnTo>
                <a:lnTo>
                  <a:pt x="842234" y="510954"/>
                </a:lnTo>
                <a:close/>
                <a:moveTo>
                  <a:pt x="815398" y="524949"/>
                </a:moveTo>
                <a:lnTo>
                  <a:pt x="823669" y="533487"/>
                </a:lnTo>
                <a:lnTo>
                  <a:pt x="825604" y="536568"/>
                </a:lnTo>
                <a:lnTo>
                  <a:pt x="821557" y="541321"/>
                </a:lnTo>
                <a:lnTo>
                  <a:pt x="818301" y="548010"/>
                </a:lnTo>
                <a:lnTo>
                  <a:pt x="816365" y="549418"/>
                </a:lnTo>
                <a:lnTo>
                  <a:pt x="810118" y="546866"/>
                </a:lnTo>
                <a:lnTo>
                  <a:pt x="805631" y="553467"/>
                </a:lnTo>
                <a:lnTo>
                  <a:pt x="802727" y="542905"/>
                </a:lnTo>
                <a:lnTo>
                  <a:pt x="796304" y="536215"/>
                </a:lnTo>
                <a:lnTo>
                  <a:pt x="800263" y="529438"/>
                </a:lnTo>
                <a:lnTo>
                  <a:pt x="801759" y="528910"/>
                </a:lnTo>
                <a:lnTo>
                  <a:pt x="803695" y="529174"/>
                </a:lnTo>
                <a:lnTo>
                  <a:pt x="805719" y="530934"/>
                </a:lnTo>
                <a:lnTo>
                  <a:pt x="815398" y="524949"/>
                </a:lnTo>
                <a:close/>
                <a:moveTo>
                  <a:pt x="750549" y="526093"/>
                </a:moveTo>
                <a:lnTo>
                  <a:pt x="739023" y="529174"/>
                </a:lnTo>
                <a:lnTo>
                  <a:pt x="726264" y="526973"/>
                </a:lnTo>
                <a:lnTo>
                  <a:pt x="727848" y="521604"/>
                </a:lnTo>
                <a:lnTo>
                  <a:pt x="734007" y="515531"/>
                </a:lnTo>
                <a:lnTo>
                  <a:pt x="739463" y="515795"/>
                </a:lnTo>
                <a:lnTo>
                  <a:pt x="749406" y="519844"/>
                </a:lnTo>
                <a:lnTo>
                  <a:pt x="752925" y="523453"/>
                </a:lnTo>
                <a:lnTo>
                  <a:pt x="750549" y="526093"/>
                </a:lnTo>
                <a:close/>
                <a:moveTo>
                  <a:pt x="1276110" y="599414"/>
                </a:moveTo>
                <a:lnTo>
                  <a:pt x="1258600" y="608392"/>
                </a:lnTo>
                <a:lnTo>
                  <a:pt x="1254465" y="607951"/>
                </a:lnTo>
                <a:lnTo>
                  <a:pt x="1251297" y="604695"/>
                </a:lnTo>
                <a:lnTo>
                  <a:pt x="1253233" y="587355"/>
                </a:lnTo>
                <a:lnTo>
                  <a:pt x="1255521" y="582162"/>
                </a:lnTo>
                <a:lnTo>
                  <a:pt x="1267751" y="581634"/>
                </a:lnTo>
                <a:lnTo>
                  <a:pt x="1275230" y="584098"/>
                </a:lnTo>
                <a:lnTo>
                  <a:pt x="1279014" y="586915"/>
                </a:lnTo>
                <a:lnTo>
                  <a:pt x="1280598" y="592724"/>
                </a:lnTo>
                <a:lnTo>
                  <a:pt x="1279718" y="596245"/>
                </a:lnTo>
                <a:lnTo>
                  <a:pt x="1276110" y="599414"/>
                </a:lnTo>
                <a:close/>
                <a:moveTo>
                  <a:pt x="1639947" y="1120842"/>
                </a:moveTo>
                <a:lnTo>
                  <a:pt x="1638275" y="1122162"/>
                </a:lnTo>
                <a:lnTo>
                  <a:pt x="1623317" y="1121458"/>
                </a:lnTo>
                <a:lnTo>
                  <a:pt x="1613638" y="1128587"/>
                </a:lnTo>
                <a:lnTo>
                  <a:pt x="1607039" y="1130788"/>
                </a:lnTo>
                <a:lnTo>
                  <a:pt x="1583017" y="1130788"/>
                </a:lnTo>
                <a:lnTo>
                  <a:pt x="1580202" y="1129820"/>
                </a:lnTo>
                <a:lnTo>
                  <a:pt x="1578090" y="1129908"/>
                </a:lnTo>
                <a:lnTo>
                  <a:pt x="1576770" y="1131316"/>
                </a:lnTo>
                <a:lnTo>
                  <a:pt x="1569115" y="1130260"/>
                </a:lnTo>
                <a:lnTo>
                  <a:pt x="1544830" y="1123922"/>
                </a:lnTo>
                <a:lnTo>
                  <a:pt x="1541486" y="1118025"/>
                </a:lnTo>
                <a:lnTo>
                  <a:pt x="1545270" y="1111688"/>
                </a:lnTo>
                <a:lnTo>
                  <a:pt x="1553981" y="1102798"/>
                </a:lnTo>
                <a:lnTo>
                  <a:pt x="1571491" y="1101037"/>
                </a:lnTo>
                <a:lnTo>
                  <a:pt x="1651385" y="1100421"/>
                </a:lnTo>
                <a:lnTo>
                  <a:pt x="1660096" y="1108079"/>
                </a:lnTo>
                <a:lnTo>
                  <a:pt x="1660888" y="1110631"/>
                </a:lnTo>
                <a:lnTo>
                  <a:pt x="1643466" y="1115913"/>
                </a:lnTo>
                <a:lnTo>
                  <a:pt x="1639947" y="1120842"/>
                </a:lnTo>
                <a:close/>
                <a:moveTo>
                  <a:pt x="630004" y="977722"/>
                </a:moveTo>
                <a:lnTo>
                  <a:pt x="622877" y="978074"/>
                </a:lnTo>
                <a:lnTo>
                  <a:pt x="609678" y="967335"/>
                </a:lnTo>
                <a:lnTo>
                  <a:pt x="607479" y="963991"/>
                </a:lnTo>
                <a:lnTo>
                  <a:pt x="611262" y="960734"/>
                </a:lnTo>
                <a:lnTo>
                  <a:pt x="615134" y="960998"/>
                </a:lnTo>
                <a:lnTo>
                  <a:pt x="630444" y="967776"/>
                </a:lnTo>
                <a:lnTo>
                  <a:pt x="633347" y="971208"/>
                </a:lnTo>
                <a:lnTo>
                  <a:pt x="630004" y="977722"/>
                </a:lnTo>
                <a:close/>
                <a:moveTo>
                  <a:pt x="459128" y="775629"/>
                </a:moveTo>
                <a:lnTo>
                  <a:pt x="462648" y="788480"/>
                </a:lnTo>
                <a:lnTo>
                  <a:pt x="452177" y="779678"/>
                </a:lnTo>
                <a:lnTo>
                  <a:pt x="452353" y="773516"/>
                </a:lnTo>
                <a:lnTo>
                  <a:pt x="450945" y="769467"/>
                </a:lnTo>
                <a:lnTo>
                  <a:pt x="444610" y="764538"/>
                </a:lnTo>
                <a:lnTo>
                  <a:pt x="439683" y="758377"/>
                </a:lnTo>
                <a:lnTo>
                  <a:pt x="437483" y="743678"/>
                </a:lnTo>
                <a:lnTo>
                  <a:pt x="439243" y="740685"/>
                </a:lnTo>
                <a:lnTo>
                  <a:pt x="443378" y="740421"/>
                </a:lnTo>
                <a:lnTo>
                  <a:pt x="461768" y="759697"/>
                </a:lnTo>
                <a:lnTo>
                  <a:pt x="463000" y="762954"/>
                </a:lnTo>
                <a:lnTo>
                  <a:pt x="462560" y="769819"/>
                </a:lnTo>
                <a:lnTo>
                  <a:pt x="459920" y="771932"/>
                </a:lnTo>
                <a:lnTo>
                  <a:pt x="459128" y="775629"/>
                </a:lnTo>
                <a:close/>
                <a:moveTo>
                  <a:pt x="439683" y="736724"/>
                </a:moveTo>
                <a:lnTo>
                  <a:pt x="433435" y="743766"/>
                </a:lnTo>
                <a:lnTo>
                  <a:pt x="423053" y="743678"/>
                </a:lnTo>
                <a:lnTo>
                  <a:pt x="421029" y="739277"/>
                </a:lnTo>
                <a:lnTo>
                  <a:pt x="421469" y="728626"/>
                </a:lnTo>
                <a:lnTo>
                  <a:pt x="418917" y="725194"/>
                </a:lnTo>
                <a:lnTo>
                  <a:pt x="419005" y="723785"/>
                </a:lnTo>
                <a:lnTo>
                  <a:pt x="420677" y="717712"/>
                </a:lnTo>
                <a:lnTo>
                  <a:pt x="422789" y="716392"/>
                </a:lnTo>
                <a:lnTo>
                  <a:pt x="439507" y="731355"/>
                </a:lnTo>
                <a:lnTo>
                  <a:pt x="439683" y="736724"/>
                </a:lnTo>
                <a:close/>
                <a:moveTo>
                  <a:pt x="407919" y="701692"/>
                </a:moveTo>
                <a:lnTo>
                  <a:pt x="408358" y="704069"/>
                </a:lnTo>
                <a:lnTo>
                  <a:pt x="394016" y="696323"/>
                </a:lnTo>
                <a:lnTo>
                  <a:pt x="387153" y="694211"/>
                </a:lnTo>
                <a:lnTo>
                  <a:pt x="380994" y="685761"/>
                </a:lnTo>
                <a:lnTo>
                  <a:pt x="382930" y="681624"/>
                </a:lnTo>
                <a:lnTo>
                  <a:pt x="383194" y="675991"/>
                </a:lnTo>
                <a:lnTo>
                  <a:pt x="384073" y="673790"/>
                </a:lnTo>
                <a:lnTo>
                  <a:pt x="388473" y="672998"/>
                </a:lnTo>
                <a:lnTo>
                  <a:pt x="394104" y="677047"/>
                </a:lnTo>
                <a:lnTo>
                  <a:pt x="398416" y="687169"/>
                </a:lnTo>
                <a:lnTo>
                  <a:pt x="405543" y="696499"/>
                </a:lnTo>
                <a:lnTo>
                  <a:pt x="407919" y="701692"/>
                </a:lnTo>
                <a:close/>
                <a:moveTo>
                  <a:pt x="286141" y="542113"/>
                </a:moveTo>
                <a:lnTo>
                  <a:pt x="280950" y="546250"/>
                </a:lnTo>
                <a:lnTo>
                  <a:pt x="273031" y="542289"/>
                </a:lnTo>
                <a:lnTo>
                  <a:pt x="275670" y="536656"/>
                </a:lnTo>
                <a:lnTo>
                  <a:pt x="276990" y="528822"/>
                </a:lnTo>
                <a:lnTo>
                  <a:pt x="281742" y="522660"/>
                </a:lnTo>
                <a:lnTo>
                  <a:pt x="283326" y="515355"/>
                </a:lnTo>
                <a:lnTo>
                  <a:pt x="274175" y="495550"/>
                </a:lnTo>
                <a:lnTo>
                  <a:pt x="278750" y="494846"/>
                </a:lnTo>
                <a:lnTo>
                  <a:pt x="282270" y="497047"/>
                </a:lnTo>
                <a:lnTo>
                  <a:pt x="288341" y="510250"/>
                </a:lnTo>
                <a:lnTo>
                  <a:pt x="293620" y="518171"/>
                </a:lnTo>
                <a:lnTo>
                  <a:pt x="291509" y="528910"/>
                </a:lnTo>
                <a:lnTo>
                  <a:pt x="286141" y="542113"/>
                </a:lnTo>
                <a:close/>
                <a:moveTo>
                  <a:pt x="110602" y="287736"/>
                </a:moveTo>
                <a:lnTo>
                  <a:pt x="105059" y="288528"/>
                </a:lnTo>
                <a:lnTo>
                  <a:pt x="99780" y="286680"/>
                </a:lnTo>
                <a:lnTo>
                  <a:pt x="95292" y="281575"/>
                </a:lnTo>
                <a:lnTo>
                  <a:pt x="71711" y="266964"/>
                </a:lnTo>
                <a:lnTo>
                  <a:pt x="64320" y="266787"/>
                </a:lnTo>
                <a:lnTo>
                  <a:pt x="59216" y="263003"/>
                </a:lnTo>
                <a:lnTo>
                  <a:pt x="52969" y="261682"/>
                </a:lnTo>
                <a:lnTo>
                  <a:pt x="46282" y="251912"/>
                </a:lnTo>
                <a:lnTo>
                  <a:pt x="44874" y="246719"/>
                </a:lnTo>
                <a:lnTo>
                  <a:pt x="49714" y="244166"/>
                </a:lnTo>
                <a:lnTo>
                  <a:pt x="52705" y="238797"/>
                </a:lnTo>
                <a:lnTo>
                  <a:pt x="60624" y="241174"/>
                </a:lnTo>
                <a:lnTo>
                  <a:pt x="69599" y="250680"/>
                </a:lnTo>
                <a:lnTo>
                  <a:pt x="78750" y="254201"/>
                </a:lnTo>
                <a:lnTo>
                  <a:pt x="81214" y="255961"/>
                </a:lnTo>
                <a:lnTo>
                  <a:pt x="85613" y="261242"/>
                </a:lnTo>
                <a:lnTo>
                  <a:pt x="106467" y="274093"/>
                </a:lnTo>
                <a:lnTo>
                  <a:pt x="108754" y="278406"/>
                </a:lnTo>
                <a:lnTo>
                  <a:pt x="110162" y="282807"/>
                </a:lnTo>
                <a:lnTo>
                  <a:pt x="110602" y="287736"/>
                </a:lnTo>
                <a:close/>
                <a:moveTo>
                  <a:pt x="2227980" y="1049810"/>
                </a:moveTo>
                <a:lnTo>
                  <a:pt x="2224372" y="1064509"/>
                </a:lnTo>
                <a:lnTo>
                  <a:pt x="2222701" y="1059316"/>
                </a:lnTo>
                <a:lnTo>
                  <a:pt x="2222085" y="1045937"/>
                </a:lnTo>
                <a:lnTo>
                  <a:pt x="2219885" y="1039423"/>
                </a:lnTo>
                <a:lnTo>
                  <a:pt x="2221293" y="1031942"/>
                </a:lnTo>
                <a:lnTo>
                  <a:pt x="2220765" y="1012666"/>
                </a:lnTo>
                <a:lnTo>
                  <a:pt x="2223493" y="1003776"/>
                </a:lnTo>
                <a:lnTo>
                  <a:pt x="2228508" y="1015130"/>
                </a:lnTo>
                <a:lnTo>
                  <a:pt x="2229828" y="1020851"/>
                </a:lnTo>
                <a:lnTo>
                  <a:pt x="2227980" y="1049810"/>
                </a:lnTo>
                <a:close/>
                <a:moveTo>
                  <a:pt x="1774746" y="1109047"/>
                </a:moveTo>
                <a:lnTo>
                  <a:pt x="1767619" y="1110543"/>
                </a:lnTo>
                <a:lnTo>
                  <a:pt x="1760932" y="1107463"/>
                </a:lnTo>
                <a:lnTo>
                  <a:pt x="1761108" y="1103238"/>
                </a:lnTo>
                <a:lnTo>
                  <a:pt x="1762780" y="1099365"/>
                </a:lnTo>
                <a:lnTo>
                  <a:pt x="1772723" y="1097340"/>
                </a:lnTo>
                <a:lnTo>
                  <a:pt x="1778002" y="1097516"/>
                </a:lnTo>
                <a:lnTo>
                  <a:pt x="1783721" y="1100157"/>
                </a:lnTo>
                <a:lnTo>
                  <a:pt x="1787681" y="1102974"/>
                </a:lnTo>
                <a:lnTo>
                  <a:pt x="1789617" y="1106230"/>
                </a:lnTo>
                <a:lnTo>
                  <a:pt x="1778882" y="1106406"/>
                </a:lnTo>
                <a:lnTo>
                  <a:pt x="1774746" y="1109047"/>
                </a:lnTo>
                <a:close/>
                <a:moveTo>
                  <a:pt x="1856225" y="835922"/>
                </a:moveTo>
                <a:lnTo>
                  <a:pt x="1837747" y="852294"/>
                </a:lnTo>
                <a:lnTo>
                  <a:pt x="1834755" y="848157"/>
                </a:lnTo>
                <a:lnTo>
                  <a:pt x="1836339" y="831433"/>
                </a:lnTo>
                <a:lnTo>
                  <a:pt x="1831148" y="821135"/>
                </a:lnTo>
                <a:lnTo>
                  <a:pt x="1831500" y="813389"/>
                </a:lnTo>
                <a:lnTo>
                  <a:pt x="1835195" y="799834"/>
                </a:lnTo>
                <a:lnTo>
                  <a:pt x="1839859" y="789448"/>
                </a:lnTo>
                <a:lnTo>
                  <a:pt x="1850593" y="782406"/>
                </a:lnTo>
                <a:lnTo>
                  <a:pt x="1853321" y="781614"/>
                </a:lnTo>
                <a:lnTo>
                  <a:pt x="1852617" y="794289"/>
                </a:lnTo>
                <a:lnTo>
                  <a:pt x="1854817" y="799042"/>
                </a:lnTo>
                <a:lnTo>
                  <a:pt x="1855521" y="803091"/>
                </a:lnTo>
                <a:lnTo>
                  <a:pt x="1854377" y="806612"/>
                </a:lnTo>
                <a:lnTo>
                  <a:pt x="1856401" y="822807"/>
                </a:lnTo>
                <a:lnTo>
                  <a:pt x="1857632" y="826680"/>
                </a:lnTo>
                <a:lnTo>
                  <a:pt x="1854993" y="831785"/>
                </a:lnTo>
                <a:lnTo>
                  <a:pt x="1856225" y="835922"/>
                </a:lnTo>
                <a:close/>
                <a:moveTo>
                  <a:pt x="928552" y="243462"/>
                </a:moveTo>
                <a:lnTo>
                  <a:pt x="924944" y="243814"/>
                </a:lnTo>
                <a:lnTo>
                  <a:pt x="923801" y="241174"/>
                </a:lnTo>
                <a:lnTo>
                  <a:pt x="923977" y="236685"/>
                </a:lnTo>
                <a:lnTo>
                  <a:pt x="923625" y="233076"/>
                </a:lnTo>
                <a:lnTo>
                  <a:pt x="922569" y="230435"/>
                </a:lnTo>
                <a:lnTo>
                  <a:pt x="922569" y="225946"/>
                </a:lnTo>
                <a:lnTo>
                  <a:pt x="926000" y="228147"/>
                </a:lnTo>
                <a:lnTo>
                  <a:pt x="928552" y="230259"/>
                </a:lnTo>
                <a:lnTo>
                  <a:pt x="931632" y="231756"/>
                </a:lnTo>
                <a:lnTo>
                  <a:pt x="934007" y="232812"/>
                </a:lnTo>
                <a:lnTo>
                  <a:pt x="935327" y="233428"/>
                </a:lnTo>
                <a:lnTo>
                  <a:pt x="932864" y="239853"/>
                </a:lnTo>
                <a:lnTo>
                  <a:pt x="928552" y="243462"/>
                </a:lnTo>
                <a:close/>
                <a:moveTo>
                  <a:pt x="2134359" y="1264842"/>
                </a:moveTo>
                <a:lnTo>
                  <a:pt x="2130928" y="1265634"/>
                </a:lnTo>
                <a:lnTo>
                  <a:pt x="2127496" y="1264402"/>
                </a:lnTo>
                <a:lnTo>
                  <a:pt x="2128904" y="1256568"/>
                </a:lnTo>
                <a:lnTo>
                  <a:pt x="2126880" y="1251287"/>
                </a:lnTo>
                <a:lnTo>
                  <a:pt x="2130488" y="1247062"/>
                </a:lnTo>
                <a:lnTo>
                  <a:pt x="2131368" y="1239668"/>
                </a:lnTo>
                <a:lnTo>
                  <a:pt x="2132775" y="1237380"/>
                </a:lnTo>
                <a:lnTo>
                  <a:pt x="2134975" y="1239756"/>
                </a:lnTo>
                <a:lnTo>
                  <a:pt x="2135943" y="1241252"/>
                </a:lnTo>
                <a:lnTo>
                  <a:pt x="2137703" y="1241957"/>
                </a:lnTo>
                <a:lnTo>
                  <a:pt x="2141662" y="1242133"/>
                </a:lnTo>
                <a:lnTo>
                  <a:pt x="2142542" y="1245301"/>
                </a:lnTo>
                <a:lnTo>
                  <a:pt x="2142366" y="1248294"/>
                </a:lnTo>
                <a:lnTo>
                  <a:pt x="2140694" y="1251463"/>
                </a:lnTo>
                <a:lnTo>
                  <a:pt x="2136031" y="1254895"/>
                </a:lnTo>
                <a:lnTo>
                  <a:pt x="2132599" y="1258768"/>
                </a:lnTo>
                <a:lnTo>
                  <a:pt x="2134359" y="1264842"/>
                </a:lnTo>
                <a:close/>
                <a:moveTo>
                  <a:pt x="1974658" y="128509"/>
                </a:moveTo>
                <a:lnTo>
                  <a:pt x="1983105" y="128685"/>
                </a:lnTo>
                <a:lnTo>
                  <a:pt x="1995424" y="127012"/>
                </a:lnTo>
                <a:lnTo>
                  <a:pt x="1998328" y="135374"/>
                </a:lnTo>
                <a:lnTo>
                  <a:pt x="1998768" y="138631"/>
                </a:lnTo>
                <a:lnTo>
                  <a:pt x="1982401" y="143032"/>
                </a:lnTo>
                <a:lnTo>
                  <a:pt x="1972547" y="132734"/>
                </a:lnTo>
                <a:lnTo>
                  <a:pt x="1974658" y="128509"/>
                </a:lnTo>
                <a:close/>
                <a:moveTo>
                  <a:pt x="1975450" y="206670"/>
                </a:moveTo>
                <a:lnTo>
                  <a:pt x="1974394" y="209575"/>
                </a:lnTo>
                <a:lnTo>
                  <a:pt x="1966827" y="202533"/>
                </a:lnTo>
                <a:lnTo>
                  <a:pt x="1964804" y="197428"/>
                </a:lnTo>
                <a:lnTo>
                  <a:pt x="1965771" y="193379"/>
                </a:lnTo>
                <a:lnTo>
                  <a:pt x="1973603" y="193027"/>
                </a:lnTo>
                <a:lnTo>
                  <a:pt x="1977474" y="195492"/>
                </a:lnTo>
                <a:lnTo>
                  <a:pt x="1975450" y="206670"/>
                </a:lnTo>
                <a:close/>
                <a:moveTo>
                  <a:pt x="1966475" y="1231922"/>
                </a:moveTo>
                <a:lnTo>
                  <a:pt x="1964540" y="1232010"/>
                </a:lnTo>
                <a:lnTo>
                  <a:pt x="1960668" y="1230338"/>
                </a:lnTo>
                <a:lnTo>
                  <a:pt x="1962076" y="1226641"/>
                </a:lnTo>
                <a:lnTo>
                  <a:pt x="1959964" y="1220656"/>
                </a:lnTo>
                <a:lnTo>
                  <a:pt x="1960756" y="1215727"/>
                </a:lnTo>
                <a:lnTo>
                  <a:pt x="1965595" y="1212998"/>
                </a:lnTo>
                <a:lnTo>
                  <a:pt x="1976066" y="1212646"/>
                </a:lnTo>
                <a:lnTo>
                  <a:pt x="1976418" y="1216255"/>
                </a:lnTo>
                <a:lnTo>
                  <a:pt x="1966475" y="1231922"/>
                </a:lnTo>
                <a:close/>
              </a:path>
            </a:pathLst>
          </a:custGeom>
          <a:solidFill>
            <a:srgbClr val="D9DAD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ateway Belawan"/>
          <p:cNvSpPr/>
          <p:nvPr/>
        </p:nvSpPr>
        <p:spPr>
          <a:xfrm>
            <a:off x="812159" y="3188353"/>
            <a:ext cx="137160" cy="137160"/>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ateway Cigading"/>
          <p:cNvSpPr/>
          <p:nvPr/>
        </p:nvSpPr>
        <p:spPr>
          <a:xfrm>
            <a:off x="1451842" y="4043023"/>
            <a:ext cx="137160" cy="137160"/>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ateway Teluk Lamong"/>
          <p:cNvSpPr/>
          <p:nvPr/>
        </p:nvSpPr>
        <p:spPr>
          <a:xfrm>
            <a:off x="2043131" y="4153928"/>
            <a:ext cx="137160" cy="137160"/>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Gateway Tanjung Priok"/>
          <p:cNvSpPr/>
          <p:nvPr/>
        </p:nvSpPr>
        <p:spPr>
          <a:xfrm>
            <a:off x="1656237" y="4099134"/>
            <a:ext cx="128016" cy="128016"/>
          </a:xfrm>
          <a:prstGeom prst="ellipse">
            <a:avLst/>
          </a:prstGeom>
          <a:solidFill>
            <a:srgbClr val="FFFFFF"/>
          </a:solidFill>
          <a:ln w="15875">
            <a:solidFill>
              <a:srgbClr val="6D6E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Gateway Ciwandan"/>
          <p:cNvSpPr/>
          <p:nvPr/>
        </p:nvSpPr>
        <p:spPr>
          <a:xfrm>
            <a:off x="1379398" y="4155221"/>
            <a:ext cx="128016" cy="128016"/>
          </a:xfrm>
          <a:prstGeom prst="ellipse">
            <a:avLst/>
          </a:prstGeom>
          <a:solidFill>
            <a:srgbClr val="FFFFFF"/>
          </a:solidFill>
          <a:ln w="15875">
            <a:solidFill>
              <a:srgbClr val="6D6E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ateway Panjang"/>
          <p:cNvSpPr/>
          <p:nvPr/>
        </p:nvSpPr>
        <p:spPr>
          <a:xfrm>
            <a:off x="1345237" y="3988818"/>
            <a:ext cx="128016" cy="128016"/>
          </a:xfrm>
          <a:prstGeom prst="ellipse">
            <a:avLst/>
          </a:prstGeom>
          <a:solidFill>
            <a:srgbClr val="FFFFFF"/>
          </a:solidFill>
          <a:ln w="15875">
            <a:solidFill>
              <a:srgbClr val="6D6E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ateway Tanjung Emas"/>
          <p:cNvSpPr/>
          <p:nvPr/>
        </p:nvSpPr>
        <p:spPr>
          <a:xfrm>
            <a:off x="1848847" y="4137375"/>
            <a:ext cx="128016" cy="128016"/>
          </a:xfrm>
          <a:prstGeom prst="ellipse">
            <a:avLst/>
          </a:prstGeom>
          <a:solidFill>
            <a:srgbClr val="FFFFFF"/>
          </a:solidFill>
          <a:ln w="15875">
            <a:solidFill>
              <a:srgbClr val="6D6E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Gateway Tanjung Perak"/>
          <p:cNvSpPr/>
          <p:nvPr/>
        </p:nvSpPr>
        <p:spPr>
          <a:xfrm>
            <a:off x="2152687" y="4250820"/>
            <a:ext cx="128016" cy="128016"/>
          </a:xfrm>
          <a:prstGeom prst="ellipse">
            <a:avLst/>
          </a:prstGeom>
          <a:solidFill>
            <a:srgbClr val="FFFFFF"/>
          </a:solidFill>
          <a:ln w="15875">
            <a:solidFill>
              <a:srgbClr val="6D6E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Gateway Makassar"/>
          <p:cNvSpPr/>
          <p:nvPr/>
        </p:nvSpPr>
        <p:spPr>
          <a:xfrm>
            <a:off x="2639872" y="3977179"/>
            <a:ext cx="128016" cy="128016"/>
          </a:xfrm>
          <a:prstGeom prst="ellipse">
            <a:avLst/>
          </a:prstGeom>
          <a:solidFill>
            <a:srgbClr val="FFFFFF"/>
          </a:solidFill>
          <a:ln w="15875">
            <a:solidFill>
              <a:srgbClr val="6D6E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20440" y="1005840"/>
            <a:ext cx="3657600" cy="231140"/>
          </a:xfrm>
          <a:prstGeom prst="rect">
            <a:avLst/>
          </a:prstGeom>
          <a:noFill/>
        </p:spPr>
        <p:txBody>
          <a:bodyPr wrap="square" lIns="0" rIns="0" tIns="0" bIns="0" anchor="t">
            <a:noAutofit/>
          </a:bodyPr>
          <a:lstStyle/>
          <a:p>
            <a:pPr algn="l"/>
            <a:r>
              <a:rPr sz="1400" b="1" i="0" spc="150">
                <a:solidFill>
                  <a:srgbClr val="747678"/>
                </a:solidFill>
                <a:latin typeface="Calibri"/>
              </a:rPr>
              <a:t>WHAT HAPPENS THERE TODAY</a:t>
            </a:r>
          </a:p>
        </p:txBody>
      </p:sp>
      <p:sp>
        <p:nvSpPr>
          <p:cNvPr id="24" name="Trapezoid 23"/>
          <p:cNvSpPr/>
          <p:nvPr/>
        </p:nvSpPr>
        <p:spPr>
          <a:xfrm flipV="1">
            <a:off x="3520440" y="2083734"/>
            <a:ext cx="1645920" cy="330281"/>
          </a:xfrm>
          <a:prstGeom prst="trapezoid">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85032" y="1847819"/>
            <a:ext cx="263347" cy="251642"/>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734409" y="1706270"/>
            <a:ext cx="164592" cy="157276"/>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039727" y="1973640"/>
            <a:ext cx="204094" cy="110093"/>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4845" y="1973640"/>
            <a:ext cx="204094" cy="110093"/>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49962" y="1973640"/>
            <a:ext cx="204094" cy="110093"/>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805080" y="1973640"/>
            <a:ext cx="204094" cy="110093"/>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30155" y="1298448"/>
            <a:ext cx="49926" cy="932688"/>
          </a:xfrm>
          <a:prstGeom prst="rect">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630155" y="1298448"/>
            <a:ext cx="570585" cy="65288"/>
          </a:xfrm>
          <a:prstGeom prst="rect">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5115153" y="1363736"/>
            <a:ext cx="0" cy="419709"/>
          </a:xfrm>
          <a:prstGeom prst="line">
            <a:avLst/>
          </a:prstGeom>
          <a:ln w="12700">
            <a:solidFill>
              <a:srgbClr val="6D6E70"/>
            </a:solidFill>
          </a:ln>
        </p:spPr>
        <p:style>
          <a:lnRef idx="2">
            <a:schemeClr val="accent1"/>
          </a:lnRef>
          <a:fillRef idx="0">
            <a:schemeClr val="accent1"/>
          </a:fillRef>
          <a:effectRef idx="1">
            <a:schemeClr val="accent1"/>
          </a:effectRef>
          <a:fontRef idx="minor">
            <a:schemeClr val="tx1"/>
          </a:fontRef>
        </p:style>
      </p:cxnSp>
      <p:sp>
        <p:nvSpPr>
          <p:cNvPr id="34" name="Merge 33"/>
          <p:cNvSpPr/>
          <p:nvPr/>
        </p:nvSpPr>
        <p:spPr>
          <a:xfrm>
            <a:off x="5015301" y="1783445"/>
            <a:ext cx="199704" cy="279806"/>
          </a:xfrm>
          <a:prstGeom prst="flowChartMerge">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088" y="1298448"/>
            <a:ext cx="640080" cy="201168"/>
          </a:xfrm>
          <a:prstGeom prst="rect">
            <a:avLst/>
          </a:prstGeom>
          <a:noFill/>
        </p:spPr>
        <p:txBody>
          <a:bodyPr wrap="square" lIns="0" rIns="0" tIns="0" bIns="0" anchor="t">
            <a:noAutofit/>
          </a:bodyPr>
          <a:lstStyle/>
          <a:p>
            <a:pPr algn="l"/>
            <a:r>
              <a:rPr sz="1400" b="1" i="0" spc="150">
                <a:solidFill>
                  <a:srgbClr val="6D6E70"/>
                </a:solidFill>
                <a:latin typeface="Calibri"/>
              </a:rPr>
              <a:t>GRAB</a:t>
            </a:r>
          </a:p>
        </p:txBody>
      </p:sp>
      <p:sp>
        <p:nvSpPr>
          <p:cNvPr id="36" name="Rectangle 35"/>
          <p:cNvSpPr/>
          <p:nvPr/>
        </p:nvSpPr>
        <p:spPr>
          <a:xfrm>
            <a:off x="5458968" y="1700784"/>
            <a:ext cx="566928" cy="228234"/>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Merge 36"/>
          <p:cNvSpPr/>
          <p:nvPr/>
        </p:nvSpPr>
        <p:spPr>
          <a:xfrm>
            <a:off x="5504322" y="1914753"/>
            <a:ext cx="476219" cy="499262"/>
          </a:xfrm>
          <a:prstGeom prst="flowChartMerge">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515660" y="1914753"/>
            <a:ext cx="28346" cy="499262"/>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940856" y="1914753"/>
            <a:ext cx="28346" cy="499262"/>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17920" y="1953158"/>
            <a:ext cx="573328" cy="281635"/>
          </a:xfrm>
          <a:prstGeom prst="rect">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808622" y="2055571"/>
            <a:ext cx="260603" cy="179222"/>
          </a:xfrm>
          <a:prstGeom prst="roundRect">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304788" y="2239914"/>
            <a:ext cx="174101" cy="174101"/>
          </a:xfrm>
          <a:prstGeom prst="ellipse">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530644" y="2239914"/>
            <a:ext cx="174101" cy="174101"/>
          </a:xfrm>
          <a:prstGeom prst="ellipse">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860743" y="2239914"/>
            <a:ext cx="174101" cy="174101"/>
          </a:xfrm>
          <a:prstGeom prst="ellipse">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7196327" y="2176272"/>
            <a:ext cx="237745" cy="0"/>
          </a:xfrm>
          <a:prstGeom prst="line">
            <a:avLst/>
          </a:prstGeom>
          <a:ln w="12700">
            <a:solidFill>
              <a:srgbClr val="6D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7562088" y="1947306"/>
            <a:ext cx="1051560" cy="466709"/>
          </a:xfrm>
          <a:prstGeom prst="rect">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ight Triangle 46"/>
          <p:cNvSpPr/>
          <p:nvPr/>
        </p:nvSpPr>
        <p:spPr>
          <a:xfrm flipH="1">
            <a:off x="7562088" y="1738091"/>
            <a:ext cx="350520" cy="217261"/>
          </a:xfrm>
          <a:prstGeom prst="rtTriangle">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ight Triangle 47"/>
          <p:cNvSpPr/>
          <p:nvPr/>
        </p:nvSpPr>
        <p:spPr>
          <a:xfrm flipH="1">
            <a:off x="7912607" y="1738091"/>
            <a:ext cx="350520" cy="217261"/>
          </a:xfrm>
          <a:prstGeom prst="rtTriangle">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ight Triangle 48"/>
          <p:cNvSpPr/>
          <p:nvPr/>
        </p:nvSpPr>
        <p:spPr>
          <a:xfrm flipH="1">
            <a:off x="8263127" y="1738091"/>
            <a:ext cx="350520" cy="217261"/>
          </a:xfrm>
          <a:prstGeom prst="rtTriangle">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403336" y="1609344"/>
            <a:ext cx="105155" cy="241401"/>
          </a:xfrm>
          <a:prstGeom prst="rect">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3520440" y="2432304"/>
            <a:ext cx="5111496" cy="0"/>
          </a:xfrm>
          <a:prstGeom prst="line">
            <a:avLst/>
          </a:prstGeom>
          <a:ln w="12700">
            <a:solidFill>
              <a:srgbClr val="A7A9AC"/>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520440" y="2487168"/>
            <a:ext cx="1463040" cy="201168"/>
          </a:xfrm>
          <a:prstGeom prst="rect">
            <a:avLst/>
          </a:prstGeom>
          <a:noFill/>
        </p:spPr>
        <p:txBody>
          <a:bodyPr wrap="square" lIns="0" rIns="0" tIns="0" bIns="0" anchor="t">
            <a:noAutofit/>
          </a:bodyPr>
          <a:lstStyle/>
          <a:p>
            <a:pPr algn="ctr"/>
            <a:r>
              <a:rPr sz="1400" b="1" i="0" spc="150">
                <a:solidFill>
                  <a:srgbClr val="6D6E70"/>
                </a:solidFill>
                <a:latin typeface="Calibri"/>
              </a:rPr>
              <a:t>VESSEL</a:t>
            </a:r>
          </a:p>
        </p:txBody>
      </p:sp>
      <p:sp>
        <p:nvSpPr>
          <p:cNvPr id="53" name="TextBox 52"/>
          <p:cNvSpPr txBox="1"/>
          <p:nvPr/>
        </p:nvSpPr>
        <p:spPr>
          <a:xfrm>
            <a:off x="5330952" y="2487168"/>
            <a:ext cx="822960" cy="201168"/>
          </a:xfrm>
          <a:prstGeom prst="rect">
            <a:avLst/>
          </a:prstGeom>
          <a:noFill/>
        </p:spPr>
        <p:txBody>
          <a:bodyPr wrap="square" lIns="0" rIns="0" tIns="0" bIns="0" anchor="t">
            <a:noAutofit/>
          </a:bodyPr>
          <a:lstStyle/>
          <a:p>
            <a:pPr algn="ctr"/>
            <a:r>
              <a:rPr sz="1400" b="1" i="0" spc="150">
                <a:solidFill>
                  <a:srgbClr val="6D6E70"/>
                </a:solidFill>
                <a:latin typeface="Calibri"/>
              </a:rPr>
              <a:t>HOPPER</a:t>
            </a:r>
          </a:p>
        </p:txBody>
      </p:sp>
      <p:sp>
        <p:nvSpPr>
          <p:cNvPr id="54" name="TextBox 53"/>
          <p:cNvSpPr txBox="1"/>
          <p:nvPr/>
        </p:nvSpPr>
        <p:spPr>
          <a:xfrm>
            <a:off x="6126480" y="2487168"/>
            <a:ext cx="1051560" cy="201168"/>
          </a:xfrm>
          <a:prstGeom prst="rect">
            <a:avLst/>
          </a:prstGeom>
          <a:noFill/>
        </p:spPr>
        <p:txBody>
          <a:bodyPr wrap="square" lIns="0" rIns="0" tIns="0" bIns="0" anchor="t">
            <a:noAutofit/>
          </a:bodyPr>
          <a:lstStyle/>
          <a:p>
            <a:pPr algn="ctr"/>
            <a:r>
              <a:rPr sz="1400" b="1" i="0" spc="150">
                <a:solidFill>
                  <a:srgbClr val="6D6E70"/>
                </a:solidFill>
                <a:latin typeface="Calibri"/>
              </a:rPr>
              <a:t>TRUCKS</a:t>
            </a:r>
          </a:p>
        </p:txBody>
      </p:sp>
      <p:sp>
        <p:nvSpPr>
          <p:cNvPr id="55" name="TextBox 54"/>
          <p:cNvSpPr txBox="1"/>
          <p:nvPr/>
        </p:nvSpPr>
        <p:spPr>
          <a:xfrm>
            <a:off x="7562088" y="2487168"/>
            <a:ext cx="1051560" cy="201168"/>
          </a:xfrm>
          <a:prstGeom prst="rect">
            <a:avLst/>
          </a:prstGeom>
          <a:noFill/>
        </p:spPr>
        <p:txBody>
          <a:bodyPr wrap="square" lIns="0" rIns="0" tIns="0" bIns="0" anchor="t">
            <a:noAutofit/>
          </a:bodyPr>
          <a:lstStyle/>
          <a:p>
            <a:pPr algn="ctr"/>
            <a:r>
              <a:rPr sz="1400" b="1" i="0" spc="150">
                <a:solidFill>
                  <a:srgbClr val="6D6E70"/>
                </a:solidFill>
                <a:latin typeface="Calibri"/>
              </a:rPr>
              <a:t>MILL</a:t>
            </a:r>
          </a:p>
        </p:txBody>
      </p:sp>
      <p:sp>
        <p:nvSpPr>
          <p:cNvPr id="56" name="TextBox 55"/>
          <p:cNvSpPr txBox="1"/>
          <p:nvPr/>
        </p:nvSpPr>
        <p:spPr>
          <a:xfrm>
            <a:off x="3520440" y="2871216"/>
            <a:ext cx="1581912" cy="438912"/>
          </a:xfrm>
          <a:prstGeom prst="rect">
            <a:avLst/>
          </a:prstGeom>
          <a:noFill/>
        </p:spPr>
        <p:txBody>
          <a:bodyPr wrap="square" lIns="0" rIns="0" tIns="0" bIns="0" anchor="ctr">
            <a:noAutofit/>
          </a:bodyPr>
          <a:lstStyle/>
          <a:p>
            <a:pPr algn="l"/>
            <a:r>
              <a:rPr sz="2600" b="1" i="0">
                <a:solidFill>
                  <a:srgbClr val="4D4D4F"/>
                </a:solidFill>
                <a:latin typeface="Calibri"/>
              </a:rPr>
              <a:t>~5 kt/day</a:t>
            </a:r>
          </a:p>
        </p:txBody>
      </p:sp>
      <p:sp>
        <p:nvSpPr>
          <p:cNvPr id="57" name="TextBox 56"/>
          <p:cNvSpPr txBox="1"/>
          <p:nvPr/>
        </p:nvSpPr>
        <p:spPr>
          <a:xfrm>
            <a:off x="3520440" y="3328416"/>
            <a:ext cx="1581912" cy="457200"/>
          </a:xfrm>
          <a:prstGeom prst="rect">
            <a:avLst/>
          </a:prstGeom>
          <a:noFill/>
        </p:spPr>
        <p:txBody>
          <a:bodyPr wrap="square" lIns="0" rIns="0" tIns="0" bIns="0" anchor="t">
            <a:noAutofit/>
          </a:bodyPr>
          <a:lstStyle/>
          <a:p>
            <a:pPr algn="l"/>
            <a:r>
              <a:rPr sz="1600" b="0" i="0">
                <a:solidFill>
                  <a:srgbClr val="747678"/>
                </a:solidFill>
                <a:latin typeface="Calibri"/>
              </a:rPr>
              <a:t>discharge rate</a:t>
            </a:r>
          </a:p>
        </p:txBody>
      </p:sp>
      <p:sp>
        <p:nvSpPr>
          <p:cNvPr id="58" name="Chevron 57"/>
          <p:cNvSpPr/>
          <p:nvPr/>
        </p:nvSpPr>
        <p:spPr>
          <a:xfrm>
            <a:off x="5129784" y="2999232"/>
            <a:ext cx="109728" cy="182880"/>
          </a:xfrm>
          <a:prstGeom prst="chevron">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285232" y="2871216"/>
            <a:ext cx="1581912" cy="438912"/>
          </a:xfrm>
          <a:prstGeom prst="rect">
            <a:avLst/>
          </a:prstGeom>
          <a:noFill/>
        </p:spPr>
        <p:txBody>
          <a:bodyPr wrap="square" lIns="0" rIns="0" tIns="0" bIns="0" anchor="ctr">
            <a:noAutofit/>
          </a:bodyPr>
          <a:lstStyle/>
          <a:p>
            <a:pPr algn="l"/>
            <a:r>
              <a:rPr sz="2600" b="1" i="0">
                <a:solidFill>
                  <a:srgbClr val="4D4D4F"/>
                </a:solidFill>
                <a:latin typeface="Calibri"/>
              </a:rPr>
              <a:t>~12 days</a:t>
            </a:r>
          </a:p>
        </p:txBody>
      </p:sp>
      <p:sp>
        <p:nvSpPr>
          <p:cNvPr id="60" name="TextBox 59"/>
          <p:cNvSpPr txBox="1"/>
          <p:nvPr/>
        </p:nvSpPr>
        <p:spPr>
          <a:xfrm>
            <a:off x="5285232" y="3328416"/>
            <a:ext cx="1581912" cy="457200"/>
          </a:xfrm>
          <a:prstGeom prst="rect">
            <a:avLst/>
          </a:prstGeom>
          <a:noFill/>
        </p:spPr>
        <p:txBody>
          <a:bodyPr wrap="square" lIns="0" rIns="0" tIns="0" bIns="0" anchor="t">
            <a:noAutofit/>
          </a:bodyPr>
          <a:lstStyle/>
          <a:p>
            <a:pPr algn="l"/>
            <a:r>
              <a:rPr sz="1600" b="0" i="0">
                <a:solidFill>
                  <a:srgbClr val="747678"/>
                </a:solidFill>
                <a:latin typeface="Calibri"/>
              </a:rPr>
              <a:t>alongside per 60 kt cargo</a:t>
            </a:r>
          </a:p>
        </p:txBody>
      </p:sp>
      <p:sp>
        <p:nvSpPr>
          <p:cNvPr id="61" name="Chevron 60"/>
          <p:cNvSpPr/>
          <p:nvPr/>
        </p:nvSpPr>
        <p:spPr>
          <a:xfrm>
            <a:off x="6894576" y="2999232"/>
            <a:ext cx="109728" cy="182880"/>
          </a:xfrm>
          <a:prstGeom prst="chevron">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050024" y="2871216"/>
            <a:ext cx="1609344" cy="438912"/>
          </a:xfrm>
          <a:prstGeom prst="rect">
            <a:avLst/>
          </a:prstGeom>
          <a:noFill/>
        </p:spPr>
        <p:txBody>
          <a:bodyPr wrap="square" lIns="0" rIns="0" tIns="0" bIns="0" anchor="ctr">
            <a:noAutofit/>
          </a:bodyPr>
          <a:lstStyle/>
          <a:p>
            <a:pPr algn="l"/>
            <a:r>
              <a:rPr sz="2400" b="1" i="0">
                <a:solidFill>
                  <a:srgbClr val="8A6A0C"/>
                </a:solidFill>
                <a:latin typeface="Calibri"/>
              </a:rPr>
              <a:t>Truck-paced</a:t>
            </a:r>
          </a:p>
        </p:txBody>
      </p:sp>
      <p:sp>
        <p:nvSpPr>
          <p:cNvPr id="63" name="TextBox 62"/>
          <p:cNvSpPr txBox="1"/>
          <p:nvPr/>
        </p:nvSpPr>
        <p:spPr>
          <a:xfrm>
            <a:off x="7050024" y="3328416"/>
            <a:ext cx="1609344" cy="457200"/>
          </a:xfrm>
          <a:prstGeom prst="rect">
            <a:avLst/>
          </a:prstGeom>
          <a:noFill/>
        </p:spPr>
        <p:txBody>
          <a:bodyPr wrap="square" lIns="0" rIns="0" tIns="0" bIns="0" anchor="t">
            <a:noAutofit/>
          </a:bodyPr>
          <a:lstStyle/>
          <a:p>
            <a:pPr algn="l"/>
            <a:r>
              <a:rPr sz="1600" b="0" i="0">
                <a:solidFill>
                  <a:srgbClr val="747678"/>
                </a:solidFill>
                <a:latin typeface="Calibri"/>
              </a:rPr>
              <a:t>the ship waits for the trucks</a:t>
            </a:r>
          </a:p>
        </p:txBody>
      </p:sp>
      <p:sp>
        <p:nvSpPr>
          <p:cNvPr id="64" name="Chevron 63"/>
          <p:cNvSpPr/>
          <p:nvPr/>
        </p:nvSpPr>
        <p:spPr>
          <a:xfrm>
            <a:off x="3520440" y="4023360"/>
            <a:ext cx="118872" cy="164592"/>
          </a:xfrm>
          <a:prstGeom prst="chevron">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739896" y="3950208"/>
            <a:ext cx="4892040" cy="310896"/>
          </a:xfrm>
          <a:prstGeom prst="rect">
            <a:avLst/>
          </a:prstGeom>
          <a:noFill/>
        </p:spPr>
        <p:txBody>
          <a:bodyPr wrap="square" lIns="0" rIns="0" tIns="0" bIns="0" anchor="ctr">
            <a:noAutofit/>
          </a:bodyPr>
          <a:lstStyle/>
          <a:p>
            <a:pPr algn="l"/>
            <a:r>
              <a:rPr sz="1800" b="1" i="0">
                <a:solidFill>
                  <a:srgbClr val="4D4D4F"/>
                </a:solidFill>
                <a:latin typeface="Calibri"/>
              </a:rPr>
              <a:t>Conventional handling ties marine productivity to truck availability</a:t>
            </a:r>
          </a:p>
        </p:txBody>
      </p:sp>
      <p:sp>
        <p:nvSpPr>
          <p:cNvPr id="66" name="Footnote"/>
          <p:cNvSpPr txBox="1"/>
          <p:nvPr/>
        </p:nvSpPr>
        <p:spPr>
          <a:xfrm>
            <a:off x="512064" y="4553712"/>
            <a:ext cx="7223760" cy="182880"/>
          </a:xfrm>
          <a:prstGeom prst="rect">
            <a:avLst/>
          </a:prstGeom>
          <a:noFill/>
        </p:spPr>
        <p:txBody>
          <a:bodyPr wrap="square" lIns="0" rIns="0" tIns="0" bIns="0" anchor="t">
            <a:noAutofit/>
          </a:bodyPr>
          <a:lstStyle/>
          <a:p>
            <a:pPr algn="l"/>
            <a:r>
              <a:rPr sz="1050" b="0" i="1">
                <a:solidFill>
                  <a:srgbClr val="747678"/>
                </a:solidFill>
                <a:latin typeface="Calibri"/>
              </a:rPr>
              <a:t>FKS screen of public data; captive single-miller jetties excluded; classification to be confirmed. 60 kt Panamax cargo at ~5 kt/day.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A transit warehouse separates the marine clock from the inland clock</a:t>
            </a:r>
          </a:p>
        </p:txBody>
      </p:sp>
      <p:sp>
        <p:nvSpPr>
          <p:cNvPr id="5" name="Text Placeholder 4"/>
          <p:cNvSpPr>
            <a:spLocks noGrp="1"/>
          </p:cNvSpPr>
          <p:nvPr>
            <p:ph type="body" idx="16" sz="half"/>
          </p:nvPr>
        </p:nvSpPr>
        <p:spPr/>
        <p:txBody>
          <a:bodyPr/>
          <a:lstStyle/>
          <a:p>
            <a:r>
              <a:rPr sz="1800" b="1">
                <a:solidFill>
                  <a:srgbClr val="4D4D4F"/>
                </a:solidFill>
                <a:latin typeface="Calibri"/>
              </a:rPr>
              <a:t>The FKS model: the ship no longer waits for the trucks</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4</a:t>
            </a:r>
          </a:p>
        </p:txBody>
      </p:sp>
      <p:sp>
        <p:nvSpPr>
          <p:cNvPr id="8" name="FKS panel"/>
          <p:cNvSpPr/>
          <p:nvPr/>
        </p:nvSpPr>
        <p:spPr>
          <a:xfrm>
            <a:off x="512064" y="987552"/>
            <a:ext cx="8119871" cy="2706624"/>
          </a:xfrm>
          <a:prstGeom prst="rect">
            <a:avLst/>
          </a:prstGeom>
          <a:solidFill>
            <a:srgbClr val="FDF8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78992"/>
            <a:ext cx="2926080" cy="231140"/>
          </a:xfrm>
          <a:prstGeom prst="rect">
            <a:avLst/>
          </a:prstGeom>
          <a:noFill/>
        </p:spPr>
        <p:txBody>
          <a:bodyPr wrap="square" lIns="0" rIns="0" tIns="0" bIns="0" anchor="t">
            <a:noAutofit/>
          </a:bodyPr>
          <a:lstStyle/>
          <a:p>
            <a:pPr algn="l"/>
            <a:r>
              <a:rPr sz="1400" b="1" i="0" spc="150">
                <a:solidFill>
                  <a:srgbClr val="8A6A0C"/>
                </a:solidFill>
                <a:latin typeface="Calibri"/>
              </a:rPr>
              <a:t>FKS INTEGRATED GATEWAY</a:t>
            </a:r>
          </a:p>
        </p:txBody>
      </p:sp>
      <p:cxnSp>
        <p:nvCxnSpPr>
          <p:cNvPr id="10" name="Connector 9"/>
          <p:cNvCxnSpPr/>
          <p:nvPr/>
        </p:nvCxnSpPr>
        <p:spPr>
          <a:xfrm>
            <a:off x="685800" y="3127248"/>
            <a:ext cx="7818120" cy="0"/>
          </a:xfrm>
          <a:prstGeom prst="line">
            <a:avLst/>
          </a:prstGeom>
          <a:ln w="12700">
            <a:solidFill>
              <a:srgbClr val="A7A9AC"/>
            </a:solidFill>
          </a:ln>
        </p:spPr>
        <p:style>
          <a:lnRef idx="2">
            <a:schemeClr val="accent1"/>
          </a:lnRef>
          <a:fillRef idx="0">
            <a:schemeClr val="accent1"/>
          </a:fillRef>
          <a:effectRef idx="1">
            <a:schemeClr val="accent1"/>
          </a:effectRef>
          <a:fontRef idx="minor">
            <a:schemeClr val="tx1"/>
          </a:fontRef>
        </p:style>
      </p:cxnSp>
      <p:sp>
        <p:nvSpPr>
          <p:cNvPr id="11" name="Trapezoid 10"/>
          <p:cNvSpPr/>
          <p:nvPr/>
        </p:nvSpPr>
        <p:spPr>
          <a:xfrm flipV="1">
            <a:off x="685800" y="2804647"/>
            <a:ext cx="1481328" cy="322600"/>
          </a:xfrm>
          <a:prstGeom prst="trapezoid">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3932" y="2574218"/>
            <a:ext cx="237012" cy="245790"/>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78372" y="2435961"/>
            <a:ext cx="148132" cy="153619"/>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48566" y="2697114"/>
            <a:ext cx="146947" cy="107533"/>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332251" y="2697114"/>
            <a:ext cx="146947" cy="107533"/>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515936" y="2697114"/>
            <a:ext cx="146947" cy="107533"/>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699620" y="2697114"/>
            <a:ext cx="146947" cy="107533"/>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83305" y="2697114"/>
            <a:ext cx="146947" cy="107533"/>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347722" y="1712671"/>
            <a:ext cx="54406" cy="1414576"/>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80894" y="1712671"/>
            <a:ext cx="54406" cy="1414576"/>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308860" y="1662744"/>
            <a:ext cx="388620" cy="166420"/>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920240" y="1496324"/>
            <a:ext cx="481888" cy="133136"/>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982419" y="1596176"/>
            <a:ext cx="46634" cy="832104"/>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402128" y="1496324"/>
            <a:ext cx="38862" cy="332841"/>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697480" y="1682496"/>
            <a:ext cx="1325880" cy="73152"/>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00223" y="1755648"/>
            <a:ext cx="21945" cy="1371600"/>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349447" y="1755648"/>
            <a:ext cx="21945" cy="1371600"/>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98671" y="1755648"/>
            <a:ext cx="21945" cy="1371600"/>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3939235" y="1353312"/>
            <a:ext cx="2271369" cy="567659"/>
          </a:xfrm>
          <a:prstGeom prst="triangl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023360" y="1885492"/>
            <a:ext cx="2103120" cy="1241755"/>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906670" y="2453152"/>
            <a:ext cx="336499" cy="6740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023360" y="2029968"/>
            <a:ext cx="2103120" cy="237744"/>
          </a:xfrm>
          <a:prstGeom prst="rect">
            <a:avLst/>
          </a:prstGeom>
          <a:noFill/>
        </p:spPr>
        <p:txBody>
          <a:bodyPr wrap="square" lIns="0" rIns="0" tIns="0" bIns="0" anchor="t">
            <a:noAutofit/>
          </a:bodyPr>
          <a:lstStyle/>
          <a:p>
            <a:pPr algn="ctr"/>
            <a:r>
              <a:rPr sz="1400" b="1" i="0" spc="150">
                <a:solidFill>
                  <a:srgbClr val="FFFFFF"/>
                </a:solidFill>
                <a:latin typeface="Calibri"/>
              </a:rPr>
              <a:t>TRANSIT WAREHOUSE</a:t>
            </a:r>
          </a:p>
        </p:txBody>
      </p:sp>
      <p:sp>
        <p:nvSpPr>
          <p:cNvPr id="33" name="Rectangle 32"/>
          <p:cNvSpPr/>
          <p:nvPr/>
        </p:nvSpPr>
        <p:spPr>
          <a:xfrm>
            <a:off x="6355080" y="2666390"/>
            <a:ext cx="633679" cy="281635"/>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007961" y="2768803"/>
            <a:ext cx="288036" cy="179222"/>
          </a:xfrm>
          <a:prstGeom prst="round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451092" y="2953146"/>
            <a:ext cx="174101" cy="174101"/>
          </a:xfrm>
          <a:prstGeom prst="ellipse">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700723" y="2953146"/>
            <a:ext cx="174101" cy="174101"/>
          </a:xfrm>
          <a:prstGeom prst="ellipse">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065568" y="2953146"/>
            <a:ext cx="174101" cy="174101"/>
          </a:xfrm>
          <a:prstGeom prst="ellipse">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7388352" y="2871216"/>
            <a:ext cx="182879" cy="0"/>
          </a:xfrm>
          <a:prstGeom prst="line">
            <a:avLst/>
          </a:prstGeom>
          <a:ln w="12700">
            <a:solidFill>
              <a:srgbClr val="6D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Can 38"/>
          <p:cNvSpPr/>
          <p:nvPr/>
        </p:nvSpPr>
        <p:spPr>
          <a:xfrm>
            <a:off x="7616952" y="2377440"/>
            <a:ext cx="112654" cy="749808"/>
          </a:xfrm>
          <a:prstGeom prst="can">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an 39"/>
          <p:cNvSpPr/>
          <p:nvPr/>
        </p:nvSpPr>
        <p:spPr>
          <a:xfrm>
            <a:off x="7752648" y="2377440"/>
            <a:ext cx="112654" cy="749808"/>
          </a:xfrm>
          <a:prstGeom prst="can">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an 40"/>
          <p:cNvSpPr/>
          <p:nvPr/>
        </p:nvSpPr>
        <p:spPr>
          <a:xfrm>
            <a:off x="7888345" y="2377440"/>
            <a:ext cx="112654" cy="749808"/>
          </a:xfrm>
          <a:prstGeom prst="can">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028431" y="2692359"/>
            <a:ext cx="502920" cy="434888"/>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ight Triangle 42"/>
          <p:cNvSpPr/>
          <p:nvPr/>
        </p:nvSpPr>
        <p:spPr>
          <a:xfrm flipH="1">
            <a:off x="8028431" y="2497409"/>
            <a:ext cx="167640" cy="202448"/>
          </a:xfrm>
          <a:prstGeom prst="rtTriangle">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ight Triangle 43"/>
          <p:cNvSpPr/>
          <p:nvPr/>
        </p:nvSpPr>
        <p:spPr>
          <a:xfrm flipH="1">
            <a:off x="8196072" y="2497409"/>
            <a:ext cx="167640" cy="202448"/>
          </a:xfrm>
          <a:prstGeom prst="rtTriangle">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ight Triangle 44"/>
          <p:cNvSpPr/>
          <p:nvPr/>
        </p:nvSpPr>
        <p:spPr>
          <a:xfrm flipH="1">
            <a:off x="8363712" y="2497409"/>
            <a:ext cx="167640" cy="202448"/>
          </a:xfrm>
          <a:prstGeom prst="rtTriangle">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430767" y="2377440"/>
            <a:ext cx="50292" cy="224942"/>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783080" y="3154679"/>
            <a:ext cx="1051560" cy="201168"/>
          </a:xfrm>
          <a:prstGeom prst="rect">
            <a:avLst/>
          </a:prstGeom>
          <a:noFill/>
        </p:spPr>
        <p:txBody>
          <a:bodyPr wrap="square" lIns="0" rIns="0" tIns="0" bIns="0" anchor="t">
            <a:noAutofit/>
          </a:bodyPr>
          <a:lstStyle/>
          <a:p>
            <a:pPr algn="ctr"/>
            <a:r>
              <a:rPr sz="1400" b="1" i="0" spc="150">
                <a:solidFill>
                  <a:srgbClr val="4D4D4F"/>
                </a:solidFill>
                <a:latin typeface="Calibri"/>
              </a:rPr>
              <a:t>UNLOAD</a:t>
            </a:r>
          </a:p>
        </p:txBody>
      </p:sp>
      <p:sp>
        <p:nvSpPr>
          <p:cNvPr id="48" name="TextBox 47"/>
          <p:cNvSpPr txBox="1"/>
          <p:nvPr/>
        </p:nvSpPr>
        <p:spPr>
          <a:xfrm>
            <a:off x="2743200" y="3154679"/>
            <a:ext cx="1234440" cy="201168"/>
          </a:xfrm>
          <a:prstGeom prst="rect">
            <a:avLst/>
          </a:prstGeom>
          <a:noFill/>
        </p:spPr>
        <p:txBody>
          <a:bodyPr wrap="square" lIns="0" rIns="0" tIns="0" bIns="0" anchor="t">
            <a:noAutofit/>
          </a:bodyPr>
          <a:lstStyle/>
          <a:p>
            <a:pPr algn="ctr"/>
            <a:r>
              <a:rPr sz="1400" b="1" i="0" spc="150">
                <a:solidFill>
                  <a:srgbClr val="4D4D4F"/>
                </a:solidFill>
                <a:latin typeface="Calibri"/>
              </a:rPr>
              <a:t>TRANSFER</a:t>
            </a:r>
          </a:p>
        </p:txBody>
      </p:sp>
      <p:sp>
        <p:nvSpPr>
          <p:cNvPr id="49" name="TextBox 48"/>
          <p:cNvSpPr txBox="1"/>
          <p:nvPr/>
        </p:nvSpPr>
        <p:spPr>
          <a:xfrm>
            <a:off x="4023360" y="3154679"/>
            <a:ext cx="2103120" cy="201168"/>
          </a:xfrm>
          <a:prstGeom prst="rect">
            <a:avLst/>
          </a:prstGeom>
          <a:noFill/>
        </p:spPr>
        <p:txBody>
          <a:bodyPr wrap="square" lIns="0" rIns="0" tIns="0" bIns="0" anchor="t">
            <a:noAutofit/>
          </a:bodyPr>
          <a:lstStyle/>
          <a:p>
            <a:pPr algn="ctr"/>
            <a:r>
              <a:rPr sz="1400" b="1" i="0" spc="150">
                <a:solidFill>
                  <a:srgbClr val="4D4D4F"/>
                </a:solidFill>
                <a:latin typeface="Calibri"/>
              </a:rPr>
              <a:t>STORE</a:t>
            </a:r>
          </a:p>
        </p:txBody>
      </p:sp>
      <p:sp>
        <p:nvSpPr>
          <p:cNvPr id="50" name="TextBox 49"/>
          <p:cNvSpPr txBox="1"/>
          <p:nvPr/>
        </p:nvSpPr>
        <p:spPr>
          <a:xfrm>
            <a:off x="6263640" y="3154679"/>
            <a:ext cx="1143000" cy="201168"/>
          </a:xfrm>
          <a:prstGeom prst="rect">
            <a:avLst/>
          </a:prstGeom>
          <a:noFill/>
        </p:spPr>
        <p:txBody>
          <a:bodyPr wrap="square" lIns="0" rIns="0" tIns="0" bIns="0" anchor="t">
            <a:noAutofit/>
          </a:bodyPr>
          <a:lstStyle/>
          <a:p>
            <a:pPr algn="ctr"/>
            <a:r>
              <a:rPr sz="1400" b="1" i="0" spc="150">
                <a:solidFill>
                  <a:srgbClr val="4D4D4F"/>
                </a:solidFill>
                <a:latin typeface="Calibri"/>
              </a:rPr>
              <a:t>DISPATCH</a:t>
            </a:r>
          </a:p>
        </p:txBody>
      </p:sp>
      <p:sp>
        <p:nvSpPr>
          <p:cNvPr id="51" name="TextBox 50"/>
          <p:cNvSpPr txBox="1"/>
          <p:nvPr/>
        </p:nvSpPr>
        <p:spPr>
          <a:xfrm>
            <a:off x="7516368" y="3154679"/>
            <a:ext cx="1051560" cy="201168"/>
          </a:xfrm>
          <a:prstGeom prst="rect">
            <a:avLst/>
          </a:prstGeom>
          <a:noFill/>
        </p:spPr>
        <p:txBody>
          <a:bodyPr wrap="square" lIns="0" rIns="0" tIns="0" bIns="0" anchor="t">
            <a:noAutofit/>
          </a:bodyPr>
          <a:lstStyle/>
          <a:p>
            <a:pPr algn="ctr"/>
            <a:r>
              <a:rPr sz="1400" b="1" i="0" spc="150">
                <a:solidFill>
                  <a:srgbClr val="4D4D4F"/>
                </a:solidFill>
                <a:latin typeface="Calibri"/>
              </a:rPr>
              <a:t>DELIVER</a:t>
            </a:r>
          </a:p>
        </p:txBody>
      </p:sp>
      <p:cxnSp>
        <p:nvCxnSpPr>
          <p:cNvPr id="52" name="Connector 51"/>
          <p:cNvCxnSpPr/>
          <p:nvPr/>
        </p:nvCxnSpPr>
        <p:spPr>
          <a:xfrm>
            <a:off x="685800" y="3474720"/>
            <a:ext cx="3246120" cy="0"/>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85800" y="3401568"/>
            <a:ext cx="0" cy="73152"/>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3931920" y="3401568"/>
            <a:ext cx="0" cy="73152"/>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263640" y="3474720"/>
            <a:ext cx="2240280" cy="0"/>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263640" y="3401568"/>
            <a:ext cx="0" cy="73152"/>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503920" y="3401568"/>
            <a:ext cx="0" cy="73152"/>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85800" y="3511296"/>
            <a:ext cx="3246120" cy="182880"/>
          </a:xfrm>
          <a:prstGeom prst="rect">
            <a:avLst/>
          </a:prstGeom>
          <a:noFill/>
        </p:spPr>
        <p:txBody>
          <a:bodyPr wrap="square" lIns="0" rIns="0" tIns="0" bIns="0" anchor="t">
            <a:noAutofit/>
          </a:bodyPr>
          <a:lstStyle/>
          <a:p>
            <a:pPr algn="ctr"/>
            <a:r>
              <a:rPr sz="1400" b="1" i="0" spc="150">
                <a:solidFill>
                  <a:srgbClr val="4D4D4F"/>
                </a:solidFill>
                <a:latin typeface="Calibri"/>
              </a:rPr>
              <a:t>MARINE CLOCK</a:t>
            </a:r>
          </a:p>
        </p:txBody>
      </p:sp>
      <p:sp>
        <p:nvSpPr>
          <p:cNvPr id="59" name="TextBox 58"/>
          <p:cNvSpPr txBox="1"/>
          <p:nvPr/>
        </p:nvSpPr>
        <p:spPr>
          <a:xfrm>
            <a:off x="6263640" y="3511296"/>
            <a:ext cx="2240280" cy="182880"/>
          </a:xfrm>
          <a:prstGeom prst="rect">
            <a:avLst/>
          </a:prstGeom>
          <a:noFill/>
        </p:spPr>
        <p:txBody>
          <a:bodyPr wrap="square" lIns="0" rIns="0" tIns="0" bIns="0" anchor="t">
            <a:noAutofit/>
          </a:bodyPr>
          <a:lstStyle/>
          <a:p>
            <a:pPr algn="ctr"/>
            <a:r>
              <a:rPr sz="1400" b="1" i="0" spc="150">
                <a:solidFill>
                  <a:srgbClr val="4D4D4F"/>
                </a:solidFill>
                <a:latin typeface="Calibri"/>
              </a:rPr>
              <a:t>INLAND CLOCK</a:t>
            </a:r>
          </a:p>
        </p:txBody>
      </p:sp>
      <p:sp>
        <p:nvSpPr>
          <p:cNvPr id="60" name="Buffer chip"/>
          <p:cNvSpPr/>
          <p:nvPr/>
        </p:nvSpPr>
        <p:spPr>
          <a:xfrm>
            <a:off x="4023360" y="3383280"/>
            <a:ext cx="2103120" cy="274320"/>
          </a:xfrm>
          <a:prstGeom prst="roundRect">
            <a:avLst>
              <a:gd name="adj" fmla="val 50000"/>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023360" y="3383280"/>
            <a:ext cx="2103120" cy="274320"/>
          </a:xfrm>
          <a:prstGeom prst="rect">
            <a:avLst/>
          </a:prstGeom>
          <a:noFill/>
        </p:spPr>
        <p:txBody>
          <a:bodyPr wrap="square" lIns="0" rIns="0" tIns="0" bIns="0" anchor="ctr">
            <a:noAutofit/>
          </a:bodyPr>
          <a:lstStyle/>
          <a:p>
            <a:pPr algn="ctr"/>
            <a:r>
              <a:rPr sz="1600" b="1" i="0" spc="100">
                <a:solidFill>
                  <a:srgbClr val="4D4D4F"/>
                </a:solidFill>
                <a:latin typeface="Calibri"/>
              </a:rPr>
              <a:t>THE BUFFER</a:t>
            </a:r>
          </a:p>
        </p:txBody>
      </p:sp>
      <p:sp>
        <p:nvSpPr>
          <p:cNvPr id="62" name="Chevron 61"/>
          <p:cNvSpPr/>
          <p:nvPr/>
        </p:nvSpPr>
        <p:spPr>
          <a:xfrm>
            <a:off x="512064" y="3877056"/>
            <a:ext cx="118872" cy="164592"/>
          </a:xfrm>
          <a:prstGeom prst="chevron">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31520" y="3822191"/>
            <a:ext cx="2487168" cy="274320"/>
          </a:xfrm>
          <a:prstGeom prst="rect">
            <a:avLst/>
          </a:prstGeom>
          <a:noFill/>
        </p:spPr>
        <p:txBody>
          <a:bodyPr wrap="square" lIns="0" rIns="0" tIns="0" bIns="0" anchor="t">
            <a:noAutofit/>
          </a:bodyPr>
          <a:lstStyle/>
          <a:p>
            <a:pPr algn="l"/>
            <a:r>
              <a:rPr sz="1800" b="1" i="0">
                <a:solidFill>
                  <a:srgbClr val="8A6A0C"/>
                </a:solidFill>
                <a:latin typeface="Calibri"/>
              </a:rPr>
              <a:t>FASTER</a:t>
            </a:r>
          </a:p>
        </p:txBody>
      </p:sp>
      <p:sp>
        <p:nvSpPr>
          <p:cNvPr id="64" name="TextBox 63"/>
          <p:cNvSpPr txBox="1"/>
          <p:nvPr/>
        </p:nvSpPr>
        <p:spPr>
          <a:xfrm>
            <a:off x="731520" y="4096512"/>
            <a:ext cx="2487168" cy="274320"/>
          </a:xfrm>
          <a:prstGeom prst="rect">
            <a:avLst/>
          </a:prstGeom>
          <a:noFill/>
        </p:spPr>
        <p:txBody>
          <a:bodyPr wrap="square" lIns="0" rIns="0" tIns="0" bIns="0" anchor="t">
            <a:noAutofit/>
          </a:bodyPr>
          <a:lstStyle/>
          <a:p>
            <a:pPr algn="l"/>
            <a:r>
              <a:rPr sz="1600" b="0" i="0">
                <a:solidFill>
                  <a:srgbClr val="4D4D4F"/>
                </a:solidFill>
                <a:latin typeface="Calibri"/>
              </a:rPr>
              <a:t>discharge at full speed</a:t>
            </a:r>
          </a:p>
        </p:txBody>
      </p:sp>
      <p:sp>
        <p:nvSpPr>
          <p:cNvPr id="65" name="Chevron 64"/>
          <p:cNvSpPr/>
          <p:nvPr/>
        </p:nvSpPr>
        <p:spPr>
          <a:xfrm>
            <a:off x="3236976" y="3877056"/>
            <a:ext cx="118872" cy="164592"/>
          </a:xfrm>
          <a:prstGeom prst="chevron">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456432" y="3822191"/>
            <a:ext cx="2487168" cy="274320"/>
          </a:xfrm>
          <a:prstGeom prst="rect">
            <a:avLst/>
          </a:prstGeom>
          <a:noFill/>
        </p:spPr>
        <p:txBody>
          <a:bodyPr wrap="square" lIns="0" rIns="0" tIns="0" bIns="0" anchor="t">
            <a:noAutofit/>
          </a:bodyPr>
          <a:lstStyle/>
          <a:p>
            <a:pPr algn="l"/>
            <a:r>
              <a:rPr sz="1800" b="1" i="0">
                <a:solidFill>
                  <a:srgbClr val="8A6A0C"/>
                </a:solidFill>
                <a:latin typeface="Calibri"/>
              </a:rPr>
              <a:t>BETTER ECONOMICS</a:t>
            </a:r>
          </a:p>
        </p:txBody>
      </p:sp>
      <p:sp>
        <p:nvSpPr>
          <p:cNvPr id="67" name="TextBox 66"/>
          <p:cNvSpPr txBox="1"/>
          <p:nvPr/>
        </p:nvSpPr>
        <p:spPr>
          <a:xfrm>
            <a:off x="3456432" y="4096512"/>
            <a:ext cx="2487168" cy="274320"/>
          </a:xfrm>
          <a:prstGeom prst="rect">
            <a:avLst/>
          </a:prstGeom>
          <a:noFill/>
        </p:spPr>
        <p:txBody>
          <a:bodyPr wrap="square" lIns="0" rIns="0" tIns="0" bIns="0" anchor="t">
            <a:noAutofit/>
          </a:bodyPr>
          <a:lstStyle/>
          <a:p>
            <a:pPr algn="l"/>
            <a:r>
              <a:rPr sz="1600" b="0" i="0">
                <a:solidFill>
                  <a:srgbClr val="4D4D4F"/>
                </a:solidFill>
                <a:latin typeface="Calibri"/>
              </a:rPr>
              <a:t>larger parcels, fewer calls</a:t>
            </a:r>
          </a:p>
        </p:txBody>
      </p:sp>
      <p:sp>
        <p:nvSpPr>
          <p:cNvPr id="68" name="Chevron 67"/>
          <p:cNvSpPr/>
          <p:nvPr/>
        </p:nvSpPr>
        <p:spPr>
          <a:xfrm>
            <a:off x="5961888" y="3877056"/>
            <a:ext cx="118872" cy="164592"/>
          </a:xfrm>
          <a:prstGeom prst="chevron">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181344" y="3822191"/>
            <a:ext cx="2487168" cy="274320"/>
          </a:xfrm>
          <a:prstGeom prst="rect">
            <a:avLst/>
          </a:prstGeom>
          <a:noFill/>
        </p:spPr>
        <p:txBody>
          <a:bodyPr wrap="square" lIns="0" rIns="0" tIns="0" bIns="0" anchor="t">
            <a:noAutofit/>
          </a:bodyPr>
          <a:lstStyle/>
          <a:p>
            <a:pPr algn="l"/>
            <a:r>
              <a:rPr sz="1800" b="1" i="0">
                <a:solidFill>
                  <a:srgbClr val="8A6A0C"/>
                </a:solidFill>
                <a:latin typeface="Calibri"/>
              </a:rPr>
              <a:t>MORE SECURE</a:t>
            </a:r>
          </a:p>
        </p:txBody>
      </p:sp>
      <p:sp>
        <p:nvSpPr>
          <p:cNvPr id="70" name="TextBox 69"/>
          <p:cNvSpPr txBox="1"/>
          <p:nvPr/>
        </p:nvSpPr>
        <p:spPr>
          <a:xfrm>
            <a:off x="6181344" y="4096512"/>
            <a:ext cx="2487168" cy="274320"/>
          </a:xfrm>
          <a:prstGeom prst="rect">
            <a:avLst/>
          </a:prstGeom>
          <a:noFill/>
        </p:spPr>
        <p:txBody>
          <a:bodyPr wrap="square" lIns="0" rIns="0" tIns="0" bIns="0" anchor="t">
            <a:noAutofit/>
          </a:bodyPr>
          <a:lstStyle/>
          <a:p>
            <a:pPr algn="l"/>
            <a:r>
              <a:rPr sz="1600" b="0" i="0">
                <a:solidFill>
                  <a:srgbClr val="4D4D4F"/>
                </a:solidFill>
                <a:latin typeface="Calibri"/>
              </a:rPr>
              <a:t>enclosed from hold to mill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Conventional versus FKS, one Panamax cargo of 60,000 tonnes</a:t>
            </a:r>
          </a:p>
        </p:txBody>
      </p:sp>
      <p:sp>
        <p:nvSpPr>
          <p:cNvPr id="5" name="Text Placeholder 4"/>
          <p:cNvSpPr>
            <a:spLocks noGrp="1"/>
          </p:cNvSpPr>
          <p:nvPr>
            <p:ph type="body" idx="16" sz="half"/>
          </p:nvPr>
        </p:nvSpPr>
        <p:spPr/>
        <p:txBody>
          <a:bodyPr/>
          <a:lstStyle/>
          <a:p>
            <a:r>
              <a:rPr sz="1800" b="1">
                <a:solidFill>
                  <a:srgbClr val="4D4D4F"/>
                </a:solidFill>
                <a:latin typeface="Calibri"/>
              </a:rPr>
              <a:t>What the model is worth per 60 kt cargo</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5</a:t>
            </a:r>
          </a:p>
        </p:txBody>
      </p:sp>
      <p:sp>
        <p:nvSpPr>
          <p:cNvPr id="8" name="TextBox 7"/>
          <p:cNvSpPr txBox="1"/>
          <p:nvPr/>
        </p:nvSpPr>
        <p:spPr>
          <a:xfrm>
            <a:off x="2057400" y="1005840"/>
            <a:ext cx="2130552" cy="292608"/>
          </a:xfrm>
          <a:prstGeom prst="rect">
            <a:avLst/>
          </a:prstGeom>
          <a:noFill/>
        </p:spPr>
        <p:txBody>
          <a:bodyPr wrap="square" lIns="0" rIns="0" tIns="0" bIns="0" anchor="t">
            <a:noAutofit/>
          </a:bodyPr>
          <a:lstStyle/>
          <a:p>
            <a:pPr algn="l"/>
            <a:r>
              <a:rPr sz="1800" b="1" i="0">
                <a:solidFill>
                  <a:srgbClr val="8A6A0C"/>
                </a:solidFill>
                <a:latin typeface="Calibri"/>
              </a:rPr>
              <a:t>FASTER</a:t>
            </a:r>
          </a:p>
        </p:txBody>
      </p:sp>
      <p:sp>
        <p:nvSpPr>
          <p:cNvPr id="9" name="Trapezoid 8"/>
          <p:cNvSpPr/>
          <p:nvPr/>
        </p:nvSpPr>
        <p:spPr>
          <a:xfrm flipV="1">
            <a:off x="2377440" y="1805391"/>
            <a:ext cx="1463040" cy="261152"/>
          </a:xfrm>
          <a:prstGeom prst="trapezoid">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60089" y="1618853"/>
            <a:ext cx="234086" cy="198973"/>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03980" y="1506931"/>
            <a:ext cx="146304" cy="124358"/>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7160" y="1718340"/>
            <a:ext cx="181416" cy="87050"/>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931" y="1718340"/>
            <a:ext cx="181416" cy="87050"/>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70702" y="1718340"/>
            <a:ext cx="181416" cy="87050"/>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97473" y="1718340"/>
            <a:ext cx="181416" cy="87050"/>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57400" y="2157984"/>
            <a:ext cx="2130552" cy="420624"/>
          </a:xfrm>
          <a:prstGeom prst="rect">
            <a:avLst/>
          </a:prstGeom>
          <a:noFill/>
        </p:spPr>
        <p:txBody>
          <a:bodyPr wrap="square" lIns="0" rIns="0" tIns="0" bIns="0" anchor="ctr">
            <a:noAutofit/>
          </a:bodyPr>
          <a:lstStyle/>
          <a:p>
            <a:pPr algn="l"/>
            <a:r>
              <a:rPr sz="2400" b="1" i="0">
                <a:solidFill>
                  <a:srgbClr val="4D4D4F"/>
                </a:solidFill>
                <a:latin typeface="Calibri"/>
              </a:rPr>
              <a:t>~12 days</a:t>
            </a:r>
          </a:p>
        </p:txBody>
      </p:sp>
      <p:sp>
        <p:nvSpPr>
          <p:cNvPr id="17" name="TextBox 16"/>
          <p:cNvSpPr txBox="1"/>
          <p:nvPr/>
        </p:nvSpPr>
        <p:spPr>
          <a:xfrm>
            <a:off x="2057400" y="2633472"/>
            <a:ext cx="2130552" cy="420624"/>
          </a:xfrm>
          <a:prstGeom prst="rect">
            <a:avLst/>
          </a:prstGeom>
          <a:noFill/>
        </p:spPr>
        <p:txBody>
          <a:bodyPr wrap="square" lIns="0" rIns="0" tIns="0" bIns="0" anchor="ctr">
            <a:noAutofit/>
          </a:bodyPr>
          <a:lstStyle/>
          <a:p>
            <a:pPr algn="l"/>
            <a:r>
              <a:rPr sz="2400" b="1" i="0">
                <a:solidFill>
                  <a:srgbClr val="8A6A0C"/>
                </a:solidFill>
                <a:latin typeface="Calibri"/>
              </a:rPr>
              <a:t>~3 days</a:t>
            </a:r>
          </a:p>
        </p:txBody>
      </p:sp>
      <p:sp>
        <p:nvSpPr>
          <p:cNvPr id="18" name="TextBox 17"/>
          <p:cNvSpPr txBox="1"/>
          <p:nvPr/>
        </p:nvSpPr>
        <p:spPr>
          <a:xfrm>
            <a:off x="2057400" y="3182112"/>
            <a:ext cx="2130552" cy="548640"/>
          </a:xfrm>
          <a:prstGeom prst="rect">
            <a:avLst/>
          </a:prstGeom>
          <a:noFill/>
        </p:spPr>
        <p:txBody>
          <a:bodyPr wrap="square" lIns="0" rIns="0" tIns="0" bIns="0" anchor="ctr">
            <a:noAutofit/>
          </a:bodyPr>
          <a:lstStyle/>
          <a:p>
            <a:pPr algn="l"/>
            <a:r>
              <a:rPr sz="3600" b="1" i="0">
                <a:solidFill>
                  <a:srgbClr val="8A6A0C"/>
                </a:solidFill>
                <a:latin typeface="Calibri"/>
              </a:rPr>
              <a:t>~US$146k</a:t>
            </a:r>
          </a:p>
        </p:txBody>
      </p:sp>
      <p:sp>
        <p:nvSpPr>
          <p:cNvPr id="19" name="TextBox 18"/>
          <p:cNvSpPr txBox="1"/>
          <p:nvPr/>
        </p:nvSpPr>
        <p:spPr>
          <a:xfrm>
            <a:off x="2057400" y="3749039"/>
            <a:ext cx="2130552" cy="502920"/>
          </a:xfrm>
          <a:prstGeom prst="rect">
            <a:avLst/>
          </a:prstGeom>
          <a:noFill/>
        </p:spPr>
        <p:txBody>
          <a:bodyPr wrap="square" lIns="0" rIns="0" tIns="0" bIns="0" anchor="t">
            <a:noAutofit/>
          </a:bodyPr>
          <a:lstStyle/>
          <a:p>
            <a:pPr algn="l"/>
            <a:r>
              <a:rPr sz="1600" b="0" i="0">
                <a:solidFill>
                  <a:srgbClr val="4D4D4F"/>
                </a:solidFill>
                <a:latin typeface="Calibri"/>
              </a:rPr>
              <a:t>vessel-time value saved</a:t>
            </a:r>
          </a:p>
        </p:txBody>
      </p:sp>
      <p:sp>
        <p:nvSpPr>
          <p:cNvPr id="20" name="TextBox 19"/>
          <p:cNvSpPr txBox="1"/>
          <p:nvPr/>
        </p:nvSpPr>
        <p:spPr>
          <a:xfrm>
            <a:off x="4279392" y="1005840"/>
            <a:ext cx="2130552" cy="292608"/>
          </a:xfrm>
          <a:prstGeom prst="rect">
            <a:avLst/>
          </a:prstGeom>
          <a:noFill/>
        </p:spPr>
        <p:txBody>
          <a:bodyPr wrap="square" lIns="0" rIns="0" tIns="0" bIns="0" anchor="t">
            <a:noAutofit/>
          </a:bodyPr>
          <a:lstStyle/>
          <a:p>
            <a:pPr algn="l"/>
            <a:r>
              <a:rPr sz="1800" b="1" i="0">
                <a:solidFill>
                  <a:srgbClr val="8A6A0C"/>
                </a:solidFill>
                <a:latin typeface="Calibri"/>
              </a:rPr>
              <a:t>BETTER ECONOMICS</a:t>
            </a:r>
          </a:p>
        </p:txBody>
      </p:sp>
      <p:sp>
        <p:nvSpPr>
          <p:cNvPr id="21" name="Trapezoid 20"/>
          <p:cNvSpPr/>
          <p:nvPr/>
        </p:nvSpPr>
        <p:spPr>
          <a:xfrm flipV="1">
            <a:off x="4297679" y="1928286"/>
            <a:ext cx="566928" cy="138257"/>
          </a:xfrm>
          <a:prstGeom prst="trapezoid">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717206" y="1829531"/>
            <a:ext cx="90708" cy="105338"/>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734214" y="1770278"/>
            <a:ext cx="56692" cy="65836"/>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60609" y="1882200"/>
            <a:ext cx="140598" cy="46085"/>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36356" y="1882200"/>
            <a:ext cx="140598" cy="46085"/>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rapezoid 25"/>
          <p:cNvSpPr/>
          <p:nvPr/>
        </p:nvSpPr>
        <p:spPr>
          <a:xfrm flipV="1">
            <a:off x="4919472" y="1928286"/>
            <a:ext cx="566928" cy="138257"/>
          </a:xfrm>
          <a:prstGeom prst="trapezoid">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338998" y="1829531"/>
            <a:ext cx="90708" cy="105338"/>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56006" y="1770278"/>
            <a:ext cx="56692" cy="65836"/>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982401" y="1882200"/>
            <a:ext cx="140598" cy="46085"/>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158148" y="1882200"/>
            <a:ext cx="140598" cy="46085"/>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522976" y="1755648"/>
            <a:ext cx="274320" cy="274320"/>
          </a:xfrm>
          <a:prstGeom prst="rect">
            <a:avLst/>
          </a:prstGeom>
          <a:noFill/>
        </p:spPr>
        <p:txBody>
          <a:bodyPr wrap="square" lIns="0" rIns="0" tIns="0" bIns="0" anchor="t">
            <a:noAutofit/>
          </a:bodyPr>
          <a:lstStyle/>
          <a:p>
            <a:pPr algn="ctr"/>
            <a:r>
              <a:rPr sz="1400" b="0" i="0">
                <a:solidFill>
                  <a:srgbClr val="747678"/>
                </a:solidFill>
                <a:latin typeface="Calibri"/>
              </a:rPr>
              <a:t>vs</a:t>
            </a:r>
          </a:p>
        </p:txBody>
      </p:sp>
      <p:sp>
        <p:nvSpPr>
          <p:cNvPr id="32" name="Trapezoid 31"/>
          <p:cNvSpPr/>
          <p:nvPr/>
        </p:nvSpPr>
        <p:spPr>
          <a:xfrm flipV="1">
            <a:off x="5760720" y="1836115"/>
            <a:ext cx="658368" cy="230428"/>
          </a:xfrm>
          <a:prstGeom prst="trapezoid">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47912" y="1671523"/>
            <a:ext cx="105338" cy="175564"/>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67663" y="1572768"/>
            <a:ext cx="65836" cy="109728"/>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826995" y="1759305"/>
            <a:ext cx="108850" cy="76809"/>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963058" y="1759305"/>
            <a:ext cx="108850" cy="76809"/>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099121" y="1759305"/>
            <a:ext cx="108850" cy="76809"/>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79392" y="2157984"/>
            <a:ext cx="2130552" cy="420624"/>
          </a:xfrm>
          <a:prstGeom prst="rect">
            <a:avLst/>
          </a:prstGeom>
          <a:noFill/>
        </p:spPr>
        <p:txBody>
          <a:bodyPr wrap="square" lIns="0" rIns="0" tIns="0" bIns="0" anchor="ctr">
            <a:noAutofit/>
          </a:bodyPr>
          <a:lstStyle/>
          <a:p>
            <a:pPr algn="l"/>
            <a:r>
              <a:rPr sz="2400" b="1" i="0">
                <a:solidFill>
                  <a:srgbClr val="4D4D4F"/>
                </a:solidFill>
                <a:latin typeface="Calibri"/>
              </a:rPr>
              <a:t>2 calls</a:t>
            </a:r>
          </a:p>
        </p:txBody>
      </p:sp>
      <p:sp>
        <p:nvSpPr>
          <p:cNvPr id="39" name="TextBox 38"/>
          <p:cNvSpPr txBox="1"/>
          <p:nvPr/>
        </p:nvSpPr>
        <p:spPr>
          <a:xfrm>
            <a:off x="4279392" y="2633472"/>
            <a:ext cx="2130552" cy="420624"/>
          </a:xfrm>
          <a:prstGeom prst="rect">
            <a:avLst/>
          </a:prstGeom>
          <a:noFill/>
        </p:spPr>
        <p:txBody>
          <a:bodyPr wrap="square" lIns="0" rIns="0" tIns="0" bIns="0" anchor="ctr">
            <a:noAutofit/>
          </a:bodyPr>
          <a:lstStyle/>
          <a:p>
            <a:pPr algn="l"/>
            <a:r>
              <a:rPr sz="2400" b="1" i="0">
                <a:solidFill>
                  <a:srgbClr val="8A6A0C"/>
                </a:solidFill>
                <a:latin typeface="Calibri"/>
              </a:rPr>
              <a:t>1 call</a:t>
            </a:r>
          </a:p>
        </p:txBody>
      </p:sp>
      <p:sp>
        <p:nvSpPr>
          <p:cNvPr id="40" name="TextBox 39"/>
          <p:cNvSpPr txBox="1"/>
          <p:nvPr/>
        </p:nvSpPr>
        <p:spPr>
          <a:xfrm>
            <a:off x="4279392" y="3182112"/>
            <a:ext cx="2130552" cy="548640"/>
          </a:xfrm>
          <a:prstGeom prst="rect">
            <a:avLst/>
          </a:prstGeom>
          <a:noFill/>
        </p:spPr>
        <p:txBody>
          <a:bodyPr wrap="square" lIns="0" rIns="0" tIns="0" bIns="0" anchor="ctr">
            <a:noAutofit/>
          </a:bodyPr>
          <a:lstStyle/>
          <a:p>
            <a:pPr algn="l"/>
            <a:r>
              <a:rPr sz="3600" b="1" i="0">
                <a:solidFill>
                  <a:srgbClr val="A7A9AC"/>
                </a:solidFill>
                <a:latin typeface="Calibri"/>
              </a:rPr>
              <a:t>US$XX</a:t>
            </a:r>
          </a:p>
        </p:txBody>
      </p:sp>
      <p:sp>
        <p:nvSpPr>
          <p:cNvPr id="41" name="TextBox 40"/>
          <p:cNvSpPr txBox="1"/>
          <p:nvPr/>
        </p:nvSpPr>
        <p:spPr>
          <a:xfrm>
            <a:off x="4279392" y="3749039"/>
            <a:ext cx="2130552" cy="502920"/>
          </a:xfrm>
          <a:prstGeom prst="rect">
            <a:avLst/>
          </a:prstGeom>
          <a:noFill/>
        </p:spPr>
        <p:txBody>
          <a:bodyPr wrap="square" lIns="0" rIns="0" tIns="0" bIns="0" anchor="t">
            <a:noAutofit/>
          </a:bodyPr>
          <a:lstStyle/>
          <a:p>
            <a:pPr algn="l"/>
            <a:r>
              <a:rPr sz="1600" b="0" i="0">
                <a:solidFill>
                  <a:srgbClr val="4D4D4F"/>
                </a:solidFill>
                <a:latin typeface="Calibri"/>
              </a:rPr>
              <a:t>to be confirmed from FKS voyage data</a:t>
            </a:r>
          </a:p>
        </p:txBody>
      </p:sp>
      <p:sp>
        <p:nvSpPr>
          <p:cNvPr id="42" name="TextBox 41"/>
          <p:cNvSpPr txBox="1"/>
          <p:nvPr/>
        </p:nvSpPr>
        <p:spPr>
          <a:xfrm>
            <a:off x="6501384" y="1005840"/>
            <a:ext cx="2130552" cy="292608"/>
          </a:xfrm>
          <a:prstGeom prst="rect">
            <a:avLst/>
          </a:prstGeom>
          <a:noFill/>
        </p:spPr>
        <p:txBody>
          <a:bodyPr wrap="square" lIns="0" rIns="0" tIns="0" bIns="0" anchor="t">
            <a:noAutofit/>
          </a:bodyPr>
          <a:lstStyle/>
          <a:p>
            <a:pPr algn="l"/>
            <a:r>
              <a:rPr sz="1800" b="1" i="0">
                <a:solidFill>
                  <a:srgbClr val="8A6A0C"/>
                </a:solidFill>
                <a:latin typeface="Calibri"/>
              </a:rPr>
              <a:t>MORE SECURE</a:t>
            </a:r>
          </a:p>
        </p:txBody>
      </p:sp>
      <p:sp>
        <p:nvSpPr>
          <p:cNvPr id="43" name="Rectangle 42"/>
          <p:cNvSpPr/>
          <p:nvPr/>
        </p:nvSpPr>
        <p:spPr>
          <a:xfrm>
            <a:off x="6638544" y="1664208"/>
            <a:ext cx="868680" cy="54864"/>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641287" y="1719072"/>
            <a:ext cx="21945" cy="402336"/>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482535" y="1719072"/>
            <a:ext cx="21945" cy="402336"/>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Isosceles Triangle 45"/>
          <p:cNvSpPr/>
          <p:nvPr/>
        </p:nvSpPr>
        <p:spPr>
          <a:xfrm>
            <a:off x="7516368" y="1444752"/>
            <a:ext cx="987552" cy="198973"/>
          </a:xfrm>
          <a:prstGeom prst="triangl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552944" y="1631289"/>
            <a:ext cx="914400" cy="435254"/>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36992" y="1830263"/>
            <a:ext cx="146304" cy="2362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01384" y="2157984"/>
            <a:ext cx="2130552" cy="420624"/>
          </a:xfrm>
          <a:prstGeom prst="rect">
            <a:avLst/>
          </a:prstGeom>
          <a:noFill/>
        </p:spPr>
        <p:txBody>
          <a:bodyPr wrap="square" lIns="0" rIns="0" tIns="0" bIns="0" anchor="ctr">
            <a:noAutofit/>
          </a:bodyPr>
          <a:lstStyle/>
          <a:p>
            <a:pPr algn="l"/>
            <a:r>
              <a:rPr sz="2400" b="1" i="0">
                <a:solidFill>
                  <a:srgbClr val="4D4D4F"/>
                </a:solidFill>
                <a:latin typeface="Calibri"/>
              </a:rPr>
              <a:t>0.2–0.3%</a:t>
            </a:r>
          </a:p>
        </p:txBody>
      </p:sp>
      <p:sp>
        <p:nvSpPr>
          <p:cNvPr id="50" name="TextBox 49"/>
          <p:cNvSpPr txBox="1"/>
          <p:nvPr/>
        </p:nvSpPr>
        <p:spPr>
          <a:xfrm>
            <a:off x="6501384" y="2633472"/>
            <a:ext cx="2130552" cy="420624"/>
          </a:xfrm>
          <a:prstGeom prst="rect">
            <a:avLst/>
          </a:prstGeom>
          <a:noFill/>
        </p:spPr>
        <p:txBody>
          <a:bodyPr wrap="square" lIns="0" rIns="0" tIns="0" bIns="0" anchor="ctr">
            <a:noAutofit/>
          </a:bodyPr>
          <a:lstStyle/>
          <a:p>
            <a:pPr algn="l"/>
            <a:r>
              <a:rPr sz="2400" b="1" i="0">
                <a:solidFill>
                  <a:srgbClr val="8A6A0C"/>
                </a:solidFill>
                <a:latin typeface="Calibri"/>
              </a:rPr>
              <a:t>~0.1%</a:t>
            </a:r>
          </a:p>
        </p:txBody>
      </p:sp>
      <p:sp>
        <p:nvSpPr>
          <p:cNvPr id="51" name="TextBox 50"/>
          <p:cNvSpPr txBox="1"/>
          <p:nvPr/>
        </p:nvSpPr>
        <p:spPr>
          <a:xfrm>
            <a:off x="6501384" y="3182112"/>
            <a:ext cx="2130552" cy="548640"/>
          </a:xfrm>
          <a:prstGeom prst="rect">
            <a:avLst/>
          </a:prstGeom>
          <a:noFill/>
        </p:spPr>
        <p:txBody>
          <a:bodyPr wrap="square" lIns="0" rIns="0" tIns="0" bIns="0" anchor="ctr">
            <a:noAutofit/>
          </a:bodyPr>
          <a:lstStyle/>
          <a:p>
            <a:pPr algn="l"/>
            <a:r>
              <a:rPr sz="3600" b="1" i="0">
                <a:solidFill>
                  <a:srgbClr val="8A6A0C"/>
                </a:solidFill>
                <a:latin typeface="Calibri"/>
              </a:rPr>
              <a:t>~US$36k</a:t>
            </a:r>
          </a:p>
        </p:txBody>
      </p:sp>
      <p:sp>
        <p:nvSpPr>
          <p:cNvPr id="52" name="TextBox 51"/>
          <p:cNvSpPr txBox="1"/>
          <p:nvPr/>
        </p:nvSpPr>
        <p:spPr>
          <a:xfrm>
            <a:off x="6501384" y="3749039"/>
            <a:ext cx="2130552" cy="502920"/>
          </a:xfrm>
          <a:prstGeom prst="rect">
            <a:avLst/>
          </a:prstGeom>
          <a:noFill/>
        </p:spPr>
        <p:txBody>
          <a:bodyPr wrap="square" lIns="0" rIns="0" tIns="0" bIns="0" anchor="t">
            <a:noAutofit/>
          </a:bodyPr>
          <a:lstStyle/>
          <a:p>
            <a:pPr algn="l"/>
            <a:r>
              <a:rPr sz="1600" b="0" i="0">
                <a:solidFill>
                  <a:srgbClr val="4D4D4F"/>
                </a:solidFill>
                <a:latin typeface="Calibri"/>
              </a:rPr>
              <a:t>cargo value preserved, illustrative</a:t>
            </a:r>
          </a:p>
        </p:txBody>
      </p:sp>
      <p:sp>
        <p:nvSpPr>
          <p:cNvPr id="53" name="TextBox 52"/>
          <p:cNvSpPr txBox="1"/>
          <p:nvPr/>
        </p:nvSpPr>
        <p:spPr>
          <a:xfrm>
            <a:off x="512064" y="2276856"/>
            <a:ext cx="1481328" cy="231140"/>
          </a:xfrm>
          <a:prstGeom prst="rect">
            <a:avLst/>
          </a:prstGeom>
          <a:noFill/>
        </p:spPr>
        <p:txBody>
          <a:bodyPr wrap="square" lIns="0" rIns="0" tIns="0" bIns="0" anchor="t">
            <a:noAutofit/>
          </a:bodyPr>
          <a:lstStyle/>
          <a:p>
            <a:pPr algn="l"/>
            <a:r>
              <a:rPr sz="1400" b="1" i="0" spc="150">
                <a:solidFill>
                  <a:srgbClr val="747678"/>
                </a:solidFill>
                <a:latin typeface="Calibri"/>
              </a:rPr>
              <a:t>CONVENTIONAL</a:t>
            </a:r>
          </a:p>
        </p:txBody>
      </p:sp>
      <p:sp>
        <p:nvSpPr>
          <p:cNvPr id="54" name="TextBox 53"/>
          <p:cNvSpPr txBox="1"/>
          <p:nvPr/>
        </p:nvSpPr>
        <p:spPr>
          <a:xfrm>
            <a:off x="512064" y="2752344"/>
            <a:ext cx="1481328" cy="231140"/>
          </a:xfrm>
          <a:prstGeom prst="rect">
            <a:avLst/>
          </a:prstGeom>
          <a:noFill/>
        </p:spPr>
        <p:txBody>
          <a:bodyPr wrap="square" lIns="0" rIns="0" tIns="0" bIns="0" anchor="t">
            <a:noAutofit/>
          </a:bodyPr>
          <a:lstStyle/>
          <a:p>
            <a:pPr algn="l"/>
            <a:r>
              <a:rPr sz="1400" b="1" i="0" spc="150">
                <a:solidFill>
                  <a:srgbClr val="8A6A0C"/>
                </a:solidFill>
                <a:latin typeface="Calibri"/>
              </a:rPr>
              <a:t>FKS</a:t>
            </a:r>
          </a:p>
        </p:txBody>
      </p:sp>
      <p:sp>
        <p:nvSpPr>
          <p:cNvPr id="55" name="TextBox 54"/>
          <p:cNvSpPr txBox="1"/>
          <p:nvPr/>
        </p:nvSpPr>
        <p:spPr>
          <a:xfrm>
            <a:off x="512064" y="3255264"/>
            <a:ext cx="1481328" cy="231140"/>
          </a:xfrm>
          <a:prstGeom prst="rect">
            <a:avLst/>
          </a:prstGeom>
          <a:noFill/>
        </p:spPr>
        <p:txBody>
          <a:bodyPr wrap="square" lIns="0" rIns="0" tIns="0" bIns="0" anchor="t">
            <a:noAutofit/>
          </a:bodyPr>
          <a:lstStyle/>
          <a:p>
            <a:pPr algn="l"/>
            <a:r>
              <a:rPr sz="1400" b="1" i="0" spc="150">
                <a:solidFill>
                  <a:srgbClr val="747678"/>
                </a:solidFill>
                <a:latin typeface="Calibri"/>
              </a:rPr>
              <a:t>VALUE PER 60 KT CARGO</a:t>
            </a:r>
          </a:p>
        </p:txBody>
      </p:sp>
      <p:cxnSp>
        <p:nvCxnSpPr>
          <p:cNvPr id="56" name="Connector 55"/>
          <p:cNvCxnSpPr/>
          <p:nvPr/>
        </p:nvCxnSpPr>
        <p:spPr>
          <a:xfrm>
            <a:off x="512064" y="212140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12064" y="2596896"/>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12064" y="3108960"/>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938528" y="1024128"/>
            <a:ext cx="0" cy="320040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4160520" y="1024128"/>
            <a:ext cx="0" cy="320040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382512" y="1024128"/>
            <a:ext cx="0" cy="320040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62" name="Footnote"/>
          <p:cNvSpPr txBox="1"/>
          <p:nvPr/>
        </p:nvSpPr>
        <p:spPr>
          <a:xfrm>
            <a:off x="512064" y="4352544"/>
            <a:ext cx="7589520" cy="365760"/>
          </a:xfrm>
          <a:prstGeom prst="rect">
            <a:avLst/>
          </a:prstGeom>
          <a:noFill/>
        </p:spPr>
        <p:txBody>
          <a:bodyPr wrap="square" lIns="0" rIns="0" tIns="0" bIns="0" anchor="t">
            <a:noAutofit/>
          </a:bodyPr>
          <a:lstStyle/>
          <a:p>
            <a:pPr algn="l"/>
            <a:r>
              <a:rPr sz="1050" b="0" i="1">
                <a:solidFill>
                  <a:srgbClr val="747678"/>
                </a:solidFill>
                <a:latin typeface="Calibri"/>
              </a:rPr>
              <a:t>Vessel time at ~US$16.2k per day (Panamax, 2024 benchmark). Cargo value at ~US$300/t; loss rates subject to validation. No freight saving is shown until FKS voyage data supports one; no total is shown for the same reason.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All three sit inside state-owned ports, run with Pelindo and Krakatau</a:t>
            </a:r>
          </a:p>
        </p:txBody>
      </p:sp>
      <p:sp>
        <p:nvSpPr>
          <p:cNvPr id="5" name="Text Placeholder 4"/>
          <p:cNvSpPr>
            <a:spLocks noGrp="1"/>
          </p:cNvSpPr>
          <p:nvPr>
            <p:ph type="body" idx="16" sz="half"/>
          </p:nvPr>
        </p:nvSpPr>
        <p:spPr/>
        <p:txBody>
          <a:bodyPr/>
          <a:lstStyle/>
          <a:p>
            <a:r>
              <a:rPr sz="1800" b="1">
                <a:solidFill>
                  <a:srgbClr val="4D4D4F"/>
                </a:solidFill>
                <a:latin typeface="Calibri"/>
              </a:rPr>
              <a:t>FKS already runs the model at three gateways</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6</a:t>
            </a:r>
          </a:p>
        </p:txBody>
      </p:sp>
      <p:pic>
        <p:nvPicPr>
          <p:cNvPr id="8" name="Photo BELAWAN" descr="_crop_tl_bw2021_286x185.png"/>
          <p:cNvPicPr>
            <a:picLocks noChangeAspect="1"/>
          </p:cNvPicPr>
          <p:nvPr/>
        </p:nvPicPr>
        <p:blipFill>
          <a:blip r:embed="rId2"/>
          <a:stretch>
            <a:fillRect/>
          </a:stretch>
        </p:blipFill>
        <p:spPr>
          <a:xfrm>
            <a:off x="512064" y="1024128"/>
            <a:ext cx="2615184" cy="1691640"/>
          </a:xfrm>
          <a:prstGeom prst="rect">
            <a:avLst/>
          </a:prstGeom>
        </p:spPr>
      </p:pic>
      <p:sp>
        <p:nvSpPr>
          <p:cNvPr id="9" name="TextBox 8"/>
          <p:cNvSpPr txBox="1"/>
          <p:nvPr/>
        </p:nvSpPr>
        <p:spPr>
          <a:xfrm>
            <a:off x="512064" y="2779776"/>
            <a:ext cx="1737360" cy="274320"/>
          </a:xfrm>
          <a:prstGeom prst="rect">
            <a:avLst/>
          </a:prstGeom>
          <a:noFill/>
        </p:spPr>
        <p:txBody>
          <a:bodyPr wrap="square" lIns="0" rIns="0" tIns="0" bIns="0" anchor="t">
            <a:noAutofit/>
          </a:bodyPr>
          <a:lstStyle/>
          <a:p>
            <a:pPr algn="l"/>
            <a:r>
              <a:rPr sz="1800" b="1" i="0">
                <a:solidFill>
                  <a:srgbClr val="4D4D4F"/>
                </a:solidFill>
                <a:latin typeface="Calibri"/>
              </a:rPr>
              <a:t>BELAWAN</a:t>
            </a:r>
          </a:p>
        </p:txBody>
      </p:sp>
      <p:sp>
        <p:nvSpPr>
          <p:cNvPr id="10" name="TextBox 9"/>
          <p:cNvSpPr txBox="1"/>
          <p:nvPr/>
        </p:nvSpPr>
        <p:spPr>
          <a:xfrm>
            <a:off x="1883664" y="2743200"/>
            <a:ext cx="1243584" cy="329184"/>
          </a:xfrm>
          <a:prstGeom prst="rect">
            <a:avLst/>
          </a:prstGeom>
          <a:noFill/>
        </p:spPr>
        <p:txBody>
          <a:bodyPr wrap="square" lIns="0" rIns="0" tIns="0" bIns="0" anchor="t">
            <a:noAutofit/>
          </a:bodyPr>
          <a:lstStyle/>
          <a:p>
            <a:pPr algn="r"/>
            <a:r>
              <a:rPr sz="2200" b="1" i="0">
                <a:solidFill>
                  <a:srgbClr val="8A6A0C"/>
                </a:solidFill>
                <a:latin typeface="Calibri"/>
              </a:rPr>
              <a:t>~1 Mtpa</a:t>
            </a:r>
          </a:p>
        </p:txBody>
      </p:sp>
      <p:sp>
        <p:nvSpPr>
          <p:cNvPr id="11" name="TextBox 10"/>
          <p:cNvSpPr txBox="1"/>
          <p:nvPr/>
        </p:nvSpPr>
        <p:spPr>
          <a:xfrm>
            <a:off x="512064" y="3127248"/>
            <a:ext cx="2615184" cy="548640"/>
          </a:xfrm>
          <a:prstGeom prst="rect">
            <a:avLst/>
          </a:prstGeom>
          <a:noFill/>
        </p:spPr>
        <p:txBody>
          <a:bodyPr wrap="square" lIns="0" rIns="0" tIns="0" bIns="0" anchor="t">
            <a:noAutofit/>
          </a:bodyPr>
          <a:lstStyle/>
          <a:p>
            <a:pPr algn="l"/>
            <a:r>
              <a:rPr sz="1600" b="0" i="0">
                <a:solidFill>
                  <a:srgbClr val="747678"/>
                </a:solidFill>
                <a:latin typeface="Calibri"/>
              </a:rPr>
              <a:t>Revitalised Pelindo warehouse and conveyor</a:t>
            </a:r>
          </a:p>
        </p:txBody>
      </p:sp>
      <p:pic>
        <p:nvPicPr>
          <p:cNvPr id="12" name="Photo CIGADING" descr="_crop_tl_cg2020_286x185.png"/>
          <p:cNvPicPr>
            <a:picLocks noChangeAspect="1"/>
          </p:cNvPicPr>
          <p:nvPr/>
        </p:nvPicPr>
        <p:blipFill>
          <a:blip r:embed="rId3"/>
          <a:stretch>
            <a:fillRect/>
          </a:stretch>
        </p:blipFill>
        <p:spPr>
          <a:xfrm>
            <a:off x="3264408" y="1024128"/>
            <a:ext cx="2615184" cy="1691640"/>
          </a:xfrm>
          <a:prstGeom prst="rect">
            <a:avLst/>
          </a:prstGeom>
        </p:spPr>
      </p:pic>
      <p:sp>
        <p:nvSpPr>
          <p:cNvPr id="13" name="TextBox 12"/>
          <p:cNvSpPr txBox="1"/>
          <p:nvPr/>
        </p:nvSpPr>
        <p:spPr>
          <a:xfrm>
            <a:off x="3264408" y="2779776"/>
            <a:ext cx="1737360" cy="274320"/>
          </a:xfrm>
          <a:prstGeom prst="rect">
            <a:avLst/>
          </a:prstGeom>
          <a:noFill/>
        </p:spPr>
        <p:txBody>
          <a:bodyPr wrap="square" lIns="0" rIns="0" tIns="0" bIns="0" anchor="t">
            <a:noAutofit/>
          </a:bodyPr>
          <a:lstStyle/>
          <a:p>
            <a:pPr algn="l"/>
            <a:r>
              <a:rPr sz="1800" b="1" i="0">
                <a:solidFill>
                  <a:srgbClr val="4D4D4F"/>
                </a:solidFill>
                <a:latin typeface="Calibri"/>
              </a:rPr>
              <a:t>CIGADING</a:t>
            </a:r>
          </a:p>
        </p:txBody>
      </p:sp>
      <p:sp>
        <p:nvSpPr>
          <p:cNvPr id="14" name="TextBox 13"/>
          <p:cNvSpPr txBox="1"/>
          <p:nvPr/>
        </p:nvSpPr>
        <p:spPr>
          <a:xfrm>
            <a:off x="4636008" y="2743200"/>
            <a:ext cx="1243584" cy="329184"/>
          </a:xfrm>
          <a:prstGeom prst="rect">
            <a:avLst/>
          </a:prstGeom>
          <a:noFill/>
        </p:spPr>
        <p:txBody>
          <a:bodyPr wrap="square" lIns="0" rIns="0" tIns="0" bIns="0" anchor="t">
            <a:noAutofit/>
          </a:bodyPr>
          <a:lstStyle/>
          <a:p>
            <a:pPr algn="r"/>
            <a:r>
              <a:rPr sz="2200" b="1" i="0">
                <a:solidFill>
                  <a:srgbClr val="8A6A0C"/>
                </a:solidFill>
                <a:latin typeface="Calibri"/>
              </a:rPr>
              <a:t>~4 Mtpa</a:t>
            </a:r>
          </a:p>
        </p:txBody>
      </p:sp>
      <p:sp>
        <p:nvSpPr>
          <p:cNvPr id="15" name="TextBox 14"/>
          <p:cNvSpPr txBox="1"/>
          <p:nvPr/>
        </p:nvSpPr>
        <p:spPr>
          <a:xfrm>
            <a:off x="3264408" y="3127248"/>
            <a:ext cx="2615184" cy="548640"/>
          </a:xfrm>
          <a:prstGeom prst="rect">
            <a:avLst/>
          </a:prstGeom>
          <a:noFill/>
        </p:spPr>
        <p:txBody>
          <a:bodyPr wrap="square" lIns="0" rIns="0" tIns="0" bIns="0" anchor="t">
            <a:noAutofit/>
          </a:bodyPr>
          <a:lstStyle/>
          <a:p>
            <a:pPr algn="l"/>
            <a:r>
              <a:rPr sz="1600" b="0" i="0">
                <a:solidFill>
                  <a:srgbClr val="747678"/>
                </a:solidFill>
                <a:latin typeface="Calibri"/>
              </a:rPr>
              <a:t>400 kt warehouse fed by conveyor, with KBS</a:t>
            </a:r>
          </a:p>
        </p:txBody>
      </p:sp>
      <p:pic>
        <p:nvPicPr>
          <p:cNvPr id="16" name="Photo TELUK LAMONG" descr="_crop_tl_tl2017_286x185.png"/>
          <p:cNvPicPr>
            <a:picLocks noChangeAspect="1"/>
          </p:cNvPicPr>
          <p:nvPr/>
        </p:nvPicPr>
        <p:blipFill>
          <a:blip r:embed="rId4"/>
          <a:stretch>
            <a:fillRect/>
          </a:stretch>
        </p:blipFill>
        <p:spPr>
          <a:xfrm>
            <a:off x="6016752" y="1024128"/>
            <a:ext cx="2615184" cy="1691640"/>
          </a:xfrm>
          <a:prstGeom prst="rect">
            <a:avLst/>
          </a:prstGeom>
        </p:spPr>
      </p:pic>
      <p:sp>
        <p:nvSpPr>
          <p:cNvPr id="17" name="TextBox 16"/>
          <p:cNvSpPr txBox="1"/>
          <p:nvPr/>
        </p:nvSpPr>
        <p:spPr>
          <a:xfrm>
            <a:off x="6016752" y="2779776"/>
            <a:ext cx="1737360" cy="274320"/>
          </a:xfrm>
          <a:prstGeom prst="rect">
            <a:avLst/>
          </a:prstGeom>
          <a:noFill/>
        </p:spPr>
        <p:txBody>
          <a:bodyPr wrap="square" lIns="0" rIns="0" tIns="0" bIns="0" anchor="t">
            <a:noAutofit/>
          </a:bodyPr>
          <a:lstStyle/>
          <a:p>
            <a:pPr algn="l"/>
            <a:r>
              <a:rPr sz="1800" b="1" i="0">
                <a:solidFill>
                  <a:srgbClr val="4D4D4F"/>
                </a:solidFill>
                <a:latin typeface="Calibri"/>
              </a:rPr>
              <a:t>TELUK LAMONG</a:t>
            </a:r>
          </a:p>
        </p:txBody>
      </p:sp>
      <p:sp>
        <p:nvSpPr>
          <p:cNvPr id="18" name="TextBox 17"/>
          <p:cNvSpPr txBox="1"/>
          <p:nvPr/>
        </p:nvSpPr>
        <p:spPr>
          <a:xfrm>
            <a:off x="7388352" y="2743200"/>
            <a:ext cx="1243584" cy="329184"/>
          </a:xfrm>
          <a:prstGeom prst="rect">
            <a:avLst/>
          </a:prstGeom>
          <a:noFill/>
        </p:spPr>
        <p:txBody>
          <a:bodyPr wrap="square" lIns="0" rIns="0" tIns="0" bIns="0" anchor="t">
            <a:noAutofit/>
          </a:bodyPr>
          <a:lstStyle/>
          <a:p>
            <a:pPr algn="r"/>
            <a:r>
              <a:rPr sz="2200" b="1" i="0">
                <a:solidFill>
                  <a:srgbClr val="8A6A0C"/>
                </a:solidFill>
                <a:latin typeface="Calibri"/>
              </a:rPr>
              <a:t>~4 Mtpa</a:t>
            </a:r>
          </a:p>
        </p:txBody>
      </p:sp>
      <p:sp>
        <p:nvSpPr>
          <p:cNvPr id="19" name="TextBox 18"/>
          <p:cNvSpPr txBox="1"/>
          <p:nvPr/>
        </p:nvSpPr>
        <p:spPr>
          <a:xfrm>
            <a:off x="6016752" y="3127248"/>
            <a:ext cx="2615184" cy="548640"/>
          </a:xfrm>
          <a:prstGeom prst="rect">
            <a:avLst/>
          </a:prstGeom>
          <a:noFill/>
        </p:spPr>
        <p:txBody>
          <a:bodyPr wrap="square" lIns="0" rIns="0" tIns="0" bIns="0" anchor="t">
            <a:noAutofit/>
          </a:bodyPr>
          <a:lstStyle/>
          <a:p>
            <a:pPr algn="l"/>
            <a:r>
              <a:rPr sz="1600" b="0" i="0">
                <a:solidFill>
                  <a:srgbClr val="747678"/>
                </a:solidFill>
                <a:latin typeface="Calibri"/>
              </a:rPr>
              <a:t>220 kt transit storage at the deep-water berth</a:t>
            </a:r>
          </a:p>
        </p:txBody>
      </p:sp>
      <p:sp>
        <p:nvSpPr>
          <p:cNvPr id="20" name="TextBox 19"/>
          <p:cNvSpPr txBox="1"/>
          <p:nvPr/>
        </p:nvSpPr>
        <p:spPr>
          <a:xfrm>
            <a:off x="512064" y="3822191"/>
            <a:ext cx="1828800" cy="640080"/>
          </a:xfrm>
          <a:prstGeom prst="rect">
            <a:avLst/>
          </a:prstGeom>
          <a:noFill/>
        </p:spPr>
        <p:txBody>
          <a:bodyPr wrap="square" lIns="0" rIns="0" tIns="0" bIns="0" anchor="ctr">
            <a:noAutofit/>
          </a:bodyPr>
          <a:lstStyle/>
          <a:p>
            <a:pPr algn="l"/>
            <a:r>
              <a:rPr sz="4400" b="1" i="0">
                <a:solidFill>
                  <a:srgbClr val="4D4D4F"/>
                </a:solidFill>
                <a:latin typeface="Calibri"/>
              </a:rPr>
              <a:t>~9 Mt</a:t>
            </a:r>
          </a:p>
        </p:txBody>
      </p:sp>
      <p:sp>
        <p:nvSpPr>
          <p:cNvPr id="21" name="TextBox 20"/>
          <p:cNvSpPr txBox="1"/>
          <p:nvPr/>
        </p:nvSpPr>
        <p:spPr>
          <a:xfrm>
            <a:off x="2395728" y="3840480"/>
            <a:ext cx="6035040" cy="585216"/>
          </a:xfrm>
          <a:prstGeom prst="rect">
            <a:avLst/>
          </a:prstGeom>
          <a:noFill/>
        </p:spPr>
        <p:txBody>
          <a:bodyPr wrap="square" lIns="0" rIns="0" tIns="0" bIns="0" anchor="ctr">
            <a:noAutofit/>
          </a:bodyPr>
          <a:lstStyle/>
          <a:p>
            <a:pPr algn="l"/>
            <a:r>
              <a:rPr sz="1800" b="0" i="0">
                <a:solidFill>
                  <a:srgbClr val="4D4D4F"/>
                </a:solidFill>
                <a:latin typeface="Calibri"/>
              </a:rPr>
              <a:t>a year through the three gateways, about 40% of Indonesia’s core food &amp; feed imports</a:t>
            </a:r>
          </a:p>
        </p:txBody>
      </p:sp>
      <p:sp>
        <p:nvSpPr>
          <p:cNvPr id="22" name="Footnote"/>
          <p:cNvSpPr txBox="1"/>
          <p:nvPr/>
        </p:nvSpPr>
        <p:spPr>
          <a:xfrm>
            <a:off x="512064" y="4553712"/>
            <a:ext cx="7315200" cy="182880"/>
          </a:xfrm>
          <a:prstGeom prst="rect">
            <a:avLst/>
          </a:prstGeom>
          <a:noFill/>
        </p:spPr>
        <p:txBody>
          <a:bodyPr wrap="square" lIns="0" rIns="0" tIns="0" bIns="0" anchor="t">
            <a:noAutofit/>
          </a:bodyPr>
          <a:lstStyle/>
          <a:p>
            <a:pPr algn="l"/>
            <a:r>
              <a:rPr sz="1050" b="0" i="1">
                <a:solidFill>
                  <a:srgbClr val="747678"/>
                </a:solidFill>
                <a:latin typeface="Calibri"/>
              </a:rPr>
              <a:t>Volumes and capacities: FKS data, to be validated. Photographs: FKS; replace with high-resolution originals before printing.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From one terminal in Surabaya to a network that now reaches into the mills</a:t>
            </a:r>
          </a:p>
        </p:txBody>
      </p:sp>
      <p:sp>
        <p:nvSpPr>
          <p:cNvPr id="5" name="Text Placeholder 4"/>
          <p:cNvSpPr>
            <a:spLocks noGrp="1"/>
          </p:cNvSpPr>
          <p:nvPr>
            <p:ph type="body" idx="16" sz="half"/>
          </p:nvPr>
        </p:nvSpPr>
        <p:spPr/>
        <p:txBody>
          <a:bodyPr/>
          <a:lstStyle/>
          <a:p>
            <a:r>
              <a:rPr sz="1800" b="1">
                <a:solidFill>
                  <a:srgbClr val="4D4D4F"/>
                </a:solidFill>
                <a:latin typeface="Calibri"/>
              </a:rPr>
              <a:t>Built step by step since 2015</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7</a:t>
            </a:r>
          </a:p>
        </p:txBody>
      </p:sp>
      <p:cxnSp>
        <p:nvCxnSpPr>
          <p:cNvPr id="8" name="Connector 7"/>
          <p:cNvCxnSpPr/>
          <p:nvPr/>
        </p:nvCxnSpPr>
        <p:spPr>
          <a:xfrm>
            <a:off x="512064" y="3017520"/>
            <a:ext cx="8119872" cy="0"/>
          </a:xfrm>
          <a:prstGeom prst="line">
            <a:avLst/>
          </a:prstGeom>
          <a:ln w="12700">
            <a:solidFill>
              <a:srgbClr val="D9DADC"/>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9" name="Photo Teluk Lamong" descr="_crop_tl_tl2017_161x200.png"/>
          <p:cNvPicPr>
            <a:picLocks noChangeAspect="1"/>
          </p:cNvPicPr>
          <p:nvPr/>
        </p:nvPicPr>
        <p:blipFill>
          <a:blip r:embed="rId2"/>
          <a:stretch>
            <a:fillRect/>
          </a:stretch>
        </p:blipFill>
        <p:spPr>
          <a:xfrm>
            <a:off x="512064" y="1024128"/>
            <a:ext cx="1477670" cy="1828800"/>
          </a:xfrm>
          <a:prstGeom prst="rect">
            <a:avLst/>
          </a:prstGeom>
        </p:spPr>
      </p:pic>
      <p:sp>
        <p:nvSpPr>
          <p:cNvPr id="10" name="Oval 9"/>
          <p:cNvSpPr/>
          <p:nvPr/>
        </p:nvSpPr>
        <p:spPr>
          <a:xfrm>
            <a:off x="512064" y="2944368"/>
            <a:ext cx="146304" cy="146304"/>
          </a:xfrm>
          <a:prstGeom prst="ellips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 y="3145536"/>
            <a:ext cx="1477670" cy="365760"/>
          </a:xfrm>
          <a:prstGeom prst="rect">
            <a:avLst/>
          </a:prstGeom>
          <a:noFill/>
        </p:spPr>
        <p:txBody>
          <a:bodyPr wrap="square" lIns="0" rIns="0" tIns="0" bIns="0" anchor="t">
            <a:noAutofit/>
          </a:bodyPr>
          <a:lstStyle/>
          <a:p>
            <a:pPr algn="l"/>
            <a:r>
              <a:rPr sz="2200" b="1" i="0">
                <a:solidFill>
                  <a:srgbClr val="8A6A0C"/>
                </a:solidFill>
                <a:latin typeface="Calibri"/>
              </a:rPr>
              <a:t>2015–17</a:t>
            </a:r>
          </a:p>
        </p:txBody>
      </p:sp>
      <p:sp>
        <p:nvSpPr>
          <p:cNvPr id="12" name="TextBox 11"/>
          <p:cNvSpPr txBox="1"/>
          <p:nvPr/>
        </p:nvSpPr>
        <p:spPr>
          <a:xfrm>
            <a:off x="512064" y="3529584"/>
            <a:ext cx="1477670" cy="274320"/>
          </a:xfrm>
          <a:prstGeom prst="rect">
            <a:avLst/>
          </a:prstGeom>
          <a:noFill/>
        </p:spPr>
        <p:txBody>
          <a:bodyPr wrap="square" lIns="0" rIns="0" tIns="0" bIns="0" anchor="t">
            <a:noAutofit/>
          </a:bodyPr>
          <a:lstStyle/>
          <a:p>
            <a:pPr algn="l"/>
            <a:r>
              <a:rPr sz="1800" b="1" i="0">
                <a:solidFill>
                  <a:srgbClr val="4D4D4F"/>
                </a:solidFill>
                <a:latin typeface="Calibri"/>
              </a:rPr>
              <a:t>Teluk Lamong</a:t>
            </a:r>
          </a:p>
        </p:txBody>
      </p:sp>
      <p:sp>
        <p:nvSpPr>
          <p:cNvPr id="13" name="TextBox 12"/>
          <p:cNvSpPr txBox="1"/>
          <p:nvPr/>
        </p:nvSpPr>
        <p:spPr>
          <a:xfrm>
            <a:off x="512064" y="3840480"/>
            <a:ext cx="1477670" cy="731520"/>
          </a:xfrm>
          <a:prstGeom prst="rect">
            <a:avLst/>
          </a:prstGeom>
          <a:noFill/>
        </p:spPr>
        <p:txBody>
          <a:bodyPr wrap="square" lIns="0" rIns="0" tIns="0" bIns="0" anchor="t">
            <a:noAutofit/>
          </a:bodyPr>
          <a:lstStyle/>
          <a:p>
            <a:pPr algn="l">
              <a:lnSpc>
                <a:spcPct val="105000"/>
              </a:lnSpc>
            </a:pPr>
            <a:r>
              <a:rPr sz="1600" b="0" i="0">
                <a:solidFill>
                  <a:srgbClr val="4D4D4F"/>
                </a:solidFill>
                <a:latin typeface="Calibri"/>
              </a:rPr>
              <a:t>First transit warehouse and conveyor</a:t>
            </a:r>
          </a:p>
        </p:txBody>
      </p:sp>
      <p:pic>
        <p:nvPicPr>
          <p:cNvPr id="14" name="Photo Cigading" descr="_crop_tl_cg2020_161x200.png"/>
          <p:cNvPicPr>
            <a:picLocks noChangeAspect="1"/>
          </p:cNvPicPr>
          <p:nvPr/>
        </p:nvPicPr>
        <p:blipFill>
          <a:blip r:embed="rId3"/>
          <a:stretch>
            <a:fillRect/>
          </a:stretch>
        </p:blipFill>
        <p:spPr>
          <a:xfrm>
            <a:off x="2172614" y="1024128"/>
            <a:ext cx="1477670" cy="1828800"/>
          </a:xfrm>
          <a:prstGeom prst="rect">
            <a:avLst/>
          </a:prstGeom>
        </p:spPr>
      </p:pic>
      <p:sp>
        <p:nvSpPr>
          <p:cNvPr id="15" name="Oval 14"/>
          <p:cNvSpPr/>
          <p:nvPr/>
        </p:nvSpPr>
        <p:spPr>
          <a:xfrm>
            <a:off x="2172614" y="2944368"/>
            <a:ext cx="146304" cy="146304"/>
          </a:xfrm>
          <a:prstGeom prst="ellips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72614" y="3145536"/>
            <a:ext cx="1477670" cy="365760"/>
          </a:xfrm>
          <a:prstGeom prst="rect">
            <a:avLst/>
          </a:prstGeom>
          <a:noFill/>
        </p:spPr>
        <p:txBody>
          <a:bodyPr wrap="square" lIns="0" rIns="0" tIns="0" bIns="0" anchor="t">
            <a:noAutofit/>
          </a:bodyPr>
          <a:lstStyle/>
          <a:p>
            <a:pPr algn="l"/>
            <a:r>
              <a:rPr sz="2200" b="1" i="0">
                <a:solidFill>
                  <a:srgbClr val="8A6A0C"/>
                </a:solidFill>
                <a:latin typeface="Calibri"/>
              </a:rPr>
              <a:t>2019–20</a:t>
            </a:r>
          </a:p>
        </p:txBody>
      </p:sp>
      <p:sp>
        <p:nvSpPr>
          <p:cNvPr id="17" name="TextBox 16"/>
          <p:cNvSpPr txBox="1"/>
          <p:nvPr/>
        </p:nvSpPr>
        <p:spPr>
          <a:xfrm>
            <a:off x="2172614" y="3529584"/>
            <a:ext cx="1477670" cy="274320"/>
          </a:xfrm>
          <a:prstGeom prst="rect">
            <a:avLst/>
          </a:prstGeom>
          <a:noFill/>
        </p:spPr>
        <p:txBody>
          <a:bodyPr wrap="square" lIns="0" rIns="0" tIns="0" bIns="0" anchor="t">
            <a:noAutofit/>
          </a:bodyPr>
          <a:lstStyle/>
          <a:p>
            <a:pPr algn="l"/>
            <a:r>
              <a:rPr sz="1800" b="1" i="0">
                <a:solidFill>
                  <a:srgbClr val="4D4D4F"/>
                </a:solidFill>
                <a:latin typeface="Calibri"/>
              </a:rPr>
              <a:t>Cigading</a:t>
            </a:r>
          </a:p>
        </p:txBody>
      </p:sp>
      <p:sp>
        <p:nvSpPr>
          <p:cNvPr id="18" name="TextBox 17"/>
          <p:cNvSpPr txBox="1"/>
          <p:nvPr/>
        </p:nvSpPr>
        <p:spPr>
          <a:xfrm>
            <a:off x="2172614" y="3840480"/>
            <a:ext cx="1477670" cy="731520"/>
          </a:xfrm>
          <a:prstGeom prst="rect">
            <a:avLst/>
          </a:prstGeom>
          <a:noFill/>
        </p:spPr>
        <p:txBody>
          <a:bodyPr wrap="square" lIns="0" rIns="0" tIns="0" bIns="0" anchor="t">
            <a:noAutofit/>
          </a:bodyPr>
          <a:lstStyle/>
          <a:p>
            <a:pPr algn="l">
              <a:lnSpc>
                <a:spcPct val="105000"/>
              </a:lnSpc>
            </a:pPr>
            <a:r>
              <a:rPr sz="1600" b="0" i="0">
                <a:solidFill>
                  <a:srgbClr val="4D4D4F"/>
                </a:solidFill>
                <a:latin typeface="Calibri"/>
              </a:rPr>
              <a:t>Integrated warehouse fed from the jetty</a:t>
            </a:r>
          </a:p>
        </p:txBody>
      </p:sp>
      <p:pic>
        <p:nvPicPr>
          <p:cNvPr id="19" name="Photo Belawan" descr="_crop_tl_bw2021_161x200.png"/>
          <p:cNvPicPr>
            <a:picLocks noChangeAspect="1"/>
          </p:cNvPicPr>
          <p:nvPr/>
        </p:nvPicPr>
        <p:blipFill>
          <a:blip r:embed="rId4"/>
          <a:stretch>
            <a:fillRect/>
          </a:stretch>
        </p:blipFill>
        <p:spPr>
          <a:xfrm>
            <a:off x="3833164" y="1024128"/>
            <a:ext cx="1477670" cy="1828800"/>
          </a:xfrm>
          <a:prstGeom prst="rect">
            <a:avLst/>
          </a:prstGeom>
        </p:spPr>
      </p:pic>
      <p:sp>
        <p:nvSpPr>
          <p:cNvPr id="20" name="Oval 19"/>
          <p:cNvSpPr/>
          <p:nvPr/>
        </p:nvSpPr>
        <p:spPr>
          <a:xfrm>
            <a:off x="3833164" y="2944368"/>
            <a:ext cx="146304" cy="146304"/>
          </a:xfrm>
          <a:prstGeom prst="ellips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33164" y="3145536"/>
            <a:ext cx="1477670" cy="365760"/>
          </a:xfrm>
          <a:prstGeom prst="rect">
            <a:avLst/>
          </a:prstGeom>
          <a:noFill/>
        </p:spPr>
        <p:txBody>
          <a:bodyPr wrap="square" lIns="0" rIns="0" tIns="0" bIns="0" anchor="t">
            <a:noAutofit/>
          </a:bodyPr>
          <a:lstStyle/>
          <a:p>
            <a:pPr algn="l"/>
            <a:r>
              <a:rPr sz="2200" b="1" i="0">
                <a:solidFill>
                  <a:srgbClr val="8A6A0C"/>
                </a:solidFill>
                <a:latin typeface="Calibri"/>
              </a:rPr>
              <a:t>2020–21</a:t>
            </a:r>
          </a:p>
        </p:txBody>
      </p:sp>
      <p:sp>
        <p:nvSpPr>
          <p:cNvPr id="22" name="TextBox 21"/>
          <p:cNvSpPr txBox="1"/>
          <p:nvPr/>
        </p:nvSpPr>
        <p:spPr>
          <a:xfrm>
            <a:off x="3833164" y="3529584"/>
            <a:ext cx="1477670" cy="274320"/>
          </a:xfrm>
          <a:prstGeom prst="rect">
            <a:avLst/>
          </a:prstGeom>
          <a:noFill/>
        </p:spPr>
        <p:txBody>
          <a:bodyPr wrap="square" lIns="0" rIns="0" tIns="0" bIns="0" anchor="t">
            <a:noAutofit/>
          </a:bodyPr>
          <a:lstStyle/>
          <a:p>
            <a:pPr algn="l"/>
            <a:r>
              <a:rPr sz="1800" b="1" i="0">
                <a:solidFill>
                  <a:srgbClr val="4D4D4F"/>
                </a:solidFill>
                <a:latin typeface="Calibri"/>
              </a:rPr>
              <a:t>Belawan</a:t>
            </a:r>
          </a:p>
        </p:txBody>
      </p:sp>
      <p:sp>
        <p:nvSpPr>
          <p:cNvPr id="23" name="TextBox 22"/>
          <p:cNvSpPr txBox="1"/>
          <p:nvPr/>
        </p:nvSpPr>
        <p:spPr>
          <a:xfrm>
            <a:off x="3833164" y="3840480"/>
            <a:ext cx="1477670" cy="731520"/>
          </a:xfrm>
          <a:prstGeom prst="rect">
            <a:avLst/>
          </a:prstGeom>
          <a:noFill/>
        </p:spPr>
        <p:txBody>
          <a:bodyPr wrap="square" lIns="0" rIns="0" tIns="0" bIns="0" anchor="t">
            <a:noAutofit/>
          </a:bodyPr>
          <a:lstStyle/>
          <a:p>
            <a:pPr algn="l">
              <a:lnSpc>
                <a:spcPct val="105000"/>
              </a:lnSpc>
            </a:pPr>
            <a:r>
              <a:rPr sz="1600" b="0" i="0">
                <a:solidFill>
                  <a:srgbClr val="4D4D4F"/>
                </a:solidFill>
                <a:latin typeface="Calibri"/>
              </a:rPr>
              <a:t>Idle Pelindo warehouse back in service</a:t>
            </a:r>
          </a:p>
        </p:txBody>
      </p:sp>
      <p:pic>
        <p:nvPicPr>
          <p:cNvPr id="24" name="Photo Into the mills" descr="_crop_tl_cg2026_161x200.png"/>
          <p:cNvPicPr>
            <a:picLocks noChangeAspect="1"/>
          </p:cNvPicPr>
          <p:nvPr/>
        </p:nvPicPr>
        <p:blipFill>
          <a:blip r:embed="rId5"/>
          <a:stretch>
            <a:fillRect/>
          </a:stretch>
        </p:blipFill>
        <p:spPr>
          <a:xfrm>
            <a:off x="5493715" y="1024128"/>
            <a:ext cx="1477670" cy="1828800"/>
          </a:xfrm>
          <a:prstGeom prst="rect">
            <a:avLst/>
          </a:prstGeom>
        </p:spPr>
      </p:pic>
      <p:sp>
        <p:nvSpPr>
          <p:cNvPr id="25" name="Oval 24"/>
          <p:cNvSpPr/>
          <p:nvPr/>
        </p:nvSpPr>
        <p:spPr>
          <a:xfrm>
            <a:off x="5493715" y="2944368"/>
            <a:ext cx="146304" cy="146304"/>
          </a:xfrm>
          <a:prstGeom prst="ellips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93715" y="3145536"/>
            <a:ext cx="1477670" cy="365760"/>
          </a:xfrm>
          <a:prstGeom prst="rect">
            <a:avLst/>
          </a:prstGeom>
          <a:noFill/>
        </p:spPr>
        <p:txBody>
          <a:bodyPr wrap="square" lIns="0" rIns="0" tIns="0" bIns="0" anchor="t">
            <a:noAutofit/>
          </a:bodyPr>
          <a:lstStyle/>
          <a:p>
            <a:pPr algn="l"/>
            <a:r>
              <a:rPr sz="2200" b="1" i="0">
                <a:solidFill>
                  <a:srgbClr val="8A6A0C"/>
                </a:solidFill>
                <a:latin typeface="Calibri"/>
              </a:rPr>
              <a:t>2024–26</a:t>
            </a:r>
          </a:p>
        </p:txBody>
      </p:sp>
      <p:sp>
        <p:nvSpPr>
          <p:cNvPr id="27" name="TextBox 26"/>
          <p:cNvSpPr txBox="1"/>
          <p:nvPr/>
        </p:nvSpPr>
        <p:spPr>
          <a:xfrm>
            <a:off x="5493715" y="3529584"/>
            <a:ext cx="1477670" cy="274320"/>
          </a:xfrm>
          <a:prstGeom prst="rect">
            <a:avLst/>
          </a:prstGeom>
          <a:noFill/>
        </p:spPr>
        <p:txBody>
          <a:bodyPr wrap="square" lIns="0" rIns="0" tIns="0" bIns="0" anchor="t">
            <a:noAutofit/>
          </a:bodyPr>
          <a:lstStyle/>
          <a:p>
            <a:pPr algn="l"/>
            <a:r>
              <a:rPr sz="1800" b="1" i="0">
                <a:solidFill>
                  <a:srgbClr val="4D4D4F"/>
                </a:solidFill>
                <a:latin typeface="Calibri"/>
              </a:rPr>
              <a:t>Into the mills</a:t>
            </a:r>
          </a:p>
        </p:txBody>
      </p:sp>
      <p:sp>
        <p:nvSpPr>
          <p:cNvPr id="28" name="TextBox 27"/>
          <p:cNvSpPr txBox="1"/>
          <p:nvPr/>
        </p:nvSpPr>
        <p:spPr>
          <a:xfrm>
            <a:off x="5493715" y="3840480"/>
            <a:ext cx="1477670" cy="731520"/>
          </a:xfrm>
          <a:prstGeom prst="rect">
            <a:avLst/>
          </a:prstGeom>
          <a:noFill/>
        </p:spPr>
        <p:txBody>
          <a:bodyPr wrap="square" lIns="0" rIns="0" tIns="0" bIns="0" anchor="t">
            <a:noAutofit/>
          </a:bodyPr>
          <a:lstStyle/>
          <a:p>
            <a:pPr algn="l">
              <a:lnSpc>
                <a:spcPct val="105000"/>
              </a:lnSpc>
            </a:pPr>
            <a:r>
              <a:rPr sz="1600" b="0" i="0">
                <a:solidFill>
                  <a:srgbClr val="4D4D4F"/>
                </a:solidFill>
                <a:latin typeface="Calibri"/>
              </a:rPr>
              <a:t>Conveyors and bagging straight into the mills</a:t>
            </a:r>
          </a:p>
        </p:txBody>
      </p:sp>
      <p:sp>
        <p:nvSpPr>
          <p:cNvPr id="29" name="Next panel"/>
          <p:cNvSpPr/>
          <p:nvPr/>
        </p:nvSpPr>
        <p:spPr>
          <a:xfrm>
            <a:off x="7154265" y="1024128"/>
            <a:ext cx="1477670" cy="1828800"/>
          </a:xfrm>
          <a:prstGeom prst="rect">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ap - Neighbouring countries"/>
          <p:cNvSpPr/>
          <p:nvPr/>
        </p:nvSpPr>
        <p:spPr>
          <a:xfrm>
            <a:off x="7388829" y="1649722"/>
            <a:ext cx="1139216" cy="280867"/>
          </a:xfrm>
          <a:custGeom>
            <a:avLst/>
            <a:gdLst/>
            <a:ahLst/>
            <a:cxnLst/>
            <a:rect l="l" t="t" r="r" b="b"/>
            <a:pathLst>
              <a:path w="1139216" h="280867">
                <a:moveTo>
                  <a:pt x="136700" y="2889"/>
                </a:moveTo>
                <a:lnTo>
                  <a:pt x="137646" y="548"/>
                </a:lnTo>
                <a:lnTo>
                  <a:pt x="138792" y="0"/>
                </a:lnTo>
                <a:lnTo>
                  <a:pt x="139589" y="0"/>
                </a:lnTo>
                <a:lnTo>
                  <a:pt x="141580" y="0"/>
                </a:lnTo>
                <a:lnTo>
                  <a:pt x="143772" y="0"/>
                </a:lnTo>
                <a:lnTo>
                  <a:pt x="147955" y="0"/>
                </a:lnTo>
                <a:lnTo>
                  <a:pt x="158861" y="1594"/>
                </a:lnTo>
                <a:lnTo>
                  <a:pt x="162098" y="2590"/>
                </a:lnTo>
                <a:lnTo>
                  <a:pt x="166431" y="947"/>
                </a:lnTo>
                <a:lnTo>
                  <a:pt x="168323" y="1993"/>
                </a:lnTo>
                <a:lnTo>
                  <a:pt x="170315" y="3686"/>
                </a:lnTo>
                <a:lnTo>
                  <a:pt x="171460" y="8369"/>
                </a:lnTo>
                <a:lnTo>
                  <a:pt x="174299" y="12703"/>
                </a:lnTo>
                <a:lnTo>
                  <a:pt x="180026" y="12056"/>
                </a:lnTo>
                <a:lnTo>
                  <a:pt x="182018" y="12703"/>
                </a:lnTo>
                <a:lnTo>
                  <a:pt x="183263" y="12803"/>
                </a:lnTo>
                <a:lnTo>
                  <a:pt x="184358" y="16639"/>
                </a:lnTo>
                <a:lnTo>
                  <a:pt x="184906" y="23215"/>
                </a:lnTo>
                <a:lnTo>
                  <a:pt x="184358" y="27100"/>
                </a:lnTo>
                <a:lnTo>
                  <a:pt x="180225" y="32580"/>
                </a:lnTo>
                <a:lnTo>
                  <a:pt x="179677" y="36316"/>
                </a:lnTo>
                <a:lnTo>
                  <a:pt x="181819" y="38608"/>
                </a:lnTo>
                <a:lnTo>
                  <a:pt x="184657" y="41099"/>
                </a:lnTo>
                <a:lnTo>
                  <a:pt x="186251" y="42992"/>
                </a:lnTo>
                <a:lnTo>
                  <a:pt x="187944" y="42693"/>
                </a:lnTo>
                <a:lnTo>
                  <a:pt x="190085" y="41398"/>
                </a:lnTo>
                <a:lnTo>
                  <a:pt x="192028" y="38160"/>
                </a:lnTo>
                <a:lnTo>
                  <a:pt x="193372" y="35420"/>
                </a:lnTo>
                <a:lnTo>
                  <a:pt x="200693" y="32281"/>
                </a:lnTo>
                <a:lnTo>
                  <a:pt x="208262" y="29491"/>
                </a:lnTo>
                <a:lnTo>
                  <a:pt x="209308" y="29790"/>
                </a:lnTo>
                <a:lnTo>
                  <a:pt x="210503" y="31036"/>
                </a:lnTo>
                <a:lnTo>
                  <a:pt x="212943" y="35071"/>
                </a:lnTo>
                <a:lnTo>
                  <a:pt x="214338" y="35918"/>
                </a:lnTo>
                <a:lnTo>
                  <a:pt x="216429" y="36316"/>
                </a:lnTo>
                <a:lnTo>
                  <a:pt x="219965" y="35918"/>
                </a:lnTo>
                <a:lnTo>
                  <a:pt x="224098" y="33626"/>
                </a:lnTo>
                <a:lnTo>
                  <a:pt x="226240" y="29342"/>
                </a:lnTo>
                <a:lnTo>
                  <a:pt x="227186" y="25955"/>
                </a:lnTo>
                <a:lnTo>
                  <a:pt x="233112" y="20076"/>
                </a:lnTo>
                <a:lnTo>
                  <a:pt x="233760" y="15692"/>
                </a:lnTo>
                <a:lnTo>
                  <a:pt x="235403" y="12853"/>
                </a:lnTo>
                <a:lnTo>
                  <a:pt x="244018" y="14796"/>
                </a:lnTo>
                <a:lnTo>
                  <a:pt x="247305" y="16340"/>
                </a:lnTo>
                <a:lnTo>
                  <a:pt x="256966" y="31733"/>
                </a:lnTo>
                <a:lnTo>
                  <a:pt x="269715" y="42593"/>
                </a:lnTo>
                <a:lnTo>
                  <a:pt x="275143" y="46628"/>
                </a:lnTo>
                <a:lnTo>
                  <a:pt x="279276" y="48571"/>
                </a:lnTo>
                <a:lnTo>
                  <a:pt x="285003" y="54400"/>
                </a:lnTo>
                <a:lnTo>
                  <a:pt x="289983" y="61673"/>
                </a:lnTo>
                <a:lnTo>
                  <a:pt x="300890" y="82198"/>
                </a:lnTo>
                <a:lnTo>
                  <a:pt x="302782" y="91214"/>
                </a:lnTo>
                <a:lnTo>
                  <a:pt x="303529" y="104964"/>
                </a:lnTo>
                <a:lnTo>
                  <a:pt x="301139" y="125688"/>
                </a:lnTo>
                <a:lnTo>
                  <a:pt x="298200" y="136049"/>
                </a:lnTo>
                <a:lnTo>
                  <a:pt x="298748" y="140931"/>
                </a:lnTo>
                <a:lnTo>
                  <a:pt x="302782" y="148404"/>
                </a:lnTo>
                <a:lnTo>
                  <a:pt x="301537" y="155478"/>
                </a:lnTo>
                <a:lnTo>
                  <a:pt x="302334" y="161356"/>
                </a:lnTo>
                <a:lnTo>
                  <a:pt x="302035" y="177696"/>
                </a:lnTo>
                <a:lnTo>
                  <a:pt x="304326" y="182479"/>
                </a:lnTo>
                <a:lnTo>
                  <a:pt x="306915" y="185567"/>
                </a:lnTo>
                <a:lnTo>
                  <a:pt x="320610" y="195281"/>
                </a:lnTo>
                <a:lnTo>
                  <a:pt x="321606" y="198868"/>
                </a:lnTo>
                <a:lnTo>
                  <a:pt x="328379" y="211173"/>
                </a:lnTo>
                <a:lnTo>
                  <a:pt x="340879" y="237974"/>
                </a:lnTo>
                <a:lnTo>
                  <a:pt x="344315" y="250030"/>
                </a:lnTo>
                <a:lnTo>
                  <a:pt x="343916" y="253268"/>
                </a:lnTo>
                <a:lnTo>
                  <a:pt x="342422" y="254613"/>
                </a:lnTo>
                <a:lnTo>
                  <a:pt x="338737" y="255809"/>
                </a:lnTo>
                <a:lnTo>
                  <a:pt x="335699" y="253467"/>
                </a:lnTo>
                <a:lnTo>
                  <a:pt x="334654" y="251774"/>
                </a:lnTo>
                <a:lnTo>
                  <a:pt x="335002" y="249681"/>
                </a:lnTo>
                <a:lnTo>
                  <a:pt x="333757" y="247589"/>
                </a:lnTo>
                <a:lnTo>
                  <a:pt x="330769" y="245148"/>
                </a:lnTo>
                <a:lnTo>
                  <a:pt x="329026" y="242906"/>
                </a:lnTo>
                <a:lnTo>
                  <a:pt x="329524" y="246593"/>
                </a:lnTo>
                <a:lnTo>
                  <a:pt x="329574" y="251325"/>
                </a:lnTo>
                <a:lnTo>
                  <a:pt x="325740" y="251724"/>
                </a:lnTo>
                <a:lnTo>
                  <a:pt x="320859" y="250229"/>
                </a:lnTo>
                <a:lnTo>
                  <a:pt x="314784" y="251574"/>
                </a:lnTo>
                <a:lnTo>
                  <a:pt x="307563" y="257403"/>
                </a:lnTo>
                <a:lnTo>
                  <a:pt x="304077" y="257602"/>
                </a:lnTo>
                <a:lnTo>
                  <a:pt x="301437" y="252571"/>
                </a:lnTo>
                <a:lnTo>
                  <a:pt x="300093" y="249183"/>
                </a:lnTo>
                <a:lnTo>
                  <a:pt x="297951" y="246792"/>
                </a:lnTo>
                <a:lnTo>
                  <a:pt x="275043" y="234537"/>
                </a:lnTo>
                <a:lnTo>
                  <a:pt x="266578" y="231349"/>
                </a:lnTo>
                <a:lnTo>
                  <a:pt x="257663" y="222083"/>
                </a:lnTo>
                <a:lnTo>
                  <a:pt x="237644" y="211821"/>
                </a:lnTo>
                <a:lnTo>
                  <a:pt x="224895" y="201807"/>
                </a:lnTo>
                <a:lnTo>
                  <a:pt x="219467" y="195580"/>
                </a:lnTo>
                <a:lnTo>
                  <a:pt x="206469" y="190101"/>
                </a:lnTo>
                <a:lnTo>
                  <a:pt x="200842" y="183674"/>
                </a:lnTo>
                <a:lnTo>
                  <a:pt x="198053" y="182379"/>
                </a:lnTo>
                <a:lnTo>
                  <a:pt x="195314" y="180087"/>
                </a:lnTo>
                <a:lnTo>
                  <a:pt x="198203" y="173810"/>
                </a:lnTo>
                <a:lnTo>
                  <a:pt x="197007" y="167284"/>
                </a:lnTo>
                <a:lnTo>
                  <a:pt x="195513" y="161755"/>
                </a:lnTo>
                <a:lnTo>
                  <a:pt x="186301" y="150845"/>
                </a:lnTo>
                <a:lnTo>
                  <a:pt x="181819" y="143223"/>
                </a:lnTo>
                <a:lnTo>
                  <a:pt x="173153" y="135651"/>
                </a:lnTo>
                <a:lnTo>
                  <a:pt x="169717" y="131317"/>
                </a:lnTo>
                <a:lnTo>
                  <a:pt x="166381" y="126236"/>
                </a:lnTo>
                <a:lnTo>
                  <a:pt x="168472" y="124442"/>
                </a:lnTo>
                <a:lnTo>
                  <a:pt x="170414" y="123396"/>
                </a:lnTo>
                <a:lnTo>
                  <a:pt x="168622" y="119710"/>
                </a:lnTo>
                <a:lnTo>
                  <a:pt x="163692" y="113283"/>
                </a:lnTo>
                <a:lnTo>
                  <a:pt x="161401" y="105960"/>
                </a:lnTo>
                <a:lnTo>
                  <a:pt x="161401" y="92061"/>
                </a:lnTo>
                <a:lnTo>
                  <a:pt x="154329" y="72533"/>
                </a:lnTo>
                <a:lnTo>
                  <a:pt x="148353" y="45433"/>
                </a:lnTo>
                <a:lnTo>
                  <a:pt x="149399" y="35968"/>
                </a:lnTo>
                <a:lnTo>
                  <a:pt x="147855" y="25705"/>
                </a:lnTo>
                <a:lnTo>
                  <a:pt x="143871" y="15792"/>
                </a:lnTo>
                <a:lnTo>
                  <a:pt x="138642" y="8768"/>
                </a:lnTo>
                <a:lnTo>
                  <a:pt x="136700" y="2889"/>
                </a:lnTo>
                <a:close/>
                <a:moveTo>
                  <a:pt x="1005953" y="116023"/>
                </a:moveTo>
                <a:lnTo>
                  <a:pt x="1004110" y="116023"/>
                </a:lnTo>
                <a:lnTo>
                  <a:pt x="999827" y="114927"/>
                </a:lnTo>
                <a:lnTo>
                  <a:pt x="991212" y="109647"/>
                </a:lnTo>
                <a:lnTo>
                  <a:pt x="982397" y="107754"/>
                </a:lnTo>
                <a:lnTo>
                  <a:pt x="969599" y="107604"/>
                </a:lnTo>
                <a:lnTo>
                  <a:pt x="962328" y="106857"/>
                </a:lnTo>
                <a:lnTo>
                  <a:pt x="959390" y="107654"/>
                </a:lnTo>
                <a:lnTo>
                  <a:pt x="956900" y="107704"/>
                </a:lnTo>
                <a:lnTo>
                  <a:pt x="955107" y="106608"/>
                </a:lnTo>
                <a:lnTo>
                  <a:pt x="953215" y="106060"/>
                </a:lnTo>
                <a:lnTo>
                  <a:pt x="948235" y="109198"/>
                </a:lnTo>
                <a:lnTo>
                  <a:pt x="945894" y="108252"/>
                </a:lnTo>
                <a:lnTo>
                  <a:pt x="943504" y="106907"/>
                </a:lnTo>
                <a:lnTo>
                  <a:pt x="939321" y="106458"/>
                </a:lnTo>
                <a:lnTo>
                  <a:pt x="934241" y="106857"/>
                </a:lnTo>
                <a:lnTo>
                  <a:pt x="928664" y="110045"/>
                </a:lnTo>
                <a:lnTo>
                  <a:pt x="922389" y="107156"/>
                </a:lnTo>
                <a:lnTo>
                  <a:pt x="920646" y="107206"/>
                </a:lnTo>
                <a:lnTo>
                  <a:pt x="919451" y="107953"/>
                </a:lnTo>
                <a:lnTo>
                  <a:pt x="916712" y="111888"/>
                </a:lnTo>
                <a:lnTo>
                  <a:pt x="911582" y="114927"/>
                </a:lnTo>
                <a:lnTo>
                  <a:pt x="909043" y="120457"/>
                </a:lnTo>
                <a:lnTo>
                  <a:pt x="907449" y="125737"/>
                </a:lnTo>
                <a:lnTo>
                  <a:pt x="906055" y="127581"/>
                </a:lnTo>
                <a:lnTo>
                  <a:pt x="905706" y="137843"/>
                </a:lnTo>
                <a:lnTo>
                  <a:pt x="904909" y="142775"/>
                </a:lnTo>
                <a:lnTo>
                  <a:pt x="906204" y="149350"/>
                </a:lnTo>
                <a:lnTo>
                  <a:pt x="905955" y="152140"/>
                </a:lnTo>
                <a:lnTo>
                  <a:pt x="903664" y="156325"/>
                </a:lnTo>
                <a:lnTo>
                  <a:pt x="903365" y="157321"/>
                </a:lnTo>
                <a:lnTo>
                  <a:pt x="902170" y="163947"/>
                </a:lnTo>
                <a:lnTo>
                  <a:pt x="902618" y="165740"/>
                </a:lnTo>
                <a:lnTo>
                  <a:pt x="902320" y="167982"/>
                </a:lnTo>
                <a:lnTo>
                  <a:pt x="900377" y="172665"/>
                </a:lnTo>
                <a:lnTo>
                  <a:pt x="896891" y="173910"/>
                </a:lnTo>
                <a:lnTo>
                  <a:pt x="893206" y="174657"/>
                </a:lnTo>
                <a:lnTo>
                  <a:pt x="890069" y="173063"/>
                </a:lnTo>
                <a:lnTo>
                  <a:pt x="887230" y="175654"/>
                </a:lnTo>
                <a:lnTo>
                  <a:pt x="883645" y="179589"/>
                </a:lnTo>
                <a:lnTo>
                  <a:pt x="882051" y="182279"/>
                </a:lnTo>
                <a:lnTo>
                  <a:pt x="882101" y="184770"/>
                </a:lnTo>
                <a:lnTo>
                  <a:pt x="882450" y="186414"/>
                </a:lnTo>
                <a:lnTo>
                  <a:pt x="881703" y="188158"/>
                </a:lnTo>
                <a:lnTo>
                  <a:pt x="881603" y="189951"/>
                </a:lnTo>
                <a:lnTo>
                  <a:pt x="881802" y="192591"/>
                </a:lnTo>
                <a:lnTo>
                  <a:pt x="884242" y="193687"/>
                </a:lnTo>
                <a:lnTo>
                  <a:pt x="886782" y="195929"/>
                </a:lnTo>
                <a:lnTo>
                  <a:pt x="886683" y="198121"/>
                </a:lnTo>
                <a:lnTo>
                  <a:pt x="885288" y="199616"/>
                </a:lnTo>
                <a:lnTo>
                  <a:pt x="882101" y="201957"/>
                </a:lnTo>
                <a:lnTo>
                  <a:pt x="876225" y="206689"/>
                </a:lnTo>
                <a:lnTo>
                  <a:pt x="869601" y="210774"/>
                </a:lnTo>
                <a:lnTo>
                  <a:pt x="867111" y="211721"/>
                </a:lnTo>
                <a:lnTo>
                  <a:pt x="866215" y="213564"/>
                </a:lnTo>
                <a:lnTo>
                  <a:pt x="865767" y="216105"/>
                </a:lnTo>
                <a:lnTo>
                  <a:pt x="867211" y="221585"/>
                </a:lnTo>
                <a:lnTo>
                  <a:pt x="868605" y="223229"/>
                </a:lnTo>
                <a:lnTo>
                  <a:pt x="869352" y="225171"/>
                </a:lnTo>
                <a:lnTo>
                  <a:pt x="868456" y="227463"/>
                </a:lnTo>
                <a:lnTo>
                  <a:pt x="867809" y="229456"/>
                </a:lnTo>
                <a:lnTo>
                  <a:pt x="865368" y="230701"/>
                </a:lnTo>
                <a:lnTo>
                  <a:pt x="863028" y="231598"/>
                </a:lnTo>
                <a:lnTo>
                  <a:pt x="862131" y="233192"/>
                </a:lnTo>
                <a:lnTo>
                  <a:pt x="860886" y="239818"/>
                </a:lnTo>
                <a:lnTo>
                  <a:pt x="859442" y="243255"/>
                </a:lnTo>
                <a:lnTo>
                  <a:pt x="856205" y="248386"/>
                </a:lnTo>
                <a:lnTo>
                  <a:pt x="855159" y="250727"/>
                </a:lnTo>
                <a:lnTo>
                  <a:pt x="853516" y="251475"/>
                </a:lnTo>
                <a:lnTo>
                  <a:pt x="847241" y="249084"/>
                </a:lnTo>
                <a:lnTo>
                  <a:pt x="841664" y="250528"/>
                </a:lnTo>
                <a:lnTo>
                  <a:pt x="834244" y="251475"/>
                </a:lnTo>
                <a:lnTo>
                  <a:pt x="827969" y="251325"/>
                </a:lnTo>
                <a:lnTo>
                  <a:pt x="823088" y="252371"/>
                </a:lnTo>
                <a:lnTo>
                  <a:pt x="819752" y="255062"/>
                </a:lnTo>
                <a:lnTo>
                  <a:pt x="816017" y="258499"/>
                </a:lnTo>
                <a:lnTo>
                  <a:pt x="812133" y="260990"/>
                </a:lnTo>
                <a:lnTo>
                  <a:pt x="809145" y="262235"/>
                </a:lnTo>
                <a:lnTo>
                  <a:pt x="803716" y="258648"/>
                </a:lnTo>
                <a:lnTo>
                  <a:pt x="800977" y="258947"/>
                </a:lnTo>
                <a:lnTo>
                  <a:pt x="796047" y="257702"/>
                </a:lnTo>
                <a:lnTo>
                  <a:pt x="784444" y="253667"/>
                </a:lnTo>
                <a:lnTo>
                  <a:pt x="781605" y="252471"/>
                </a:lnTo>
                <a:lnTo>
                  <a:pt x="778518" y="252371"/>
                </a:lnTo>
                <a:lnTo>
                  <a:pt x="777572" y="251226"/>
                </a:lnTo>
                <a:lnTo>
                  <a:pt x="778070" y="249283"/>
                </a:lnTo>
                <a:lnTo>
                  <a:pt x="777572" y="246692"/>
                </a:lnTo>
                <a:lnTo>
                  <a:pt x="775331" y="245746"/>
                </a:lnTo>
                <a:lnTo>
                  <a:pt x="752074" y="246144"/>
                </a:lnTo>
                <a:lnTo>
                  <a:pt x="745401" y="248336"/>
                </a:lnTo>
                <a:lnTo>
                  <a:pt x="740869" y="250080"/>
                </a:lnTo>
                <a:lnTo>
                  <a:pt x="737632" y="252122"/>
                </a:lnTo>
                <a:lnTo>
                  <a:pt x="736686" y="257154"/>
                </a:lnTo>
                <a:lnTo>
                  <a:pt x="734794" y="261837"/>
                </a:lnTo>
                <a:lnTo>
                  <a:pt x="732304" y="266868"/>
                </a:lnTo>
                <a:lnTo>
                  <a:pt x="724535" y="268363"/>
                </a:lnTo>
                <a:lnTo>
                  <a:pt x="718858" y="273394"/>
                </a:lnTo>
                <a:lnTo>
                  <a:pt x="716916" y="274042"/>
                </a:lnTo>
                <a:lnTo>
                  <a:pt x="712981" y="273294"/>
                </a:lnTo>
                <a:lnTo>
                  <a:pt x="708798" y="272846"/>
                </a:lnTo>
                <a:lnTo>
                  <a:pt x="705810" y="274291"/>
                </a:lnTo>
                <a:lnTo>
                  <a:pt x="702623" y="274191"/>
                </a:lnTo>
                <a:lnTo>
                  <a:pt x="692862" y="271850"/>
                </a:lnTo>
                <a:lnTo>
                  <a:pt x="683600" y="271451"/>
                </a:lnTo>
                <a:lnTo>
                  <a:pt x="678371" y="272697"/>
                </a:lnTo>
                <a:lnTo>
                  <a:pt x="675482" y="273145"/>
                </a:lnTo>
                <a:lnTo>
                  <a:pt x="659397" y="280069"/>
                </a:lnTo>
                <a:lnTo>
                  <a:pt x="653969" y="280867"/>
                </a:lnTo>
                <a:lnTo>
                  <a:pt x="651728" y="279870"/>
                </a:lnTo>
                <a:lnTo>
                  <a:pt x="648640" y="277031"/>
                </a:lnTo>
                <a:lnTo>
                  <a:pt x="644457" y="274191"/>
                </a:lnTo>
                <a:lnTo>
                  <a:pt x="634497" y="264527"/>
                </a:lnTo>
                <a:lnTo>
                  <a:pt x="630812" y="262235"/>
                </a:lnTo>
                <a:lnTo>
                  <a:pt x="628372" y="259894"/>
                </a:lnTo>
                <a:lnTo>
                  <a:pt x="626031" y="257154"/>
                </a:lnTo>
                <a:lnTo>
                  <a:pt x="622745" y="254165"/>
                </a:lnTo>
                <a:lnTo>
                  <a:pt x="619707" y="252122"/>
                </a:lnTo>
                <a:lnTo>
                  <a:pt x="615623" y="247938"/>
                </a:lnTo>
                <a:lnTo>
                  <a:pt x="611540" y="243355"/>
                </a:lnTo>
                <a:lnTo>
                  <a:pt x="610643" y="235284"/>
                </a:lnTo>
                <a:lnTo>
                  <a:pt x="607406" y="233840"/>
                </a:lnTo>
                <a:lnTo>
                  <a:pt x="606311" y="231747"/>
                </a:lnTo>
                <a:lnTo>
                  <a:pt x="605813" y="229356"/>
                </a:lnTo>
                <a:lnTo>
                  <a:pt x="610295" y="222780"/>
                </a:lnTo>
                <a:lnTo>
                  <a:pt x="613532" y="229705"/>
                </a:lnTo>
                <a:lnTo>
                  <a:pt x="614826" y="231249"/>
                </a:lnTo>
                <a:lnTo>
                  <a:pt x="622047" y="235932"/>
                </a:lnTo>
                <a:lnTo>
                  <a:pt x="628023" y="238223"/>
                </a:lnTo>
                <a:lnTo>
                  <a:pt x="634447" y="239170"/>
                </a:lnTo>
                <a:lnTo>
                  <a:pt x="641021" y="239369"/>
                </a:lnTo>
                <a:lnTo>
                  <a:pt x="643611" y="239070"/>
                </a:lnTo>
                <a:lnTo>
                  <a:pt x="646150" y="238124"/>
                </a:lnTo>
                <a:lnTo>
                  <a:pt x="648690" y="239120"/>
                </a:lnTo>
                <a:lnTo>
                  <a:pt x="662385" y="246692"/>
                </a:lnTo>
                <a:lnTo>
                  <a:pt x="667714" y="248037"/>
                </a:lnTo>
                <a:lnTo>
                  <a:pt x="673341" y="247489"/>
                </a:lnTo>
                <a:lnTo>
                  <a:pt x="675582" y="248237"/>
                </a:lnTo>
                <a:lnTo>
                  <a:pt x="683450" y="254015"/>
                </a:lnTo>
                <a:lnTo>
                  <a:pt x="685791" y="254713"/>
                </a:lnTo>
                <a:lnTo>
                  <a:pt x="689675" y="254264"/>
                </a:lnTo>
                <a:lnTo>
                  <a:pt x="684695" y="251624"/>
                </a:lnTo>
                <a:lnTo>
                  <a:pt x="681458" y="249731"/>
                </a:lnTo>
                <a:lnTo>
                  <a:pt x="680014" y="246194"/>
                </a:lnTo>
                <a:lnTo>
                  <a:pt x="680910" y="242408"/>
                </a:lnTo>
                <a:lnTo>
                  <a:pt x="684048" y="239917"/>
                </a:lnTo>
                <a:lnTo>
                  <a:pt x="686239" y="237177"/>
                </a:lnTo>
                <a:lnTo>
                  <a:pt x="687036" y="229057"/>
                </a:lnTo>
                <a:lnTo>
                  <a:pt x="688430" y="224922"/>
                </a:lnTo>
                <a:lnTo>
                  <a:pt x="691070" y="220987"/>
                </a:lnTo>
                <a:lnTo>
                  <a:pt x="691916" y="217201"/>
                </a:lnTo>
                <a:lnTo>
                  <a:pt x="688978" y="214311"/>
                </a:lnTo>
                <a:lnTo>
                  <a:pt x="688331" y="209380"/>
                </a:lnTo>
                <a:lnTo>
                  <a:pt x="688978" y="205245"/>
                </a:lnTo>
                <a:lnTo>
                  <a:pt x="690621" y="202455"/>
                </a:lnTo>
                <a:lnTo>
                  <a:pt x="693311" y="204298"/>
                </a:lnTo>
                <a:lnTo>
                  <a:pt x="696050" y="206042"/>
                </a:lnTo>
                <a:lnTo>
                  <a:pt x="698789" y="205843"/>
                </a:lnTo>
                <a:lnTo>
                  <a:pt x="700681" y="205145"/>
                </a:lnTo>
                <a:lnTo>
                  <a:pt x="701030" y="203053"/>
                </a:lnTo>
                <a:lnTo>
                  <a:pt x="700482" y="199366"/>
                </a:lnTo>
                <a:lnTo>
                  <a:pt x="700631" y="192591"/>
                </a:lnTo>
                <a:lnTo>
                  <a:pt x="704117" y="187161"/>
                </a:lnTo>
                <a:lnTo>
                  <a:pt x="709595" y="183425"/>
                </a:lnTo>
                <a:lnTo>
                  <a:pt x="714824" y="181632"/>
                </a:lnTo>
                <a:lnTo>
                  <a:pt x="734296" y="178593"/>
                </a:lnTo>
                <a:lnTo>
                  <a:pt x="765072" y="170871"/>
                </a:lnTo>
                <a:lnTo>
                  <a:pt x="774235" y="167832"/>
                </a:lnTo>
                <a:lnTo>
                  <a:pt x="777572" y="166288"/>
                </a:lnTo>
                <a:lnTo>
                  <a:pt x="780410" y="164146"/>
                </a:lnTo>
                <a:lnTo>
                  <a:pt x="785141" y="157222"/>
                </a:lnTo>
                <a:lnTo>
                  <a:pt x="794105" y="146411"/>
                </a:lnTo>
                <a:lnTo>
                  <a:pt x="800380" y="137444"/>
                </a:lnTo>
                <a:lnTo>
                  <a:pt x="813627" y="124492"/>
                </a:lnTo>
                <a:lnTo>
                  <a:pt x="824184" y="112436"/>
                </a:lnTo>
                <a:lnTo>
                  <a:pt x="825628" y="110145"/>
                </a:lnTo>
                <a:lnTo>
                  <a:pt x="827371" y="103569"/>
                </a:lnTo>
                <a:lnTo>
                  <a:pt x="827471" y="100480"/>
                </a:lnTo>
                <a:lnTo>
                  <a:pt x="827172" y="97342"/>
                </a:lnTo>
                <a:lnTo>
                  <a:pt x="828616" y="95897"/>
                </a:lnTo>
                <a:lnTo>
                  <a:pt x="830658" y="95000"/>
                </a:lnTo>
                <a:lnTo>
                  <a:pt x="831156" y="95000"/>
                </a:lnTo>
                <a:lnTo>
                  <a:pt x="832700" y="96395"/>
                </a:lnTo>
                <a:lnTo>
                  <a:pt x="836385" y="98288"/>
                </a:lnTo>
                <a:lnTo>
                  <a:pt x="839124" y="100729"/>
                </a:lnTo>
                <a:lnTo>
                  <a:pt x="840967" y="103918"/>
                </a:lnTo>
                <a:lnTo>
                  <a:pt x="842311" y="106857"/>
                </a:lnTo>
                <a:lnTo>
                  <a:pt x="842411" y="109397"/>
                </a:lnTo>
                <a:lnTo>
                  <a:pt x="844054" y="111440"/>
                </a:lnTo>
                <a:lnTo>
                  <a:pt x="848735" y="111789"/>
                </a:lnTo>
                <a:lnTo>
                  <a:pt x="850229" y="114379"/>
                </a:lnTo>
                <a:lnTo>
                  <a:pt x="853466" y="118863"/>
                </a:lnTo>
                <a:lnTo>
                  <a:pt x="856454" y="122101"/>
                </a:lnTo>
                <a:lnTo>
                  <a:pt x="858247" y="123346"/>
                </a:lnTo>
                <a:lnTo>
                  <a:pt x="860538" y="122649"/>
                </a:lnTo>
                <a:lnTo>
                  <a:pt x="864074" y="119710"/>
                </a:lnTo>
                <a:lnTo>
                  <a:pt x="866613" y="116123"/>
                </a:lnTo>
                <a:lnTo>
                  <a:pt x="868307" y="111241"/>
                </a:lnTo>
                <a:lnTo>
                  <a:pt x="866962" y="110543"/>
                </a:lnTo>
                <a:lnTo>
                  <a:pt x="869352" y="106907"/>
                </a:lnTo>
                <a:lnTo>
                  <a:pt x="869800" y="104964"/>
                </a:lnTo>
                <a:lnTo>
                  <a:pt x="868705" y="103170"/>
                </a:lnTo>
                <a:lnTo>
                  <a:pt x="867311" y="101427"/>
                </a:lnTo>
                <a:lnTo>
                  <a:pt x="866763" y="96993"/>
                </a:lnTo>
                <a:lnTo>
                  <a:pt x="865817" y="91314"/>
                </a:lnTo>
                <a:lnTo>
                  <a:pt x="865169" y="88773"/>
                </a:lnTo>
                <a:lnTo>
                  <a:pt x="867012" y="86930"/>
                </a:lnTo>
                <a:lnTo>
                  <a:pt x="871045" y="84589"/>
                </a:lnTo>
                <a:lnTo>
                  <a:pt x="875029" y="81899"/>
                </a:lnTo>
                <a:lnTo>
                  <a:pt x="879113" y="79707"/>
                </a:lnTo>
                <a:lnTo>
                  <a:pt x="879213" y="83642"/>
                </a:lnTo>
                <a:lnTo>
                  <a:pt x="879113" y="90118"/>
                </a:lnTo>
                <a:lnTo>
                  <a:pt x="880358" y="95499"/>
                </a:lnTo>
                <a:lnTo>
                  <a:pt x="883097" y="105113"/>
                </a:lnTo>
                <a:lnTo>
                  <a:pt x="886284" y="106408"/>
                </a:lnTo>
                <a:lnTo>
                  <a:pt x="890069" y="107255"/>
                </a:lnTo>
                <a:lnTo>
                  <a:pt x="892260" y="106956"/>
                </a:lnTo>
                <a:lnTo>
                  <a:pt x="893655" y="106359"/>
                </a:lnTo>
                <a:lnTo>
                  <a:pt x="894053" y="105562"/>
                </a:lnTo>
                <a:lnTo>
                  <a:pt x="891663" y="101825"/>
                </a:lnTo>
                <a:lnTo>
                  <a:pt x="891065" y="92958"/>
                </a:lnTo>
                <a:lnTo>
                  <a:pt x="889123" y="87129"/>
                </a:lnTo>
                <a:lnTo>
                  <a:pt x="886135" y="81351"/>
                </a:lnTo>
                <a:lnTo>
                  <a:pt x="884740" y="79707"/>
                </a:lnTo>
                <a:lnTo>
                  <a:pt x="896443" y="78063"/>
                </a:lnTo>
                <a:lnTo>
                  <a:pt x="899083" y="76269"/>
                </a:lnTo>
                <a:lnTo>
                  <a:pt x="903664" y="72284"/>
                </a:lnTo>
                <a:lnTo>
                  <a:pt x="905357" y="70042"/>
                </a:lnTo>
                <a:lnTo>
                  <a:pt x="906752" y="65061"/>
                </a:lnTo>
                <a:lnTo>
                  <a:pt x="901025" y="62072"/>
                </a:lnTo>
                <a:lnTo>
                  <a:pt x="898784" y="58236"/>
                </a:lnTo>
                <a:lnTo>
                  <a:pt x="898634" y="54151"/>
                </a:lnTo>
                <a:lnTo>
                  <a:pt x="905457" y="46479"/>
                </a:lnTo>
                <a:lnTo>
                  <a:pt x="907847" y="44686"/>
                </a:lnTo>
                <a:lnTo>
                  <a:pt x="908893" y="47376"/>
                </a:lnTo>
                <a:lnTo>
                  <a:pt x="911881" y="48073"/>
                </a:lnTo>
                <a:lnTo>
                  <a:pt x="914670" y="48173"/>
                </a:lnTo>
                <a:lnTo>
                  <a:pt x="917459" y="48023"/>
                </a:lnTo>
                <a:lnTo>
                  <a:pt x="921443" y="44138"/>
                </a:lnTo>
                <a:lnTo>
                  <a:pt x="923484" y="38608"/>
                </a:lnTo>
                <a:lnTo>
                  <a:pt x="930556" y="30787"/>
                </a:lnTo>
                <a:lnTo>
                  <a:pt x="933046" y="24759"/>
                </a:lnTo>
                <a:lnTo>
                  <a:pt x="934440" y="18432"/>
                </a:lnTo>
                <a:lnTo>
                  <a:pt x="952219" y="0"/>
                </a:lnTo>
                <a:lnTo>
                  <a:pt x="954360" y="0"/>
                </a:lnTo>
                <a:lnTo>
                  <a:pt x="964918" y="0"/>
                </a:lnTo>
                <a:lnTo>
                  <a:pt x="966213" y="0"/>
                </a:lnTo>
                <a:lnTo>
                  <a:pt x="969051" y="0"/>
                </a:lnTo>
                <a:lnTo>
                  <a:pt x="969898" y="0"/>
                </a:lnTo>
                <a:lnTo>
                  <a:pt x="969499" y="0"/>
                </a:lnTo>
                <a:lnTo>
                  <a:pt x="967806" y="0"/>
                </a:lnTo>
                <a:lnTo>
                  <a:pt x="966810" y="0"/>
                </a:lnTo>
                <a:lnTo>
                  <a:pt x="968005" y="0"/>
                </a:lnTo>
                <a:lnTo>
                  <a:pt x="973035" y="0"/>
                </a:lnTo>
                <a:lnTo>
                  <a:pt x="978314" y="0"/>
                </a:lnTo>
                <a:lnTo>
                  <a:pt x="981252" y="0"/>
                </a:lnTo>
                <a:lnTo>
                  <a:pt x="983792" y="0"/>
                </a:lnTo>
                <a:lnTo>
                  <a:pt x="988822" y="0"/>
                </a:lnTo>
                <a:lnTo>
                  <a:pt x="989917" y="0"/>
                </a:lnTo>
                <a:lnTo>
                  <a:pt x="989569" y="0"/>
                </a:lnTo>
                <a:lnTo>
                  <a:pt x="990067" y="0"/>
                </a:lnTo>
                <a:lnTo>
                  <a:pt x="992009" y="0"/>
                </a:lnTo>
                <a:lnTo>
                  <a:pt x="996292" y="0"/>
                </a:lnTo>
                <a:lnTo>
                  <a:pt x="1002218" y="0"/>
                </a:lnTo>
                <a:lnTo>
                  <a:pt x="1007745" y="0"/>
                </a:lnTo>
                <a:lnTo>
                  <a:pt x="1009538" y="1295"/>
                </a:lnTo>
                <a:lnTo>
                  <a:pt x="1010733" y="3637"/>
                </a:lnTo>
                <a:lnTo>
                  <a:pt x="1011929" y="7473"/>
                </a:lnTo>
                <a:lnTo>
                  <a:pt x="1012028" y="11358"/>
                </a:lnTo>
                <a:lnTo>
                  <a:pt x="1008044" y="15094"/>
                </a:lnTo>
                <a:lnTo>
                  <a:pt x="1009737" y="21222"/>
                </a:lnTo>
                <a:lnTo>
                  <a:pt x="1009488" y="24809"/>
                </a:lnTo>
                <a:lnTo>
                  <a:pt x="1008094" y="27848"/>
                </a:lnTo>
                <a:lnTo>
                  <a:pt x="1002317" y="30637"/>
                </a:lnTo>
                <a:lnTo>
                  <a:pt x="1018104" y="27897"/>
                </a:lnTo>
                <a:lnTo>
                  <a:pt x="1021988" y="26303"/>
                </a:lnTo>
                <a:lnTo>
                  <a:pt x="1027367" y="22268"/>
                </a:lnTo>
                <a:lnTo>
                  <a:pt x="1030255" y="25755"/>
                </a:lnTo>
                <a:lnTo>
                  <a:pt x="1032944" y="31783"/>
                </a:lnTo>
                <a:lnTo>
                  <a:pt x="1030753" y="33278"/>
                </a:lnTo>
                <a:lnTo>
                  <a:pt x="1023930" y="35519"/>
                </a:lnTo>
                <a:lnTo>
                  <a:pt x="1023582" y="36416"/>
                </a:lnTo>
                <a:lnTo>
                  <a:pt x="1025873" y="39554"/>
                </a:lnTo>
                <a:lnTo>
                  <a:pt x="1028711" y="39256"/>
                </a:lnTo>
                <a:lnTo>
                  <a:pt x="1034388" y="37163"/>
                </a:lnTo>
                <a:lnTo>
                  <a:pt x="1039567" y="33826"/>
                </a:lnTo>
                <a:lnTo>
                  <a:pt x="1042107" y="33875"/>
                </a:lnTo>
                <a:lnTo>
                  <a:pt x="1044747" y="34573"/>
                </a:lnTo>
                <a:lnTo>
                  <a:pt x="1049876" y="36715"/>
                </a:lnTo>
                <a:lnTo>
                  <a:pt x="1052764" y="38409"/>
                </a:lnTo>
                <a:lnTo>
                  <a:pt x="1055205" y="40601"/>
                </a:lnTo>
                <a:lnTo>
                  <a:pt x="1056798" y="45234"/>
                </a:lnTo>
                <a:lnTo>
                  <a:pt x="1062724" y="46878"/>
                </a:lnTo>
                <a:lnTo>
                  <a:pt x="1074826" y="53354"/>
                </a:lnTo>
                <a:lnTo>
                  <a:pt x="1077116" y="53902"/>
                </a:lnTo>
                <a:lnTo>
                  <a:pt x="1079457" y="54051"/>
                </a:lnTo>
                <a:lnTo>
                  <a:pt x="1085831" y="53254"/>
                </a:lnTo>
                <a:lnTo>
                  <a:pt x="1088072" y="54151"/>
                </a:lnTo>
                <a:lnTo>
                  <a:pt x="1089716" y="56492"/>
                </a:lnTo>
                <a:lnTo>
                  <a:pt x="1090214" y="59382"/>
                </a:lnTo>
                <a:lnTo>
                  <a:pt x="1090064" y="62470"/>
                </a:lnTo>
                <a:lnTo>
                  <a:pt x="1089417" y="64812"/>
                </a:lnTo>
                <a:lnTo>
                  <a:pt x="1087923" y="66754"/>
                </a:lnTo>
                <a:lnTo>
                  <a:pt x="1083541" y="69743"/>
                </a:lnTo>
                <a:lnTo>
                  <a:pt x="1072585" y="73579"/>
                </a:lnTo>
                <a:lnTo>
                  <a:pt x="1060633" y="76518"/>
                </a:lnTo>
                <a:lnTo>
                  <a:pt x="1054607" y="76319"/>
                </a:lnTo>
                <a:lnTo>
                  <a:pt x="1046191" y="73779"/>
                </a:lnTo>
                <a:lnTo>
                  <a:pt x="1043103" y="74127"/>
                </a:lnTo>
                <a:lnTo>
                  <a:pt x="1040165" y="75273"/>
                </a:lnTo>
                <a:lnTo>
                  <a:pt x="1036380" y="83244"/>
                </a:lnTo>
                <a:lnTo>
                  <a:pt x="1043302" y="91214"/>
                </a:lnTo>
                <a:lnTo>
                  <a:pt x="1055155" y="99534"/>
                </a:lnTo>
                <a:lnTo>
                  <a:pt x="1056798" y="101576"/>
                </a:lnTo>
                <a:lnTo>
                  <a:pt x="1056350" y="104117"/>
                </a:lnTo>
                <a:lnTo>
                  <a:pt x="1054458" y="105661"/>
                </a:lnTo>
                <a:lnTo>
                  <a:pt x="1051968" y="106508"/>
                </a:lnTo>
                <a:lnTo>
                  <a:pt x="1045294" y="107803"/>
                </a:lnTo>
                <a:lnTo>
                  <a:pt x="1038571" y="108800"/>
                </a:lnTo>
                <a:lnTo>
                  <a:pt x="1032994" y="110195"/>
                </a:lnTo>
                <a:lnTo>
                  <a:pt x="1027566" y="112088"/>
                </a:lnTo>
                <a:lnTo>
                  <a:pt x="1021988" y="111440"/>
                </a:lnTo>
                <a:lnTo>
                  <a:pt x="1014269" y="107704"/>
                </a:lnTo>
                <a:lnTo>
                  <a:pt x="1012028" y="107455"/>
                </a:lnTo>
                <a:lnTo>
                  <a:pt x="1009737" y="109397"/>
                </a:lnTo>
                <a:lnTo>
                  <a:pt x="1007447" y="114578"/>
                </a:lnTo>
                <a:lnTo>
                  <a:pt x="1005953" y="116023"/>
                </a:lnTo>
                <a:close/>
                <a:moveTo>
                  <a:pt x="145166" y="60029"/>
                </a:moveTo>
                <a:lnTo>
                  <a:pt x="143921" y="61424"/>
                </a:lnTo>
                <a:lnTo>
                  <a:pt x="140286" y="60627"/>
                </a:lnTo>
                <a:lnTo>
                  <a:pt x="140933" y="52457"/>
                </a:lnTo>
                <a:lnTo>
                  <a:pt x="143025" y="51411"/>
                </a:lnTo>
                <a:lnTo>
                  <a:pt x="146212" y="52905"/>
                </a:lnTo>
                <a:lnTo>
                  <a:pt x="147656" y="54300"/>
                </a:lnTo>
                <a:lnTo>
                  <a:pt x="145166" y="60029"/>
                </a:lnTo>
                <a:close/>
                <a:moveTo>
                  <a:pt x="123204" y="1694"/>
                </a:moveTo>
                <a:lnTo>
                  <a:pt x="126740" y="7024"/>
                </a:lnTo>
                <a:lnTo>
                  <a:pt x="124947" y="9415"/>
                </a:lnTo>
                <a:lnTo>
                  <a:pt x="124101" y="10113"/>
                </a:lnTo>
                <a:lnTo>
                  <a:pt x="121959" y="9316"/>
                </a:lnTo>
                <a:lnTo>
                  <a:pt x="119967" y="11358"/>
                </a:lnTo>
                <a:lnTo>
                  <a:pt x="118025" y="11807"/>
                </a:lnTo>
                <a:lnTo>
                  <a:pt x="116083" y="8070"/>
                </a:lnTo>
                <a:lnTo>
                  <a:pt x="113693" y="6626"/>
                </a:lnTo>
                <a:lnTo>
                  <a:pt x="113145" y="4085"/>
                </a:lnTo>
                <a:lnTo>
                  <a:pt x="116382" y="3637"/>
                </a:lnTo>
                <a:lnTo>
                  <a:pt x="118274" y="4484"/>
                </a:lnTo>
                <a:lnTo>
                  <a:pt x="121910" y="2740"/>
                </a:lnTo>
                <a:lnTo>
                  <a:pt x="123204" y="1694"/>
                </a:lnTo>
                <a:close/>
                <a:moveTo>
                  <a:pt x="697942" y="203501"/>
                </a:moveTo>
                <a:lnTo>
                  <a:pt x="696448" y="204149"/>
                </a:lnTo>
                <a:lnTo>
                  <a:pt x="694107" y="202355"/>
                </a:lnTo>
                <a:lnTo>
                  <a:pt x="693510" y="187261"/>
                </a:lnTo>
                <a:lnTo>
                  <a:pt x="695153" y="185916"/>
                </a:lnTo>
                <a:lnTo>
                  <a:pt x="696249" y="186115"/>
                </a:lnTo>
                <a:lnTo>
                  <a:pt x="697394" y="188855"/>
                </a:lnTo>
                <a:lnTo>
                  <a:pt x="697295" y="195481"/>
                </a:lnTo>
                <a:lnTo>
                  <a:pt x="697494" y="201309"/>
                </a:lnTo>
                <a:lnTo>
                  <a:pt x="697942" y="203501"/>
                </a:lnTo>
                <a:close/>
                <a:moveTo>
                  <a:pt x="328479" y="257503"/>
                </a:moveTo>
                <a:lnTo>
                  <a:pt x="321009" y="260790"/>
                </a:lnTo>
                <a:lnTo>
                  <a:pt x="312543" y="257752"/>
                </a:lnTo>
                <a:lnTo>
                  <a:pt x="315282" y="252919"/>
                </a:lnTo>
                <a:lnTo>
                  <a:pt x="320909" y="251724"/>
                </a:lnTo>
                <a:lnTo>
                  <a:pt x="325441" y="253268"/>
                </a:lnTo>
                <a:lnTo>
                  <a:pt x="328030" y="254464"/>
                </a:lnTo>
                <a:lnTo>
                  <a:pt x="329773" y="255809"/>
                </a:lnTo>
                <a:lnTo>
                  <a:pt x="328479" y="257503"/>
                </a:lnTo>
                <a:close/>
                <a:moveTo>
                  <a:pt x="884740" y="79707"/>
                </a:moveTo>
                <a:lnTo>
                  <a:pt x="886135" y="81351"/>
                </a:lnTo>
                <a:lnTo>
                  <a:pt x="889123" y="87129"/>
                </a:lnTo>
                <a:lnTo>
                  <a:pt x="891065" y="92958"/>
                </a:lnTo>
                <a:lnTo>
                  <a:pt x="891663" y="101825"/>
                </a:lnTo>
                <a:lnTo>
                  <a:pt x="894053" y="105562"/>
                </a:lnTo>
                <a:lnTo>
                  <a:pt x="893655" y="106359"/>
                </a:lnTo>
                <a:lnTo>
                  <a:pt x="892260" y="106956"/>
                </a:lnTo>
                <a:lnTo>
                  <a:pt x="890069" y="107255"/>
                </a:lnTo>
                <a:lnTo>
                  <a:pt x="886284" y="106408"/>
                </a:lnTo>
                <a:lnTo>
                  <a:pt x="883097" y="105113"/>
                </a:lnTo>
                <a:lnTo>
                  <a:pt x="880358" y="95499"/>
                </a:lnTo>
                <a:lnTo>
                  <a:pt x="879113" y="90118"/>
                </a:lnTo>
                <a:lnTo>
                  <a:pt x="879213" y="83642"/>
                </a:lnTo>
                <a:lnTo>
                  <a:pt x="879113" y="79707"/>
                </a:lnTo>
                <a:lnTo>
                  <a:pt x="884740" y="79707"/>
                </a:lnTo>
                <a:close/>
                <a:moveTo>
                  <a:pt x="879113" y="79707"/>
                </a:moveTo>
                <a:lnTo>
                  <a:pt x="875029" y="81899"/>
                </a:lnTo>
                <a:lnTo>
                  <a:pt x="871045" y="84589"/>
                </a:lnTo>
                <a:lnTo>
                  <a:pt x="867012" y="86930"/>
                </a:lnTo>
                <a:lnTo>
                  <a:pt x="865169" y="88773"/>
                </a:lnTo>
                <a:lnTo>
                  <a:pt x="865817" y="91314"/>
                </a:lnTo>
                <a:lnTo>
                  <a:pt x="866763" y="96993"/>
                </a:lnTo>
                <a:lnTo>
                  <a:pt x="867311" y="101427"/>
                </a:lnTo>
                <a:lnTo>
                  <a:pt x="868705" y="103170"/>
                </a:lnTo>
                <a:lnTo>
                  <a:pt x="869800" y="104964"/>
                </a:lnTo>
                <a:lnTo>
                  <a:pt x="869352" y="106907"/>
                </a:lnTo>
                <a:lnTo>
                  <a:pt x="866962" y="110543"/>
                </a:lnTo>
                <a:lnTo>
                  <a:pt x="868307" y="111241"/>
                </a:lnTo>
                <a:lnTo>
                  <a:pt x="866613" y="116123"/>
                </a:lnTo>
                <a:lnTo>
                  <a:pt x="864074" y="119710"/>
                </a:lnTo>
                <a:lnTo>
                  <a:pt x="860538" y="122649"/>
                </a:lnTo>
                <a:lnTo>
                  <a:pt x="858247" y="123346"/>
                </a:lnTo>
                <a:lnTo>
                  <a:pt x="856454" y="122101"/>
                </a:lnTo>
                <a:lnTo>
                  <a:pt x="853466" y="118863"/>
                </a:lnTo>
                <a:lnTo>
                  <a:pt x="850229" y="114379"/>
                </a:lnTo>
                <a:lnTo>
                  <a:pt x="848735" y="111789"/>
                </a:lnTo>
                <a:lnTo>
                  <a:pt x="844054" y="111440"/>
                </a:lnTo>
                <a:lnTo>
                  <a:pt x="842411" y="109397"/>
                </a:lnTo>
                <a:lnTo>
                  <a:pt x="842311" y="106857"/>
                </a:lnTo>
                <a:lnTo>
                  <a:pt x="840967" y="103918"/>
                </a:lnTo>
                <a:lnTo>
                  <a:pt x="839124" y="100729"/>
                </a:lnTo>
                <a:lnTo>
                  <a:pt x="836385" y="98288"/>
                </a:lnTo>
                <a:lnTo>
                  <a:pt x="832700" y="96395"/>
                </a:lnTo>
                <a:lnTo>
                  <a:pt x="831156" y="95000"/>
                </a:lnTo>
                <a:lnTo>
                  <a:pt x="836833" y="95100"/>
                </a:lnTo>
                <a:lnTo>
                  <a:pt x="842859" y="94303"/>
                </a:lnTo>
                <a:lnTo>
                  <a:pt x="849084" y="91663"/>
                </a:lnTo>
                <a:lnTo>
                  <a:pt x="855110" y="88425"/>
                </a:lnTo>
                <a:lnTo>
                  <a:pt x="860139" y="84788"/>
                </a:lnTo>
                <a:lnTo>
                  <a:pt x="864870" y="80653"/>
                </a:lnTo>
                <a:lnTo>
                  <a:pt x="869850" y="77415"/>
                </a:lnTo>
                <a:lnTo>
                  <a:pt x="877519" y="73629"/>
                </a:lnTo>
                <a:lnTo>
                  <a:pt x="880159" y="73928"/>
                </a:lnTo>
                <a:lnTo>
                  <a:pt x="880109" y="76618"/>
                </a:lnTo>
                <a:lnTo>
                  <a:pt x="879113" y="79707"/>
                </a:lnTo>
                <a:close/>
                <a:moveTo>
                  <a:pt x="1139216" y="61922"/>
                </a:moveTo>
                <a:lnTo>
                  <a:pt x="1137872" y="64961"/>
                </a:lnTo>
                <a:lnTo>
                  <a:pt x="1136328" y="66356"/>
                </a:lnTo>
                <a:lnTo>
                  <a:pt x="1134237" y="65559"/>
                </a:lnTo>
                <a:lnTo>
                  <a:pt x="1132643" y="64014"/>
                </a:lnTo>
                <a:lnTo>
                  <a:pt x="1131796" y="66306"/>
                </a:lnTo>
                <a:lnTo>
                  <a:pt x="1127414" y="67203"/>
                </a:lnTo>
                <a:lnTo>
                  <a:pt x="1124675" y="70740"/>
                </a:lnTo>
                <a:lnTo>
                  <a:pt x="1120691" y="71736"/>
                </a:lnTo>
                <a:lnTo>
                  <a:pt x="1117852" y="71238"/>
                </a:lnTo>
                <a:lnTo>
                  <a:pt x="1118151" y="68099"/>
                </a:lnTo>
                <a:lnTo>
                  <a:pt x="1125920" y="63367"/>
                </a:lnTo>
                <a:lnTo>
                  <a:pt x="1130751" y="61573"/>
                </a:lnTo>
                <a:lnTo>
                  <a:pt x="1134984" y="58186"/>
                </a:lnTo>
                <a:lnTo>
                  <a:pt x="1137125" y="57787"/>
                </a:lnTo>
                <a:lnTo>
                  <a:pt x="1138171" y="60577"/>
                </a:lnTo>
                <a:lnTo>
                  <a:pt x="1139216" y="61922"/>
                </a:lnTo>
                <a:close/>
                <a:moveTo>
                  <a:pt x="136850" y="0"/>
                </a:moveTo>
                <a:lnTo>
                  <a:pt x="136501" y="0"/>
                </a:lnTo>
                <a:lnTo>
                  <a:pt x="137746" y="0"/>
                </a:lnTo>
                <a:lnTo>
                  <a:pt x="139439" y="0"/>
                </a:lnTo>
                <a:lnTo>
                  <a:pt x="141630" y="0"/>
                </a:lnTo>
                <a:lnTo>
                  <a:pt x="144021" y="0"/>
                </a:lnTo>
                <a:lnTo>
                  <a:pt x="146610" y="0"/>
                </a:lnTo>
                <a:lnTo>
                  <a:pt x="149349" y="0"/>
                </a:lnTo>
                <a:lnTo>
                  <a:pt x="152287" y="0"/>
                </a:lnTo>
                <a:lnTo>
                  <a:pt x="155275" y="0"/>
                </a:lnTo>
                <a:lnTo>
                  <a:pt x="156670" y="0"/>
                </a:lnTo>
                <a:lnTo>
                  <a:pt x="157666" y="0"/>
                </a:lnTo>
                <a:lnTo>
                  <a:pt x="157815" y="0"/>
                </a:lnTo>
                <a:lnTo>
                  <a:pt x="156421" y="0"/>
                </a:lnTo>
                <a:lnTo>
                  <a:pt x="153981" y="0"/>
                </a:lnTo>
                <a:lnTo>
                  <a:pt x="150594" y="0"/>
                </a:lnTo>
                <a:lnTo>
                  <a:pt x="151690" y="0"/>
                </a:lnTo>
                <a:lnTo>
                  <a:pt x="156371" y="0"/>
                </a:lnTo>
                <a:lnTo>
                  <a:pt x="161899" y="0"/>
                </a:lnTo>
                <a:lnTo>
                  <a:pt x="167825" y="0"/>
                </a:lnTo>
                <a:lnTo>
                  <a:pt x="170962" y="0"/>
                </a:lnTo>
                <a:lnTo>
                  <a:pt x="173502" y="0"/>
                </a:lnTo>
                <a:lnTo>
                  <a:pt x="175892" y="0"/>
                </a:lnTo>
                <a:lnTo>
                  <a:pt x="178930" y="0"/>
                </a:lnTo>
                <a:lnTo>
                  <a:pt x="188293" y="0"/>
                </a:lnTo>
                <a:lnTo>
                  <a:pt x="191131" y="0"/>
                </a:lnTo>
                <a:lnTo>
                  <a:pt x="191579" y="0"/>
                </a:lnTo>
                <a:lnTo>
                  <a:pt x="190434" y="0"/>
                </a:lnTo>
                <a:lnTo>
                  <a:pt x="191878" y="0"/>
                </a:lnTo>
                <a:lnTo>
                  <a:pt x="194517" y="0"/>
                </a:lnTo>
                <a:lnTo>
                  <a:pt x="194816" y="0"/>
                </a:lnTo>
                <a:lnTo>
                  <a:pt x="191579" y="0"/>
                </a:lnTo>
                <a:lnTo>
                  <a:pt x="188840" y="0"/>
                </a:lnTo>
                <a:lnTo>
                  <a:pt x="185852" y="0"/>
                </a:lnTo>
                <a:lnTo>
                  <a:pt x="183562" y="0"/>
                </a:lnTo>
                <a:lnTo>
                  <a:pt x="182914" y="0"/>
                </a:lnTo>
                <a:lnTo>
                  <a:pt x="183113" y="0"/>
                </a:lnTo>
                <a:lnTo>
                  <a:pt x="185205" y="0"/>
                </a:lnTo>
                <a:lnTo>
                  <a:pt x="187446" y="0"/>
                </a:lnTo>
                <a:lnTo>
                  <a:pt x="187994" y="0"/>
                </a:lnTo>
                <a:lnTo>
                  <a:pt x="187745" y="0"/>
                </a:lnTo>
                <a:lnTo>
                  <a:pt x="186201" y="0"/>
                </a:lnTo>
                <a:lnTo>
                  <a:pt x="180524" y="0"/>
                </a:lnTo>
                <a:lnTo>
                  <a:pt x="175992" y="0"/>
                </a:lnTo>
                <a:lnTo>
                  <a:pt x="178382" y="0"/>
                </a:lnTo>
                <a:lnTo>
                  <a:pt x="182864" y="0"/>
                </a:lnTo>
                <a:lnTo>
                  <a:pt x="185803" y="0"/>
                </a:lnTo>
                <a:lnTo>
                  <a:pt x="188890" y="0"/>
                </a:lnTo>
                <a:lnTo>
                  <a:pt x="195513" y="0"/>
                </a:lnTo>
                <a:lnTo>
                  <a:pt x="201191" y="0"/>
                </a:lnTo>
                <a:lnTo>
                  <a:pt x="208212" y="0"/>
                </a:lnTo>
                <a:lnTo>
                  <a:pt x="208661" y="0"/>
                </a:lnTo>
                <a:lnTo>
                  <a:pt x="214836" y="0"/>
                </a:lnTo>
                <a:lnTo>
                  <a:pt x="217625" y="0"/>
                </a:lnTo>
                <a:lnTo>
                  <a:pt x="219168" y="0"/>
                </a:lnTo>
                <a:lnTo>
                  <a:pt x="221359" y="0"/>
                </a:lnTo>
                <a:lnTo>
                  <a:pt x="224148" y="0"/>
                </a:lnTo>
                <a:lnTo>
                  <a:pt x="227734" y="0"/>
                </a:lnTo>
                <a:lnTo>
                  <a:pt x="232116" y="0"/>
                </a:lnTo>
                <a:lnTo>
                  <a:pt x="235403" y="0"/>
                </a:lnTo>
                <a:lnTo>
                  <a:pt x="237744" y="0"/>
                </a:lnTo>
                <a:lnTo>
                  <a:pt x="241927" y="0"/>
                </a:lnTo>
                <a:lnTo>
                  <a:pt x="247903" y="0"/>
                </a:lnTo>
                <a:lnTo>
                  <a:pt x="253231" y="0"/>
                </a:lnTo>
                <a:lnTo>
                  <a:pt x="257912" y="0"/>
                </a:lnTo>
                <a:lnTo>
                  <a:pt x="260153" y="0"/>
                </a:lnTo>
                <a:lnTo>
                  <a:pt x="260054" y="0"/>
                </a:lnTo>
                <a:lnTo>
                  <a:pt x="261100" y="0"/>
                </a:lnTo>
                <a:lnTo>
                  <a:pt x="263291" y="0"/>
                </a:lnTo>
                <a:lnTo>
                  <a:pt x="264237" y="0"/>
                </a:lnTo>
                <a:lnTo>
                  <a:pt x="263988" y="0"/>
                </a:lnTo>
                <a:lnTo>
                  <a:pt x="266129" y="0"/>
                </a:lnTo>
                <a:lnTo>
                  <a:pt x="270562" y="0"/>
                </a:lnTo>
                <a:lnTo>
                  <a:pt x="275143" y="0"/>
                </a:lnTo>
                <a:lnTo>
                  <a:pt x="279725" y="0"/>
                </a:lnTo>
                <a:lnTo>
                  <a:pt x="282713" y="0"/>
                </a:lnTo>
                <a:lnTo>
                  <a:pt x="284705" y="0"/>
                </a:lnTo>
                <a:lnTo>
                  <a:pt x="287593" y="0"/>
                </a:lnTo>
                <a:lnTo>
                  <a:pt x="290133" y="0"/>
                </a:lnTo>
                <a:lnTo>
                  <a:pt x="293270" y="0"/>
                </a:lnTo>
                <a:lnTo>
                  <a:pt x="294117" y="0"/>
                </a:lnTo>
                <a:lnTo>
                  <a:pt x="292573" y="0"/>
                </a:lnTo>
                <a:lnTo>
                  <a:pt x="292722" y="0"/>
                </a:lnTo>
                <a:lnTo>
                  <a:pt x="294515" y="0"/>
                </a:lnTo>
                <a:lnTo>
                  <a:pt x="298449" y="0"/>
                </a:lnTo>
                <a:lnTo>
                  <a:pt x="304475" y="0"/>
                </a:lnTo>
                <a:lnTo>
                  <a:pt x="311547" y="0"/>
                </a:lnTo>
                <a:lnTo>
                  <a:pt x="319614" y="0"/>
                </a:lnTo>
                <a:lnTo>
                  <a:pt x="324943" y="0"/>
                </a:lnTo>
                <a:lnTo>
                  <a:pt x="327483" y="0"/>
                </a:lnTo>
                <a:lnTo>
                  <a:pt x="332413" y="0"/>
                </a:lnTo>
                <a:lnTo>
                  <a:pt x="339733" y="0"/>
                </a:lnTo>
                <a:lnTo>
                  <a:pt x="346058" y="0"/>
                </a:lnTo>
                <a:lnTo>
                  <a:pt x="351287" y="0"/>
                </a:lnTo>
                <a:lnTo>
                  <a:pt x="356814" y="0"/>
                </a:lnTo>
                <a:lnTo>
                  <a:pt x="362641" y="0"/>
                </a:lnTo>
                <a:lnTo>
                  <a:pt x="366824" y="0"/>
                </a:lnTo>
                <a:lnTo>
                  <a:pt x="370609" y="0"/>
                </a:lnTo>
                <a:lnTo>
                  <a:pt x="367770" y="0"/>
                </a:lnTo>
                <a:lnTo>
                  <a:pt x="367023" y="0"/>
                </a:lnTo>
                <a:lnTo>
                  <a:pt x="367372" y="0"/>
                </a:lnTo>
                <a:lnTo>
                  <a:pt x="370758" y="0"/>
                </a:lnTo>
                <a:lnTo>
                  <a:pt x="377282" y="0"/>
                </a:lnTo>
                <a:lnTo>
                  <a:pt x="381067" y="0"/>
                </a:lnTo>
                <a:lnTo>
                  <a:pt x="382113" y="0"/>
                </a:lnTo>
                <a:lnTo>
                  <a:pt x="387192" y="0"/>
                </a:lnTo>
                <a:lnTo>
                  <a:pt x="396256" y="0"/>
                </a:lnTo>
                <a:lnTo>
                  <a:pt x="399991" y="0"/>
                </a:lnTo>
                <a:lnTo>
                  <a:pt x="398497" y="0"/>
                </a:lnTo>
                <a:lnTo>
                  <a:pt x="398347" y="0"/>
                </a:lnTo>
                <a:lnTo>
                  <a:pt x="399642" y="0"/>
                </a:lnTo>
                <a:lnTo>
                  <a:pt x="402780" y="0"/>
                </a:lnTo>
                <a:lnTo>
                  <a:pt x="407760" y="0"/>
                </a:lnTo>
                <a:lnTo>
                  <a:pt x="410747" y="0"/>
                </a:lnTo>
                <a:lnTo>
                  <a:pt x="411694" y="0"/>
                </a:lnTo>
                <a:lnTo>
                  <a:pt x="411594" y="0"/>
                </a:lnTo>
                <a:lnTo>
                  <a:pt x="410449" y="0"/>
                </a:lnTo>
                <a:lnTo>
                  <a:pt x="408357" y="0"/>
                </a:lnTo>
                <a:lnTo>
                  <a:pt x="405319" y="0"/>
                </a:lnTo>
                <a:lnTo>
                  <a:pt x="404971" y="0"/>
                </a:lnTo>
                <a:lnTo>
                  <a:pt x="404174" y="0"/>
                </a:lnTo>
                <a:lnTo>
                  <a:pt x="406315" y="0"/>
                </a:lnTo>
                <a:lnTo>
                  <a:pt x="407013" y="0"/>
                </a:lnTo>
                <a:lnTo>
                  <a:pt x="405817" y="0"/>
                </a:lnTo>
                <a:lnTo>
                  <a:pt x="404672" y="0"/>
                </a:lnTo>
                <a:lnTo>
                  <a:pt x="404523" y="0"/>
                </a:lnTo>
                <a:lnTo>
                  <a:pt x="403477" y="0"/>
                </a:lnTo>
                <a:lnTo>
                  <a:pt x="400837" y="0"/>
                </a:lnTo>
                <a:lnTo>
                  <a:pt x="396804" y="0"/>
                </a:lnTo>
                <a:lnTo>
                  <a:pt x="391923" y="0"/>
                </a:lnTo>
                <a:lnTo>
                  <a:pt x="388885" y="0"/>
                </a:lnTo>
                <a:lnTo>
                  <a:pt x="388188" y="0"/>
                </a:lnTo>
                <a:lnTo>
                  <a:pt x="386047" y="0"/>
                </a:lnTo>
                <a:lnTo>
                  <a:pt x="383457" y="0"/>
                </a:lnTo>
                <a:lnTo>
                  <a:pt x="381465" y="0"/>
                </a:lnTo>
                <a:lnTo>
                  <a:pt x="379922" y="0"/>
                </a:lnTo>
                <a:lnTo>
                  <a:pt x="378876" y="0"/>
                </a:lnTo>
                <a:lnTo>
                  <a:pt x="378278" y="0"/>
                </a:lnTo>
                <a:lnTo>
                  <a:pt x="373746" y="0"/>
                </a:lnTo>
                <a:lnTo>
                  <a:pt x="368766" y="0"/>
                </a:lnTo>
                <a:lnTo>
                  <a:pt x="358657" y="0"/>
                </a:lnTo>
                <a:lnTo>
                  <a:pt x="350490" y="0"/>
                </a:lnTo>
                <a:lnTo>
                  <a:pt x="341327" y="0"/>
                </a:lnTo>
                <a:lnTo>
                  <a:pt x="332662" y="0"/>
                </a:lnTo>
                <a:lnTo>
                  <a:pt x="329076" y="0"/>
                </a:lnTo>
                <a:lnTo>
                  <a:pt x="324943" y="0"/>
                </a:lnTo>
                <a:lnTo>
                  <a:pt x="320909" y="0"/>
                </a:lnTo>
                <a:lnTo>
                  <a:pt x="317124" y="0"/>
                </a:lnTo>
                <a:lnTo>
                  <a:pt x="310053" y="0"/>
                </a:lnTo>
                <a:lnTo>
                  <a:pt x="307363" y="0"/>
                </a:lnTo>
                <a:lnTo>
                  <a:pt x="301686" y="0"/>
                </a:lnTo>
                <a:lnTo>
                  <a:pt x="295760" y="0"/>
                </a:lnTo>
                <a:lnTo>
                  <a:pt x="290083" y="0"/>
                </a:lnTo>
                <a:lnTo>
                  <a:pt x="281717" y="0"/>
                </a:lnTo>
                <a:lnTo>
                  <a:pt x="275641" y="0"/>
                </a:lnTo>
                <a:lnTo>
                  <a:pt x="273848" y="0"/>
                </a:lnTo>
                <a:lnTo>
                  <a:pt x="270860" y="0"/>
                </a:lnTo>
                <a:lnTo>
                  <a:pt x="266677" y="0"/>
                </a:lnTo>
                <a:lnTo>
                  <a:pt x="261249" y="0"/>
                </a:lnTo>
                <a:lnTo>
                  <a:pt x="257514" y="0"/>
                </a:lnTo>
                <a:lnTo>
                  <a:pt x="258560" y="0"/>
                </a:lnTo>
                <a:lnTo>
                  <a:pt x="257614" y="0"/>
                </a:lnTo>
                <a:lnTo>
                  <a:pt x="251737" y="0"/>
                </a:lnTo>
                <a:lnTo>
                  <a:pt x="247106" y="0"/>
                </a:lnTo>
                <a:lnTo>
                  <a:pt x="246309" y="0"/>
                </a:lnTo>
                <a:lnTo>
                  <a:pt x="246857" y="0"/>
                </a:lnTo>
                <a:lnTo>
                  <a:pt x="248450" y="0"/>
                </a:lnTo>
                <a:lnTo>
                  <a:pt x="251438" y="0"/>
                </a:lnTo>
                <a:lnTo>
                  <a:pt x="253381" y="0"/>
                </a:lnTo>
                <a:lnTo>
                  <a:pt x="254825" y="0"/>
                </a:lnTo>
                <a:lnTo>
                  <a:pt x="255273" y="0"/>
                </a:lnTo>
                <a:lnTo>
                  <a:pt x="261747" y="0"/>
                </a:lnTo>
                <a:lnTo>
                  <a:pt x="265382" y="0"/>
                </a:lnTo>
                <a:lnTo>
                  <a:pt x="268022" y="0"/>
                </a:lnTo>
                <a:lnTo>
                  <a:pt x="267076" y="0"/>
                </a:lnTo>
                <a:lnTo>
                  <a:pt x="265532" y="0"/>
                </a:lnTo>
                <a:lnTo>
                  <a:pt x="267076" y="0"/>
                </a:lnTo>
                <a:lnTo>
                  <a:pt x="276089" y="0"/>
                </a:lnTo>
                <a:lnTo>
                  <a:pt x="276886" y="0"/>
                </a:lnTo>
                <a:lnTo>
                  <a:pt x="275790" y="0"/>
                </a:lnTo>
                <a:lnTo>
                  <a:pt x="274396" y="0"/>
                </a:lnTo>
                <a:lnTo>
                  <a:pt x="269815" y="0"/>
                </a:lnTo>
                <a:lnTo>
                  <a:pt x="268370" y="0"/>
                </a:lnTo>
                <a:lnTo>
                  <a:pt x="262992" y="0"/>
                </a:lnTo>
                <a:lnTo>
                  <a:pt x="259954" y="0"/>
                </a:lnTo>
                <a:lnTo>
                  <a:pt x="259008" y="0"/>
                </a:lnTo>
                <a:lnTo>
                  <a:pt x="257265" y="0"/>
                </a:lnTo>
                <a:lnTo>
                  <a:pt x="251986" y="0"/>
                </a:lnTo>
                <a:lnTo>
                  <a:pt x="247455" y="0"/>
                </a:lnTo>
                <a:lnTo>
                  <a:pt x="243271" y="0"/>
                </a:lnTo>
                <a:lnTo>
                  <a:pt x="242724" y="0"/>
                </a:lnTo>
                <a:lnTo>
                  <a:pt x="241827" y="0"/>
                </a:lnTo>
                <a:lnTo>
                  <a:pt x="237046" y="0"/>
                </a:lnTo>
                <a:lnTo>
                  <a:pt x="232066" y="0"/>
                </a:lnTo>
                <a:lnTo>
                  <a:pt x="227634" y="0"/>
                </a:lnTo>
                <a:lnTo>
                  <a:pt x="224845" y="0"/>
                </a:lnTo>
                <a:lnTo>
                  <a:pt x="222206" y="0"/>
                </a:lnTo>
                <a:lnTo>
                  <a:pt x="216629" y="0"/>
                </a:lnTo>
                <a:lnTo>
                  <a:pt x="202734" y="0"/>
                </a:lnTo>
                <a:lnTo>
                  <a:pt x="185056" y="0"/>
                </a:lnTo>
                <a:lnTo>
                  <a:pt x="178283" y="0"/>
                </a:lnTo>
                <a:lnTo>
                  <a:pt x="175494" y="0"/>
                </a:lnTo>
                <a:lnTo>
                  <a:pt x="173751" y="0"/>
                </a:lnTo>
                <a:lnTo>
                  <a:pt x="175394" y="0"/>
                </a:lnTo>
                <a:lnTo>
                  <a:pt x="175793" y="0"/>
                </a:lnTo>
                <a:lnTo>
                  <a:pt x="177884" y="0"/>
                </a:lnTo>
                <a:lnTo>
                  <a:pt x="176888" y="0"/>
                </a:lnTo>
                <a:lnTo>
                  <a:pt x="177934" y="0"/>
                </a:lnTo>
                <a:lnTo>
                  <a:pt x="178731" y="0"/>
                </a:lnTo>
                <a:lnTo>
                  <a:pt x="175942" y="0"/>
                </a:lnTo>
                <a:lnTo>
                  <a:pt x="163443" y="0"/>
                </a:lnTo>
                <a:lnTo>
                  <a:pt x="160803" y="0"/>
                </a:lnTo>
                <a:lnTo>
                  <a:pt x="157467" y="0"/>
                </a:lnTo>
                <a:lnTo>
                  <a:pt x="142527" y="0"/>
                </a:lnTo>
                <a:lnTo>
                  <a:pt x="136850" y="0"/>
                </a:lnTo>
                <a:lnTo>
                  <a:pt x="131621" y="0"/>
                </a:lnTo>
                <a:lnTo>
                  <a:pt x="130326" y="0"/>
                </a:lnTo>
                <a:lnTo>
                  <a:pt x="133314" y="0"/>
                </a:lnTo>
                <a:lnTo>
                  <a:pt x="135256" y="0"/>
                </a:lnTo>
                <a:lnTo>
                  <a:pt x="129878" y="0"/>
                </a:lnTo>
                <a:lnTo>
                  <a:pt x="128981" y="0"/>
                </a:lnTo>
                <a:lnTo>
                  <a:pt x="131073" y="0"/>
                </a:lnTo>
                <a:lnTo>
                  <a:pt x="130226" y="0"/>
                </a:lnTo>
                <a:lnTo>
                  <a:pt x="127288" y="0"/>
                </a:lnTo>
                <a:lnTo>
                  <a:pt x="122657" y="0"/>
                </a:lnTo>
                <a:lnTo>
                  <a:pt x="120764" y="0"/>
                </a:lnTo>
                <a:lnTo>
                  <a:pt x="117079" y="0"/>
                </a:lnTo>
                <a:lnTo>
                  <a:pt x="112199" y="0"/>
                </a:lnTo>
                <a:lnTo>
                  <a:pt x="108912" y="0"/>
                </a:lnTo>
                <a:lnTo>
                  <a:pt x="106571" y="0"/>
                </a:lnTo>
                <a:lnTo>
                  <a:pt x="105227" y="0"/>
                </a:lnTo>
                <a:lnTo>
                  <a:pt x="95167" y="0"/>
                </a:lnTo>
                <a:lnTo>
                  <a:pt x="92777" y="0"/>
                </a:lnTo>
                <a:lnTo>
                  <a:pt x="89191" y="0"/>
                </a:lnTo>
                <a:lnTo>
                  <a:pt x="90436" y="0"/>
                </a:lnTo>
                <a:lnTo>
                  <a:pt x="90685" y="0"/>
                </a:lnTo>
                <a:lnTo>
                  <a:pt x="89390" y="0"/>
                </a:lnTo>
                <a:lnTo>
                  <a:pt x="88992" y="0"/>
                </a:lnTo>
                <a:lnTo>
                  <a:pt x="90486" y="0"/>
                </a:lnTo>
                <a:lnTo>
                  <a:pt x="95317" y="0"/>
                </a:lnTo>
                <a:lnTo>
                  <a:pt x="94171" y="0"/>
                </a:lnTo>
                <a:lnTo>
                  <a:pt x="93623" y="0"/>
                </a:lnTo>
                <a:lnTo>
                  <a:pt x="97657" y="0"/>
                </a:lnTo>
                <a:lnTo>
                  <a:pt x="100595" y="0"/>
                </a:lnTo>
                <a:lnTo>
                  <a:pt x="117029" y="0"/>
                </a:lnTo>
                <a:lnTo>
                  <a:pt x="122607" y="0"/>
                </a:lnTo>
                <a:lnTo>
                  <a:pt x="124698" y="0"/>
                </a:lnTo>
                <a:lnTo>
                  <a:pt x="126043" y="0"/>
                </a:lnTo>
                <a:lnTo>
                  <a:pt x="128832" y="0"/>
                </a:lnTo>
                <a:lnTo>
                  <a:pt x="130276" y="0"/>
                </a:lnTo>
                <a:lnTo>
                  <a:pt x="133563" y="0"/>
                </a:lnTo>
                <a:lnTo>
                  <a:pt x="137198" y="0"/>
                </a:lnTo>
                <a:lnTo>
                  <a:pt x="138443" y="0"/>
                </a:lnTo>
                <a:lnTo>
                  <a:pt x="138692" y="0"/>
                </a:lnTo>
                <a:lnTo>
                  <a:pt x="138891" y="0"/>
                </a:lnTo>
                <a:lnTo>
                  <a:pt x="142178" y="0"/>
                </a:lnTo>
                <a:lnTo>
                  <a:pt x="144668" y="0"/>
                </a:lnTo>
                <a:lnTo>
                  <a:pt x="153383" y="0"/>
                </a:lnTo>
                <a:lnTo>
                  <a:pt x="155873" y="0"/>
                </a:lnTo>
                <a:lnTo>
                  <a:pt x="157915" y="0"/>
                </a:lnTo>
                <a:lnTo>
                  <a:pt x="152636" y="0"/>
                </a:lnTo>
                <a:lnTo>
                  <a:pt x="151242" y="0"/>
                </a:lnTo>
                <a:lnTo>
                  <a:pt x="149698" y="0"/>
                </a:lnTo>
                <a:lnTo>
                  <a:pt x="147855" y="0"/>
                </a:lnTo>
                <a:lnTo>
                  <a:pt x="144917" y="0"/>
                </a:lnTo>
                <a:lnTo>
                  <a:pt x="144718" y="0"/>
                </a:lnTo>
                <a:lnTo>
                  <a:pt x="146909" y="0"/>
                </a:lnTo>
                <a:lnTo>
                  <a:pt x="146560" y="0"/>
                </a:lnTo>
                <a:lnTo>
                  <a:pt x="143572" y="0"/>
                </a:lnTo>
                <a:lnTo>
                  <a:pt x="138642" y="0"/>
                </a:lnTo>
                <a:lnTo>
                  <a:pt x="138792" y="0"/>
                </a:lnTo>
                <a:lnTo>
                  <a:pt x="140983" y="0"/>
                </a:lnTo>
                <a:lnTo>
                  <a:pt x="149250" y="0"/>
                </a:lnTo>
                <a:lnTo>
                  <a:pt x="151889" y="0"/>
                </a:lnTo>
                <a:lnTo>
                  <a:pt x="155176" y="0"/>
                </a:lnTo>
                <a:lnTo>
                  <a:pt x="159957" y="0"/>
                </a:lnTo>
                <a:lnTo>
                  <a:pt x="165733" y="0"/>
                </a:lnTo>
                <a:lnTo>
                  <a:pt x="170265" y="0"/>
                </a:lnTo>
                <a:lnTo>
                  <a:pt x="181470" y="0"/>
                </a:lnTo>
                <a:lnTo>
                  <a:pt x="188243" y="0"/>
                </a:lnTo>
                <a:lnTo>
                  <a:pt x="195613" y="0"/>
                </a:lnTo>
                <a:lnTo>
                  <a:pt x="200543" y="0"/>
                </a:lnTo>
                <a:lnTo>
                  <a:pt x="205374" y="0"/>
                </a:lnTo>
                <a:lnTo>
                  <a:pt x="211151" y="0"/>
                </a:lnTo>
                <a:lnTo>
                  <a:pt x="220364" y="1245"/>
                </a:lnTo>
                <a:lnTo>
                  <a:pt x="235403" y="12853"/>
                </a:lnTo>
                <a:lnTo>
                  <a:pt x="233760" y="15692"/>
                </a:lnTo>
                <a:lnTo>
                  <a:pt x="233112" y="20076"/>
                </a:lnTo>
                <a:lnTo>
                  <a:pt x="227186" y="25955"/>
                </a:lnTo>
                <a:lnTo>
                  <a:pt x="226240" y="29342"/>
                </a:lnTo>
                <a:lnTo>
                  <a:pt x="224098" y="33626"/>
                </a:lnTo>
                <a:lnTo>
                  <a:pt x="219965" y="35918"/>
                </a:lnTo>
                <a:lnTo>
                  <a:pt x="216429" y="36316"/>
                </a:lnTo>
                <a:lnTo>
                  <a:pt x="214338" y="35918"/>
                </a:lnTo>
                <a:lnTo>
                  <a:pt x="212943" y="35071"/>
                </a:lnTo>
                <a:lnTo>
                  <a:pt x="210503" y="31036"/>
                </a:lnTo>
                <a:lnTo>
                  <a:pt x="209308" y="29790"/>
                </a:lnTo>
                <a:lnTo>
                  <a:pt x="208262" y="29491"/>
                </a:lnTo>
                <a:lnTo>
                  <a:pt x="200693" y="32281"/>
                </a:lnTo>
                <a:lnTo>
                  <a:pt x="193372" y="35420"/>
                </a:lnTo>
                <a:lnTo>
                  <a:pt x="192028" y="38160"/>
                </a:lnTo>
                <a:lnTo>
                  <a:pt x="190085" y="41398"/>
                </a:lnTo>
                <a:lnTo>
                  <a:pt x="187944" y="42693"/>
                </a:lnTo>
                <a:lnTo>
                  <a:pt x="186251" y="42992"/>
                </a:lnTo>
                <a:lnTo>
                  <a:pt x="184657" y="41099"/>
                </a:lnTo>
                <a:lnTo>
                  <a:pt x="181819" y="38608"/>
                </a:lnTo>
                <a:lnTo>
                  <a:pt x="179677" y="36316"/>
                </a:lnTo>
                <a:lnTo>
                  <a:pt x="180225" y="32580"/>
                </a:lnTo>
                <a:lnTo>
                  <a:pt x="184358" y="27100"/>
                </a:lnTo>
                <a:lnTo>
                  <a:pt x="184906" y="23215"/>
                </a:lnTo>
                <a:lnTo>
                  <a:pt x="184358" y="16639"/>
                </a:lnTo>
                <a:lnTo>
                  <a:pt x="183263" y="12803"/>
                </a:lnTo>
                <a:lnTo>
                  <a:pt x="182018" y="12703"/>
                </a:lnTo>
                <a:lnTo>
                  <a:pt x="180026" y="12056"/>
                </a:lnTo>
                <a:lnTo>
                  <a:pt x="174299" y="12703"/>
                </a:lnTo>
                <a:lnTo>
                  <a:pt x="171460" y="8369"/>
                </a:lnTo>
                <a:lnTo>
                  <a:pt x="170315" y="3686"/>
                </a:lnTo>
                <a:lnTo>
                  <a:pt x="168323" y="1993"/>
                </a:lnTo>
                <a:lnTo>
                  <a:pt x="166431" y="947"/>
                </a:lnTo>
                <a:lnTo>
                  <a:pt x="162098" y="2590"/>
                </a:lnTo>
                <a:lnTo>
                  <a:pt x="158861" y="1594"/>
                </a:lnTo>
                <a:lnTo>
                  <a:pt x="147955" y="0"/>
                </a:lnTo>
                <a:lnTo>
                  <a:pt x="143772" y="0"/>
                </a:lnTo>
                <a:lnTo>
                  <a:pt x="141580" y="0"/>
                </a:lnTo>
                <a:lnTo>
                  <a:pt x="139589" y="0"/>
                </a:lnTo>
                <a:lnTo>
                  <a:pt x="138792" y="0"/>
                </a:lnTo>
                <a:lnTo>
                  <a:pt x="137646" y="548"/>
                </a:lnTo>
                <a:lnTo>
                  <a:pt x="136700" y="2889"/>
                </a:lnTo>
                <a:lnTo>
                  <a:pt x="124250" y="0"/>
                </a:lnTo>
                <a:lnTo>
                  <a:pt x="115635" y="0"/>
                </a:lnTo>
                <a:lnTo>
                  <a:pt x="116830" y="0"/>
                </a:lnTo>
                <a:lnTo>
                  <a:pt x="114240" y="0"/>
                </a:lnTo>
                <a:lnTo>
                  <a:pt x="110954" y="0"/>
                </a:lnTo>
                <a:lnTo>
                  <a:pt x="108514" y="0"/>
                </a:lnTo>
                <a:lnTo>
                  <a:pt x="110705" y="0"/>
                </a:lnTo>
                <a:lnTo>
                  <a:pt x="107318" y="0"/>
                </a:lnTo>
                <a:lnTo>
                  <a:pt x="102637" y="0"/>
                </a:lnTo>
                <a:lnTo>
                  <a:pt x="98852" y="0"/>
                </a:lnTo>
                <a:lnTo>
                  <a:pt x="95914" y="0"/>
                </a:lnTo>
                <a:lnTo>
                  <a:pt x="94121" y="0"/>
                </a:lnTo>
                <a:lnTo>
                  <a:pt x="90088" y="0"/>
                </a:lnTo>
                <a:lnTo>
                  <a:pt x="84859" y="0"/>
                </a:lnTo>
                <a:lnTo>
                  <a:pt x="83116" y="0"/>
                </a:lnTo>
                <a:lnTo>
                  <a:pt x="83514" y="0"/>
                </a:lnTo>
                <a:lnTo>
                  <a:pt x="79680" y="0"/>
                </a:lnTo>
                <a:lnTo>
                  <a:pt x="74600" y="0"/>
                </a:lnTo>
                <a:lnTo>
                  <a:pt x="70467" y="0"/>
                </a:lnTo>
                <a:lnTo>
                  <a:pt x="66234" y="0"/>
                </a:lnTo>
                <a:lnTo>
                  <a:pt x="62847" y="0"/>
                </a:lnTo>
                <a:lnTo>
                  <a:pt x="60009" y="0"/>
                </a:lnTo>
                <a:lnTo>
                  <a:pt x="56075" y="0"/>
                </a:lnTo>
                <a:lnTo>
                  <a:pt x="54780" y="0"/>
                </a:lnTo>
                <a:lnTo>
                  <a:pt x="52140" y="0"/>
                </a:lnTo>
                <a:lnTo>
                  <a:pt x="49152" y="0"/>
                </a:lnTo>
                <a:lnTo>
                  <a:pt x="46364" y="0"/>
                </a:lnTo>
                <a:lnTo>
                  <a:pt x="43027" y="0"/>
                </a:lnTo>
                <a:lnTo>
                  <a:pt x="42479" y="0"/>
                </a:lnTo>
                <a:lnTo>
                  <a:pt x="43226" y="0"/>
                </a:lnTo>
                <a:lnTo>
                  <a:pt x="47409" y="0"/>
                </a:lnTo>
                <a:lnTo>
                  <a:pt x="49650" y="0"/>
                </a:lnTo>
                <a:lnTo>
                  <a:pt x="53236" y="0"/>
                </a:lnTo>
                <a:lnTo>
                  <a:pt x="55726" y="0"/>
                </a:lnTo>
                <a:lnTo>
                  <a:pt x="59162" y="0"/>
                </a:lnTo>
                <a:lnTo>
                  <a:pt x="66184" y="0"/>
                </a:lnTo>
                <a:lnTo>
                  <a:pt x="66931" y="0"/>
                </a:lnTo>
                <a:lnTo>
                  <a:pt x="68375" y="0"/>
                </a:lnTo>
                <a:lnTo>
                  <a:pt x="69421" y="0"/>
                </a:lnTo>
                <a:lnTo>
                  <a:pt x="69769" y="0"/>
                </a:lnTo>
                <a:lnTo>
                  <a:pt x="68873" y="0"/>
                </a:lnTo>
                <a:lnTo>
                  <a:pt x="70367" y="0"/>
                </a:lnTo>
                <a:lnTo>
                  <a:pt x="75347" y="0"/>
                </a:lnTo>
                <a:lnTo>
                  <a:pt x="82219" y="0"/>
                </a:lnTo>
                <a:lnTo>
                  <a:pt x="90436" y="0"/>
                </a:lnTo>
                <a:lnTo>
                  <a:pt x="98852" y="0"/>
                </a:lnTo>
                <a:lnTo>
                  <a:pt x="103036" y="0"/>
                </a:lnTo>
                <a:lnTo>
                  <a:pt x="104779" y="0"/>
                </a:lnTo>
                <a:lnTo>
                  <a:pt x="106621" y="0"/>
                </a:lnTo>
                <a:lnTo>
                  <a:pt x="109510" y="0"/>
                </a:lnTo>
                <a:lnTo>
                  <a:pt x="111452" y="0"/>
                </a:lnTo>
                <a:lnTo>
                  <a:pt x="111601" y="0"/>
                </a:lnTo>
                <a:lnTo>
                  <a:pt x="107020" y="0"/>
                </a:lnTo>
                <a:lnTo>
                  <a:pt x="104032" y="0"/>
                </a:lnTo>
                <a:lnTo>
                  <a:pt x="102488" y="0"/>
                </a:lnTo>
                <a:lnTo>
                  <a:pt x="101691" y="0"/>
                </a:lnTo>
                <a:lnTo>
                  <a:pt x="100595" y="0"/>
                </a:lnTo>
                <a:lnTo>
                  <a:pt x="101143" y="0"/>
                </a:lnTo>
                <a:lnTo>
                  <a:pt x="99500" y="0"/>
                </a:lnTo>
                <a:lnTo>
                  <a:pt x="95765" y="0"/>
                </a:lnTo>
                <a:lnTo>
                  <a:pt x="91930" y="0"/>
                </a:lnTo>
                <a:lnTo>
                  <a:pt x="89639" y="0"/>
                </a:lnTo>
                <a:lnTo>
                  <a:pt x="87149" y="0"/>
                </a:lnTo>
                <a:lnTo>
                  <a:pt x="86303" y="0"/>
                </a:lnTo>
                <a:lnTo>
                  <a:pt x="87797" y="0"/>
                </a:lnTo>
                <a:lnTo>
                  <a:pt x="89739" y="0"/>
                </a:lnTo>
                <a:lnTo>
                  <a:pt x="89540" y="0"/>
                </a:lnTo>
                <a:lnTo>
                  <a:pt x="88743" y="0"/>
                </a:lnTo>
                <a:lnTo>
                  <a:pt x="87797" y="0"/>
                </a:lnTo>
                <a:lnTo>
                  <a:pt x="85257" y="0"/>
                </a:lnTo>
                <a:lnTo>
                  <a:pt x="81721" y="0"/>
                </a:lnTo>
                <a:lnTo>
                  <a:pt x="77688" y="0"/>
                </a:lnTo>
                <a:lnTo>
                  <a:pt x="67080" y="0"/>
                </a:lnTo>
                <a:lnTo>
                  <a:pt x="59560" y="0"/>
                </a:lnTo>
                <a:lnTo>
                  <a:pt x="55826" y="0"/>
                </a:lnTo>
                <a:lnTo>
                  <a:pt x="51095" y="0"/>
                </a:lnTo>
                <a:lnTo>
                  <a:pt x="47708" y="0"/>
                </a:lnTo>
                <a:lnTo>
                  <a:pt x="43425" y="0"/>
                </a:lnTo>
                <a:lnTo>
                  <a:pt x="41234" y="0"/>
                </a:lnTo>
                <a:lnTo>
                  <a:pt x="40039" y="0"/>
                </a:lnTo>
                <a:lnTo>
                  <a:pt x="40686" y="0"/>
                </a:lnTo>
                <a:lnTo>
                  <a:pt x="42728" y="0"/>
                </a:lnTo>
                <a:lnTo>
                  <a:pt x="45417" y="0"/>
                </a:lnTo>
                <a:lnTo>
                  <a:pt x="47559" y="0"/>
                </a:lnTo>
                <a:lnTo>
                  <a:pt x="53684" y="0"/>
                </a:lnTo>
                <a:lnTo>
                  <a:pt x="57917" y="0"/>
                </a:lnTo>
                <a:lnTo>
                  <a:pt x="58913" y="0"/>
                </a:lnTo>
                <a:lnTo>
                  <a:pt x="59311" y="0"/>
                </a:lnTo>
                <a:lnTo>
                  <a:pt x="58764" y="0"/>
                </a:lnTo>
                <a:lnTo>
                  <a:pt x="58963" y="0"/>
                </a:lnTo>
                <a:lnTo>
                  <a:pt x="59760" y="0"/>
                </a:lnTo>
                <a:lnTo>
                  <a:pt x="60656" y="0"/>
                </a:lnTo>
                <a:lnTo>
                  <a:pt x="71911" y="0"/>
                </a:lnTo>
                <a:lnTo>
                  <a:pt x="74301" y="0"/>
                </a:lnTo>
                <a:lnTo>
                  <a:pt x="75397" y="0"/>
                </a:lnTo>
                <a:lnTo>
                  <a:pt x="74451" y="0"/>
                </a:lnTo>
                <a:lnTo>
                  <a:pt x="72757" y="0"/>
                </a:lnTo>
                <a:lnTo>
                  <a:pt x="65487" y="0"/>
                </a:lnTo>
                <a:lnTo>
                  <a:pt x="64092" y="0"/>
                </a:lnTo>
                <a:lnTo>
                  <a:pt x="60756" y="0"/>
                </a:lnTo>
                <a:lnTo>
                  <a:pt x="59311" y="0"/>
                </a:lnTo>
                <a:lnTo>
                  <a:pt x="57220" y="0"/>
                </a:lnTo>
                <a:lnTo>
                  <a:pt x="54979" y="0"/>
                </a:lnTo>
                <a:lnTo>
                  <a:pt x="54630" y="0"/>
                </a:lnTo>
                <a:lnTo>
                  <a:pt x="53037" y="0"/>
                </a:lnTo>
                <a:lnTo>
                  <a:pt x="43973" y="0"/>
                </a:lnTo>
                <a:lnTo>
                  <a:pt x="39890" y="0"/>
                </a:lnTo>
                <a:lnTo>
                  <a:pt x="34312" y="0"/>
                </a:lnTo>
                <a:lnTo>
                  <a:pt x="27639" y="0"/>
                </a:lnTo>
                <a:lnTo>
                  <a:pt x="20866" y="0"/>
                </a:lnTo>
                <a:lnTo>
                  <a:pt x="17679" y="0"/>
                </a:lnTo>
                <a:lnTo>
                  <a:pt x="16534" y="0"/>
                </a:lnTo>
                <a:lnTo>
                  <a:pt x="16185" y="0"/>
                </a:lnTo>
                <a:lnTo>
                  <a:pt x="18227" y="0"/>
                </a:lnTo>
                <a:lnTo>
                  <a:pt x="17231" y="0"/>
                </a:lnTo>
                <a:lnTo>
                  <a:pt x="13844" y="0"/>
                </a:lnTo>
                <a:lnTo>
                  <a:pt x="12350" y="0"/>
                </a:lnTo>
                <a:lnTo>
                  <a:pt x="12848" y="0"/>
                </a:lnTo>
                <a:lnTo>
                  <a:pt x="11205" y="0"/>
                </a:lnTo>
                <a:lnTo>
                  <a:pt x="7470" y="0"/>
                </a:lnTo>
                <a:lnTo>
                  <a:pt x="3835" y="0"/>
                </a:lnTo>
                <a:lnTo>
                  <a:pt x="349" y="0"/>
                </a:lnTo>
                <a:lnTo>
                  <a:pt x="0" y="0"/>
                </a:lnTo>
                <a:lnTo>
                  <a:pt x="1146" y="0"/>
                </a:lnTo>
                <a:lnTo>
                  <a:pt x="5528" y="0"/>
                </a:lnTo>
                <a:lnTo>
                  <a:pt x="7022" y="0"/>
                </a:lnTo>
                <a:lnTo>
                  <a:pt x="10109" y="0"/>
                </a:lnTo>
                <a:lnTo>
                  <a:pt x="14840" y="0"/>
                </a:lnTo>
                <a:lnTo>
                  <a:pt x="17629" y="0"/>
                </a:lnTo>
                <a:lnTo>
                  <a:pt x="18526" y="0"/>
                </a:lnTo>
                <a:lnTo>
                  <a:pt x="18924" y="0"/>
                </a:lnTo>
                <a:lnTo>
                  <a:pt x="16534" y="0"/>
                </a:lnTo>
                <a:lnTo>
                  <a:pt x="16932" y="0"/>
                </a:lnTo>
                <a:lnTo>
                  <a:pt x="21414" y="0"/>
                </a:lnTo>
                <a:lnTo>
                  <a:pt x="20916" y="0"/>
                </a:lnTo>
                <a:lnTo>
                  <a:pt x="22061" y="0"/>
                </a:lnTo>
                <a:lnTo>
                  <a:pt x="26992" y="0"/>
                </a:lnTo>
                <a:lnTo>
                  <a:pt x="30727" y="0"/>
                </a:lnTo>
                <a:lnTo>
                  <a:pt x="31922" y="0"/>
                </a:lnTo>
                <a:lnTo>
                  <a:pt x="33615" y="0"/>
                </a:lnTo>
                <a:lnTo>
                  <a:pt x="36702" y="0"/>
                </a:lnTo>
                <a:lnTo>
                  <a:pt x="43077" y="0"/>
                </a:lnTo>
                <a:lnTo>
                  <a:pt x="45816" y="0"/>
                </a:lnTo>
                <a:lnTo>
                  <a:pt x="49650" y="0"/>
                </a:lnTo>
                <a:lnTo>
                  <a:pt x="53834" y="0"/>
                </a:lnTo>
                <a:lnTo>
                  <a:pt x="55776" y="0"/>
                </a:lnTo>
                <a:lnTo>
                  <a:pt x="69072" y="0"/>
                </a:lnTo>
                <a:lnTo>
                  <a:pt x="72010" y="0"/>
                </a:lnTo>
                <a:lnTo>
                  <a:pt x="74799" y="0"/>
                </a:lnTo>
                <a:lnTo>
                  <a:pt x="76841" y="0"/>
                </a:lnTo>
                <a:lnTo>
                  <a:pt x="78883" y="0"/>
                </a:lnTo>
                <a:lnTo>
                  <a:pt x="80327" y="0"/>
                </a:lnTo>
                <a:lnTo>
                  <a:pt x="82020" y="0"/>
                </a:lnTo>
                <a:lnTo>
                  <a:pt x="82966" y="0"/>
                </a:lnTo>
                <a:lnTo>
                  <a:pt x="84660" y="0"/>
                </a:lnTo>
                <a:lnTo>
                  <a:pt x="87498" y="0"/>
                </a:lnTo>
                <a:lnTo>
                  <a:pt x="90785" y="0"/>
                </a:lnTo>
                <a:lnTo>
                  <a:pt x="95117" y="0"/>
                </a:lnTo>
                <a:lnTo>
                  <a:pt x="97807" y="0"/>
                </a:lnTo>
                <a:lnTo>
                  <a:pt x="100844" y="0"/>
                </a:lnTo>
                <a:lnTo>
                  <a:pt x="103484" y="0"/>
                </a:lnTo>
                <a:lnTo>
                  <a:pt x="105177" y="0"/>
                </a:lnTo>
                <a:lnTo>
                  <a:pt x="105974" y="0"/>
                </a:lnTo>
                <a:lnTo>
                  <a:pt x="105227" y="0"/>
                </a:lnTo>
                <a:lnTo>
                  <a:pt x="103285" y="0"/>
                </a:lnTo>
                <a:lnTo>
                  <a:pt x="103832" y="0"/>
                </a:lnTo>
                <a:lnTo>
                  <a:pt x="107468" y="0"/>
                </a:lnTo>
                <a:lnTo>
                  <a:pt x="112796" y="0"/>
                </a:lnTo>
                <a:lnTo>
                  <a:pt x="116830" y="0"/>
                </a:lnTo>
                <a:lnTo>
                  <a:pt x="119469" y="0"/>
                </a:lnTo>
                <a:lnTo>
                  <a:pt x="122059" y="0"/>
                </a:lnTo>
                <a:lnTo>
                  <a:pt x="125296" y="0"/>
                </a:lnTo>
                <a:lnTo>
                  <a:pt x="128483" y="0"/>
                </a:lnTo>
                <a:lnTo>
                  <a:pt x="130973" y="0"/>
                </a:lnTo>
                <a:lnTo>
                  <a:pt x="136850" y="0"/>
                </a:lnTo>
                <a:close/>
              </a:path>
            </a:pathLst>
          </a:custGeom>
          <a:solidFill>
            <a:srgbClr val="E4E5E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ap - Indonesia"/>
          <p:cNvSpPr/>
          <p:nvPr/>
        </p:nvSpPr>
        <p:spPr>
          <a:xfrm>
            <a:off x="7280913" y="1693112"/>
            <a:ext cx="1259582" cy="753677"/>
          </a:xfrm>
          <a:custGeom>
            <a:avLst/>
            <a:gdLst/>
            <a:ahLst/>
            <a:cxnLst/>
            <a:rect l="l" t="t" r="r" b="b"/>
            <a:pathLst>
              <a:path w="1259582" h="753677">
                <a:moveTo>
                  <a:pt x="113294" y="207437"/>
                </a:moveTo>
                <a:lnTo>
                  <a:pt x="124051" y="221436"/>
                </a:lnTo>
                <a:lnTo>
                  <a:pt x="128434" y="223329"/>
                </a:lnTo>
                <a:lnTo>
                  <a:pt x="134260" y="229705"/>
                </a:lnTo>
                <a:lnTo>
                  <a:pt x="135704" y="231897"/>
                </a:lnTo>
                <a:lnTo>
                  <a:pt x="134210" y="236381"/>
                </a:lnTo>
                <a:lnTo>
                  <a:pt x="132916" y="249134"/>
                </a:lnTo>
                <a:lnTo>
                  <a:pt x="130127" y="252322"/>
                </a:lnTo>
                <a:lnTo>
                  <a:pt x="123354" y="250728"/>
                </a:lnTo>
                <a:lnTo>
                  <a:pt x="123304" y="248486"/>
                </a:lnTo>
                <a:lnTo>
                  <a:pt x="119370" y="238871"/>
                </a:lnTo>
                <a:lnTo>
                  <a:pt x="112249" y="233541"/>
                </a:lnTo>
                <a:lnTo>
                  <a:pt x="109460" y="233242"/>
                </a:lnTo>
                <a:lnTo>
                  <a:pt x="107667" y="227762"/>
                </a:lnTo>
                <a:lnTo>
                  <a:pt x="104082" y="221286"/>
                </a:lnTo>
                <a:lnTo>
                  <a:pt x="93225" y="209430"/>
                </a:lnTo>
                <a:lnTo>
                  <a:pt x="101442" y="209480"/>
                </a:lnTo>
                <a:lnTo>
                  <a:pt x="105426" y="206590"/>
                </a:lnTo>
                <a:lnTo>
                  <a:pt x="106372" y="204299"/>
                </a:lnTo>
                <a:lnTo>
                  <a:pt x="107020" y="203701"/>
                </a:lnTo>
                <a:lnTo>
                  <a:pt x="113294" y="207437"/>
                </a:lnTo>
                <a:close/>
                <a:moveTo>
                  <a:pt x="197057" y="368993"/>
                </a:moveTo>
                <a:lnTo>
                  <a:pt x="192476" y="369242"/>
                </a:lnTo>
                <a:lnTo>
                  <a:pt x="182616" y="363314"/>
                </a:lnTo>
                <a:lnTo>
                  <a:pt x="180325" y="360623"/>
                </a:lnTo>
                <a:lnTo>
                  <a:pt x="179727" y="357037"/>
                </a:lnTo>
                <a:lnTo>
                  <a:pt x="170315" y="343237"/>
                </a:lnTo>
                <a:lnTo>
                  <a:pt x="169070" y="340099"/>
                </a:lnTo>
                <a:lnTo>
                  <a:pt x="172755" y="328791"/>
                </a:lnTo>
                <a:lnTo>
                  <a:pt x="182367" y="326051"/>
                </a:lnTo>
                <a:lnTo>
                  <a:pt x="185554" y="327944"/>
                </a:lnTo>
                <a:lnTo>
                  <a:pt x="186649" y="333025"/>
                </a:lnTo>
                <a:lnTo>
                  <a:pt x="192127" y="342241"/>
                </a:lnTo>
                <a:lnTo>
                  <a:pt x="193920" y="347173"/>
                </a:lnTo>
                <a:lnTo>
                  <a:pt x="195314" y="349365"/>
                </a:lnTo>
                <a:lnTo>
                  <a:pt x="195862" y="351059"/>
                </a:lnTo>
                <a:lnTo>
                  <a:pt x="195414" y="352254"/>
                </a:lnTo>
                <a:lnTo>
                  <a:pt x="199348" y="358083"/>
                </a:lnTo>
                <a:lnTo>
                  <a:pt x="202187" y="361520"/>
                </a:lnTo>
                <a:lnTo>
                  <a:pt x="202386" y="367000"/>
                </a:lnTo>
                <a:lnTo>
                  <a:pt x="197057" y="368993"/>
                </a:lnTo>
                <a:close/>
                <a:moveTo>
                  <a:pt x="1067406" y="709540"/>
                </a:moveTo>
                <a:lnTo>
                  <a:pt x="1061081" y="719852"/>
                </a:lnTo>
                <a:lnTo>
                  <a:pt x="1063322" y="721496"/>
                </a:lnTo>
                <a:lnTo>
                  <a:pt x="1064716" y="723090"/>
                </a:lnTo>
                <a:lnTo>
                  <a:pt x="1054259" y="725232"/>
                </a:lnTo>
                <a:lnTo>
                  <a:pt x="1049926" y="724086"/>
                </a:lnTo>
                <a:lnTo>
                  <a:pt x="1047386" y="724385"/>
                </a:lnTo>
                <a:lnTo>
                  <a:pt x="1036829" y="722442"/>
                </a:lnTo>
                <a:lnTo>
                  <a:pt x="1029259" y="720101"/>
                </a:lnTo>
                <a:lnTo>
                  <a:pt x="1028363" y="718208"/>
                </a:lnTo>
                <a:lnTo>
                  <a:pt x="1028960" y="715966"/>
                </a:lnTo>
                <a:lnTo>
                  <a:pt x="1031201" y="716713"/>
                </a:lnTo>
                <a:lnTo>
                  <a:pt x="1037078" y="717062"/>
                </a:lnTo>
                <a:lnTo>
                  <a:pt x="1039269" y="716066"/>
                </a:lnTo>
                <a:lnTo>
                  <a:pt x="1039368" y="709390"/>
                </a:lnTo>
                <a:lnTo>
                  <a:pt x="1038522" y="700722"/>
                </a:lnTo>
                <a:lnTo>
                  <a:pt x="1046440" y="693648"/>
                </a:lnTo>
                <a:lnTo>
                  <a:pt x="1050623" y="690809"/>
                </a:lnTo>
                <a:lnTo>
                  <a:pt x="1055504" y="689115"/>
                </a:lnTo>
                <a:lnTo>
                  <a:pt x="1067704" y="693050"/>
                </a:lnTo>
                <a:lnTo>
                  <a:pt x="1069746" y="694096"/>
                </a:lnTo>
                <a:lnTo>
                  <a:pt x="1071290" y="695691"/>
                </a:lnTo>
                <a:lnTo>
                  <a:pt x="1072037" y="698231"/>
                </a:lnTo>
                <a:lnTo>
                  <a:pt x="1067406" y="709540"/>
                </a:lnTo>
                <a:close/>
                <a:moveTo>
                  <a:pt x="1007995" y="686674"/>
                </a:moveTo>
                <a:lnTo>
                  <a:pt x="1013024" y="689314"/>
                </a:lnTo>
                <a:lnTo>
                  <a:pt x="1020096" y="697085"/>
                </a:lnTo>
                <a:lnTo>
                  <a:pt x="1020743" y="699228"/>
                </a:lnTo>
                <a:lnTo>
                  <a:pt x="1018602" y="701270"/>
                </a:lnTo>
                <a:lnTo>
                  <a:pt x="1013572" y="704558"/>
                </a:lnTo>
                <a:lnTo>
                  <a:pt x="1002318" y="709639"/>
                </a:lnTo>
                <a:lnTo>
                  <a:pt x="1000375" y="712030"/>
                </a:lnTo>
                <a:lnTo>
                  <a:pt x="997985" y="716713"/>
                </a:lnTo>
                <a:lnTo>
                  <a:pt x="997437" y="718706"/>
                </a:lnTo>
                <a:lnTo>
                  <a:pt x="996640" y="719802"/>
                </a:lnTo>
                <a:lnTo>
                  <a:pt x="995346" y="720549"/>
                </a:lnTo>
                <a:lnTo>
                  <a:pt x="992905" y="721247"/>
                </a:lnTo>
                <a:lnTo>
                  <a:pt x="990266" y="720250"/>
                </a:lnTo>
                <a:lnTo>
                  <a:pt x="992656" y="717261"/>
                </a:lnTo>
                <a:lnTo>
                  <a:pt x="992756" y="713674"/>
                </a:lnTo>
                <a:lnTo>
                  <a:pt x="990963" y="710287"/>
                </a:lnTo>
                <a:lnTo>
                  <a:pt x="988423" y="707497"/>
                </a:lnTo>
                <a:lnTo>
                  <a:pt x="983294" y="703661"/>
                </a:lnTo>
                <a:lnTo>
                  <a:pt x="977816" y="700324"/>
                </a:lnTo>
                <a:lnTo>
                  <a:pt x="972288" y="698580"/>
                </a:lnTo>
                <a:lnTo>
                  <a:pt x="966412" y="697783"/>
                </a:lnTo>
                <a:lnTo>
                  <a:pt x="964320" y="696139"/>
                </a:lnTo>
                <a:lnTo>
                  <a:pt x="960884" y="691954"/>
                </a:lnTo>
                <a:lnTo>
                  <a:pt x="959739" y="689663"/>
                </a:lnTo>
                <a:lnTo>
                  <a:pt x="959191" y="687222"/>
                </a:lnTo>
                <a:lnTo>
                  <a:pt x="959540" y="684880"/>
                </a:lnTo>
                <a:lnTo>
                  <a:pt x="960984" y="684781"/>
                </a:lnTo>
                <a:lnTo>
                  <a:pt x="966761" y="685329"/>
                </a:lnTo>
                <a:lnTo>
                  <a:pt x="977368" y="688069"/>
                </a:lnTo>
                <a:lnTo>
                  <a:pt x="982597" y="688268"/>
                </a:lnTo>
                <a:lnTo>
                  <a:pt x="985585" y="687620"/>
                </a:lnTo>
                <a:lnTo>
                  <a:pt x="993354" y="682240"/>
                </a:lnTo>
                <a:lnTo>
                  <a:pt x="995196" y="682290"/>
                </a:lnTo>
                <a:lnTo>
                  <a:pt x="1002616" y="684681"/>
                </a:lnTo>
                <a:lnTo>
                  <a:pt x="1007995" y="686674"/>
                </a:lnTo>
                <a:close/>
                <a:moveTo>
                  <a:pt x="539779" y="363563"/>
                </a:moveTo>
                <a:lnTo>
                  <a:pt x="541472" y="367000"/>
                </a:lnTo>
                <a:lnTo>
                  <a:pt x="543812" y="370089"/>
                </a:lnTo>
                <a:lnTo>
                  <a:pt x="545555" y="373426"/>
                </a:lnTo>
                <a:lnTo>
                  <a:pt x="547896" y="389467"/>
                </a:lnTo>
                <a:lnTo>
                  <a:pt x="555714" y="403217"/>
                </a:lnTo>
                <a:lnTo>
                  <a:pt x="578224" y="408597"/>
                </a:lnTo>
                <a:lnTo>
                  <a:pt x="574539" y="410839"/>
                </a:lnTo>
                <a:lnTo>
                  <a:pt x="572696" y="412831"/>
                </a:lnTo>
                <a:lnTo>
                  <a:pt x="571302" y="415123"/>
                </a:lnTo>
                <a:lnTo>
                  <a:pt x="567965" y="424688"/>
                </a:lnTo>
                <a:lnTo>
                  <a:pt x="568314" y="426680"/>
                </a:lnTo>
                <a:lnTo>
                  <a:pt x="570256" y="429918"/>
                </a:lnTo>
                <a:lnTo>
                  <a:pt x="570704" y="433455"/>
                </a:lnTo>
                <a:lnTo>
                  <a:pt x="567915" y="433406"/>
                </a:lnTo>
                <a:lnTo>
                  <a:pt x="564728" y="432658"/>
                </a:lnTo>
                <a:lnTo>
                  <a:pt x="562188" y="431313"/>
                </a:lnTo>
                <a:lnTo>
                  <a:pt x="559848" y="429570"/>
                </a:lnTo>
                <a:lnTo>
                  <a:pt x="557258" y="428225"/>
                </a:lnTo>
                <a:lnTo>
                  <a:pt x="554519" y="427328"/>
                </a:lnTo>
                <a:lnTo>
                  <a:pt x="549938" y="424588"/>
                </a:lnTo>
                <a:lnTo>
                  <a:pt x="543763" y="422645"/>
                </a:lnTo>
                <a:lnTo>
                  <a:pt x="537438" y="421151"/>
                </a:lnTo>
                <a:lnTo>
                  <a:pt x="534350" y="417116"/>
                </a:lnTo>
                <a:lnTo>
                  <a:pt x="532906" y="412084"/>
                </a:lnTo>
                <a:lnTo>
                  <a:pt x="534450" y="404612"/>
                </a:lnTo>
                <a:lnTo>
                  <a:pt x="532906" y="402569"/>
                </a:lnTo>
                <a:lnTo>
                  <a:pt x="530615" y="400726"/>
                </a:lnTo>
                <a:lnTo>
                  <a:pt x="527876" y="395346"/>
                </a:lnTo>
                <a:lnTo>
                  <a:pt x="526831" y="389069"/>
                </a:lnTo>
                <a:lnTo>
                  <a:pt x="522797" y="386678"/>
                </a:lnTo>
                <a:lnTo>
                  <a:pt x="517518" y="385183"/>
                </a:lnTo>
                <a:lnTo>
                  <a:pt x="515227" y="383987"/>
                </a:lnTo>
                <a:lnTo>
                  <a:pt x="504769" y="386279"/>
                </a:lnTo>
                <a:lnTo>
                  <a:pt x="502279" y="385731"/>
                </a:lnTo>
                <a:lnTo>
                  <a:pt x="500038" y="383987"/>
                </a:lnTo>
                <a:lnTo>
                  <a:pt x="494311" y="382194"/>
                </a:lnTo>
                <a:lnTo>
                  <a:pt x="494560" y="378707"/>
                </a:lnTo>
                <a:lnTo>
                  <a:pt x="497200" y="375917"/>
                </a:lnTo>
                <a:lnTo>
                  <a:pt x="503425" y="373127"/>
                </a:lnTo>
                <a:lnTo>
                  <a:pt x="506363" y="370736"/>
                </a:lnTo>
                <a:lnTo>
                  <a:pt x="506961" y="367648"/>
                </a:lnTo>
                <a:lnTo>
                  <a:pt x="505815" y="365356"/>
                </a:lnTo>
                <a:lnTo>
                  <a:pt x="506263" y="362965"/>
                </a:lnTo>
                <a:lnTo>
                  <a:pt x="508255" y="360673"/>
                </a:lnTo>
                <a:lnTo>
                  <a:pt x="510596" y="358880"/>
                </a:lnTo>
                <a:lnTo>
                  <a:pt x="516821" y="356489"/>
                </a:lnTo>
                <a:lnTo>
                  <a:pt x="519560" y="360623"/>
                </a:lnTo>
                <a:lnTo>
                  <a:pt x="520954" y="364111"/>
                </a:lnTo>
                <a:lnTo>
                  <a:pt x="522598" y="366651"/>
                </a:lnTo>
                <a:lnTo>
                  <a:pt x="525237" y="363064"/>
                </a:lnTo>
                <a:lnTo>
                  <a:pt x="523544" y="356837"/>
                </a:lnTo>
                <a:lnTo>
                  <a:pt x="528325" y="355443"/>
                </a:lnTo>
                <a:lnTo>
                  <a:pt x="533006" y="355393"/>
                </a:lnTo>
                <a:lnTo>
                  <a:pt x="536542" y="357086"/>
                </a:lnTo>
                <a:lnTo>
                  <a:pt x="538832" y="359777"/>
                </a:lnTo>
                <a:lnTo>
                  <a:pt x="539779" y="363563"/>
                </a:lnTo>
                <a:close/>
                <a:moveTo>
                  <a:pt x="652824" y="96595"/>
                </a:moveTo>
                <a:lnTo>
                  <a:pt x="646051" y="98438"/>
                </a:lnTo>
                <a:lnTo>
                  <a:pt x="642067" y="95848"/>
                </a:lnTo>
                <a:lnTo>
                  <a:pt x="646350" y="92709"/>
                </a:lnTo>
                <a:lnTo>
                  <a:pt x="647844" y="92510"/>
                </a:lnTo>
                <a:lnTo>
                  <a:pt x="648840" y="91862"/>
                </a:lnTo>
                <a:lnTo>
                  <a:pt x="649188" y="90617"/>
                </a:lnTo>
                <a:lnTo>
                  <a:pt x="641469" y="88525"/>
                </a:lnTo>
                <a:lnTo>
                  <a:pt x="639328" y="86681"/>
                </a:lnTo>
                <a:lnTo>
                  <a:pt x="637187" y="81999"/>
                </a:lnTo>
                <a:lnTo>
                  <a:pt x="637286" y="79010"/>
                </a:lnTo>
                <a:lnTo>
                  <a:pt x="647147" y="71188"/>
                </a:lnTo>
                <a:lnTo>
                  <a:pt x="649437" y="70342"/>
                </a:lnTo>
                <a:lnTo>
                  <a:pt x="649836" y="73580"/>
                </a:lnTo>
                <a:lnTo>
                  <a:pt x="656658" y="81849"/>
                </a:lnTo>
                <a:lnTo>
                  <a:pt x="656957" y="87329"/>
                </a:lnTo>
                <a:lnTo>
                  <a:pt x="656708" y="89322"/>
                </a:lnTo>
                <a:lnTo>
                  <a:pt x="652824" y="96595"/>
                </a:lnTo>
                <a:close/>
                <a:moveTo>
                  <a:pt x="647396" y="429769"/>
                </a:moveTo>
                <a:lnTo>
                  <a:pt x="646649" y="435000"/>
                </a:lnTo>
                <a:lnTo>
                  <a:pt x="645404" y="436992"/>
                </a:lnTo>
                <a:lnTo>
                  <a:pt x="641270" y="439583"/>
                </a:lnTo>
                <a:lnTo>
                  <a:pt x="639826" y="441177"/>
                </a:lnTo>
                <a:lnTo>
                  <a:pt x="635942" y="440928"/>
                </a:lnTo>
                <a:lnTo>
                  <a:pt x="635444" y="438188"/>
                </a:lnTo>
                <a:lnTo>
                  <a:pt x="634149" y="436295"/>
                </a:lnTo>
                <a:lnTo>
                  <a:pt x="630015" y="434153"/>
                </a:lnTo>
                <a:lnTo>
                  <a:pt x="628970" y="434701"/>
                </a:lnTo>
                <a:lnTo>
                  <a:pt x="628223" y="437889"/>
                </a:lnTo>
                <a:lnTo>
                  <a:pt x="620155" y="440131"/>
                </a:lnTo>
                <a:lnTo>
                  <a:pt x="617864" y="440280"/>
                </a:lnTo>
                <a:lnTo>
                  <a:pt x="619010" y="436096"/>
                </a:lnTo>
                <a:lnTo>
                  <a:pt x="616918" y="432758"/>
                </a:lnTo>
                <a:lnTo>
                  <a:pt x="616769" y="428723"/>
                </a:lnTo>
                <a:lnTo>
                  <a:pt x="616370" y="426929"/>
                </a:lnTo>
                <a:lnTo>
                  <a:pt x="615325" y="425883"/>
                </a:lnTo>
                <a:lnTo>
                  <a:pt x="617416" y="423044"/>
                </a:lnTo>
                <a:lnTo>
                  <a:pt x="617068" y="419905"/>
                </a:lnTo>
                <a:lnTo>
                  <a:pt x="619259" y="416518"/>
                </a:lnTo>
                <a:lnTo>
                  <a:pt x="620454" y="408248"/>
                </a:lnTo>
                <a:lnTo>
                  <a:pt x="629019" y="406455"/>
                </a:lnTo>
                <a:lnTo>
                  <a:pt x="630862" y="407949"/>
                </a:lnTo>
                <a:lnTo>
                  <a:pt x="640772" y="409793"/>
                </a:lnTo>
                <a:lnTo>
                  <a:pt x="647794" y="414774"/>
                </a:lnTo>
                <a:lnTo>
                  <a:pt x="651579" y="421400"/>
                </a:lnTo>
                <a:lnTo>
                  <a:pt x="647396" y="429769"/>
                </a:lnTo>
                <a:close/>
                <a:moveTo>
                  <a:pt x="64043" y="19927"/>
                </a:moveTo>
                <a:lnTo>
                  <a:pt x="70118" y="20375"/>
                </a:lnTo>
                <a:lnTo>
                  <a:pt x="81473" y="17685"/>
                </a:lnTo>
                <a:lnTo>
                  <a:pt x="87697" y="17934"/>
                </a:lnTo>
                <a:lnTo>
                  <a:pt x="93574" y="19877"/>
                </a:lnTo>
                <a:lnTo>
                  <a:pt x="98753" y="21023"/>
                </a:lnTo>
                <a:lnTo>
                  <a:pt x="111751" y="19578"/>
                </a:lnTo>
                <a:lnTo>
                  <a:pt x="114191" y="19977"/>
                </a:lnTo>
                <a:lnTo>
                  <a:pt x="116531" y="21073"/>
                </a:lnTo>
                <a:lnTo>
                  <a:pt x="118573" y="22866"/>
                </a:lnTo>
                <a:lnTo>
                  <a:pt x="124499" y="29342"/>
                </a:lnTo>
                <a:lnTo>
                  <a:pt x="134509" y="37313"/>
                </a:lnTo>
                <a:lnTo>
                  <a:pt x="137447" y="42444"/>
                </a:lnTo>
                <a:lnTo>
                  <a:pt x="139091" y="48173"/>
                </a:lnTo>
                <a:lnTo>
                  <a:pt x="140136" y="49518"/>
                </a:lnTo>
                <a:lnTo>
                  <a:pt x="151441" y="60478"/>
                </a:lnTo>
                <a:lnTo>
                  <a:pt x="152686" y="65111"/>
                </a:lnTo>
                <a:lnTo>
                  <a:pt x="151092" y="71437"/>
                </a:lnTo>
                <a:lnTo>
                  <a:pt x="154379" y="76519"/>
                </a:lnTo>
                <a:lnTo>
                  <a:pt x="165385" y="81251"/>
                </a:lnTo>
                <a:lnTo>
                  <a:pt x="171909" y="84739"/>
                </a:lnTo>
                <a:lnTo>
                  <a:pt x="173303" y="86831"/>
                </a:lnTo>
                <a:lnTo>
                  <a:pt x="174249" y="89372"/>
                </a:lnTo>
                <a:lnTo>
                  <a:pt x="177835" y="93158"/>
                </a:lnTo>
                <a:lnTo>
                  <a:pt x="182367" y="95599"/>
                </a:lnTo>
                <a:lnTo>
                  <a:pt x="196410" y="102025"/>
                </a:lnTo>
                <a:lnTo>
                  <a:pt x="214836" y="115475"/>
                </a:lnTo>
                <a:lnTo>
                  <a:pt x="225344" y="121852"/>
                </a:lnTo>
                <a:lnTo>
                  <a:pt x="234059" y="131566"/>
                </a:lnTo>
                <a:lnTo>
                  <a:pt x="237146" y="136199"/>
                </a:lnTo>
                <a:lnTo>
                  <a:pt x="239736" y="141231"/>
                </a:lnTo>
                <a:lnTo>
                  <a:pt x="245015" y="148504"/>
                </a:lnTo>
                <a:lnTo>
                  <a:pt x="253978" y="157521"/>
                </a:lnTo>
                <a:lnTo>
                  <a:pt x="256269" y="160310"/>
                </a:lnTo>
                <a:lnTo>
                  <a:pt x="258660" y="164246"/>
                </a:lnTo>
                <a:lnTo>
                  <a:pt x="261448" y="167982"/>
                </a:lnTo>
                <a:lnTo>
                  <a:pt x="264785" y="171370"/>
                </a:lnTo>
                <a:lnTo>
                  <a:pt x="268769" y="173960"/>
                </a:lnTo>
                <a:lnTo>
                  <a:pt x="272803" y="174807"/>
                </a:lnTo>
                <a:lnTo>
                  <a:pt x="279376" y="181333"/>
                </a:lnTo>
                <a:lnTo>
                  <a:pt x="282912" y="183376"/>
                </a:lnTo>
                <a:lnTo>
                  <a:pt x="282364" y="178245"/>
                </a:lnTo>
                <a:lnTo>
                  <a:pt x="279376" y="173811"/>
                </a:lnTo>
                <a:lnTo>
                  <a:pt x="279426" y="171121"/>
                </a:lnTo>
                <a:lnTo>
                  <a:pt x="279924" y="168680"/>
                </a:lnTo>
                <a:lnTo>
                  <a:pt x="282364" y="166687"/>
                </a:lnTo>
                <a:lnTo>
                  <a:pt x="285302" y="166089"/>
                </a:lnTo>
                <a:lnTo>
                  <a:pt x="290780" y="167982"/>
                </a:lnTo>
                <a:lnTo>
                  <a:pt x="299695" y="175704"/>
                </a:lnTo>
                <a:lnTo>
                  <a:pt x="303479" y="180187"/>
                </a:lnTo>
                <a:lnTo>
                  <a:pt x="306318" y="186414"/>
                </a:lnTo>
                <a:lnTo>
                  <a:pt x="308658" y="192891"/>
                </a:lnTo>
                <a:lnTo>
                  <a:pt x="312244" y="196079"/>
                </a:lnTo>
                <a:lnTo>
                  <a:pt x="317124" y="197175"/>
                </a:lnTo>
                <a:lnTo>
                  <a:pt x="322553" y="197673"/>
                </a:lnTo>
                <a:lnTo>
                  <a:pt x="327582" y="199666"/>
                </a:lnTo>
                <a:lnTo>
                  <a:pt x="339285" y="208583"/>
                </a:lnTo>
                <a:lnTo>
                  <a:pt x="343170" y="212767"/>
                </a:lnTo>
                <a:lnTo>
                  <a:pt x="346108" y="217699"/>
                </a:lnTo>
                <a:lnTo>
                  <a:pt x="348150" y="223528"/>
                </a:lnTo>
                <a:lnTo>
                  <a:pt x="349395" y="229655"/>
                </a:lnTo>
                <a:lnTo>
                  <a:pt x="350191" y="231100"/>
                </a:lnTo>
                <a:lnTo>
                  <a:pt x="357711" y="238473"/>
                </a:lnTo>
                <a:lnTo>
                  <a:pt x="361645" y="241611"/>
                </a:lnTo>
                <a:lnTo>
                  <a:pt x="366476" y="243106"/>
                </a:lnTo>
                <a:lnTo>
                  <a:pt x="380569" y="244800"/>
                </a:lnTo>
                <a:lnTo>
                  <a:pt x="385549" y="247340"/>
                </a:lnTo>
                <a:lnTo>
                  <a:pt x="389682" y="251575"/>
                </a:lnTo>
                <a:lnTo>
                  <a:pt x="391425" y="255909"/>
                </a:lnTo>
                <a:lnTo>
                  <a:pt x="388487" y="259745"/>
                </a:lnTo>
                <a:lnTo>
                  <a:pt x="377432" y="265573"/>
                </a:lnTo>
                <a:lnTo>
                  <a:pt x="365679" y="269658"/>
                </a:lnTo>
                <a:lnTo>
                  <a:pt x="377133" y="268263"/>
                </a:lnTo>
                <a:lnTo>
                  <a:pt x="382910" y="266520"/>
                </a:lnTo>
                <a:lnTo>
                  <a:pt x="388238" y="263879"/>
                </a:lnTo>
                <a:lnTo>
                  <a:pt x="393517" y="260492"/>
                </a:lnTo>
                <a:lnTo>
                  <a:pt x="401883" y="255759"/>
                </a:lnTo>
                <a:lnTo>
                  <a:pt x="404971" y="254813"/>
                </a:lnTo>
                <a:lnTo>
                  <a:pt x="408606" y="255161"/>
                </a:lnTo>
                <a:lnTo>
                  <a:pt x="411943" y="256507"/>
                </a:lnTo>
                <a:lnTo>
                  <a:pt x="416923" y="261139"/>
                </a:lnTo>
                <a:lnTo>
                  <a:pt x="421604" y="266022"/>
                </a:lnTo>
                <a:lnTo>
                  <a:pt x="425090" y="271750"/>
                </a:lnTo>
                <a:lnTo>
                  <a:pt x="427281" y="278077"/>
                </a:lnTo>
                <a:lnTo>
                  <a:pt x="423247" y="281415"/>
                </a:lnTo>
                <a:lnTo>
                  <a:pt x="417421" y="283856"/>
                </a:lnTo>
                <a:lnTo>
                  <a:pt x="409453" y="289983"/>
                </a:lnTo>
                <a:lnTo>
                  <a:pt x="408606" y="292375"/>
                </a:lnTo>
                <a:lnTo>
                  <a:pt x="410200" y="293969"/>
                </a:lnTo>
                <a:lnTo>
                  <a:pt x="408258" y="298452"/>
                </a:lnTo>
                <a:lnTo>
                  <a:pt x="412740" y="301242"/>
                </a:lnTo>
                <a:lnTo>
                  <a:pt x="413437" y="303633"/>
                </a:lnTo>
                <a:lnTo>
                  <a:pt x="409553" y="307021"/>
                </a:lnTo>
                <a:lnTo>
                  <a:pt x="409951" y="309113"/>
                </a:lnTo>
                <a:lnTo>
                  <a:pt x="414632" y="318030"/>
                </a:lnTo>
                <a:lnTo>
                  <a:pt x="416873" y="320073"/>
                </a:lnTo>
                <a:lnTo>
                  <a:pt x="423994" y="324606"/>
                </a:lnTo>
                <a:lnTo>
                  <a:pt x="434901" y="329189"/>
                </a:lnTo>
                <a:lnTo>
                  <a:pt x="440926" y="331281"/>
                </a:lnTo>
                <a:lnTo>
                  <a:pt x="447799" y="332925"/>
                </a:lnTo>
                <a:lnTo>
                  <a:pt x="450737" y="332876"/>
                </a:lnTo>
                <a:lnTo>
                  <a:pt x="455866" y="332128"/>
                </a:lnTo>
                <a:lnTo>
                  <a:pt x="456862" y="333922"/>
                </a:lnTo>
                <a:lnTo>
                  <a:pt x="459103" y="342739"/>
                </a:lnTo>
                <a:lnTo>
                  <a:pt x="460149" y="348269"/>
                </a:lnTo>
                <a:lnTo>
                  <a:pt x="461693" y="360125"/>
                </a:lnTo>
                <a:lnTo>
                  <a:pt x="463735" y="365057"/>
                </a:lnTo>
                <a:lnTo>
                  <a:pt x="463585" y="371035"/>
                </a:lnTo>
                <a:lnTo>
                  <a:pt x="466224" y="376166"/>
                </a:lnTo>
                <a:lnTo>
                  <a:pt x="471553" y="379404"/>
                </a:lnTo>
                <a:lnTo>
                  <a:pt x="477280" y="382094"/>
                </a:lnTo>
                <a:lnTo>
                  <a:pt x="479969" y="384685"/>
                </a:lnTo>
                <a:lnTo>
                  <a:pt x="479969" y="388620"/>
                </a:lnTo>
                <a:lnTo>
                  <a:pt x="479023" y="391709"/>
                </a:lnTo>
                <a:lnTo>
                  <a:pt x="477081" y="394150"/>
                </a:lnTo>
                <a:lnTo>
                  <a:pt x="471155" y="399281"/>
                </a:lnTo>
                <a:lnTo>
                  <a:pt x="470109" y="401473"/>
                </a:lnTo>
                <a:lnTo>
                  <a:pt x="469312" y="407102"/>
                </a:lnTo>
                <a:lnTo>
                  <a:pt x="470308" y="409693"/>
                </a:lnTo>
                <a:lnTo>
                  <a:pt x="472649" y="409842"/>
                </a:lnTo>
                <a:lnTo>
                  <a:pt x="474541" y="408497"/>
                </a:lnTo>
                <a:lnTo>
                  <a:pt x="481613" y="400925"/>
                </a:lnTo>
                <a:lnTo>
                  <a:pt x="483555" y="399580"/>
                </a:lnTo>
                <a:lnTo>
                  <a:pt x="486244" y="398534"/>
                </a:lnTo>
                <a:lnTo>
                  <a:pt x="488983" y="397886"/>
                </a:lnTo>
                <a:lnTo>
                  <a:pt x="501981" y="397787"/>
                </a:lnTo>
                <a:lnTo>
                  <a:pt x="507459" y="398982"/>
                </a:lnTo>
                <a:lnTo>
                  <a:pt x="512339" y="401473"/>
                </a:lnTo>
                <a:lnTo>
                  <a:pt x="516672" y="404562"/>
                </a:lnTo>
                <a:lnTo>
                  <a:pt x="532458" y="424289"/>
                </a:lnTo>
                <a:lnTo>
                  <a:pt x="539679" y="435149"/>
                </a:lnTo>
                <a:lnTo>
                  <a:pt x="540277" y="437889"/>
                </a:lnTo>
                <a:lnTo>
                  <a:pt x="540376" y="440679"/>
                </a:lnTo>
                <a:lnTo>
                  <a:pt x="539181" y="442871"/>
                </a:lnTo>
                <a:lnTo>
                  <a:pt x="532558" y="450294"/>
                </a:lnTo>
                <a:lnTo>
                  <a:pt x="531761" y="452336"/>
                </a:lnTo>
                <a:lnTo>
                  <a:pt x="529719" y="460456"/>
                </a:lnTo>
                <a:lnTo>
                  <a:pt x="530117" y="466285"/>
                </a:lnTo>
                <a:lnTo>
                  <a:pt x="532309" y="468726"/>
                </a:lnTo>
                <a:lnTo>
                  <a:pt x="534002" y="471366"/>
                </a:lnTo>
                <a:lnTo>
                  <a:pt x="533902" y="473757"/>
                </a:lnTo>
                <a:lnTo>
                  <a:pt x="529570" y="485763"/>
                </a:lnTo>
                <a:lnTo>
                  <a:pt x="529072" y="487805"/>
                </a:lnTo>
                <a:lnTo>
                  <a:pt x="531860" y="507284"/>
                </a:lnTo>
                <a:lnTo>
                  <a:pt x="532060" y="512564"/>
                </a:lnTo>
                <a:lnTo>
                  <a:pt x="531462" y="519240"/>
                </a:lnTo>
                <a:lnTo>
                  <a:pt x="531860" y="530000"/>
                </a:lnTo>
                <a:lnTo>
                  <a:pt x="528325" y="563228"/>
                </a:lnTo>
                <a:lnTo>
                  <a:pt x="527677" y="565171"/>
                </a:lnTo>
                <a:lnTo>
                  <a:pt x="524938" y="570252"/>
                </a:lnTo>
                <a:lnTo>
                  <a:pt x="521402" y="570252"/>
                </a:lnTo>
                <a:lnTo>
                  <a:pt x="518514" y="569355"/>
                </a:lnTo>
                <a:lnTo>
                  <a:pt x="516472" y="567413"/>
                </a:lnTo>
                <a:lnTo>
                  <a:pt x="515377" y="564972"/>
                </a:lnTo>
                <a:lnTo>
                  <a:pt x="513733" y="563029"/>
                </a:lnTo>
                <a:lnTo>
                  <a:pt x="505068" y="556901"/>
                </a:lnTo>
                <a:lnTo>
                  <a:pt x="502827" y="557898"/>
                </a:lnTo>
                <a:lnTo>
                  <a:pt x="494062" y="565520"/>
                </a:lnTo>
                <a:lnTo>
                  <a:pt x="491722" y="566665"/>
                </a:lnTo>
                <a:lnTo>
                  <a:pt x="488834" y="565719"/>
                </a:lnTo>
                <a:lnTo>
                  <a:pt x="484202" y="563427"/>
                </a:lnTo>
                <a:lnTo>
                  <a:pt x="469760" y="555407"/>
                </a:lnTo>
                <a:lnTo>
                  <a:pt x="468864" y="557997"/>
                </a:lnTo>
                <a:lnTo>
                  <a:pt x="468665" y="561484"/>
                </a:lnTo>
                <a:lnTo>
                  <a:pt x="471553" y="570152"/>
                </a:lnTo>
                <a:lnTo>
                  <a:pt x="471951" y="573988"/>
                </a:lnTo>
                <a:lnTo>
                  <a:pt x="469312" y="574736"/>
                </a:lnTo>
                <a:lnTo>
                  <a:pt x="467868" y="574586"/>
                </a:lnTo>
                <a:lnTo>
                  <a:pt x="461842" y="569505"/>
                </a:lnTo>
                <a:lnTo>
                  <a:pt x="456314" y="563925"/>
                </a:lnTo>
                <a:lnTo>
                  <a:pt x="449990" y="556353"/>
                </a:lnTo>
                <a:lnTo>
                  <a:pt x="445358" y="552766"/>
                </a:lnTo>
                <a:lnTo>
                  <a:pt x="441225" y="548731"/>
                </a:lnTo>
                <a:lnTo>
                  <a:pt x="429472" y="533487"/>
                </a:lnTo>
                <a:lnTo>
                  <a:pt x="426435" y="531146"/>
                </a:lnTo>
                <a:lnTo>
                  <a:pt x="408308" y="520336"/>
                </a:lnTo>
                <a:lnTo>
                  <a:pt x="404622" y="517795"/>
                </a:lnTo>
                <a:lnTo>
                  <a:pt x="399991" y="513361"/>
                </a:lnTo>
                <a:lnTo>
                  <a:pt x="395011" y="509376"/>
                </a:lnTo>
                <a:lnTo>
                  <a:pt x="384055" y="503149"/>
                </a:lnTo>
                <a:lnTo>
                  <a:pt x="365081" y="487258"/>
                </a:lnTo>
                <a:lnTo>
                  <a:pt x="356815" y="478141"/>
                </a:lnTo>
                <a:lnTo>
                  <a:pt x="347652" y="463495"/>
                </a:lnTo>
                <a:lnTo>
                  <a:pt x="344664" y="459709"/>
                </a:lnTo>
                <a:lnTo>
                  <a:pt x="329226" y="448699"/>
                </a:lnTo>
                <a:lnTo>
                  <a:pt x="320810" y="442024"/>
                </a:lnTo>
                <a:lnTo>
                  <a:pt x="317324" y="438188"/>
                </a:lnTo>
                <a:lnTo>
                  <a:pt x="309107" y="424837"/>
                </a:lnTo>
                <a:lnTo>
                  <a:pt x="306716" y="420304"/>
                </a:lnTo>
                <a:lnTo>
                  <a:pt x="303728" y="416368"/>
                </a:lnTo>
                <a:lnTo>
                  <a:pt x="298748" y="413130"/>
                </a:lnTo>
                <a:lnTo>
                  <a:pt x="294416" y="409344"/>
                </a:lnTo>
                <a:lnTo>
                  <a:pt x="285701" y="397239"/>
                </a:lnTo>
                <a:lnTo>
                  <a:pt x="283012" y="392456"/>
                </a:lnTo>
                <a:lnTo>
                  <a:pt x="280920" y="387226"/>
                </a:lnTo>
                <a:lnTo>
                  <a:pt x="281269" y="376764"/>
                </a:lnTo>
                <a:lnTo>
                  <a:pt x="262942" y="345130"/>
                </a:lnTo>
                <a:lnTo>
                  <a:pt x="258311" y="335267"/>
                </a:lnTo>
                <a:lnTo>
                  <a:pt x="254028" y="321617"/>
                </a:lnTo>
                <a:lnTo>
                  <a:pt x="253082" y="320222"/>
                </a:lnTo>
                <a:lnTo>
                  <a:pt x="243072" y="307967"/>
                </a:lnTo>
                <a:lnTo>
                  <a:pt x="239537" y="304032"/>
                </a:lnTo>
                <a:lnTo>
                  <a:pt x="235254" y="300345"/>
                </a:lnTo>
                <a:lnTo>
                  <a:pt x="231718" y="296061"/>
                </a:lnTo>
                <a:lnTo>
                  <a:pt x="224796" y="282063"/>
                </a:lnTo>
                <a:lnTo>
                  <a:pt x="222256" y="278177"/>
                </a:lnTo>
                <a:lnTo>
                  <a:pt x="218671" y="275337"/>
                </a:lnTo>
                <a:lnTo>
                  <a:pt x="205573" y="270007"/>
                </a:lnTo>
                <a:lnTo>
                  <a:pt x="200643" y="267068"/>
                </a:lnTo>
                <a:lnTo>
                  <a:pt x="196808" y="262883"/>
                </a:lnTo>
                <a:lnTo>
                  <a:pt x="194468" y="257553"/>
                </a:lnTo>
                <a:lnTo>
                  <a:pt x="191878" y="246244"/>
                </a:lnTo>
                <a:lnTo>
                  <a:pt x="185703" y="229008"/>
                </a:lnTo>
                <a:lnTo>
                  <a:pt x="178731" y="205943"/>
                </a:lnTo>
                <a:lnTo>
                  <a:pt x="174100" y="195631"/>
                </a:lnTo>
                <a:lnTo>
                  <a:pt x="168721" y="187510"/>
                </a:lnTo>
                <a:lnTo>
                  <a:pt x="167178" y="185667"/>
                </a:lnTo>
                <a:lnTo>
                  <a:pt x="143423" y="171071"/>
                </a:lnTo>
                <a:lnTo>
                  <a:pt x="139340" y="168929"/>
                </a:lnTo>
                <a:lnTo>
                  <a:pt x="135057" y="167634"/>
                </a:lnTo>
                <a:lnTo>
                  <a:pt x="128882" y="166687"/>
                </a:lnTo>
                <a:lnTo>
                  <a:pt x="124201" y="162901"/>
                </a:lnTo>
                <a:lnTo>
                  <a:pt x="122258" y="156176"/>
                </a:lnTo>
                <a:lnTo>
                  <a:pt x="121213" y="147109"/>
                </a:lnTo>
                <a:lnTo>
                  <a:pt x="120017" y="141679"/>
                </a:lnTo>
                <a:lnTo>
                  <a:pt x="118723" y="138590"/>
                </a:lnTo>
                <a:lnTo>
                  <a:pt x="108763" y="132214"/>
                </a:lnTo>
                <a:lnTo>
                  <a:pt x="104878" y="127133"/>
                </a:lnTo>
                <a:lnTo>
                  <a:pt x="101641" y="121553"/>
                </a:lnTo>
                <a:lnTo>
                  <a:pt x="98653" y="117219"/>
                </a:lnTo>
                <a:lnTo>
                  <a:pt x="87747" y="102324"/>
                </a:lnTo>
                <a:lnTo>
                  <a:pt x="84012" y="98388"/>
                </a:lnTo>
                <a:lnTo>
                  <a:pt x="79381" y="95648"/>
                </a:lnTo>
                <a:lnTo>
                  <a:pt x="65636" y="92759"/>
                </a:lnTo>
                <a:lnTo>
                  <a:pt x="61652" y="90318"/>
                </a:lnTo>
                <a:lnTo>
                  <a:pt x="54979" y="81849"/>
                </a:lnTo>
                <a:lnTo>
                  <a:pt x="50945" y="77515"/>
                </a:lnTo>
                <a:lnTo>
                  <a:pt x="38894" y="68050"/>
                </a:lnTo>
                <a:lnTo>
                  <a:pt x="18526" y="48173"/>
                </a:lnTo>
                <a:lnTo>
                  <a:pt x="14343" y="43241"/>
                </a:lnTo>
                <a:lnTo>
                  <a:pt x="11205" y="38060"/>
                </a:lnTo>
                <a:lnTo>
                  <a:pt x="8665" y="32531"/>
                </a:lnTo>
                <a:lnTo>
                  <a:pt x="0" y="17187"/>
                </a:lnTo>
                <a:lnTo>
                  <a:pt x="698" y="14098"/>
                </a:lnTo>
                <a:lnTo>
                  <a:pt x="1992" y="10860"/>
                </a:lnTo>
                <a:lnTo>
                  <a:pt x="1793" y="8220"/>
                </a:lnTo>
                <a:lnTo>
                  <a:pt x="847" y="5580"/>
                </a:lnTo>
                <a:lnTo>
                  <a:pt x="1046" y="3189"/>
                </a:lnTo>
                <a:lnTo>
                  <a:pt x="3636" y="1794"/>
                </a:lnTo>
                <a:lnTo>
                  <a:pt x="9412" y="0"/>
                </a:lnTo>
                <a:lnTo>
                  <a:pt x="15438" y="200"/>
                </a:lnTo>
                <a:lnTo>
                  <a:pt x="21016" y="997"/>
                </a:lnTo>
                <a:lnTo>
                  <a:pt x="26394" y="2491"/>
                </a:lnTo>
                <a:lnTo>
                  <a:pt x="31573" y="5679"/>
                </a:lnTo>
                <a:lnTo>
                  <a:pt x="40836" y="13849"/>
                </a:lnTo>
                <a:lnTo>
                  <a:pt x="46115" y="16689"/>
                </a:lnTo>
                <a:lnTo>
                  <a:pt x="51991" y="18034"/>
                </a:lnTo>
                <a:lnTo>
                  <a:pt x="64043" y="19927"/>
                </a:lnTo>
                <a:close/>
                <a:moveTo>
                  <a:pt x="1259582" y="709440"/>
                </a:moveTo>
                <a:lnTo>
                  <a:pt x="1259582" y="711184"/>
                </a:lnTo>
                <a:lnTo>
                  <a:pt x="1259582" y="712877"/>
                </a:lnTo>
                <a:lnTo>
                  <a:pt x="1259582" y="715069"/>
                </a:lnTo>
                <a:lnTo>
                  <a:pt x="1259582" y="715567"/>
                </a:lnTo>
                <a:lnTo>
                  <a:pt x="1259582" y="715717"/>
                </a:lnTo>
                <a:lnTo>
                  <a:pt x="1259582" y="715318"/>
                </a:lnTo>
                <a:lnTo>
                  <a:pt x="1259582" y="716066"/>
                </a:lnTo>
                <a:lnTo>
                  <a:pt x="1259582" y="721795"/>
                </a:lnTo>
                <a:lnTo>
                  <a:pt x="1259582" y="722293"/>
                </a:lnTo>
                <a:lnTo>
                  <a:pt x="1259582" y="723737"/>
                </a:lnTo>
                <a:lnTo>
                  <a:pt x="1259582" y="721496"/>
                </a:lnTo>
                <a:lnTo>
                  <a:pt x="1259582" y="719852"/>
                </a:lnTo>
                <a:lnTo>
                  <a:pt x="1259582" y="719403"/>
                </a:lnTo>
                <a:lnTo>
                  <a:pt x="1259582" y="719553"/>
                </a:lnTo>
                <a:lnTo>
                  <a:pt x="1259582" y="724634"/>
                </a:lnTo>
                <a:lnTo>
                  <a:pt x="1259582" y="723588"/>
                </a:lnTo>
                <a:lnTo>
                  <a:pt x="1259582" y="723986"/>
                </a:lnTo>
                <a:lnTo>
                  <a:pt x="1259582" y="725082"/>
                </a:lnTo>
                <a:lnTo>
                  <a:pt x="1259582" y="725531"/>
                </a:lnTo>
                <a:lnTo>
                  <a:pt x="1259582" y="725182"/>
                </a:lnTo>
                <a:lnTo>
                  <a:pt x="1259582" y="721247"/>
                </a:lnTo>
                <a:lnTo>
                  <a:pt x="1259582" y="718905"/>
                </a:lnTo>
                <a:lnTo>
                  <a:pt x="1250618" y="719802"/>
                </a:lnTo>
                <a:lnTo>
                  <a:pt x="1240708" y="717660"/>
                </a:lnTo>
                <a:lnTo>
                  <a:pt x="1235280" y="719304"/>
                </a:lnTo>
                <a:lnTo>
                  <a:pt x="1230151" y="721695"/>
                </a:lnTo>
                <a:lnTo>
                  <a:pt x="1228657" y="719204"/>
                </a:lnTo>
                <a:lnTo>
                  <a:pt x="1226764" y="717012"/>
                </a:lnTo>
                <a:lnTo>
                  <a:pt x="1225121" y="713724"/>
                </a:lnTo>
                <a:lnTo>
                  <a:pt x="1225071" y="709988"/>
                </a:lnTo>
                <a:lnTo>
                  <a:pt x="1225619" y="707398"/>
                </a:lnTo>
                <a:lnTo>
                  <a:pt x="1227113" y="705006"/>
                </a:lnTo>
                <a:lnTo>
                  <a:pt x="1228009" y="702515"/>
                </a:lnTo>
                <a:lnTo>
                  <a:pt x="1228458" y="699875"/>
                </a:lnTo>
                <a:lnTo>
                  <a:pt x="1230599" y="701121"/>
                </a:lnTo>
                <a:lnTo>
                  <a:pt x="1232890" y="700672"/>
                </a:lnTo>
                <a:lnTo>
                  <a:pt x="1239613" y="697783"/>
                </a:lnTo>
                <a:lnTo>
                  <a:pt x="1246186" y="693399"/>
                </a:lnTo>
                <a:lnTo>
                  <a:pt x="1252312" y="691805"/>
                </a:lnTo>
                <a:lnTo>
                  <a:pt x="1255847" y="691357"/>
                </a:lnTo>
                <a:lnTo>
                  <a:pt x="1258885" y="692203"/>
                </a:lnTo>
                <a:lnTo>
                  <a:pt x="1259582" y="691905"/>
                </a:lnTo>
                <a:lnTo>
                  <a:pt x="1259582" y="690908"/>
                </a:lnTo>
                <a:lnTo>
                  <a:pt x="1259582" y="694296"/>
                </a:lnTo>
                <a:lnTo>
                  <a:pt x="1259582" y="694943"/>
                </a:lnTo>
                <a:lnTo>
                  <a:pt x="1259582" y="695242"/>
                </a:lnTo>
                <a:lnTo>
                  <a:pt x="1259582" y="697185"/>
                </a:lnTo>
                <a:lnTo>
                  <a:pt x="1259582" y="700074"/>
                </a:lnTo>
                <a:lnTo>
                  <a:pt x="1259582" y="702765"/>
                </a:lnTo>
                <a:lnTo>
                  <a:pt x="1259582" y="706401"/>
                </a:lnTo>
                <a:lnTo>
                  <a:pt x="1259582" y="707746"/>
                </a:lnTo>
                <a:lnTo>
                  <a:pt x="1259582" y="708095"/>
                </a:lnTo>
                <a:lnTo>
                  <a:pt x="1259582" y="707597"/>
                </a:lnTo>
                <a:lnTo>
                  <a:pt x="1259582" y="705156"/>
                </a:lnTo>
                <a:lnTo>
                  <a:pt x="1259582" y="704159"/>
                </a:lnTo>
                <a:lnTo>
                  <a:pt x="1259582" y="704209"/>
                </a:lnTo>
                <a:lnTo>
                  <a:pt x="1259582" y="703562"/>
                </a:lnTo>
                <a:lnTo>
                  <a:pt x="1259582" y="702964"/>
                </a:lnTo>
                <a:lnTo>
                  <a:pt x="1259582" y="701619"/>
                </a:lnTo>
                <a:lnTo>
                  <a:pt x="1259582" y="702466"/>
                </a:lnTo>
                <a:lnTo>
                  <a:pt x="1259582" y="703711"/>
                </a:lnTo>
                <a:lnTo>
                  <a:pt x="1259582" y="710088"/>
                </a:lnTo>
                <a:lnTo>
                  <a:pt x="1259582" y="710237"/>
                </a:lnTo>
                <a:lnTo>
                  <a:pt x="1259582" y="708892"/>
                </a:lnTo>
                <a:lnTo>
                  <a:pt x="1259582" y="707148"/>
                </a:lnTo>
                <a:lnTo>
                  <a:pt x="1259582" y="704558"/>
                </a:lnTo>
                <a:lnTo>
                  <a:pt x="1259582" y="702366"/>
                </a:lnTo>
                <a:lnTo>
                  <a:pt x="1259582" y="700473"/>
                </a:lnTo>
                <a:lnTo>
                  <a:pt x="1259582" y="698978"/>
                </a:lnTo>
                <a:lnTo>
                  <a:pt x="1259582" y="696537"/>
                </a:lnTo>
                <a:lnTo>
                  <a:pt x="1259582" y="694096"/>
                </a:lnTo>
                <a:lnTo>
                  <a:pt x="1259582" y="690011"/>
                </a:lnTo>
                <a:lnTo>
                  <a:pt x="1259582" y="688218"/>
                </a:lnTo>
                <a:lnTo>
                  <a:pt x="1259582" y="685279"/>
                </a:lnTo>
                <a:lnTo>
                  <a:pt x="1259582" y="683585"/>
                </a:lnTo>
                <a:lnTo>
                  <a:pt x="1259582" y="684233"/>
                </a:lnTo>
                <a:lnTo>
                  <a:pt x="1259582" y="686524"/>
                </a:lnTo>
                <a:lnTo>
                  <a:pt x="1259582" y="695342"/>
                </a:lnTo>
                <a:lnTo>
                  <a:pt x="1259582" y="696587"/>
                </a:lnTo>
                <a:lnTo>
                  <a:pt x="1259582" y="697932"/>
                </a:lnTo>
                <a:lnTo>
                  <a:pt x="1259582" y="699676"/>
                </a:lnTo>
                <a:lnTo>
                  <a:pt x="1259582" y="702914"/>
                </a:lnTo>
                <a:lnTo>
                  <a:pt x="1259582" y="706949"/>
                </a:lnTo>
                <a:lnTo>
                  <a:pt x="1259582" y="708643"/>
                </a:lnTo>
                <a:lnTo>
                  <a:pt x="1259582" y="709440"/>
                </a:lnTo>
                <a:close/>
                <a:moveTo>
                  <a:pt x="1235330" y="747450"/>
                </a:moveTo>
                <a:lnTo>
                  <a:pt x="1237571" y="749692"/>
                </a:lnTo>
                <a:lnTo>
                  <a:pt x="1245688" y="753677"/>
                </a:lnTo>
                <a:lnTo>
                  <a:pt x="1247033" y="753677"/>
                </a:lnTo>
                <a:lnTo>
                  <a:pt x="1247531" y="753677"/>
                </a:lnTo>
                <a:lnTo>
                  <a:pt x="1249174" y="753677"/>
                </a:lnTo>
                <a:lnTo>
                  <a:pt x="1252859" y="753677"/>
                </a:lnTo>
                <a:lnTo>
                  <a:pt x="1256794" y="753677"/>
                </a:lnTo>
                <a:lnTo>
                  <a:pt x="1259582" y="753677"/>
                </a:lnTo>
                <a:lnTo>
                  <a:pt x="1256545" y="753677"/>
                </a:lnTo>
                <a:lnTo>
                  <a:pt x="1254353" y="753677"/>
                </a:lnTo>
                <a:lnTo>
                  <a:pt x="1247381" y="753677"/>
                </a:lnTo>
                <a:lnTo>
                  <a:pt x="1241904" y="753677"/>
                </a:lnTo>
                <a:lnTo>
                  <a:pt x="1237272" y="753677"/>
                </a:lnTo>
                <a:lnTo>
                  <a:pt x="1234583" y="753677"/>
                </a:lnTo>
                <a:lnTo>
                  <a:pt x="1231246" y="753677"/>
                </a:lnTo>
                <a:lnTo>
                  <a:pt x="1225370" y="753677"/>
                </a:lnTo>
                <a:lnTo>
                  <a:pt x="1214813" y="753677"/>
                </a:lnTo>
                <a:lnTo>
                  <a:pt x="1208289" y="753677"/>
                </a:lnTo>
                <a:lnTo>
                  <a:pt x="1205649" y="753677"/>
                </a:lnTo>
                <a:lnTo>
                  <a:pt x="1202960" y="753677"/>
                </a:lnTo>
                <a:lnTo>
                  <a:pt x="1189116" y="753677"/>
                </a:lnTo>
                <a:lnTo>
                  <a:pt x="1186975" y="753677"/>
                </a:lnTo>
                <a:lnTo>
                  <a:pt x="1185281" y="753677"/>
                </a:lnTo>
                <a:lnTo>
                  <a:pt x="1183738" y="753677"/>
                </a:lnTo>
                <a:lnTo>
                  <a:pt x="1182841" y="753677"/>
                </a:lnTo>
                <a:lnTo>
                  <a:pt x="1184584" y="752282"/>
                </a:lnTo>
                <a:lnTo>
                  <a:pt x="1186427" y="750688"/>
                </a:lnTo>
                <a:lnTo>
                  <a:pt x="1194146" y="747898"/>
                </a:lnTo>
                <a:lnTo>
                  <a:pt x="1199624" y="747052"/>
                </a:lnTo>
                <a:lnTo>
                  <a:pt x="1205998" y="747201"/>
                </a:lnTo>
                <a:lnTo>
                  <a:pt x="1215510" y="746304"/>
                </a:lnTo>
                <a:lnTo>
                  <a:pt x="1224474" y="747699"/>
                </a:lnTo>
                <a:lnTo>
                  <a:pt x="1227262" y="746703"/>
                </a:lnTo>
                <a:lnTo>
                  <a:pt x="1231794" y="743764"/>
                </a:lnTo>
                <a:lnTo>
                  <a:pt x="1233388" y="744810"/>
                </a:lnTo>
                <a:lnTo>
                  <a:pt x="1235330" y="747450"/>
                </a:lnTo>
                <a:close/>
                <a:moveTo>
                  <a:pt x="1147135" y="694794"/>
                </a:moveTo>
                <a:lnTo>
                  <a:pt x="1149625" y="696737"/>
                </a:lnTo>
                <a:lnTo>
                  <a:pt x="1151916" y="696587"/>
                </a:lnTo>
                <a:lnTo>
                  <a:pt x="1156647" y="693548"/>
                </a:lnTo>
                <a:lnTo>
                  <a:pt x="1159535" y="692453"/>
                </a:lnTo>
                <a:lnTo>
                  <a:pt x="1162573" y="692403"/>
                </a:lnTo>
                <a:lnTo>
                  <a:pt x="1165561" y="692951"/>
                </a:lnTo>
                <a:lnTo>
                  <a:pt x="1168499" y="695043"/>
                </a:lnTo>
                <a:lnTo>
                  <a:pt x="1169545" y="698530"/>
                </a:lnTo>
                <a:lnTo>
                  <a:pt x="1170640" y="699626"/>
                </a:lnTo>
                <a:lnTo>
                  <a:pt x="1172333" y="695442"/>
                </a:lnTo>
                <a:lnTo>
                  <a:pt x="1174624" y="694196"/>
                </a:lnTo>
                <a:lnTo>
                  <a:pt x="1177214" y="693548"/>
                </a:lnTo>
                <a:lnTo>
                  <a:pt x="1181198" y="693798"/>
                </a:lnTo>
                <a:lnTo>
                  <a:pt x="1184285" y="695790"/>
                </a:lnTo>
                <a:lnTo>
                  <a:pt x="1187074" y="701718"/>
                </a:lnTo>
                <a:lnTo>
                  <a:pt x="1186975" y="706899"/>
                </a:lnTo>
                <a:lnTo>
                  <a:pt x="1187971" y="708842"/>
                </a:lnTo>
                <a:lnTo>
                  <a:pt x="1189913" y="710237"/>
                </a:lnTo>
                <a:lnTo>
                  <a:pt x="1191357" y="712230"/>
                </a:lnTo>
                <a:lnTo>
                  <a:pt x="1190062" y="714322"/>
                </a:lnTo>
                <a:lnTo>
                  <a:pt x="1188817" y="715318"/>
                </a:lnTo>
                <a:lnTo>
                  <a:pt x="1185182" y="716315"/>
                </a:lnTo>
                <a:lnTo>
                  <a:pt x="1183439" y="715866"/>
                </a:lnTo>
                <a:lnTo>
                  <a:pt x="1181845" y="714471"/>
                </a:lnTo>
                <a:lnTo>
                  <a:pt x="1180052" y="713973"/>
                </a:lnTo>
                <a:lnTo>
                  <a:pt x="1175969" y="714422"/>
                </a:lnTo>
                <a:lnTo>
                  <a:pt x="1172234" y="715567"/>
                </a:lnTo>
                <a:lnTo>
                  <a:pt x="1172732" y="717510"/>
                </a:lnTo>
                <a:lnTo>
                  <a:pt x="1175819" y="718357"/>
                </a:lnTo>
                <a:lnTo>
                  <a:pt x="1176766" y="719254"/>
                </a:lnTo>
                <a:lnTo>
                  <a:pt x="1176566" y="720449"/>
                </a:lnTo>
                <a:lnTo>
                  <a:pt x="1175321" y="720699"/>
                </a:lnTo>
                <a:lnTo>
                  <a:pt x="1171337" y="719055"/>
                </a:lnTo>
                <a:lnTo>
                  <a:pt x="1168648" y="719403"/>
                </a:lnTo>
                <a:lnTo>
                  <a:pt x="1158937" y="721595"/>
                </a:lnTo>
                <a:lnTo>
                  <a:pt x="1156348" y="721545"/>
                </a:lnTo>
                <a:lnTo>
                  <a:pt x="1154904" y="719453"/>
                </a:lnTo>
                <a:lnTo>
                  <a:pt x="1155003" y="714023"/>
                </a:lnTo>
                <a:lnTo>
                  <a:pt x="1153957" y="712578"/>
                </a:lnTo>
                <a:lnTo>
                  <a:pt x="1146736" y="719204"/>
                </a:lnTo>
                <a:lnTo>
                  <a:pt x="1144545" y="720848"/>
                </a:lnTo>
                <a:lnTo>
                  <a:pt x="1141657" y="721595"/>
                </a:lnTo>
                <a:lnTo>
                  <a:pt x="1138619" y="721346"/>
                </a:lnTo>
                <a:lnTo>
                  <a:pt x="1128161" y="725332"/>
                </a:lnTo>
                <a:lnTo>
                  <a:pt x="1124874" y="724784"/>
                </a:lnTo>
                <a:lnTo>
                  <a:pt x="1121737" y="724784"/>
                </a:lnTo>
                <a:lnTo>
                  <a:pt x="1110582" y="729167"/>
                </a:lnTo>
                <a:lnTo>
                  <a:pt x="1104606" y="730363"/>
                </a:lnTo>
                <a:lnTo>
                  <a:pt x="1101518" y="730463"/>
                </a:lnTo>
                <a:lnTo>
                  <a:pt x="1098481" y="730064"/>
                </a:lnTo>
                <a:lnTo>
                  <a:pt x="1095742" y="730463"/>
                </a:lnTo>
                <a:lnTo>
                  <a:pt x="1093301" y="732206"/>
                </a:lnTo>
                <a:lnTo>
                  <a:pt x="1088321" y="733701"/>
                </a:lnTo>
                <a:lnTo>
                  <a:pt x="1083192" y="732555"/>
                </a:lnTo>
                <a:lnTo>
                  <a:pt x="1078860" y="731060"/>
                </a:lnTo>
                <a:lnTo>
                  <a:pt x="1074726" y="729068"/>
                </a:lnTo>
                <a:lnTo>
                  <a:pt x="1073730" y="726527"/>
                </a:lnTo>
                <a:lnTo>
                  <a:pt x="1073929" y="723488"/>
                </a:lnTo>
                <a:lnTo>
                  <a:pt x="1075672" y="719354"/>
                </a:lnTo>
                <a:lnTo>
                  <a:pt x="1074477" y="712080"/>
                </a:lnTo>
                <a:lnTo>
                  <a:pt x="1075374" y="708743"/>
                </a:lnTo>
                <a:lnTo>
                  <a:pt x="1077067" y="705455"/>
                </a:lnTo>
                <a:lnTo>
                  <a:pt x="1079607" y="704259"/>
                </a:lnTo>
                <a:lnTo>
                  <a:pt x="1082943" y="704010"/>
                </a:lnTo>
                <a:lnTo>
                  <a:pt x="1088471" y="701071"/>
                </a:lnTo>
                <a:lnTo>
                  <a:pt x="1093501" y="697235"/>
                </a:lnTo>
                <a:lnTo>
                  <a:pt x="1096439" y="697633"/>
                </a:lnTo>
                <a:lnTo>
                  <a:pt x="1103062" y="700324"/>
                </a:lnTo>
                <a:lnTo>
                  <a:pt x="1106947" y="700622"/>
                </a:lnTo>
                <a:lnTo>
                  <a:pt x="1113520" y="700174"/>
                </a:lnTo>
                <a:lnTo>
                  <a:pt x="1116259" y="701868"/>
                </a:lnTo>
                <a:lnTo>
                  <a:pt x="1117305" y="705654"/>
                </a:lnTo>
                <a:lnTo>
                  <a:pt x="1118799" y="706999"/>
                </a:lnTo>
                <a:lnTo>
                  <a:pt x="1120741" y="707995"/>
                </a:lnTo>
                <a:lnTo>
                  <a:pt x="1125422" y="714372"/>
                </a:lnTo>
                <a:lnTo>
                  <a:pt x="1129755" y="714023"/>
                </a:lnTo>
                <a:lnTo>
                  <a:pt x="1133589" y="715219"/>
                </a:lnTo>
                <a:lnTo>
                  <a:pt x="1140262" y="711333"/>
                </a:lnTo>
                <a:lnTo>
                  <a:pt x="1145342" y="711433"/>
                </a:lnTo>
                <a:lnTo>
                  <a:pt x="1146786" y="708444"/>
                </a:lnTo>
                <a:lnTo>
                  <a:pt x="1143748" y="705255"/>
                </a:lnTo>
                <a:lnTo>
                  <a:pt x="1140063" y="702615"/>
                </a:lnTo>
                <a:lnTo>
                  <a:pt x="1138121" y="702067"/>
                </a:lnTo>
                <a:lnTo>
                  <a:pt x="1135980" y="702217"/>
                </a:lnTo>
                <a:lnTo>
                  <a:pt x="1134038" y="701818"/>
                </a:lnTo>
                <a:lnTo>
                  <a:pt x="1125870" y="695989"/>
                </a:lnTo>
                <a:lnTo>
                  <a:pt x="1123430" y="692851"/>
                </a:lnTo>
                <a:lnTo>
                  <a:pt x="1122036" y="689165"/>
                </a:lnTo>
                <a:lnTo>
                  <a:pt x="1122882" y="686425"/>
                </a:lnTo>
                <a:lnTo>
                  <a:pt x="1128510" y="683984"/>
                </a:lnTo>
                <a:lnTo>
                  <a:pt x="1131149" y="683386"/>
                </a:lnTo>
                <a:lnTo>
                  <a:pt x="1140910" y="685030"/>
                </a:lnTo>
                <a:lnTo>
                  <a:pt x="1142603" y="686425"/>
                </a:lnTo>
                <a:lnTo>
                  <a:pt x="1145193" y="692253"/>
                </a:lnTo>
                <a:lnTo>
                  <a:pt x="1147135" y="694794"/>
                </a:lnTo>
                <a:close/>
                <a:moveTo>
                  <a:pt x="1259582" y="230851"/>
                </a:moveTo>
                <a:lnTo>
                  <a:pt x="1259582" y="239270"/>
                </a:lnTo>
                <a:lnTo>
                  <a:pt x="1259582" y="243355"/>
                </a:lnTo>
                <a:lnTo>
                  <a:pt x="1259582" y="247789"/>
                </a:lnTo>
                <a:lnTo>
                  <a:pt x="1259582" y="252671"/>
                </a:lnTo>
                <a:lnTo>
                  <a:pt x="1259582" y="256955"/>
                </a:lnTo>
                <a:lnTo>
                  <a:pt x="1259582" y="258250"/>
                </a:lnTo>
                <a:lnTo>
                  <a:pt x="1259582" y="260592"/>
                </a:lnTo>
                <a:lnTo>
                  <a:pt x="1259582" y="261488"/>
                </a:lnTo>
                <a:lnTo>
                  <a:pt x="1259582" y="261737"/>
                </a:lnTo>
                <a:lnTo>
                  <a:pt x="1259582" y="265175"/>
                </a:lnTo>
                <a:lnTo>
                  <a:pt x="1259582" y="265623"/>
                </a:lnTo>
                <a:lnTo>
                  <a:pt x="1259582" y="265474"/>
                </a:lnTo>
                <a:lnTo>
                  <a:pt x="1259582" y="264577"/>
                </a:lnTo>
                <a:lnTo>
                  <a:pt x="1259582" y="264128"/>
                </a:lnTo>
                <a:lnTo>
                  <a:pt x="1259582" y="259695"/>
                </a:lnTo>
                <a:lnTo>
                  <a:pt x="1259582" y="256208"/>
                </a:lnTo>
                <a:lnTo>
                  <a:pt x="1259582" y="255809"/>
                </a:lnTo>
                <a:lnTo>
                  <a:pt x="1259582" y="256208"/>
                </a:lnTo>
                <a:lnTo>
                  <a:pt x="1259582" y="256457"/>
                </a:lnTo>
                <a:lnTo>
                  <a:pt x="1259582" y="257104"/>
                </a:lnTo>
                <a:lnTo>
                  <a:pt x="1259582" y="258649"/>
                </a:lnTo>
                <a:lnTo>
                  <a:pt x="1259582" y="257951"/>
                </a:lnTo>
                <a:lnTo>
                  <a:pt x="1259582" y="256208"/>
                </a:lnTo>
                <a:lnTo>
                  <a:pt x="1259582" y="255610"/>
                </a:lnTo>
                <a:lnTo>
                  <a:pt x="1259582" y="255759"/>
                </a:lnTo>
                <a:lnTo>
                  <a:pt x="1259582" y="258400"/>
                </a:lnTo>
                <a:lnTo>
                  <a:pt x="1259582" y="258150"/>
                </a:lnTo>
                <a:lnTo>
                  <a:pt x="1259582" y="254763"/>
                </a:lnTo>
                <a:lnTo>
                  <a:pt x="1259582" y="254115"/>
                </a:lnTo>
                <a:lnTo>
                  <a:pt x="1257590" y="255012"/>
                </a:lnTo>
                <a:lnTo>
                  <a:pt x="1252063" y="258051"/>
                </a:lnTo>
                <a:lnTo>
                  <a:pt x="1249971" y="260093"/>
                </a:lnTo>
                <a:lnTo>
                  <a:pt x="1244244" y="267018"/>
                </a:lnTo>
                <a:lnTo>
                  <a:pt x="1241007" y="272099"/>
                </a:lnTo>
                <a:lnTo>
                  <a:pt x="1238567" y="278426"/>
                </a:lnTo>
                <a:lnTo>
                  <a:pt x="1236475" y="284902"/>
                </a:lnTo>
                <a:lnTo>
                  <a:pt x="1235330" y="290183"/>
                </a:lnTo>
                <a:lnTo>
                  <a:pt x="1235280" y="295712"/>
                </a:lnTo>
                <a:lnTo>
                  <a:pt x="1236276" y="301939"/>
                </a:lnTo>
                <a:lnTo>
                  <a:pt x="1237820" y="308117"/>
                </a:lnTo>
                <a:lnTo>
                  <a:pt x="1239513" y="312799"/>
                </a:lnTo>
                <a:lnTo>
                  <a:pt x="1246684" y="323659"/>
                </a:lnTo>
                <a:lnTo>
                  <a:pt x="1248128" y="325204"/>
                </a:lnTo>
                <a:lnTo>
                  <a:pt x="1255847" y="328292"/>
                </a:lnTo>
                <a:lnTo>
                  <a:pt x="1259582" y="332178"/>
                </a:lnTo>
                <a:lnTo>
                  <a:pt x="1259582" y="343088"/>
                </a:lnTo>
                <a:lnTo>
                  <a:pt x="1259582" y="348667"/>
                </a:lnTo>
                <a:lnTo>
                  <a:pt x="1259582" y="348717"/>
                </a:lnTo>
                <a:lnTo>
                  <a:pt x="1259582" y="348369"/>
                </a:lnTo>
                <a:lnTo>
                  <a:pt x="1259582" y="349066"/>
                </a:lnTo>
                <a:lnTo>
                  <a:pt x="1259582" y="350511"/>
                </a:lnTo>
                <a:lnTo>
                  <a:pt x="1259582" y="347123"/>
                </a:lnTo>
                <a:lnTo>
                  <a:pt x="1259582" y="340796"/>
                </a:lnTo>
                <a:lnTo>
                  <a:pt x="1259582" y="336114"/>
                </a:lnTo>
                <a:lnTo>
                  <a:pt x="1259582" y="327196"/>
                </a:lnTo>
                <a:lnTo>
                  <a:pt x="1259582" y="323062"/>
                </a:lnTo>
                <a:lnTo>
                  <a:pt x="1259582" y="321717"/>
                </a:lnTo>
                <a:lnTo>
                  <a:pt x="1259582" y="322265"/>
                </a:lnTo>
                <a:lnTo>
                  <a:pt x="1259582" y="324656"/>
                </a:lnTo>
                <a:lnTo>
                  <a:pt x="1259582" y="326549"/>
                </a:lnTo>
                <a:lnTo>
                  <a:pt x="1259582" y="327545"/>
                </a:lnTo>
                <a:lnTo>
                  <a:pt x="1259582" y="326898"/>
                </a:lnTo>
                <a:lnTo>
                  <a:pt x="1259582" y="324008"/>
                </a:lnTo>
                <a:lnTo>
                  <a:pt x="1259582" y="322215"/>
                </a:lnTo>
                <a:lnTo>
                  <a:pt x="1259582" y="319973"/>
                </a:lnTo>
                <a:lnTo>
                  <a:pt x="1259582" y="318130"/>
                </a:lnTo>
                <a:lnTo>
                  <a:pt x="1259582" y="318777"/>
                </a:lnTo>
                <a:lnTo>
                  <a:pt x="1259582" y="318030"/>
                </a:lnTo>
                <a:lnTo>
                  <a:pt x="1259582" y="316386"/>
                </a:lnTo>
                <a:lnTo>
                  <a:pt x="1259582" y="314643"/>
                </a:lnTo>
                <a:lnTo>
                  <a:pt x="1259582" y="313248"/>
                </a:lnTo>
                <a:lnTo>
                  <a:pt x="1259582" y="312351"/>
                </a:lnTo>
                <a:lnTo>
                  <a:pt x="1259582" y="310309"/>
                </a:lnTo>
                <a:lnTo>
                  <a:pt x="1259582" y="308864"/>
                </a:lnTo>
                <a:lnTo>
                  <a:pt x="1259582" y="309910"/>
                </a:lnTo>
                <a:lnTo>
                  <a:pt x="1259582" y="312750"/>
                </a:lnTo>
                <a:lnTo>
                  <a:pt x="1259582" y="315639"/>
                </a:lnTo>
                <a:lnTo>
                  <a:pt x="1259582" y="319176"/>
                </a:lnTo>
                <a:lnTo>
                  <a:pt x="1259582" y="328342"/>
                </a:lnTo>
                <a:lnTo>
                  <a:pt x="1259582" y="330435"/>
                </a:lnTo>
                <a:lnTo>
                  <a:pt x="1259582" y="331530"/>
                </a:lnTo>
                <a:lnTo>
                  <a:pt x="1259582" y="330335"/>
                </a:lnTo>
                <a:lnTo>
                  <a:pt x="1259582" y="325602"/>
                </a:lnTo>
                <a:lnTo>
                  <a:pt x="1259582" y="323859"/>
                </a:lnTo>
                <a:lnTo>
                  <a:pt x="1259582" y="325303"/>
                </a:lnTo>
                <a:lnTo>
                  <a:pt x="1259582" y="326648"/>
                </a:lnTo>
                <a:lnTo>
                  <a:pt x="1259582" y="328541"/>
                </a:lnTo>
                <a:lnTo>
                  <a:pt x="1259582" y="333424"/>
                </a:lnTo>
                <a:lnTo>
                  <a:pt x="1259582" y="338953"/>
                </a:lnTo>
                <a:lnTo>
                  <a:pt x="1259582" y="347571"/>
                </a:lnTo>
                <a:lnTo>
                  <a:pt x="1259582" y="355044"/>
                </a:lnTo>
                <a:lnTo>
                  <a:pt x="1259582" y="357884"/>
                </a:lnTo>
                <a:lnTo>
                  <a:pt x="1259582" y="359826"/>
                </a:lnTo>
                <a:lnTo>
                  <a:pt x="1259582" y="364758"/>
                </a:lnTo>
                <a:lnTo>
                  <a:pt x="1259582" y="368445"/>
                </a:lnTo>
                <a:lnTo>
                  <a:pt x="1259582" y="373227"/>
                </a:lnTo>
                <a:lnTo>
                  <a:pt x="1259582" y="374821"/>
                </a:lnTo>
                <a:lnTo>
                  <a:pt x="1259582" y="375369"/>
                </a:lnTo>
                <a:lnTo>
                  <a:pt x="1259582" y="374472"/>
                </a:lnTo>
                <a:lnTo>
                  <a:pt x="1259582" y="371782"/>
                </a:lnTo>
                <a:lnTo>
                  <a:pt x="1259582" y="373974"/>
                </a:lnTo>
                <a:lnTo>
                  <a:pt x="1259582" y="377362"/>
                </a:lnTo>
                <a:lnTo>
                  <a:pt x="1259582" y="378557"/>
                </a:lnTo>
                <a:lnTo>
                  <a:pt x="1259582" y="382294"/>
                </a:lnTo>
                <a:lnTo>
                  <a:pt x="1259582" y="387574"/>
                </a:lnTo>
                <a:lnTo>
                  <a:pt x="1259582" y="388720"/>
                </a:lnTo>
                <a:lnTo>
                  <a:pt x="1259582" y="390414"/>
                </a:lnTo>
                <a:lnTo>
                  <a:pt x="1259582" y="392058"/>
                </a:lnTo>
                <a:lnTo>
                  <a:pt x="1259582" y="396591"/>
                </a:lnTo>
                <a:lnTo>
                  <a:pt x="1259582" y="407053"/>
                </a:lnTo>
                <a:lnTo>
                  <a:pt x="1259582" y="412732"/>
                </a:lnTo>
                <a:lnTo>
                  <a:pt x="1259582" y="417414"/>
                </a:lnTo>
                <a:lnTo>
                  <a:pt x="1259582" y="425286"/>
                </a:lnTo>
                <a:lnTo>
                  <a:pt x="1259582" y="427477"/>
                </a:lnTo>
                <a:lnTo>
                  <a:pt x="1259582" y="430068"/>
                </a:lnTo>
                <a:lnTo>
                  <a:pt x="1259582" y="432459"/>
                </a:lnTo>
                <a:lnTo>
                  <a:pt x="1259582" y="436943"/>
                </a:lnTo>
                <a:lnTo>
                  <a:pt x="1259582" y="439882"/>
                </a:lnTo>
                <a:lnTo>
                  <a:pt x="1259582" y="443568"/>
                </a:lnTo>
                <a:lnTo>
                  <a:pt x="1259582" y="448948"/>
                </a:lnTo>
                <a:lnTo>
                  <a:pt x="1259582" y="456122"/>
                </a:lnTo>
                <a:lnTo>
                  <a:pt x="1259582" y="458563"/>
                </a:lnTo>
                <a:lnTo>
                  <a:pt x="1259582" y="460755"/>
                </a:lnTo>
                <a:lnTo>
                  <a:pt x="1259582" y="462847"/>
                </a:lnTo>
                <a:lnTo>
                  <a:pt x="1259582" y="464441"/>
                </a:lnTo>
                <a:lnTo>
                  <a:pt x="1259582" y="465288"/>
                </a:lnTo>
                <a:lnTo>
                  <a:pt x="1259582" y="466733"/>
                </a:lnTo>
                <a:lnTo>
                  <a:pt x="1259582" y="472362"/>
                </a:lnTo>
                <a:lnTo>
                  <a:pt x="1259582" y="473807"/>
                </a:lnTo>
                <a:lnTo>
                  <a:pt x="1259582" y="475849"/>
                </a:lnTo>
                <a:lnTo>
                  <a:pt x="1259582" y="478938"/>
                </a:lnTo>
                <a:lnTo>
                  <a:pt x="1259582" y="480732"/>
                </a:lnTo>
                <a:lnTo>
                  <a:pt x="1259582" y="483870"/>
                </a:lnTo>
                <a:lnTo>
                  <a:pt x="1259582" y="484667"/>
                </a:lnTo>
                <a:lnTo>
                  <a:pt x="1259582" y="483770"/>
                </a:lnTo>
                <a:lnTo>
                  <a:pt x="1259582" y="482375"/>
                </a:lnTo>
                <a:lnTo>
                  <a:pt x="1259582" y="482923"/>
                </a:lnTo>
                <a:lnTo>
                  <a:pt x="1259582" y="485115"/>
                </a:lnTo>
                <a:lnTo>
                  <a:pt x="1259582" y="487955"/>
                </a:lnTo>
                <a:lnTo>
                  <a:pt x="1259582" y="491093"/>
                </a:lnTo>
                <a:lnTo>
                  <a:pt x="1259582" y="497071"/>
                </a:lnTo>
                <a:lnTo>
                  <a:pt x="1259582" y="499214"/>
                </a:lnTo>
                <a:lnTo>
                  <a:pt x="1259582" y="499114"/>
                </a:lnTo>
                <a:lnTo>
                  <a:pt x="1259582" y="496673"/>
                </a:lnTo>
                <a:lnTo>
                  <a:pt x="1259582" y="498416"/>
                </a:lnTo>
                <a:lnTo>
                  <a:pt x="1259582" y="500160"/>
                </a:lnTo>
                <a:lnTo>
                  <a:pt x="1259582" y="500708"/>
                </a:lnTo>
                <a:lnTo>
                  <a:pt x="1259582" y="500459"/>
                </a:lnTo>
                <a:lnTo>
                  <a:pt x="1259582" y="500708"/>
                </a:lnTo>
                <a:lnTo>
                  <a:pt x="1259582" y="504394"/>
                </a:lnTo>
                <a:lnTo>
                  <a:pt x="1259582" y="506586"/>
                </a:lnTo>
                <a:lnTo>
                  <a:pt x="1259582" y="510572"/>
                </a:lnTo>
                <a:lnTo>
                  <a:pt x="1259582" y="513312"/>
                </a:lnTo>
                <a:lnTo>
                  <a:pt x="1259582" y="519140"/>
                </a:lnTo>
                <a:lnTo>
                  <a:pt x="1259582" y="521133"/>
                </a:lnTo>
                <a:lnTo>
                  <a:pt x="1259582" y="521930"/>
                </a:lnTo>
                <a:lnTo>
                  <a:pt x="1259582" y="520386"/>
                </a:lnTo>
                <a:lnTo>
                  <a:pt x="1259582" y="518841"/>
                </a:lnTo>
                <a:lnTo>
                  <a:pt x="1259582" y="517546"/>
                </a:lnTo>
                <a:lnTo>
                  <a:pt x="1259582" y="513611"/>
                </a:lnTo>
                <a:lnTo>
                  <a:pt x="1259582" y="508629"/>
                </a:lnTo>
                <a:lnTo>
                  <a:pt x="1259582" y="493783"/>
                </a:lnTo>
                <a:lnTo>
                  <a:pt x="1259582" y="491890"/>
                </a:lnTo>
                <a:lnTo>
                  <a:pt x="1259582" y="490197"/>
                </a:lnTo>
                <a:lnTo>
                  <a:pt x="1259582" y="487457"/>
                </a:lnTo>
                <a:lnTo>
                  <a:pt x="1259582" y="484318"/>
                </a:lnTo>
                <a:lnTo>
                  <a:pt x="1259582" y="480433"/>
                </a:lnTo>
                <a:lnTo>
                  <a:pt x="1259582" y="478888"/>
                </a:lnTo>
                <a:lnTo>
                  <a:pt x="1259582" y="475650"/>
                </a:lnTo>
                <a:lnTo>
                  <a:pt x="1259582" y="457567"/>
                </a:lnTo>
                <a:lnTo>
                  <a:pt x="1259582" y="455823"/>
                </a:lnTo>
                <a:lnTo>
                  <a:pt x="1259582" y="452784"/>
                </a:lnTo>
                <a:lnTo>
                  <a:pt x="1259582" y="449995"/>
                </a:lnTo>
                <a:lnTo>
                  <a:pt x="1259582" y="440081"/>
                </a:lnTo>
                <a:lnTo>
                  <a:pt x="1259582" y="438188"/>
                </a:lnTo>
                <a:lnTo>
                  <a:pt x="1259582" y="430367"/>
                </a:lnTo>
                <a:lnTo>
                  <a:pt x="1259582" y="423940"/>
                </a:lnTo>
                <a:lnTo>
                  <a:pt x="1259582" y="417514"/>
                </a:lnTo>
                <a:lnTo>
                  <a:pt x="1259582" y="413429"/>
                </a:lnTo>
                <a:lnTo>
                  <a:pt x="1259582" y="412234"/>
                </a:lnTo>
                <a:lnTo>
                  <a:pt x="1259582" y="412034"/>
                </a:lnTo>
                <a:lnTo>
                  <a:pt x="1259582" y="413330"/>
                </a:lnTo>
                <a:lnTo>
                  <a:pt x="1259582" y="416568"/>
                </a:lnTo>
                <a:lnTo>
                  <a:pt x="1251664" y="423392"/>
                </a:lnTo>
                <a:lnTo>
                  <a:pt x="1247680" y="427328"/>
                </a:lnTo>
                <a:lnTo>
                  <a:pt x="1247332" y="432509"/>
                </a:lnTo>
                <a:lnTo>
                  <a:pt x="1249622" y="437540"/>
                </a:lnTo>
                <a:lnTo>
                  <a:pt x="1252610" y="442173"/>
                </a:lnTo>
                <a:lnTo>
                  <a:pt x="1254204" y="447205"/>
                </a:lnTo>
                <a:lnTo>
                  <a:pt x="1256445" y="465089"/>
                </a:lnTo>
                <a:lnTo>
                  <a:pt x="1256345" y="467132"/>
                </a:lnTo>
                <a:lnTo>
                  <a:pt x="1253756" y="472312"/>
                </a:lnTo>
                <a:lnTo>
                  <a:pt x="1252710" y="483970"/>
                </a:lnTo>
                <a:lnTo>
                  <a:pt x="1253855" y="500359"/>
                </a:lnTo>
                <a:lnTo>
                  <a:pt x="1255598" y="510422"/>
                </a:lnTo>
                <a:lnTo>
                  <a:pt x="1254851" y="515902"/>
                </a:lnTo>
                <a:lnTo>
                  <a:pt x="1250120" y="527659"/>
                </a:lnTo>
                <a:lnTo>
                  <a:pt x="1248676" y="534135"/>
                </a:lnTo>
                <a:lnTo>
                  <a:pt x="1248577" y="536775"/>
                </a:lnTo>
                <a:lnTo>
                  <a:pt x="1254154" y="549080"/>
                </a:lnTo>
                <a:lnTo>
                  <a:pt x="1255449" y="553912"/>
                </a:lnTo>
                <a:lnTo>
                  <a:pt x="1256096" y="558944"/>
                </a:lnTo>
                <a:lnTo>
                  <a:pt x="1250220" y="556503"/>
                </a:lnTo>
                <a:lnTo>
                  <a:pt x="1247431" y="556602"/>
                </a:lnTo>
                <a:lnTo>
                  <a:pt x="1244692" y="557350"/>
                </a:lnTo>
                <a:lnTo>
                  <a:pt x="1238517" y="558147"/>
                </a:lnTo>
                <a:lnTo>
                  <a:pt x="1232292" y="558296"/>
                </a:lnTo>
                <a:lnTo>
                  <a:pt x="1230101" y="559193"/>
                </a:lnTo>
                <a:lnTo>
                  <a:pt x="1225619" y="562481"/>
                </a:lnTo>
                <a:lnTo>
                  <a:pt x="1222930" y="563776"/>
                </a:lnTo>
                <a:lnTo>
                  <a:pt x="1220589" y="564025"/>
                </a:lnTo>
                <a:lnTo>
                  <a:pt x="1212621" y="559940"/>
                </a:lnTo>
                <a:lnTo>
                  <a:pt x="1207940" y="555506"/>
                </a:lnTo>
                <a:lnTo>
                  <a:pt x="1203608" y="550674"/>
                </a:lnTo>
                <a:lnTo>
                  <a:pt x="1202811" y="545145"/>
                </a:lnTo>
                <a:lnTo>
                  <a:pt x="1204355" y="539515"/>
                </a:lnTo>
                <a:lnTo>
                  <a:pt x="1206496" y="533438"/>
                </a:lnTo>
                <a:lnTo>
                  <a:pt x="1210779" y="523375"/>
                </a:lnTo>
                <a:lnTo>
                  <a:pt x="1210580" y="516649"/>
                </a:lnTo>
                <a:lnTo>
                  <a:pt x="1212024" y="511120"/>
                </a:lnTo>
                <a:lnTo>
                  <a:pt x="1214464" y="505740"/>
                </a:lnTo>
                <a:lnTo>
                  <a:pt x="1215360" y="500808"/>
                </a:lnTo>
                <a:lnTo>
                  <a:pt x="1215958" y="481379"/>
                </a:lnTo>
                <a:lnTo>
                  <a:pt x="1215311" y="479685"/>
                </a:lnTo>
                <a:lnTo>
                  <a:pt x="1209484" y="468178"/>
                </a:lnTo>
                <a:lnTo>
                  <a:pt x="1208787" y="466235"/>
                </a:lnTo>
                <a:lnTo>
                  <a:pt x="1208737" y="463096"/>
                </a:lnTo>
                <a:lnTo>
                  <a:pt x="1209384" y="460157"/>
                </a:lnTo>
                <a:lnTo>
                  <a:pt x="1209534" y="457467"/>
                </a:lnTo>
                <a:lnTo>
                  <a:pt x="1208139" y="455425"/>
                </a:lnTo>
                <a:lnTo>
                  <a:pt x="1205799" y="453532"/>
                </a:lnTo>
                <a:lnTo>
                  <a:pt x="1202910" y="452735"/>
                </a:lnTo>
                <a:lnTo>
                  <a:pt x="1196835" y="453532"/>
                </a:lnTo>
                <a:lnTo>
                  <a:pt x="1184634" y="456670"/>
                </a:lnTo>
                <a:lnTo>
                  <a:pt x="1180999" y="453930"/>
                </a:lnTo>
                <a:lnTo>
                  <a:pt x="1178309" y="449696"/>
                </a:lnTo>
                <a:lnTo>
                  <a:pt x="1176566" y="443817"/>
                </a:lnTo>
                <a:lnTo>
                  <a:pt x="1175521" y="437690"/>
                </a:lnTo>
                <a:lnTo>
                  <a:pt x="1176019" y="431911"/>
                </a:lnTo>
                <a:lnTo>
                  <a:pt x="1177811" y="426332"/>
                </a:lnTo>
                <a:lnTo>
                  <a:pt x="1176367" y="422396"/>
                </a:lnTo>
                <a:lnTo>
                  <a:pt x="1174126" y="418162"/>
                </a:lnTo>
                <a:lnTo>
                  <a:pt x="1174076" y="415970"/>
                </a:lnTo>
                <a:lnTo>
                  <a:pt x="1175371" y="414027"/>
                </a:lnTo>
                <a:lnTo>
                  <a:pt x="1177562" y="412433"/>
                </a:lnTo>
                <a:lnTo>
                  <a:pt x="1180301" y="411486"/>
                </a:lnTo>
                <a:lnTo>
                  <a:pt x="1182791" y="409793"/>
                </a:lnTo>
                <a:lnTo>
                  <a:pt x="1189465" y="404113"/>
                </a:lnTo>
                <a:lnTo>
                  <a:pt x="1191606" y="399082"/>
                </a:lnTo>
                <a:lnTo>
                  <a:pt x="1191755" y="392905"/>
                </a:lnTo>
                <a:lnTo>
                  <a:pt x="1193448" y="387026"/>
                </a:lnTo>
                <a:lnTo>
                  <a:pt x="1196885" y="381596"/>
                </a:lnTo>
                <a:lnTo>
                  <a:pt x="1200918" y="376565"/>
                </a:lnTo>
                <a:lnTo>
                  <a:pt x="1202213" y="371334"/>
                </a:lnTo>
                <a:lnTo>
                  <a:pt x="1200221" y="363114"/>
                </a:lnTo>
                <a:lnTo>
                  <a:pt x="1201018" y="359328"/>
                </a:lnTo>
                <a:lnTo>
                  <a:pt x="1200321" y="354944"/>
                </a:lnTo>
                <a:lnTo>
                  <a:pt x="1200271" y="350560"/>
                </a:lnTo>
                <a:lnTo>
                  <a:pt x="1202761" y="342341"/>
                </a:lnTo>
                <a:lnTo>
                  <a:pt x="1210181" y="325602"/>
                </a:lnTo>
                <a:lnTo>
                  <a:pt x="1217452" y="316685"/>
                </a:lnTo>
                <a:lnTo>
                  <a:pt x="1220290" y="314344"/>
                </a:lnTo>
                <a:lnTo>
                  <a:pt x="1224075" y="318479"/>
                </a:lnTo>
                <a:lnTo>
                  <a:pt x="1226914" y="323361"/>
                </a:lnTo>
                <a:lnTo>
                  <a:pt x="1226964" y="318927"/>
                </a:lnTo>
                <a:lnTo>
                  <a:pt x="1226217" y="314593"/>
                </a:lnTo>
                <a:lnTo>
                  <a:pt x="1223328" y="304530"/>
                </a:lnTo>
                <a:lnTo>
                  <a:pt x="1220838" y="284802"/>
                </a:lnTo>
                <a:lnTo>
                  <a:pt x="1221535" y="282959"/>
                </a:lnTo>
                <a:lnTo>
                  <a:pt x="1224075" y="283258"/>
                </a:lnTo>
                <a:lnTo>
                  <a:pt x="1226615" y="281515"/>
                </a:lnTo>
                <a:lnTo>
                  <a:pt x="1228009" y="278426"/>
                </a:lnTo>
                <a:lnTo>
                  <a:pt x="1225320" y="271103"/>
                </a:lnTo>
                <a:lnTo>
                  <a:pt x="1225171" y="268512"/>
                </a:lnTo>
                <a:lnTo>
                  <a:pt x="1230350" y="258250"/>
                </a:lnTo>
                <a:lnTo>
                  <a:pt x="1234583" y="254514"/>
                </a:lnTo>
                <a:lnTo>
                  <a:pt x="1236426" y="252172"/>
                </a:lnTo>
                <a:lnTo>
                  <a:pt x="1237471" y="245896"/>
                </a:lnTo>
                <a:lnTo>
                  <a:pt x="1239712" y="243554"/>
                </a:lnTo>
                <a:lnTo>
                  <a:pt x="1242501" y="241860"/>
                </a:lnTo>
                <a:lnTo>
                  <a:pt x="1246136" y="237526"/>
                </a:lnTo>
                <a:lnTo>
                  <a:pt x="1248128" y="232047"/>
                </a:lnTo>
                <a:lnTo>
                  <a:pt x="1249324" y="231648"/>
                </a:lnTo>
                <a:lnTo>
                  <a:pt x="1250718" y="231449"/>
                </a:lnTo>
                <a:lnTo>
                  <a:pt x="1252959" y="236181"/>
                </a:lnTo>
                <a:lnTo>
                  <a:pt x="1255399" y="238124"/>
                </a:lnTo>
                <a:lnTo>
                  <a:pt x="1259582" y="239668"/>
                </a:lnTo>
                <a:lnTo>
                  <a:pt x="1259582" y="237875"/>
                </a:lnTo>
                <a:lnTo>
                  <a:pt x="1259582" y="235484"/>
                </a:lnTo>
                <a:lnTo>
                  <a:pt x="1259582" y="233392"/>
                </a:lnTo>
                <a:lnTo>
                  <a:pt x="1259582" y="231249"/>
                </a:lnTo>
                <a:lnTo>
                  <a:pt x="1259582" y="228808"/>
                </a:lnTo>
                <a:lnTo>
                  <a:pt x="1259582" y="223179"/>
                </a:lnTo>
                <a:lnTo>
                  <a:pt x="1259582" y="217998"/>
                </a:lnTo>
                <a:lnTo>
                  <a:pt x="1259582" y="216205"/>
                </a:lnTo>
                <a:lnTo>
                  <a:pt x="1259582" y="215059"/>
                </a:lnTo>
                <a:lnTo>
                  <a:pt x="1259582" y="214362"/>
                </a:lnTo>
                <a:lnTo>
                  <a:pt x="1259582" y="214262"/>
                </a:lnTo>
                <a:lnTo>
                  <a:pt x="1259582" y="217550"/>
                </a:lnTo>
                <a:lnTo>
                  <a:pt x="1259582" y="218148"/>
                </a:lnTo>
                <a:lnTo>
                  <a:pt x="1259582" y="217899"/>
                </a:lnTo>
                <a:lnTo>
                  <a:pt x="1259582" y="218447"/>
                </a:lnTo>
                <a:lnTo>
                  <a:pt x="1259582" y="219941"/>
                </a:lnTo>
                <a:lnTo>
                  <a:pt x="1259582" y="222830"/>
                </a:lnTo>
                <a:lnTo>
                  <a:pt x="1259582" y="225371"/>
                </a:lnTo>
                <a:lnTo>
                  <a:pt x="1259582" y="226617"/>
                </a:lnTo>
                <a:lnTo>
                  <a:pt x="1259582" y="227214"/>
                </a:lnTo>
                <a:lnTo>
                  <a:pt x="1259582" y="226168"/>
                </a:lnTo>
                <a:lnTo>
                  <a:pt x="1259582" y="229058"/>
                </a:lnTo>
                <a:lnTo>
                  <a:pt x="1259582" y="229705"/>
                </a:lnTo>
                <a:lnTo>
                  <a:pt x="1259582" y="231399"/>
                </a:lnTo>
                <a:lnTo>
                  <a:pt x="1259582" y="233541"/>
                </a:lnTo>
                <a:lnTo>
                  <a:pt x="1259582" y="237427"/>
                </a:lnTo>
                <a:lnTo>
                  <a:pt x="1259582" y="238274"/>
                </a:lnTo>
                <a:lnTo>
                  <a:pt x="1259582" y="238074"/>
                </a:lnTo>
                <a:lnTo>
                  <a:pt x="1259582" y="234438"/>
                </a:lnTo>
                <a:lnTo>
                  <a:pt x="1259582" y="233641"/>
                </a:lnTo>
                <a:lnTo>
                  <a:pt x="1259582" y="233491"/>
                </a:lnTo>
                <a:lnTo>
                  <a:pt x="1259582" y="234189"/>
                </a:lnTo>
                <a:lnTo>
                  <a:pt x="1259582" y="238672"/>
                </a:lnTo>
                <a:lnTo>
                  <a:pt x="1259582" y="238074"/>
                </a:lnTo>
                <a:lnTo>
                  <a:pt x="1259582" y="229506"/>
                </a:lnTo>
                <a:lnTo>
                  <a:pt x="1259582" y="221386"/>
                </a:lnTo>
                <a:lnTo>
                  <a:pt x="1259582" y="219144"/>
                </a:lnTo>
                <a:lnTo>
                  <a:pt x="1259582" y="215458"/>
                </a:lnTo>
                <a:lnTo>
                  <a:pt x="1259582" y="211074"/>
                </a:lnTo>
                <a:lnTo>
                  <a:pt x="1259582" y="209878"/>
                </a:lnTo>
                <a:lnTo>
                  <a:pt x="1259582" y="208633"/>
                </a:lnTo>
                <a:lnTo>
                  <a:pt x="1259582" y="207288"/>
                </a:lnTo>
                <a:lnTo>
                  <a:pt x="1259582" y="201907"/>
                </a:lnTo>
                <a:lnTo>
                  <a:pt x="1259582" y="197125"/>
                </a:lnTo>
                <a:lnTo>
                  <a:pt x="1259582" y="195680"/>
                </a:lnTo>
                <a:lnTo>
                  <a:pt x="1259582" y="196428"/>
                </a:lnTo>
                <a:lnTo>
                  <a:pt x="1259582" y="198520"/>
                </a:lnTo>
                <a:lnTo>
                  <a:pt x="1259582" y="205594"/>
                </a:lnTo>
                <a:lnTo>
                  <a:pt x="1259582" y="206740"/>
                </a:lnTo>
                <a:lnTo>
                  <a:pt x="1259582" y="210277"/>
                </a:lnTo>
                <a:lnTo>
                  <a:pt x="1259582" y="211721"/>
                </a:lnTo>
                <a:lnTo>
                  <a:pt x="1259582" y="221635"/>
                </a:lnTo>
                <a:lnTo>
                  <a:pt x="1259582" y="226467"/>
                </a:lnTo>
                <a:lnTo>
                  <a:pt x="1259582" y="230851"/>
                </a:lnTo>
                <a:close/>
                <a:moveTo>
                  <a:pt x="605912" y="579717"/>
                </a:moveTo>
                <a:lnTo>
                  <a:pt x="610942" y="585396"/>
                </a:lnTo>
                <a:lnTo>
                  <a:pt x="615325" y="588435"/>
                </a:lnTo>
                <a:lnTo>
                  <a:pt x="620504" y="590079"/>
                </a:lnTo>
                <a:lnTo>
                  <a:pt x="625932" y="590229"/>
                </a:lnTo>
                <a:lnTo>
                  <a:pt x="631310" y="590926"/>
                </a:lnTo>
                <a:lnTo>
                  <a:pt x="637535" y="593118"/>
                </a:lnTo>
                <a:lnTo>
                  <a:pt x="643959" y="594114"/>
                </a:lnTo>
                <a:lnTo>
                  <a:pt x="646898" y="593716"/>
                </a:lnTo>
                <a:lnTo>
                  <a:pt x="649736" y="592620"/>
                </a:lnTo>
                <a:lnTo>
                  <a:pt x="651778" y="592520"/>
                </a:lnTo>
                <a:lnTo>
                  <a:pt x="653521" y="593566"/>
                </a:lnTo>
                <a:lnTo>
                  <a:pt x="657953" y="598399"/>
                </a:lnTo>
                <a:lnTo>
                  <a:pt x="662784" y="602782"/>
                </a:lnTo>
                <a:lnTo>
                  <a:pt x="663879" y="605024"/>
                </a:lnTo>
                <a:lnTo>
                  <a:pt x="667166" y="615635"/>
                </a:lnTo>
                <a:lnTo>
                  <a:pt x="670851" y="618724"/>
                </a:lnTo>
                <a:lnTo>
                  <a:pt x="675931" y="619571"/>
                </a:lnTo>
                <a:lnTo>
                  <a:pt x="681857" y="619571"/>
                </a:lnTo>
                <a:lnTo>
                  <a:pt x="687783" y="620019"/>
                </a:lnTo>
                <a:lnTo>
                  <a:pt x="701528" y="622510"/>
                </a:lnTo>
                <a:lnTo>
                  <a:pt x="707006" y="622161"/>
                </a:lnTo>
                <a:lnTo>
                  <a:pt x="711836" y="619670"/>
                </a:lnTo>
                <a:lnTo>
                  <a:pt x="716119" y="621314"/>
                </a:lnTo>
                <a:lnTo>
                  <a:pt x="727772" y="624253"/>
                </a:lnTo>
                <a:lnTo>
                  <a:pt x="733499" y="624951"/>
                </a:lnTo>
                <a:lnTo>
                  <a:pt x="740023" y="624104"/>
                </a:lnTo>
                <a:lnTo>
                  <a:pt x="746547" y="623905"/>
                </a:lnTo>
                <a:lnTo>
                  <a:pt x="749684" y="624752"/>
                </a:lnTo>
                <a:lnTo>
                  <a:pt x="752672" y="626047"/>
                </a:lnTo>
                <a:lnTo>
                  <a:pt x="755262" y="626545"/>
                </a:lnTo>
                <a:lnTo>
                  <a:pt x="757901" y="626495"/>
                </a:lnTo>
                <a:lnTo>
                  <a:pt x="762632" y="624004"/>
                </a:lnTo>
                <a:lnTo>
                  <a:pt x="765769" y="619471"/>
                </a:lnTo>
                <a:lnTo>
                  <a:pt x="768259" y="613692"/>
                </a:lnTo>
                <a:lnTo>
                  <a:pt x="770251" y="607714"/>
                </a:lnTo>
                <a:lnTo>
                  <a:pt x="771596" y="605124"/>
                </a:lnTo>
                <a:lnTo>
                  <a:pt x="773389" y="602832"/>
                </a:lnTo>
                <a:lnTo>
                  <a:pt x="775729" y="601388"/>
                </a:lnTo>
                <a:lnTo>
                  <a:pt x="778269" y="600441"/>
                </a:lnTo>
                <a:lnTo>
                  <a:pt x="785092" y="601039"/>
                </a:lnTo>
                <a:lnTo>
                  <a:pt x="786536" y="602484"/>
                </a:lnTo>
                <a:lnTo>
                  <a:pt x="794155" y="612646"/>
                </a:lnTo>
                <a:lnTo>
                  <a:pt x="795549" y="613543"/>
                </a:lnTo>
                <a:lnTo>
                  <a:pt x="803517" y="614190"/>
                </a:lnTo>
                <a:lnTo>
                  <a:pt x="805758" y="613842"/>
                </a:lnTo>
                <a:lnTo>
                  <a:pt x="810589" y="611799"/>
                </a:lnTo>
                <a:lnTo>
                  <a:pt x="813378" y="611600"/>
                </a:lnTo>
                <a:lnTo>
                  <a:pt x="818557" y="614141"/>
                </a:lnTo>
                <a:lnTo>
                  <a:pt x="820748" y="616283"/>
                </a:lnTo>
                <a:lnTo>
                  <a:pt x="823238" y="617827"/>
                </a:lnTo>
                <a:lnTo>
                  <a:pt x="835788" y="619471"/>
                </a:lnTo>
                <a:lnTo>
                  <a:pt x="840618" y="623805"/>
                </a:lnTo>
                <a:lnTo>
                  <a:pt x="843108" y="624403"/>
                </a:lnTo>
                <a:lnTo>
                  <a:pt x="851823" y="623855"/>
                </a:lnTo>
                <a:lnTo>
                  <a:pt x="857899" y="624303"/>
                </a:lnTo>
                <a:lnTo>
                  <a:pt x="863128" y="625449"/>
                </a:lnTo>
                <a:lnTo>
                  <a:pt x="865518" y="631676"/>
                </a:lnTo>
                <a:lnTo>
                  <a:pt x="867460" y="638003"/>
                </a:lnTo>
                <a:lnTo>
                  <a:pt x="868605" y="640145"/>
                </a:lnTo>
                <a:lnTo>
                  <a:pt x="873735" y="642337"/>
                </a:lnTo>
                <a:lnTo>
                  <a:pt x="875826" y="644280"/>
                </a:lnTo>
                <a:lnTo>
                  <a:pt x="875279" y="650656"/>
                </a:lnTo>
                <a:lnTo>
                  <a:pt x="875876" y="656634"/>
                </a:lnTo>
                <a:lnTo>
                  <a:pt x="886782" y="661915"/>
                </a:lnTo>
                <a:lnTo>
                  <a:pt x="898435" y="664904"/>
                </a:lnTo>
                <a:lnTo>
                  <a:pt x="910885" y="665203"/>
                </a:lnTo>
                <a:lnTo>
                  <a:pt x="923285" y="664157"/>
                </a:lnTo>
                <a:lnTo>
                  <a:pt x="929710" y="662861"/>
                </a:lnTo>
                <a:lnTo>
                  <a:pt x="937727" y="660620"/>
                </a:lnTo>
                <a:lnTo>
                  <a:pt x="939421" y="660669"/>
                </a:lnTo>
                <a:lnTo>
                  <a:pt x="954958" y="667544"/>
                </a:lnTo>
                <a:lnTo>
                  <a:pt x="956253" y="668590"/>
                </a:lnTo>
                <a:lnTo>
                  <a:pt x="957996" y="673771"/>
                </a:lnTo>
                <a:lnTo>
                  <a:pt x="957946" y="679201"/>
                </a:lnTo>
                <a:lnTo>
                  <a:pt x="955058" y="692054"/>
                </a:lnTo>
                <a:lnTo>
                  <a:pt x="954858" y="695591"/>
                </a:lnTo>
                <a:lnTo>
                  <a:pt x="955157" y="699128"/>
                </a:lnTo>
                <a:lnTo>
                  <a:pt x="958245" y="706800"/>
                </a:lnTo>
                <a:lnTo>
                  <a:pt x="959888" y="709041"/>
                </a:lnTo>
                <a:lnTo>
                  <a:pt x="965516" y="713077"/>
                </a:lnTo>
                <a:lnTo>
                  <a:pt x="965715" y="715169"/>
                </a:lnTo>
                <a:lnTo>
                  <a:pt x="964968" y="717311"/>
                </a:lnTo>
                <a:lnTo>
                  <a:pt x="958743" y="715866"/>
                </a:lnTo>
                <a:lnTo>
                  <a:pt x="954958" y="714073"/>
                </a:lnTo>
                <a:lnTo>
                  <a:pt x="952767" y="711184"/>
                </a:lnTo>
                <a:lnTo>
                  <a:pt x="949679" y="709589"/>
                </a:lnTo>
                <a:lnTo>
                  <a:pt x="943853" y="710137"/>
                </a:lnTo>
                <a:lnTo>
                  <a:pt x="932897" y="707248"/>
                </a:lnTo>
                <a:lnTo>
                  <a:pt x="920596" y="702765"/>
                </a:lnTo>
                <a:lnTo>
                  <a:pt x="898684" y="693250"/>
                </a:lnTo>
                <a:lnTo>
                  <a:pt x="892758" y="693299"/>
                </a:lnTo>
                <a:lnTo>
                  <a:pt x="887031" y="694545"/>
                </a:lnTo>
                <a:lnTo>
                  <a:pt x="881006" y="696936"/>
                </a:lnTo>
                <a:lnTo>
                  <a:pt x="874731" y="698680"/>
                </a:lnTo>
                <a:lnTo>
                  <a:pt x="870099" y="699327"/>
                </a:lnTo>
                <a:lnTo>
                  <a:pt x="865468" y="698879"/>
                </a:lnTo>
                <a:lnTo>
                  <a:pt x="853815" y="696587"/>
                </a:lnTo>
                <a:lnTo>
                  <a:pt x="842012" y="695093"/>
                </a:lnTo>
                <a:lnTo>
                  <a:pt x="811884" y="694146"/>
                </a:lnTo>
                <a:lnTo>
                  <a:pt x="803368" y="692004"/>
                </a:lnTo>
                <a:lnTo>
                  <a:pt x="789225" y="690908"/>
                </a:lnTo>
                <a:lnTo>
                  <a:pt x="778020" y="689015"/>
                </a:lnTo>
                <a:lnTo>
                  <a:pt x="766915" y="686375"/>
                </a:lnTo>
                <a:lnTo>
                  <a:pt x="738628" y="673522"/>
                </a:lnTo>
                <a:lnTo>
                  <a:pt x="729366" y="670384"/>
                </a:lnTo>
                <a:lnTo>
                  <a:pt x="700930" y="664256"/>
                </a:lnTo>
                <a:lnTo>
                  <a:pt x="696548" y="663758"/>
                </a:lnTo>
                <a:lnTo>
                  <a:pt x="686239" y="664206"/>
                </a:lnTo>
                <a:lnTo>
                  <a:pt x="679715" y="662413"/>
                </a:lnTo>
                <a:lnTo>
                  <a:pt x="673989" y="662363"/>
                </a:lnTo>
                <a:lnTo>
                  <a:pt x="665523" y="664356"/>
                </a:lnTo>
                <a:lnTo>
                  <a:pt x="662883" y="665801"/>
                </a:lnTo>
                <a:lnTo>
                  <a:pt x="659596" y="668839"/>
                </a:lnTo>
                <a:lnTo>
                  <a:pt x="653820" y="668690"/>
                </a:lnTo>
                <a:lnTo>
                  <a:pt x="648093" y="668092"/>
                </a:lnTo>
                <a:lnTo>
                  <a:pt x="632954" y="665203"/>
                </a:lnTo>
                <a:lnTo>
                  <a:pt x="627326" y="663409"/>
                </a:lnTo>
                <a:lnTo>
                  <a:pt x="621948" y="660819"/>
                </a:lnTo>
                <a:lnTo>
                  <a:pt x="617068" y="657382"/>
                </a:lnTo>
                <a:lnTo>
                  <a:pt x="614528" y="656136"/>
                </a:lnTo>
                <a:lnTo>
                  <a:pt x="601480" y="652649"/>
                </a:lnTo>
                <a:lnTo>
                  <a:pt x="590823" y="651404"/>
                </a:lnTo>
                <a:lnTo>
                  <a:pt x="568911" y="649859"/>
                </a:lnTo>
                <a:lnTo>
                  <a:pt x="564131" y="648763"/>
                </a:lnTo>
                <a:lnTo>
                  <a:pt x="560147" y="647518"/>
                </a:lnTo>
                <a:lnTo>
                  <a:pt x="557955" y="644678"/>
                </a:lnTo>
                <a:lnTo>
                  <a:pt x="558254" y="641042"/>
                </a:lnTo>
                <a:lnTo>
                  <a:pt x="559798" y="637953"/>
                </a:lnTo>
                <a:lnTo>
                  <a:pt x="561989" y="634815"/>
                </a:lnTo>
                <a:lnTo>
                  <a:pt x="563384" y="631826"/>
                </a:lnTo>
                <a:lnTo>
                  <a:pt x="547348" y="625549"/>
                </a:lnTo>
                <a:lnTo>
                  <a:pt x="534699" y="622111"/>
                </a:lnTo>
                <a:lnTo>
                  <a:pt x="529271" y="621464"/>
                </a:lnTo>
                <a:lnTo>
                  <a:pt x="523793" y="621464"/>
                </a:lnTo>
                <a:lnTo>
                  <a:pt x="517618" y="622161"/>
                </a:lnTo>
                <a:lnTo>
                  <a:pt x="511492" y="621862"/>
                </a:lnTo>
                <a:lnTo>
                  <a:pt x="508654" y="620816"/>
                </a:lnTo>
                <a:lnTo>
                  <a:pt x="505716" y="620467"/>
                </a:lnTo>
                <a:lnTo>
                  <a:pt x="502777" y="621215"/>
                </a:lnTo>
                <a:lnTo>
                  <a:pt x="500387" y="620916"/>
                </a:lnTo>
                <a:lnTo>
                  <a:pt x="499789" y="618076"/>
                </a:lnTo>
                <a:lnTo>
                  <a:pt x="501283" y="615635"/>
                </a:lnTo>
                <a:lnTo>
                  <a:pt x="504421" y="612895"/>
                </a:lnTo>
                <a:lnTo>
                  <a:pt x="506164" y="612397"/>
                </a:lnTo>
                <a:lnTo>
                  <a:pt x="506961" y="616731"/>
                </a:lnTo>
                <a:lnTo>
                  <a:pt x="507857" y="617578"/>
                </a:lnTo>
                <a:lnTo>
                  <a:pt x="510596" y="618525"/>
                </a:lnTo>
                <a:lnTo>
                  <a:pt x="511791" y="618275"/>
                </a:lnTo>
                <a:lnTo>
                  <a:pt x="516622" y="612746"/>
                </a:lnTo>
                <a:lnTo>
                  <a:pt x="517966" y="610056"/>
                </a:lnTo>
                <a:lnTo>
                  <a:pt x="520307" y="602733"/>
                </a:lnTo>
                <a:lnTo>
                  <a:pt x="522847" y="604127"/>
                </a:lnTo>
                <a:lnTo>
                  <a:pt x="525386" y="603231"/>
                </a:lnTo>
                <a:lnTo>
                  <a:pt x="526880" y="602085"/>
                </a:lnTo>
                <a:lnTo>
                  <a:pt x="530914" y="585098"/>
                </a:lnTo>
                <a:lnTo>
                  <a:pt x="534301" y="580166"/>
                </a:lnTo>
                <a:lnTo>
                  <a:pt x="538932" y="576031"/>
                </a:lnTo>
                <a:lnTo>
                  <a:pt x="541223" y="575035"/>
                </a:lnTo>
                <a:lnTo>
                  <a:pt x="545754" y="577575"/>
                </a:lnTo>
                <a:lnTo>
                  <a:pt x="554918" y="578522"/>
                </a:lnTo>
                <a:lnTo>
                  <a:pt x="560346" y="580215"/>
                </a:lnTo>
                <a:lnTo>
                  <a:pt x="565824" y="580415"/>
                </a:lnTo>
                <a:lnTo>
                  <a:pt x="571152" y="581212"/>
                </a:lnTo>
                <a:lnTo>
                  <a:pt x="578572" y="584201"/>
                </a:lnTo>
                <a:lnTo>
                  <a:pt x="581212" y="583902"/>
                </a:lnTo>
                <a:lnTo>
                  <a:pt x="583901" y="582955"/>
                </a:lnTo>
                <a:lnTo>
                  <a:pt x="587885" y="579717"/>
                </a:lnTo>
                <a:lnTo>
                  <a:pt x="589578" y="574536"/>
                </a:lnTo>
                <a:lnTo>
                  <a:pt x="595355" y="577177"/>
                </a:lnTo>
                <a:lnTo>
                  <a:pt x="603821" y="578223"/>
                </a:lnTo>
                <a:lnTo>
                  <a:pt x="605912" y="579717"/>
                </a:lnTo>
                <a:close/>
                <a:moveTo>
                  <a:pt x="718211" y="179390"/>
                </a:moveTo>
                <a:lnTo>
                  <a:pt x="713729" y="185966"/>
                </a:lnTo>
                <a:lnTo>
                  <a:pt x="714227" y="188357"/>
                </a:lnTo>
                <a:lnTo>
                  <a:pt x="715322" y="190450"/>
                </a:lnTo>
                <a:lnTo>
                  <a:pt x="718559" y="191894"/>
                </a:lnTo>
                <a:lnTo>
                  <a:pt x="719456" y="199965"/>
                </a:lnTo>
                <a:lnTo>
                  <a:pt x="723539" y="204548"/>
                </a:lnTo>
                <a:lnTo>
                  <a:pt x="727623" y="208732"/>
                </a:lnTo>
                <a:lnTo>
                  <a:pt x="730661" y="210775"/>
                </a:lnTo>
                <a:lnTo>
                  <a:pt x="733947" y="213764"/>
                </a:lnTo>
                <a:lnTo>
                  <a:pt x="736288" y="216504"/>
                </a:lnTo>
                <a:lnTo>
                  <a:pt x="738728" y="218845"/>
                </a:lnTo>
                <a:lnTo>
                  <a:pt x="742413" y="221137"/>
                </a:lnTo>
                <a:lnTo>
                  <a:pt x="752373" y="230801"/>
                </a:lnTo>
                <a:lnTo>
                  <a:pt x="756556" y="233641"/>
                </a:lnTo>
                <a:lnTo>
                  <a:pt x="759644" y="236480"/>
                </a:lnTo>
                <a:lnTo>
                  <a:pt x="761885" y="237477"/>
                </a:lnTo>
                <a:lnTo>
                  <a:pt x="767313" y="236679"/>
                </a:lnTo>
                <a:lnTo>
                  <a:pt x="783398" y="229755"/>
                </a:lnTo>
                <a:lnTo>
                  <a:pt x="786287" y="229307"/>
                </a:lnTo>
                <a:lnTo>
                  <a:pt x="791516" y="228061"/>
                </a:lnTo>
                <a:lnTo>
                  <a:pt x="800778" y="228460"/>
                </a:lnTo>
                <a:lnTo>
                  <a:pt x="810539" y="230801"/>
                </a:lnTo>
                <a:lnTo>
                  <a:pt x="813726" y="230901"/>
                </a:lnTo>
                <a:lnTo>
                  <a:pt x="816714" y="229456"/>
                </a:lnTo>
                <a:lnTo>
                  <a:pt x="820897" y="229904"/>
                </a:lnTo>
                <a:lnTo>
                  <a:pt x="824832" y="230652"/>
                </a:lnTo>
                <a:lnTo>
                  <a:pt x="826774" y="230004"/>
                </a:lnTo>
                <a:lnTo>
                  <a:pt x="832451" y="224973"/>
                </a:lnTo>
                <a:lnTo>
                  <a:pt x="840220" y="223478"/>
                </a:lnTo>
                <a:lnTo>
                  <a:pt x="842710" y="218447"/>
                </a:lnTo>
                <a:lnTo>
                  <a:pt x="844602" y="213764"/>
                </a:lnTo>
                <a:lnTo>
                  <a:pt x="845548" y="208732"/>
                </a:lnTo>
                <a:lnTo>
                  <a:pt x="848785" y="206690"/>
                </a:lnTo>
                <a:lnTo>
                  <a:pt x="853317" y="204946"/>
                </a:lnTo>
                <a:lnTo>
                  <a:pt x="859990" y="202754"/>
                </a:lnTo>
                <a:lnTo>
                  <a:pt x="883247" y="202356"/>
                </a:lnTo>
                <a:lnTo>
                  <a:pt x="885488" y="203302"/>
                </a:lnTo>
                <a:lnTo>
                  <a:pt x="885986" y="205893"/>
                </a:lnTo>
                <a:lnTo>
                  <a:pt x="885488" y="207836"/>
                </a:lnTo>
                <a:lnTo>
                  <a:pt x="886434" y="208981"/>
                </a:lnTo>
                <a:lnTo>
                  <a:pt x="889521" y="209081"/>
                </a:lnTo>
                <a:lnTo>
                  <a:pt x="892360" y="210277"/>
                </a:lnTo>
                <a:lnTo>
                  <a:pt x="903963" y="214312"/>
                </a:lnTo>
                <a:lnTo>
                  <a:pt x="908893" y="215557"/>
                </a:lnTo>
                <a:lnTo>
                  <a:pt x="911632" y="215258"/>
                </a:lnTo>
                <a:lnTo>
                  <a:pt x="917061" y="218845"/>
                </a:lnTo>
                <a:lnTo>
                  <a:pt x="920049" y="217600"/>
                </a:lnTo>
                <a:lnTo>
                  <a:pt x="923933" y="215109"/>
                </a:lnTo>
                <a:lnTo>
                  <a:pt x="927668" y="211672"/>
                </a:lnTo>
                <a:lnTo>
                  <a:pt x="931004" y="208981"/>
                </a:lnTo>
                <a:lnTo>
                  <a:pt x="935885" y="207935"/>
                </a:lnTo>
                <a:lnTo>
                  <a:pt x="942160" y="208085"/>
                </a:lnTo>
                <a:lnTo>
                  <a:pt x="949580" y="207138"/>
                </a:lnTo>
                <a:lnTo>
                  <a:pt x="955157" y="205694"/>
                </a:lnTo>
                <a:lnTo>
                  <a:pt x="961432" y="208085"/>
                </a:lnTo>
                <a:lnTo>
                  <a:pt x="963075" y="207337"/>
                </a:lnTo>
                <a:lnTo>
                  <a:pt x="964121" y="204996"/>
                </a:lnTo>
                <a:lnTo>
                  <a:pt x="967358" y="199865"/>
                </a:lnTo>
                <a:lnTo>
                  <a:pt x="968802" y="196428"/>
                </a:lnTo>
                <a:lnTo>
                  <a:pt x="970047" y="189802"/>
                </a:lnTo>
                <a:lnTo>
                  <a:pt x="970944" y="188208"/>
                </a:lnTo>
                <a:lnTo>
                  <a:pt x="973284" y="187311"/>
                </a:lnTo>
                <a:lnTo>
                  <a:pt x="975725" y="186066"/>
                </a:lnTo>
                <a:lnTo>
                  <a:pt x="976372" y="184073"/>
                </a:lnTo>
                <a:lnTo>
                  <a:pt x="977268" y="181781"/>
                </a:lnTo>
                <a:lnTo>
                  <a:pt x="976521" y="179839"/>
                </a:lnTo>
                <a:lnTo>
                  <a:pt x="975127" y="178195"/>
                </a:lnTo>
                <a:lnTo>
                  <a:pt x="973683" y="172715"/>
                </a:lnTo>
                <a:lnTo>
                  <a:pt x="974131" y="170174"/>
                </a:lnTo>
                <a:lnTo>
                  <a:pt x="975027" y="168331"/>
                </a:lnTo>
                <a:lnTo>
                  <a:pt x="977517" y="167384"/>
                </a:lnTo>
                <a:lnTo>
                  <a:pt x="984141" y="163299"/>
                </a:lnTo>
                <a:lnTo>
                  <a:pt x="990017" y="158567"/>
                </a:lnTo>
                <a:lnTo>
                  <a:pt x="993204" y="156226"/>
                </a:lnTo>
                <a:lnTo>
                  <a:pt x="994599" y="154731"/>
                </a:lnTo>
                <a:lnTo>
                  <a:pt x="994698" y="152539"/>
                </a:lnTo>
                <a:lnTo>
                  <a:pt x="992158" y="150297"/>
                </a:lnTo>
                <a:lnTo>
                  <a:pt x="989718" y="149201"/>
                </a:lnTo>
                <a:lnTo>
                  <a:pt x="989519" y="146561"/>
                </a:lnTo>
                <a:lnTo>
                  <a:pt x="989619" y="144768"/>
                </a:lnTo>
                <a:lnTo>
                  <a:pt x="990366" y="143024"/>
                </a:lnTo>
                <a:lnTo>
                  <a:pt x="990017" y="141380"/>
                </a:lnTo>
                <a:lnTo>
                  <a:pt x="989967" y="138889"/>
                </a:lnTo>
                <a:lnTo>
                  <a:pt x="991561" y="136199"/>
                </a:lnTo>
                <a:lnTo>
                  <a:pt x="995146" y="132264"/>
                </a:lnTo>
                <a:lnTo>
                  <a:pt x="997985" y="129673"/>
                </a:lnTo>
                <a:lnTo>
                  <a:pt x="1001122" y="131267"/>
                </a:lnTo>
                <a:lnTo>
                  <a:pt x="1004807" y="130520"/>
                </a:lnTo>
                <a:lnTo>
                  <a:pt x="1008293" y="129275"/>
                </a:lnTo>
                <a:lnTo>
                  <a:pt x="1010236" y="124592"/>
                </a:lnTo>
                <a:lnTo>
                  <a:pt x="1010534" y="122350"/>
                </a:lnTo>
                <a:lnTo>
                  <a:pt x="1010086" y="120557"/>
                </a:lnTo>
                <a:lnTo>
                  <a:pt x="1011281" y="113931"/>
                </a:lnTo>
                <a:lnTo>
                  <a:pt x="1011580" y="112935"/>
                </a:lnTo>
                <a:lnTo>
                  <a:pt x="1013871" y="108750"/>
                </a:lnTo>
                <a:lnTo>
                  <a:pt x="1014120" y="105960"/>
                </a:lnTo>
                <a:lnTo>
                  <a:pt x="1012825" y="99385"/>
                </a:lnTo>
                <a:lnTo>
                  <a:pt x="1013622" y="94453"/>
                </a:lnTo>
                <a:lnTo>
                  <a:pt x="1013971" y="84191"/>
                </a:lnTo>
                <a:lnTo>
                  <a:pt x="1015365" y="82347"/>
                </a:lnTo>
                <a:lnTo>
                  <a:pt x="1016959" y="77067"/>
                </a:lnTo>
                <a:lnTo>
                  <a:pt x="1019498" y="71537"/>
                </a:lnTo>
                <a:lnTo>
                  <a:pt x="1024628" y="68498"/>
                </a:lnTo>
                <a:lnTo>
                  <a:pt x="1027367" y="64563"/>
                </a:lnTo>
                <a:lnTo>
                  <a:pt x="1028562" y="63816"/>
                </a:lnTo>
                <a:lnTo>
                  <a:pt x="1030305" y="63766"/>
                </a:lnTo>
                <a:lnTo>
                  <a:pt x="1036580" y="66655"/>
                </a:lnTo>
                <a:lnTo>
                  <a:pt x="1042157" y="63467"/>
                </a:lnTo>
                <a:lnTo>
                  <a:pt x="1047237" y="63068"/>
                </a:lnTo>
                <a:lnTo>
                  <a:pt x="1051420" y="63517"/>
                </a:lnTo>
                <a:lnTo>
                  <a:pt x="1053810" y="64862"/>
                </a:lnTo>
                <a:lnTo>
                  <a:pt x="1056151" y="65808"/>
                </a:lnTo>
                <a:lnTo>
                  <a:pt x="1061131" y="62670"/>
                </a:lnTo>
                <a:lnTo>
                  <a:pt x="1063023" y="63218"/>
                </a:lnTo>
                <a:lnTo>
                  <a:pt x="1064816" y="64314"/>
                </a:lnTo>
                <a:lnTo>
                  <a:pt x="1067306" y="64264"/>
                </a:lnTo>
                <a:lnTo>
                  <a:pt x="1070244" y="63467"/>
                </a:lnTo>
                <a:lnTo>
                  <a:pt x="1077515" y="64214"/>
                </a:lnTo>
                <a:lnTo>
                  <a:pt x="1090313" y="64364"/>
                </a:lnTo>
                <a:lnTo>
                  <a:pt x="1099128" y="66257"/>
                </a:lnTo>
                <a:lnTo>
                  <a:pt x="1107743" y="71537"/>
                </a:lnTo>
                <a:lnTo>
                  <a:pt x="1112026" y="72633"/>
                </a:lnTo>
                <a:lnTo>
                  <a:pt x="1113869" y="72633"/>
                </a:lnTo>
                <a:lnTo>
                  <a:pt x="1113470" y="73081"/>
                </a:lnTo>
                <a:lnTo>
                  <a:pt x="1110034" y="74526"/>
                </a:lnTo>
                <a:lnTo>
                  <a:pt x="1108441" y="77366"/>
                </a:lnTo>
                <a:lnTo>
                  <a:pt x="1113122" y="81750"/>
                </a:lnTo>
                <a:lnTo>
                  <a:pt x="1113470" y="84639"/>
                </a:lnTo>
                <a:lnTo>
                  <a:pt x="1117106" y="87229"/>
                </a:lnTo>
                <a:lnTo>
                  <a:pt x="1121538" y="91265"/>
                </a:lnTo>
                <a:lnTo>
                  <a:pt x="1121737" y="92610"/>
                </a:lnTo>
                <a:lnTo>
                  <a:pt x="1123231" y="94403"/>
                </a:lnTo>
                <a:lnTo>
                  <a:pt x="1123978" y="96645"/>
                </a:lnTo>
                <a:lnTo>
                  <a:pt x="1120841" y="98837"/>
                </a:lnTo>
                <a:lnTo>
                  <a:pt x="1116657" y="99285"/>
                </a:lnTo>
                <a:lnTo>
                  <a:pt x="1113520" y="97193"/>
                </a:lnTo>
                <a:lnTo>
                  <a:pt x="1110682" y="94602"/>
                </a:lnTo>
                <a:lnTo>
                  <a:pt x="1109935" y="97791"/>
                </a:lnTo>
                <a:lnTo>
                  <a:pt x="1107694" y="99634"/>
                </a:lnTo>
                <a:lnTo>
                  <a:pt x="1099626" y="99136"/>
                </a:lnTo>
                <a:lnTo>
                  <a:pt x="1093849" y="99136"/>
                </a:lnTo>
                <a:lnTo>
                  <a:pt x="1088072" y="99933"/>
                </a:lnTo>
                <a:lnTo>
                  <a:pt x="1090961" y="100431"/>
                </a:lnTo>
                <a:lnTo>
                  <a:pt x="1093550" y="101477"/>
                </a:lnTo>
                <a:lnTo>
                  <a:pt x="1102514" y="109697"/>
                </a:lnTo>
                <a:lnTo>
                  <a:pt x="1104457" y="112785"/>
                </a:lnTo>
                <a:lnTo>
                  <a:pt x="1101319" y="118813"/>
                </a:lnTo>
                <a:lnTo>
                  <a:pt x="1102813" y="121304"/>
                </a:lnTo>
                <a:lnTo>
                  <a:pt x="1106299" y="122749"/>
                </a:lnTo>
                <a:lnTo>
                  <a:pt x="1110532" y="125738"/>
                </a:lnTo>
                <a:lnTo>
                  <a:pt x="1113520" y="126086"/>
                </a:lnTo>
                <a:lnTo>
                  <a:pt x="1115711" y="127780"/>
                </a:lnTo>
                <a:lnTo>
                  <a:pt x="1115761" y="130719"/>
                </a:lnTo>
                <a:lnTo>
                  <a:pt x="1117056" y="133409"/>
                </a:lnTo>
                <a:lnTo>
                  <a:pt x="1113620" y="134505"/>
                </a:lnTo>
                <a:lnTo>
                  <a:pt x="1117006" y="135203"/>
                </a:lnTo>
                <a:lnTo>
                  <a:pt x="1120044" y="136598"/>
                </a:lnTo>
                <a:lnTo>
                  <a:pt x="1118400" y="137993"/>
                </a:lnTo>
                <a:lnTo>
                  <a:pt x="1117106" y="139686"/>
                </a:lnTo>
                <a:lnTo>
                  <a:pt x="1118500" y="140583"/>
                </a:lnTo>
                <a:lnTo>
                  <a:pt x="1122633" y="142127"/>
                </a:lnTo>
                <a:lnTo>
                  <a:pt x="1124426" y="143572"/>
                </a:lnTo>
                <a:lnTo>
                  <a:pt x="1125372" y="147458"/>
                </a:lnTo>
                <a:lnTo>
                  <a:pt x="1129406" y="153785"/>
                </a:lnTo>
                <a:lnTo>
                  <a:pt x="1136777" y="161954"/>
                </a:lnTo>
                <a:lnTo>
                  <a:pt x="1138420" y="164943"/>
                </a:lnTo>
                <a:lnTo>
                  <a:pt x="1138370" y="167683"/>
                </a:lnTo>
                <a:lnTo>
                  <a:pt x="1137175" y="170075"/>
                </a:lnTo>
                <a:lnTo>
                  <a:pt x="1132942" y="172814"/>
                </a:lnTo>
                <a:lnTo>
                  <a:pt x="1129556" y="176451"/>
                </a:lnTo>
                <a:lnTo>
                  <a:pt x="1129157" y="177746"/>
                </a:lnTo>
                <a:lnTo>
                  <a:pt x="1124576" y="179440"/>
                </a:lnTo>
                <a:lnTo>
                  <a:pt x="1126667" y="180686"/>
                </a:lnTo>
                <a:lnTo>
                  <a:pt x="1128360" y="182379"/>
                </a:lnTo>
                <a:lnTo>
                  <a:pt x="1131498" y="187411"/>
                </a:lnTo>
                <a:lnTo>
                  <a:pt x="1139067" y="195631"/>
                </a:lnTo>
                <a:lnTo>
                  <a:pt x="1142902" y="198719"/>
                </a:lnTo>
                <a:lnTo>
                  <a:pt x="1158589" y="209878"/>
                </a:lnTo>
                <a:lnTo>
                  <a:pt x="1166905" y="214710"/>
                </a:lnTo>
                <a:lnTo>
                  <a:pt x="1177562" y="225819"/>
                </a:lnTo>
                <a:lnTo>
                  <a:pt x="1183040" y="228410"/>
                </a:lnTo>
                <a:lnTo>
                  <a:pt x="1184136" y="231499"/>
                </a:lnTo>
                <a:lnTo>
                  <a:pt x="1179505" y="236231"/>
                </a:lnTo>
                <a:lnTo>
                  <a:pt x="1172782" y="238622"/>
                </a:lnTo>
                <a:lnTo>
                  <a:pt x="1161726" y="239868"/>
                </a:lnTo>
                <a:lnTo>
                  <a:pt x="1150621" y="238224"/>
                </a:lnTo>
                <a:lnTo>
                  <a:pt x="1144844" y="236879"/>
                </a:lnTo>
                <a:lnTo>
                  <a:pt x="1139864" y="234139"/>
                </a:lnTo>
                <a:lnTo>
                  <a:pt x="1135880" y="228659"/>
                </a:lnTo>
                <a:lnTo>
                  <a:pt x="1130701" y="225670"/>
                </a:lnTo>
                <a:lnTo>
                  <a:pt x="1132693" y="229008"/>
                </a:lnTo>
                <a:lnTo>
                  <a:pt x="1133938" y="232395"/>
                </a:lnTo>
                <a:lnTo>
                  <a:pt x="1133291" y="236082"/>
                </a:lnTo>
                <a:lnTo>
                  <a:pt x="1131249" y="239021"/>
                </a:lnTo>
                <a:lnTo>
                  <a:pt x="1127763" y="241113"/>
                </a:lnTo>
                <a:lnTo>
                  <a:pt x="1123978" y="242857"/>
                </a:lnTo>
                <a:lnTo>
                  <a:pt x="1122384" y="244052"/>
                </a:lnTo>
                <a:lnTo>
                  <a:pt x="1112823" y="263431"/>
                </a:lnTo>
                <a:lnTo>
                  <a:pt x="1111279" y="268662"/>
                </a:lnTo>
                <a:lnTo>
                  <a:pt x="1108391" y="290382"/>
                </a:lnTo>
                <a:lnTo>
                  <a:pt x="1108341" y="296559"/>
                </a:lnTo>
                <a:lnTo>
                  <a:pt x="1112624" y="308017"/>
                </a:lnTo>
                <a:lnTo>
                  <a:pt x="1113022" y="314045"/>
                </a:lnTo>
                <a:lnTo>
                  <a:pt x="1113869" y="316685"/>
                </a:lnTo>
                <a:lnTo>
                  <a:pt x="1113271" y="318827"/>
                </a:lnTo>
                <a:lnTo>
                  <a:pt x="1111279" y="320122"/>
                </a:lnTo>
                <a:lnTo>
                  <a:pt x="1103062" y="323610"/>
                </a:lnTo>
                <a:lnTo>
                  <a:pt x="1097285" y="326549"/>
                </a:lnTo>
                <a:lnTo>
                  <a:pt x="1092554" y="330684"/>
                </a:lnTo>
                <a:lnTo>
                  <a:pt x="1088770" y="335865"/>
                </a:lnTo>
                <a:lnTo>
                  <a:pt x="1085433" y="339601"/>
                </a:lnTo>
                <a:lnTo>
                  <a:pt x="1081001" y="341394"/>
                </a:lnTo>
                <a:lnTo>
                  <a:pt x="1077764" y="341095"/>
                </a:lnTo>
                <a:lnTo>
                  <a:pt x="1075174" y="339402"/>
                </a:lnTo>
                <a:lnTo>
                  <a:pt x="1073382" y="336064"/>
                </a:lnTo>
                <a:lnTo>
                  <a:pt x="1072336" y="332427"/>
                </a:lnTo>
                <a:lnTo>
                  <a:pt x="1071639" y="335117"/>
                </a:lnTo>
                <a:lnTo>
                  <a:pt x="1071788" y="337758"/>
                </a:lnTo>
                <a:lnTo>
                  <a:pt x="1073282" y="340547"/>
                </a:lnTo>
                <a:lnTo>
                  <a:pt x="1073880" y="343536"/>
                </a:lnTo>
                <a:lnTo>
                  <a:pt x="1072983" y="346525"/>
                </a:lnTo>
                <a:lnTo>
                  <a:pt x="1071091" y="348966"/>
                </a:lnTo>
                <a:lnTo>
                  <a:pt x="1065961" y="351607"/>
                </a:lnTo>
                <a:lnTo>
                  <a:pt x="1063073" y="353848"/>
                </a:lnTo>
                <a:lnTo>
                  <a:pt x="1062625" y="357784"/>
                </a:lnTo>
                <a:lnTo>
                  <a:pt x="1061280" y="360026"/>
                </a:lnTo>
                <a:lnTo>
                  <a:pt x="1059288" y="361769"/>
                </a:lnTo>
                <a:lnTo>
                  <a:pt x="1052018" y="365705"/>
                </a:lnTo>
                <a:lnTo>
                  <a:pt x="1050424" y="367299"/>
                </a:lnTo>
                <a:lnTo>
                  <a:pt x="1049179" y="369341"/>
                </a:lnTo>
                <a:lnTo>
                  <a:pt x="1053063" y="369042"/>
                </a:lnTo>
                <a:lnTo>
                  <a:pt x="1056599" y="369341"/>
                </a:lnTo>
                <a:lnTo>
                  <a:pt x="1056898" y="373277"/>
                </a:lnTo>
                <a:lnTo>
                  <a:pt x="1057993" y="376216"/>
                </a:lnTo>
                <a:lnTo>
                  <a:pt x="1056599" y="382692"/>
                </a:lnTo>
                <a:lnTo>
                  <a:pt x="1051121" y="387026"/>
                </a:lnTo>
                <a:lnTo>
                  <a:pt x="1053860" y="387923"/>
                </a:lnTo>
                <a:lnTo>
                  <a:pt x="1056300" y="389368"/>
                </a:lnTo>
                <a:lnTo>
                  <a:pt x="1061778" y="390414"/>
                </a:lnTo>
                <a:lnTo>
                  <a:pt x="1063621" y="394997"/>
                </a:lnTo>
                <a:lnTo>
                  <a:pt x="1062824" y="400527"/>
                </a:lnTo>
                <a:lnTo>
                  <a:pt x="1061828" y="405508"/>
                </a:lnTo>
                <a:lnTo>
                  <a:pt x="1057894" y="406853"/>
                </a:lnTo>
                <a:lnTo>
                  <a:pt x="1055454" y="405957"/>
                </a:lnTo>
                <a:lnTo>
                  <a:pt x="1053063" y="406056"/>
                </a:lnTo>
                <a:lnTo>
                  <a:pt x="1051271" y="407551"/>
                </a:lnTo>
                <a:lnTo>
                  <a:pt x="1050773" y="410091"/>
                </a:lnTo>
                <a:lnTo>
                  <a:pt x="1054159" y="408846"/>
                </a:lnTo>
                <a:lnTo>
                  <a:pt x="1054010" y="415272"/>
                </a:lnTo>
                <a:lnTo>
                  <a:pt x="1053063" y="421549"/>
                </a:lnTo>
                <a:lnTo>
                  <a:pt x="1051968" y="424987"/>
                </a:lnTo>
                <a:lnTo>
                  <a:pt x="1049876" y="427826"/>
                </a:lnTo>
                <a:lnTo>
                  <a:pt x="1046739" y="428723"/>
                </a:lnTo>
                <a:lnTo>
                  <a:pt x="1043751" y="426631"/>
                </a:lnTo>
                <a:lnTo>
                  <a:pt x="1043153" y="429072"/>
                </a:lnTo>
                <a:lnTo>
                  <a:pt x="1044050" y="431114"/>
                </a:lnTo>
                <a:lnTo>
                  <a:pt x="1048283" y="436146"/>
                </a:lnTo>
                <a:lnTo>
                  <a:pt x="1045693" y="437291"/>
                </a:lnTo>
                <a:lnTo>
                  <a:pt x="1043801" y="438985"/>
                </a:lnTo>
                <a:lnTo>
                  <a:pt x="1042954" y="441476"/>
                </a:lnTo>
                <a:lnTo>
                  <a:pt x="1038372" y="447205"/>
                </a:lnTo>
                <a:lnTo>
                  <a:pt x="1036331" y="451439"/>
                </a:lnTo>
                <a:lnTo>
                  <a:pt x="1035434" y="455923"/>
                </a:lnTo>
                <a:lnTo>
                  <a:pt x="1033293" y="459510"/>
                </a:lnTo>
                <a:lnTo>
                  <a:pt x="998533" y="475052"/>
                </a:lnTo>
                <a:lnTo>
                  <a:pt x="970446" y="488154"/>
                </a:lnTo>
                <a:lnTo>
                  <a:pt x="968404" y="487258"/>
                </a:lnTo>
                <a:lnTo>
                  <a:pt x="967010" y="485265"/>
                </a:lnTo>
                <a:lnTo>
                  <a:pt x="966063" y="464890"/>
                </a:lnTo>
                <a:lnTo>
                  <a:pt x="962577" y="454478"/>
                </a:lnTo>
                <a:lnTo>
                  <a:pt x="962079" y="448650"/>
                </a:lnTo>
                <a:lnTo>
                  <a:pt x="958095" y="453880"/>
                </a:lnTo>
                <a:lnTo>
                  <a:pt x="955655" y="453332"/>
                </a:lnTo>
                <a:lnTo>
                  <a:pt x="953016" y="451987"/>
                </a:lnTo>
                <a:lnTo>
                  <a:pt x="951074" y="450294"/>
                </a:lnTo>
                <a:lnTo>
                  <a:pt x="950924" y="448052"/>
                </a:lnTo>
                <a:lnTo>
                  <a:pt x="953016" y="441576"/>
                </a:lnTo>
                <a:lnTo>
                  <a:pt x="950476" y="445113"/>
                </a:lnTo>
                <a:lnTo>
                  <a:pt x="947638" y="447852"/>
                </a:lnTo>
                <a:lnTo>
                  <a:pt x="944749" y="447504"/>
                </a:lnTo>
                <a:lnTo>
                  <a:pt x="942259" y="446159"/>
                </a:lnTo>
                <a:lnTo>
                  <a:pt x="941313" y="444066"/>
                </a:lnTo>
                <a:lnTo>
                  <a:pt x="939968" y="443768"/>
                </a:lnTo>
                <a:lnTo>
                  <a:pt x="933843" y="449496"/>
                </a:lnTo>
                <a:lnTo>
                  <a:pt x="925726" y="452585"/>
                </a:lnTo>
                <a:lnTo>
                  <a:pt x="921194" y="452535"/>
                </a:lnTo>
                <a:lnTo>
                  <a:pt x="917658" y="450792"/>
                </a:lnTo>
                <a:lnTo>
                  <a:pt x="917808" y="446408"/>
                </a:lnTo>
                <a:lnTo>
                  <a:pt x="917459" y="442124"/>
                </a:lnTo>
                <a:lnTo>
                  <a:pt x="916463" y="439633"/>
                </a:lnTo>
                <a:lnTo>
                  <a:pt x="914272" y="438736"/>
                </a:lnTo>
                <a:lnTo>
                  <a:pt x="912280" y="439035"/>
                </a:lnTo>
                <a:lnTo>
                  <a:pt x="906453" y="441277"/>
                </a:lnTo>
                <a:lnTo>
                  <a:pt x="904362" y="441028"/>
                </a:lnTo>
                <a:lnTo>
                  <a:pt x="903166" y="442124"/>
                </a:lnTo>
                <a:lnTo>
                  <a:pt x="887778" y="426531"/>
                </a:lnTo>
                <a:lnTo>
                  <a:pt x="884641" y="439184"/>
                </a:lnTo>
                <a:lnTo>
                  <a:pt x="874034" y="445910"/>
                </a:lnTo>
                <a:lnTo>
                  <a:pt x="866165" y="449795"/>
                </a:lnTo>
                <a:lnTo>
                  <a:pt x="858397" y="448351"/>
                </a:lnTo>
                <a:lnTo>
                  <a:pt x="850478" y="445860"/>
                </a:lnTo>
                <a:lnTo>
                  <a:pt x="842610" y="448849"/>
                </a:lnTo>
                <a:lnTo>
                  <a:pt x="834045" y="456272"/>
                </a:lnTo>
                <a:lnTo>
                  <a:pt x="831654" y="457417"/>
                </a:lnTo>
                <a:lnTo>
                  <a:pt x="829214" y="457367"/>
                </a:lnTo>
                <a:lnTo>
                  <a:pt x="827421" y="456421"/>
                </a:lnTo>
                <a:lnTo>
                  <a:pt x="828019" y="450792"/>
                </a:lnTo>
                <a:lnTo>
                  <a:pt x="828118" y="445212"/>
                </a:lnTo>
                <a:lnTo>
                  <a:pt x="827471" y="432708"/>
                </a:lnTo>
                <a:lnTo>
                  <a:pt x="826774" y="430267"/>
                </a:lnTo>
                <a:lnTo>
                  <a:pt x="824334" y="426830"/>
                </a:lnTo>
                <a:lnTo>
                  <a:pt x="821097" y="424339"/>
                </a:lnTo>
                <a:lnTo>
                  <a:pt x="819254" y="426182"/>
                </a:lnTo>
                <a:lnTo>
                  <a:pt x="817611" y="428623"/>
                </a:lnTo>
                <a:lnTo>
                  <a:pt x="811137" y="428524"/>
                </a:lnTo>
                <a:lnTo>
                  <a:pt x="804812" y="426581"/>
                </a:lnTo>
                <a:lnTo>
                  <a:pt x="799384" y="427677"/>
                </a:lnTo>
                <a:lnTo>
                  <a:pt x="788677" y="432658"/>
                </a:lnTo>
                <a:lnTo>
                  <a:pt x="783000" y="433406"/>
                </a:lnTo>
                <a:lnTo>
                  <a:pt x="779962" y="432310"/>
                </a:lnTo>
                <a:lnTo>
                  <a:pt x="778020" y="429620"/>
                </a:lnTo>
                <a:lnTo>
                  <a:pt x="779116" y="427179"/>
                </a:lnTo>
                <a:lnTo>
                  <a:pt x="781456" y="425335"/>
                </a:lnTo>
                <a:lnTo>
                  <a:pt x="777074" y="426780"/>
                </a:lnTo>
                <a:lnTo>
                  <a:pt x="773339" y="429321"/>
                </a:lnTo>
                <a:lnTo>
                  <a:pt x="771695" y="430915"/>
                </a:lnTo>
                <a:lnTo>
                  <a:pt x="769952" y="430118"/>
                </a:lnTo>
                <a:lnTo>
                  <a:pt x="765271" y="424439"/>
                </a:lnTo>
                <a:lnTo>
                  <a:pt x="755511" y="426581"/>
                </a:lnTo>
                <a:lnTo>
                  <a:pt x="754166" y="427228"/>
                </a:lnTo>
                <a:lnTo>
                  <a:pt x="751776" y="429121"/>
                </a:lnTo>
                <a:lnTo>
                  <a:pt x="749435" y="428175"/>
                </a:lnTo>
                <a:lnTo>
                  <a:pt x="748290" y="426132"/>
                </a:lnTo>
                <a:lnTo>
                  <a:pt x="747841" y="414376"/>
                </a:lnTo>
                <a:lnTo>
                  <a:pt x="742861" y="391709"/>
                </a:lnTo>
                <a:lnTo>
                  <a:pt x="741517" y="380102"/>
                </a:lnTo>
                <a:lnTo>
                  <a:pt x="740421" y="377362"/>
                </a:lnTo>
                <a:lnTo>
                  <a:pt x="734694" y="373227"/>
                </a:lnTo>
                <a:lnTo>
                  <a:pt x="734893" y="367249"/>
                </a:lnTo>
                <a:lnTo>
                  <a:pt x="737832" y="362267"/>
                </a:lnTo>
                <a:lnTo>
                  <a:pt x="738479" y="356439"/>
                </a:lnTo>
                <a:lnTo>
                  <a:pt x="737632" y="350112"/>
                </a:lnTo>
                <a:lnTo>
                  <a:pt x="735840" y="343935"/>
                </a:lnTo>
                <a:lnTo>
                  <a:pt x="733599" y="339252"/>
                </a:lnTo>
                <a:lnTo>
                  <a:pt x="730362" y="335267"/>
                </a:lnTo>
                <a:lnTo>
                  <a:pt x="726079" y="330783"/>
                </a:lnTo>
                <a:lnTo>
                  <a:pt x="720850" y="327446"/>
                </a:lnTo>
                <a:lnTo>
                  <a:pt x="709496" y="323709"/>
                </a:lnTo>
                <a:lnTo>
                  <a:pt x="703470" y="324008"/>
                </a:lnTo>
                <a:lnTo>
                  <a:pt x="701279" y="322563"/>
                </a:lnTo>
                <a:lnTo>
                  <a:pt x="699785" y="320621"/>
                </a:lnTo>
                <a:lnTo>
                  <a:pt x="700382" y="316884"/>
                </a:lnTo>
                <a:lnTo>
                  <a:pt x="702424" y="314294"/>
                </a:lnTo>
                <a:lnTo>
                  <a:pt x="705113" y="313646"/>
                </a:lnTo>
                <a:lnTo>
                  <a:pt x="705462" y="312202"/>
                </a:lnTo>
                <a:lnTo>
                  <a:pt x="699685" y="309163"/>
                </a:lnTo>
                <a:lnTo>
                  <a:pt x="694904" y="305078"/>
                </a:lnTo>
                <a:lnTo>
                  <a:pt x="693361" y="302587"/>
                </a:lnTo>
                <a:lnTo>
                  <a:pt x="692912" y="299897"/>
                </a:lnTo>
                <a:lnTo>
                  <a:pt x="692962" y="293620"/>
                </a:lnTo>
                <a:lnTo>
                  <a:pt x="694357" y="289684"/>
                </a:lnTo>
                <a:lnTo>
                  <a:pt x="695104" y="287493"/>
                </a:lnTo>
                <a:lnTo>
                  <a:pt x="696598" y="280867"/>
                </a:lnTo>
                <a:lnTo>
                  <a:pt x="699735" y="278874"/>
                </a:lnTo>
                <a:lnTo>
                  <a:pt x="699187" y="277629"/>
                </a:lnTo>
                <a:lnTo>
                  <a:pt x="697843" y="276732"/>
                </a:lnTo>
                <a:lnTo>
                  <a:pt x="695900" y="274590"/>
                </a:lnTo>
                <a:lnTo>
                  <a:pt x="694307" y="272049"/>
                </a:lnTo>
                <a:lnTo>
                  <a:pt x="690622" y="267815"/>
                </a:lnTo>
                <a:lnTo>
                  <a:pt x="684148" y="262684"/>
                </a:lnTo>
                <a:lnTo>
                  <a:pt x="683052" y="253866"/>
                </a:lnTo>
                <a:lnTo>
                  <a:pt x="682205" y="240864"/>
                </a:lnTo>
                <a:lnTo>
                  <a:pt x="682753" y="234936"/>
                </a:lnTo>
                <a:lnTo>
                  <a:pt x="684845" y="223877"/>
                </a:lnTo>
                <a:lnTo>
                  <a:pt x="688430" y="220439"/>
                </a:lnTo>
                <a:lnTo>
                  <a:pt x="691269" y="219443"/>
                </a:lnTo>
                <a:lnTo>
                  <a:pt x="693460" y="217948"/>
                </a:lnTo>
                <a:lnTo>
                  <a:pt x="691667" y="217749"/>
                </a:lnTo>
                <a:lnTo>
                  <a:pt x="690124" y="218297"/>
                </a:lnTo>
                <a:lnTo>
                  <a:pt x="687385" y="218646"/>
                </a:lnTo>
                <a:lnTo>
                  <a:pt x="689626" y="208782"/>
                </a:lnTo>
                <a:lnTo>
                  <a:pt x="690671" y="205893"/>
                </a:lnTo>
                <a:lnTo>
                  <a:pt x="695203" y="200363"/>
                </a:lnTo>
                <a:lnTo>
                  <a:pt x="700482" y="195481"/>
                </a:lnTo>
                <a:lnTo>
                  <a:pt x="702723" y="189702"/>
                </a:lnTo>
                <a:lnTo>
                  <a:pt x="705761" y="184621"/>
                </a:lnTo>
                <a:lnTo>
                  <a:pt x="718211" y="179390"/>
                </a:lnTo>
                <a:close/>
                <a:moveTo>
                  <a:pt x="323748" y="176899"/>
                </a:moveTo>
                <a:lnTo>
                  <a:pt x="326437" y="180935"/>
                </a:lnTo>
                <a:lnTo>
                  <a:pt x="327035" y="183625"/>
                </a:lnTo>
                <a:lnTo>
                  <a:pt x="325043" y="186614"/>
                </a:lnTo>
                <a:lnTo>
                  <a:pt x="324296" y="191296"/>
                </a:lnTo>
                <a:lnTo>
                  <a:pt x="318519" y="194933"/>
                </a:lnTo>
                <a:lnTo>
                  <a:pt x="313439" y="194086"/>
                </a:lnTo>
                <a:lnTo>
                  <a:pt x="311796" y="192791"/>
                </a:lnTo>
                <a:lnTo>
                  <a:pt x="308559" y="185717"/>
                </a:lnTo>
                <a:lnTo>
                  <a:pt x="308907" y="179689"/>
                </a:lnTo>
                <a:lnTo>
                  <a:pt x="310899" y="177398"/>
                </a:lnTo>
                <a:lnTo>
                  <a:pt x="315630" y="177746"/>
                </a:lnTo>
                <a:lnTo>
                  <a:pt x="320411" y="174458"/>
                </a:lnTo>
                <a:lnTo>
                  <a:pt x="323748" y="176899"/>
                </a:lnTo>
                <a:close/>
                <a:moveTo>
                  <a:pt x="359554" y="231100"/>
                </a:moveTo>
                <a:lnTo>
                  <a:pt x="357263" y="232595"/>
                </a:lnTo>
                <a:lnTo>
                  <a:pt x="354474" y="230253"/>
                </a:lnTo>
                <a:lnTo>
                  <a:pt x="352233" y="226816"/>
                </a:lnTo>
                <a:lnTo>
                  <a:pt x="350988" y="223279"/>
                </a:lnTo>
                <a:lnTo>
                  <a:pt x="349942" y="217450"/>
                </a:lnTo>
                <a:lnTo>
                  <a:pt x="349693" y="213266"/>
                </a:lnTo>
                <a:lnTo>
                  <a:pt x="351038" y="210825"/>
                </a:lnTo>
                <a:lnTo>
                  <a:pt x="352034" y="210924"/>
                </a:lnTo>
                <a:lnTo>
                  <a:pt x="356167" y="213365"/>
                </a:lnTo>
                <a:lnTo>
                  <a:pt x="358856" y="217600"/>
                </a:lnTo>
                <a:lnTo>
                  <a:pt x="360350" y="218945"/>
                </a:lnTo>
                <a:lnTo>
                  <a:pt x="360649" y="222830"/>
                </a:lnTo>
                <a:lnTo>
                  <a:pt x="359653" y="227264"/>
                </a:lnTo>
                <a:lnTo>
                  <a:pt x="359554" y="231100"/>
                </a:lnTo>
                <a:close/>
                <a:moveTo>
                  <a:pt x="362791" y="207736"/>
                </a:moveTo>
                <a:lnTo>
                  <a:pt x="363139" y="214113"/>
                </a:lnTo>
                <a:lnTo>
                  <a:pt x="359454" y="212469"/>
                </a:lnTo>
                <a:lnTo>
                  <a:pt x="356566" y="209928"/>
                </a:lnTo>
                <a:lnTo>
                  <a:pt x="351934" y="208035"/>
                </a:lnTo>
                <a:lnTo>
                  <a:pt x="346307" y="207437"/>
                </a:lnTo>
                <a:lnTo>
                  <a:pt x="342223" y="205743"/>
                </a:lnTo>
                <a:lnTo>
                  <a:pt x="339335" y="202804"/>
                </a:lnTo>
                <a:lnTo>
                  <a:pt x="339186" y="201409"/>
                </a:lnTo>
                <a:lnTo>
                  <a:pt x="339484" y="200313"/>
                </a:lnTo>
                <a:lnTo>
                  <a:pt x="340381" y="199466"/>
                </a:lnTo>
                <a:lnTo>
                  <a:pt x="361695" y="205195"/>
                </a:lnTo>
                <a:lnTo>
                  <a:pt x="362791" y="207736"/>
                </a:lnTo>
                <a:close/>
                <a:moveTo>
                  <a:pt x="389483" y="243205"/>
                </a:moveTo>
                <a:lnTo>
                  <a:pt x="388537" y="245148"/>
                </a:lnTo>
                <a:lnTo>
                  <a:pt x="386645" y="243704"/>
                </a:lnTo>
                <a:lnTo>
                  <a:pt x="376934" y="241562"/>
                </a:lnTo>
                <a:lnTo>
                  <a:pt x="373697" y="241362"/>
                </a:lnTo>
                <a:lnTo>
                  <a:pt x="365281" y="238971"/>
                </a:lnTo>
                <a:lnTo>
                  <a:pt x="362691" y="237726"/>
                </a:lnTo>
                <a:lnTo>
                  <a:pt x="360898" y="236082"/>
                </a:lnTo>
                <a:lnTo>
                  <a:pt x="361496" y="233093"/>
                </a:lnTo>
                <a:lnTo>
                  <a:pt x="362741" y="231249"/>
                </a:lnTo>
                <a:lnTo>
                  <a:pt x="363538" y="226168"/>
                </a:lnTo>
                <a:lnTo>
                  <a:pt x="365629" y="224126"/>
                </a:lnTo>
                <a:lnTo>
                  <a:pt x="369812" y="227912"/>
                </a:lnTo>
                <a:lnTo>
                  <a:pt x="374444" y="231150"/>
                </a:lnTo>
                <a:lnTo>
                  <a:pt x="377133" y="232644"/>
                </a:lnTo>
                <a:lnTo>
                  <a:pt x="385300" y="235932"/>
                </a:lnTo>
                <a:lnTo>
                  <a:pt x="388188" y="237626"/>
                </a:lnTo>
                <a:lnTo>
                  <a:pt x="389483" y="243205"/>
                </a:lnTo>
                <a:close/>
                <a:moveTo>
                  <a:pt x="396356" y="237078"/>
                </a:moveTo>
                <a:lnTo>
                  <a:pt x="394911" y="238473"/>
                </a:lnTo>
                <a:lnTo>
                  <a:pt x="392421" y="238174"/>
                </a:lnTo>
                <a:lnTo>
                  <a:pt x="389732" y="236480"/>
                </a:lnTo>
                <a:lnTo>
                  <a:pt x="386296" y="233441"/>
                </a:lnTo>
                <a:lnTo>
                  <a:pt x="382412" y="230751"/>
                </a:lnTo>
                <a:lnTo>
                  <a:pt x="377531" y="229058"/>
                </a:lnTo>
                <a:lnTo>
                  <a:pt x="374444" y="228559"/>
                </a:lnTo>
                <a:lnTo>
                  <a:pt x="373249" y="227912"/>
                </a:lnTo>
                <a:lnTo>
                  <a:pt x="374444" y="222681"/>
                </a:lnTo>
                <a:lnTo>
                  <a:pt x="377631" y="222382"/>
                </a:lnTo>
                <a:lnTo>
                  <a:pt x="388039" y="227214"/>
                </a:lnTo>
                <a:lnTo>
                  <a:pt x="391475" y="229855"/>
                </a:lnTo>
                <a:lnTo>
                  <a:pt x="396356" y="237078"/>
                </a:lnTo>
                <a:close/>
                <a:moveTo>
                  <a:pt x="402232" y="253418"/>
                </a:moveTo>
                <a:lnTo>
                  <a:pt x="396654" y="253717"/>
                </a:lnTo>
                <a:lnTo>
                  <a:pt x="395061" y="253069"/>
                </a:lnTo>
                <a:lnTo>
                  <a:pt x="395708" y="248386"/>
                </a:lnTo>
                <a:lnTo>
                  <a:pt x="397401" y="245547"/>
                </a:lnTo>
                <a:lnTo>
                  <a:pt x="399941" y="245597"/>
                </a:lnTo>
                <a:lnTo>
                  <a:pt x="402780" y="249831"/>
                </a:lnTo>
                <a:lnTo>
                  <a:pt x="402232" y="253418"/>
                </a:lnTo>
                <a:close/>
                <a:moveTo>
                  <a:pt x="410499" y="247340"/>
                </a:moveTo>
                <a:lnTo>
                  <a:pt x="409503" y="247988"/>
                </a:lnTo>
                <a:lnTo>
                  <a:pt x="405220" y="241661"/>
                </a:lnTo>
                <a:lnTo>
                  <a:pt x="406316" y="238025"/>
                </a:lnTo>
                <a:lnTo>
                  <a:pt x="407312" y="237078"/>
                </a:lnTo>
                <a:lnTo>
                  <a:pt x="409652" y="239320"/>
                </a:lnTo>
                <a:lnTo>
                  <a:pt x="411495" y="241661"/>
                </a:lnTo>
                <a:lnTo>
                  <a:pt x="412839" y="244401"/>
                </a:lnTo>
                <a:lnTo>
                  <a:pt x="410499" y="247340"/>
                </a:lnTo>
                <a:close/>
                <a:moveTo>
                  <a:pt x="439133" y="221585"/>
                </a:moveTo>
                <a:lnTo>
                  <a:pt x="442271" y="223777"/>
                </a:lnTo>
                <a:lnTo>
                  <a:pt x="444860" y="222332"/>
                </a:lnTo>
                <a:lnTo>
                  <a:pt x="444761" y="224225"/>
                </a:lnTo>
                <a:lnTo>
                  <a:pt x="444213" y="226019"/>
                </a:lnTo>
                <a:lnTo>
                  <a:pt x="441175" y="231100"/>
                </a:lnTo>
                <a:lnTo>
                  <a:pt x="436096" y="229954"/>
                </a:lnTo>
                <a:lnTo>
                  <a:pt x="434901" y="228310"/>
                </a:lnTo>
                <a:lnTo>
                  <a:pt x="434502" y="227065"/>
                </a:lnTo>
                <a:lnTo>
                  <a:pt x="435249" y="226268"/>
                </a:lnTo>
                <a:lnTo>
                  <a:pt x="435648" y="223777"/>
                </a:lnTo>
                <a:lnTo>
                  <a:pt x="437888" y="223777"/>
                </a:lnTo>
                <a:lnTo>
                  <a:pt x="439133" y="221585"/>
                </a:lnTo>
                <a:close/>
                <a:moveTo>
                  <a:pt x="467021" y="219841"/>
                </a:moveTo>
                <a:lnTo>
                  <a:pt x="467320" y="223578"/>
                </a:lnTo>
                <a:lnTo>
                  <a:pt x="470159" y="225371"/>
                </a:lnTo>
                <a:lnTo>
                  <a:pt x="470906" y="228111"/>
                </a:lnTo>
                <a:lnTo>
                  <a:pt x="470408" y="232545"/>
                </a:lnTo>
                <a:lnTo>
                  <a:pt x="467718" y="237626"/>
                </a:lnTo>
                <a:lnTo>
                  <a:pt x="466523" y="238971"/>
                </a:lnTo>
                <a:lnTo>
                  <a:pt x="462988" y="237925"/>
                </a:lnTo>
                <a:lnTo>
                  <a:pt x="461842" y="236231"/>
                </a:lnTo>
                <a:lnTo>
                  <a:pt x="461344" y="234936"/>
                </a:lnTo>
                <a:lnTo>
                  <a:pt x="461842" y="233940"/>
                </a:lnTo>
                <a:lnTo>
                  <a:pt x="459253" y="232794"/>
                </a:lnTo>
                <a:lnTo>
                  <a:pt x="460896" y="230801"/>
                </a:lnTo>
                <a:lnTo>
                  <a:pt x="459751" y="228111"/>
                </a:lnTo>
                <a:lnTo>
                  <a:pt x="452530" y="229805"/>
                </a:lnTo>
                <a:lnTo>
                  <a:pt x="450438" y="229855"/>
                </a:lnTo>
                <a:lnTo>
                  <a:pt x="450040" y="226766"/>
                </a:lnTo>
                <a:lnTo>
                  <a:pt x="450338" y="225471"/>
                </a:lnTo>
                <a:lnTo>
                  <a:pt x="455916" y="221585"/>
                </a:lnTo>
                <a:lnTo>
                  <a:pt x="459203" y="220838"/>
                </a:lnTo>
                <a:lnTo>
                  <a:pt x="462788" y="221635"/>
                </a:lnTo>
                <a:lnTo>
                  <a:pt x="467021" y="219841"/>
                </a:lnTo>
                <a:close/>
                <a:moveTo>
                  <a:pt x="476682" y="289186"/>
                </a:moveTo>
                <a:lnTo>
                  <a:pt x="478127" y="289983"/>
                </a:lnTo>
                <a:lnTo>
                  <a:pt x="479870" y="287443"/>
                </a:lnTo>
                <a:lnTo>
                  <a:pt x="483156" y="290980"/>
                </a:lnTo>
                <a:lnTo>
                  <a:pt x="485198" y="292723"/>
                </a:lnTo>
                <a:lnTo>
                  <a:pt x="487937" y="294517"/>
                </a:lnTo>
                <a:lnTo>
                  <a:pt x="485248" y="294567"/>
                </a:lnTo>
                <a:lnTo>
                  <a:pt x="484152" y="296210"/>
                </a:lnTo>
                <a:lnTo>
                  <a:pt x="483405" y="296509"/>
                </a:lnTo>
                <a:lnTo>
                  <a:pt x="472848" y="290830"/>
                </a:lnTo>
                <a:lnTo>
                  <a:pt x="466125" y="292673"/>
                </a:lnTo>
                <a:lnTo>
                  <a:pt x="461494" y="290980"/>
                </a:lnTo>
                <a:lnTo>
                  <a:pt x="460149" y="289834"/>
                </a:lnTo>
                <a:lnTo>
                  <a:pt x="462639" y="286695"/>
                </a:lnTo>
                <a:lnTo>
                  <a:pt x="464930" y="279522"/>
                </a:lnTo>
                <a:lnTo>
                  <a:pt x="469561" y="281315"/>
                </a:lnTo>
                <a:lnTo>
                  <a:pt x="470657" y="283557"/>
                </a:lnTo>
                <a:lnTo>
                  <a:pt x="470408" y="284205"/>
                </a:lnTo>
                <a:lnTo>
                  <a:pt x="473396" y="285550"/>
                </a:lnTo>
                <a:lnTo>
                  <a:pt x="476682" y="289186"/>
                </a:lnTo>
                <a:close/>
                <a:moveTo>
                  <a:pt x="461494" y="297107"/>
                </a:moveTo>
                <a:lnTo>
                  <a:pt x="466175" y="301939"/>
                </a:lnTo>
                <a:lnTo>
                  <a:pt x="467270" y="303683"/>
                </a:lnTo>
                <a:lnTo>
                  <a:pt x="464979" y="306373"/>
                </a:lnTo>
                <a:lnTo>
                  <a:pt x="463137" y="310159"/>
                </a:lnTo>
                <a:lnTo>
                  <a:pt x="462041" y="310956"/>
                </a:lnTo>
                <a:lnTo>
                  <a:pt x="458506" y="309512"/>
                </a:lnTo>
                <a:lnTo>
                  <a:pt x="455966" y="313248"/>
                </a:lnTo>
                <a:lnTo>
                  <a:pt x="454322" y="307270"/>
                </a:lnTo>
                <a:lnTo>
                  <a:pt x="450687" y="303484"/>
                </a:lnTo>
                <a:lnTo>
                  <a:pt x="452928" y="299648"/>
                </a:lnTo>
                <a:lnTo>
                  <a:pt x="453775" y="299349"/>
                </a:lnTo>
                <a:lnTo>
                  <a:pt x="454870" y="299498"/>
                </a:lnTo>
                <a:lnTo>
                  <a:pt x="456016" y="300495"/>
                </a:lnTo>
                <a:lnTo>
                  <a:pt x="461494" y="297107"/>
                </a:lnTo>
                <a:close/>
                <a:moveTo>
                  <a:pt x="424791" y="297755"/>
                </a:moveTo>
                <a:lnTo>
                  <a:pt x="418267" y="299498"/>
                </a:lnTo>
                <a:lnTo>
                  <a:pt x="411046" y="298253"/>
                </a:lnTo>
                <a:lnTo>
                  <a:pt x="411943" y="295214"/>
                </a:lnTo>
                <a:lnTo>
                  <a:pt x="415429" y="291777"/>
                </a:lnTo>
                <a:lnTo>
                  <a:pt x="418516" y="291926"/>
                </a:lnTo>
                <a:lnTo>
                  <a:pt x="424144" y="294218"/>
                </a:lnTo>
                <a:lnTo>
                  <a:pt x="426136" y="296260"/>
                </a:lnTo>
                <a:lnTo>
                  <a:pt x="424791" y="297755"/>
                </a:lnTo>
                <a:close/>
                <a:moveTo>
                  <a:pt x="722244" y="339252"/>
                </a:moveTo>
                <a:lnTo>
                  <a:pt x="712334" y="344333"/>
                </a:lnTo>
                <a:lnTo>
                  <a:pt x="709994" y="344084"/>
                </a:lnTo>
                <a:lnTo>
                  <a:pt x="708201" y="342241"/>
                </a:lnTo>
                <a:lnTo>
                  <a:pt x="709296" y="332427"/>
                </a:lnTo>
                <a:lnTo>
                  <a:pt x="710591" y="329488"/>
                </a:lnTo>
                <a:lnTo>
                  <a:pt x="717513" y="329189"/>
                </a:lnTo>
                <a:lnTo>
                  <a:pt x="721746" y="330584"/>
                </a:lnTo>
                <a:lnTo>
                  <a:pt x="723888" y="332178"/>
                </a:lnTo>
                <a:lnTo>
                  <a:pt x="724784" y="335466"/>
                </a:lnTo>
                <a:lnTo>
                  <a:pt x="724286" y="337459"/>
                </a:lnTo>
                <a:lnTo>
                  <a:pt x="722244" y="339252"/>
                </a:lnTo>
                <a:close/>
                <a:moveTo>
                  <a:pt x="928166" y="634366"/>
                </a:moveTo>
                <a:lnTo>
                  <a:pt x="927220" y="635113"/>
                </a:lnTo>
                <a:lnTo>
                  <a:pt x="918754" y="634715"/>
                </a:lnTo>
                <a:lnTo>
                  <a:pt x="913276" y="638750"/>
                </a:lnTo>
                <a:lnTo>
                  <a:pt x="909541" y="639996"/>
                </a:lnTo>
                <a:lnTo>
                  <a:pt x="895945" y="639996"/>
                </a:lnTo>
                <a:lnTo>
                  <a:pt x="894352" y="639448"/>
                </a:lnTo>
                <a:lnTo>
                  <a:pt x="893157" y="639497"/>
                </a:lnTo>
                <a:lnTo>
                  <a:pt x="892410" y="640294"/>
                </a:lnTo>
                <a:lnTo>
                  <a:pt x="888077" y="639697"/>
                </a:lnTo>
                <a:lnTo>
                  <a:pt x="874332" y="636110"/>
                </a:lnTo>
                <a:lnTo>
                  <a:pt x="872440" y="632772"/>
                </a:lnTo>
                <a:lnTo>
                  <a:pt x="874581" y="629185"/>
                </a:lnTo>
                <a:lnTo>
                  <a:pt x="879512" y="624154"/>
                </a:lnTo>
                <a:lnTo>
                  <a:pt x="889422" y="623157"/>
                </a:lnTo>
                <a:lnTo>
                  <a:pt x="934640" y="622809"/>
                </a:lnTo>
                <a:lnTo>
                  <a:pt x="939570" y="627143"/>
                </a:lnTo>
                <a:lnTo>
                  <a:pt x="940018" y="628587"/>
                </a:lnTo>
                <a:lnTo>
                  <a:pt x="930158" y="631576"/>
                </a:lnTo>
                <a:lnTo>
                  <a:pt x="928166" y="634366"/>
                </a:lnTo>
                <a:close/>
                <a:moveTo>
                  <a:pt x="356566" y="553364"/>
                </a:moveTo>
                <a:lnTo>
                  <a:pt x="352532" y="553564"/>
                </a:lnTo>
                <a:lnTo>
                  <a:pt x="345062" y="547486"/>
                </a:lnTo>
                <a:lnTo>
                  <a:pt x="343817" y="545593"/>
                </a:lnTo>
                <a:lnTo>
                  <a:pt x="345958" y="543750"/>
                </a:lnTo>
                <a:lnTo>
                  <a:pt x="348150" y="543899"/>
                </a:lnTo>
                <a:lnTo>
                  <a:pt x="356815" y="547735"/>
                </a:lnTo>
                <a:lnTo>
                  <a:pt x="358458" y="549678"/>
                </a:lnTo>
                <a:lnTo>
                  <a:pt x="356566" y="553364"/>
                </a:lnTo>
                <a:close/>
                <a:moveTo>
                  <a:pt x="259855" y="438985"/>
                </a:moveTo>
                <a:lnTo>
                  <a:pt x="261847" y="446258"/>
                </a:lnTo>
                <a:lnTo>
                  <a:pt x="255921" y="441277"/>
                </a:lnTo>
                <a:lnTo>
                  <a:pt x="256020" y="437790"/>
                </a:lnTo>
                <a:lnTo>
                  <a:pt x="255223" y="435498"/>
                </a:lnTo>
                <a:lnTo>
                  <a:pt x="251638" y="432708"/>
                </a:lnTo>
                <a:lnTo>
                  <a:pt x="248849" y="429221"/>
                </a:lnTo>
                <a:lnTo>
                  <a:pt x="247604" y="420902"/>
                </a:lnTo>
                <a:lnTo>
                  <a:pt x="248600" y="419208"/>
                </a:lnTo>
                <a:lnTo>
                  <a:pt x="250941" y="419058"/>
                </a:lnTo>
                <a:lnTo>
                  <a:pt x="261349" y="429968"/>
                </a:lnTo>
                <a:lnTo>
                  <a:pt x="262046" y="431812"/>
                </a:lnTo>
                <a:lnTo>
                  <a:pt x="261797" y="435697"/>
                </a:lnTo>
                <a:lnTo>
                  <a:pt x="260303" y="436893"/>
                </a:lnTo>
                <a:lnTo>
                  <a:pt x="259855" y="438985"/>
                </a:lnTo>
                <a:close/>
                <a:moveTo>
                  <a:pt x="248849" y="416966"/>
                </a:moveTo>
                <a:lnTo>
                  <a:pt x="245313" y="420951"/>
                </a:lnTo>
                <a:lnTo>
                  <a:pt x="239437" y="420902"/>
                </a:lnTo>
                <a:lnTo>
                  <a:pt x="238292" y="418411"/>
                </a:lnTo>
                <a:lnTo>
                  <a:pt x="238541" y="412383"/>
                </a:lnTo>
                <a:lnTo>
                  <a:pt x="237096" y="410440"/>
                </a:lnTo>
                <a:lnTo>
                  <a:pt x="237146" y="409643"/>
                </a:lnTo>
                <a:lnTo>
                  <a:pt x="238092" y="406206"/>
                </a:lnTo>
                <a:lnTo>
                  <a:pt x="239288" y="405458"/>
                </a:lnTo>
                <a:lnTo>
                  <a:pt x="248749" y="413927"/>
                </a:lnTo>
                <a:lnTo>
                  <a:pt x="248849" y="416966"/>
                </a:lnTo>
                <a:close/>
                <a:moveTo>
                  <a:pt x="230871" y="397139"/>
                </a:moveTo>
                <a:lnTo>
                  <a:pt x="231120" y="398484"/>
                </a:lnTo>
                <a:lnTo>
                  <a:pt x="223003" y="394100"/>
                </a:lnTo>
                <a:lnTo>
                  <a:pt x="219119" y="392905"/>
                </a:lnTo>
                <a:lnTo>
                  <a:pt x="215633" y="388122"/>
                </a:lnTo>
                <a:lnTo>
                  <a:pt x="216728" y="385781"/>
                </a:lnTo>
                <a:lnTo>
                  <a:pt x="216878" y="382593"/>
                </a:lnTo>
                <a:lnTo>
                  <a:pt x="217376" y="381347"/>
                </a:lnTo>
                <a:lnTo>
                  <a:pt x="219866" y="380899"/>
                </a:lnTo>
                <a:lnTo>
                  <a:pt x="223053" y="383190"/>
                </a:lnTo>
                <a:lnTo>
                  <a:pt x="225493" y="388919"/>
                </a:lnTo>
                <a:lnTo>
                  <a:pt x="229527" y="394200"/>
                </a:lnTo>
                <a:lnTo>
                  <a:pt x="230871" y="397139"/>
                </a:lnTo>
                <a:close/>
                <a:moveTo>
                  <a:pt x="161949" y="306821"/>
                </a:moveTo>
                <a:lnTo>
                  <a:pt x="159011" y="309163"/>
                </a:lnTo>
                <a:lnTo>
                  <a:pt x="154529" y="306921"/>
                </a:lnTo>
                <a:lnTo>
                  <a:pt x="156023" y="303733"/>
                </a:lnTo>
                <a:lnTo>
                  <a:pt x="156770" y="299299"/>
                </a:lnTo>
                <a:lnTo>
                  <a:pt x="159459" y="295812"/>
                </a:lnTo>
                <a:lnTo>
                  <a:pt x="160355" y="291677"/>
                </a:lnTo>
                <a:lnTo>
                  <a:pt x="155176" y="280468"/>
                </a:lnTo>
                <a:lnTo>
                  <a:pt x="157766" y="280070"/>
                </a:lnTo>
                <a:lnTo>
                  <a:pt x="159758" y="281315"/>
                </a:lnTo>
                <a:lnTo>
                  <a:pt x="163194" y="288788"/>
                </a:lnTo>
                <a:lnTo>
                  <a:pt x="166182" y="293271"/>
                </a:lnTo>
                <a:lnTo>
                  <a:pt x="164987" y="299349"/>
                </a:lnTo>
                <a:lnTo>
                  <a:pt x="161949" y="306821"/>
                </a:lnTo>
                <a:close/>
                <a:moveTo>
                  <a:pt x="62598" y="162851"/>
                </a:moveTo>
                <a:lnTo>
                  <a:pt x="59461" y="163299"/>
                </a:lnTo>
                <a:lnTo>
                  <a:pt x="56473" y="162253"/>
                </a:lnTo>
                <a:lnTo>
                  <a:pt x="53933" y="159364"/>
                </a:lnTo>
                <a:lnTo>
                  <a:pt x="40587" y="151094"/>
                </a:lnTo>
                <a:lnTo>
                  <a:pt x="36404" y="150995"/>
                </a:lnTo>
                <a:lnTo>
                  <a:pt x="33515" y="148853"/>
                </a:lnTo>
                <a:lnTo>
                  <a:pt x="29980" y="148105"/>
                </a:lnTo>
                <a:lnTo>
                  <a:pt x="26195" y="142576"/>
                </a:lnTo>
                <a:lnTo>
                  <a:pt x="25398" y="139637"/>
                </a:lnTo>
                <a:lnTo>
                  <a:pt x="28137" y="138192"/>
                </a:lnTo>
                <a:lnTo>
                  <a:pt x="29830" y="135153"/>
                </a:lnTo>
                <a:lnTo>
                  <a:pt x="34312" y="136498"/>
                </a:lnTo>
                <a:lnTo>
                  <a:pt x="39392" y="141878"/>
                </a:lnTo>
                <a:lnTo>
                  <a:pt x="44571" y="143871"/>
                </a:lnTo>
                <a:lnTo>
                  <a:pt x="45965" y="144867"/>
                </a:lnTo>
                <a:lnTo>
                  <a:pt x="48455" y="147856"/>
                </a:lnTo>
                <a:lnTo>
                  <a:pt x="60258" y="155130"/>
                </a:lnTo>
                <a:lnTo>
                  <a:pt x="61553" y="157571"/>
                </a:lnTo>
                <a:lnTo>
                  <a:pt x="62349" y="160061"/>
                </a:lnTo>
                <a:lnTo>
                  <a:pt x="62598" y="162851"/>
                </a:lnTo>
                <a:close/>
                <a:moveTo>
                  <a:pt x="1259582" y="594164"/>
                </a:moveTo>
                <a:lnTo>
                  <a:pt x="1258935" y="602484"/>
                </a:lnTo>
                <a:lnTo>
                  <a:pt x="1257989" y="599544"/>
                </a:lnTo>
                <a:lnTo>
                  <a:pt x="1257640" y="591972"/>
                </a:lnTo>
                <a:lnTo>
                  <a:pt x="1256395" y="588286"/>
                </a:lnTo>
                <a:lnTo>
                  <a:pt x="1257192" y="584051"/>
                </a:lnTo>
                <a:lnTo>
                  <a:pt x="1256893" y="573142"/>
                </a:lnTo>
                <a:lnTo>
                  <a:pt x="1258437" y="568110"/>
                </a:lnTo>
                <a:lnTo>
                  <a:pt x="1259582" y="574536"/>
                </a:lnTo>
                <a:lnTo>
                  <a:pt x="1259582" y="577774"/>
                </a:lnTo>
                <a:lnTo>
                  <a:pt x="1259582" y="594164"/>
                </a:lnTo>
                <a:close/>
                <a:moveTo>
                  <a:pt x="1004459" y="627691"/>
                </a:moveTo>
                <a:lnTo>
                  <a:pt x="1000425" y="628538"/>
                </a:lnTo>
                <a:lnTo>
                  <a:pt x="996640" y="626794"/>
                </a:lnTo>
                <a:lnTo>
                  <a:pt x="996740" y="624403"/>
                </a:lnTo>
                <a:lnTo>
                  <a:pt x="997686" y="622211"/>
                </a:lnTo>
                <a:lnTo>
                  <a:pt x="1003314" y="621065"/>
                </a:lnTo>
                <a:lnTo>
                  <a:pt x="1006301" y="621165"/>
                </a:lnTo>
                <a:lnTo>
                  <a:pt x="1009538" y="622659"/>
                </a:lnTo>
                <a:lnTo>
                  <a:pt x="1011779" y="624253"/>
                </a:lnTo>
                <a:lnTo>
                  <a:pt x="1012875" y="626097"/>
                </a:lnTo>
                <a:lnTo>
                  <a:pt x="1006799" y="626196"/>
                </a:lnTo>
                <a:lnTo>
                  <a:pt x="1004459" y="627691"/>
                </a:lnTo>
                <a:close/>
                <a:moveTo>
                  <a:pt x="1050573" y="473110"/>
                </a:moveTo>
                <a:lnTo>
                  <a:pt x="1040115" y="482375"/>
                </a:lnTo>
                <a:lnTo>
                  <a:pt x="1038422" y="480034"/>
                </a:lnTo>
                <a:lnTo>
                  <a:pt x="1039319" y="470569"/>
                </a:lnTo>
                <a:lnTo>
                  <a:pt x="1036380" y="464740"/>
                </a:lnTo>
                <a:lnTo>
                  <a:pt x="1036580" y="460356"/>
                </a:lnTo>
                <a:lnTo>
                  <a:pt x="1038671" y="452685"/>
                </a:lnTo>
                <a:lnTo>
                  <a:pt x="1041311" y="446806"/>
                </a:lnTo>
                <a:lnTo>
                  <a:pt x="1047386" y="442821"/>
                </a:lnTo>
                <a:lnTo>
                  <a:pt x="1048930" y="442373"/>
                </a:lnTo>
                <a:lnTo>
                  <a:pt x="1048532" y="449546"/>
                </a:lnTo>
                <a:lnTo>
                  <a:pt x="1049777" y="452236"/>
                </a:lnTo>
                <a:lnTo>
                  <a:pt x="1050175" y="454528"/>
                </a:lnTo>
                <a:lnTo>
                  <a:pt x="1049528" y="456521"/>
                </a:lnTo>
                <a:lnTo>
                  <a:pt x="1050673" y="465687"/>
                </a:lnTo>
                <a:lnTo>
                  <a:pt x="1051370" y="467879"/>
                </a:lnTo>
                <a:lnTo>
                  <a:pt x="1049876" y="470768"/>
                </a:lnTo>
                <a:lnTo>
                  <a:pt x="1050573" y="473110"/>
                </a:lnTo>
                <a:close/>
                <a:moveTo>
                  <a:pt x="525536" y="137793"/>
                </a:moveTo>
                <a:lnTo>
                  <a:pt x="523494" y="137993"/>
                </a:lnTo>
                <a:lnTo>
                  <a:pt x="522847" y="136498"/>
                </a:lnTo>
                <a:lnTo>
                  <a:pt x="522946" y="133957"/>
                </a:lnTo>
                <a:lnTo>
                  <a:pt x="522747" y="131915"/>
                </a:lnTo>
                <a:lnTo>
                  <a:pt x="522149" y="130420"/>
                </a:lnTo>
                <a:lnTo>
                  <a:pt x="522149" y="127880"/>
                </a:lnTo>
                <a:lnTo>
                  <a:pt x="524092" y="129125"/>
                </a:lnTo>
                <a:lnTo>
                  <a:pt x="525536" y="130321"/>
                </a:lnTo>
                <a:lnTo>
                  <a:pt x="527279" y="131168"/>
                </a:lnTo>
                <a:lnTo>
                  <a:pt x="528623" y="131766"/>
                </a:lnTo>
                <a:lnTo>
                  <a:pt x="529370" y="132114"/>
                </a:lnTo>
                <a:lnTo>
                  <a:pt x="527976" y="135751"/>
                </a:lnTo>
                <a:lnTo>
                  <a:pt x="525536" y="137793"/>
                </a:lnTo>
                <a:close/>
                <a:moveTo>
                  <a:pt x="1207990" y="715866"/>
                </a:moveTo>
                <a:lnTo>
                  <a:pt x="1206048" y="716315"/>
                </a:lnTo>
                <a:lnTo>
                  <a:pt x="1204106" y="715617"/>
                </a:lnTo>
                <a:lnTo>
                  <a:pt x="1204902" y="711184"/>
                </a:lnTo>
                <a:lnTo>
                  <a:pt x="1203757" y="708195"/>
                </a:lnTo>
                <a:lnTo>
                  <a:pt x="1205799" y="705803"/>
                </a:lnTo>
                <a:lnTo>
                  <a:pt x="1206297" y="701619"/>
                </a:lnTo>
                <a:lnTo>
                  <a:pt x="1207094" y="700324"/>
                </a:lnTo>
                <a:lnTo>
                  <a:pt x="1208339" y="701669"/>
                </a:lnTo>
                <a:lnTo>
                  <a:pt x="1208886" y="702515"/>
                </a:lnTo>
                <a:lnTo>
                  <a:pt x="1209882" y="702914"/>
                </a:lnTo>
                <a:lnTo>
                  <a:pt x="1212123" y="703014"/>
                </a:lnTo>
                <a:lnTo>
                  <a:pt x="1212621" y="704807"/>
                </a:lnTo>
                <a:lnTo>
                  <a:pt x="1212522" y="706501"/>
                </a:lnTo>
                <a:lnTo>
                  <a:pt x="1211576" y="708294"/>
                </a:lnTo>
                <a:lnTo>
                  <a:pt x="1208936" y="710237"/>
                </a:lnTo>
                <a:lnTo>
                  <a:pt x="1206994" y="712429"/>
                </a:lnTo>
                <a:lnTo>
                  <a:pt x="1207990" y="715866"/>
                </a:lnTo>
                <a:close/>
                <a:moveTo>
                  <a:pt x="1117604" y="72733"/>
                </a:moveTo>
                <a:lnTo>
                  <a:pt x="1122384" y="72832"/>
                </a:lnTo>
                <a:lnTo>
                  <a:pt x="1129356" y="71886"/>
                </a:lnTo>
                <a:lnTo>
                  <a:pt x="1131000" y="76618"/>
                </a:lnTo>
                <a:lnTo>
                  <a:pt x="1131249" y="78462"/>
                </a:lnTo>
                <a:lnTo>
                  <a:pt x="1121986" y="80952"/>
                </a:lnTo>
                <a:lnTo>
                  <a:pt x="1116408" y="75124"/>
                </a:lnTo>
                <a:lnTo>
                  <a:pt x="1117604" y="72733"/>
                </a:lnTo>
                <a:close/>
                <a:moveTo>
                  <a:pt x="1118052" y="116970"/>
                </a:moveTo>
                <a:lnTo>
                  <a:pt x="1117454" y="118614"/>
                </a:lnTo>
                <a:lnTo>
                  <a:pt x="1113171" y="114629"/>
                </a:lnTo>
                <a:lnTo>
                  <a:pt x="1112026" y="111739"/>
                </a:lnTo>
                <a:lnTo>
                  <a:pt x="1112574" y="109448"/>
                </a:lnTo>
                <a:lnTo>
                  <a:pt x="1117006" y="109248"/>
                </a:lnTo>
                <a:lnTo>
                  <a:pt x="1119197" y="110643"/>
                </a:lnTo>
                <a:lnTo>
                  <a:pt x="1118052" y="116970"/>
                </a:lnTo>
                <a:close/>
                <a:moveTo>
                  <a:pt x="1112972" y="697235"/>
                </a:moveTo>
                <a:lnTo>
                  <a:pt x="1111877" y="697285"/>
                </a:lnTo>
                <a:lnTo>
                  <a:pt x="1109686" y="696338"/>
                </a:lnTo>
                <a:lnTo>
                  <a:pt x="1110482" y="694246"/>
                </a:lnTo>
                <a:lnTo>
                  <a:pt x="1109287" y="690858"/>
                </a:lnTo>
                <a:lnTo>
                  <a:pt x="1109735" y="688069"/>
                </a:lnTo>
                <a:lnTo>
                  <a:pt x="1112474" y="686524"/>
                </a:lnTo>
                <a:lnTo>
                  <a:pt x="1118400" y="686325"/>
                </a:lnTo>
                <a:lnTo>
                  <a:pt x="1118600" y="688368"/>
                </a:lnTo>
                <a:lnTo>
                  <a:pt x="1112972" y="697235"/>
                </a:lnTo>
                <a:close/>
              </a:path>
            </a:pathLst>
          </a:custGeom>
          <a:solidFill>
            <a:srgbClr val="D0D2D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408646" y="1739503"/>
            <a:ext cx="91440" cy="91440"/>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770689" y="2223223"/>
            <a:ext cx="91440" cy="91440"/>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105342" y="2285993"/>
            <a:ext cx="91440" cy="91440"/>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36949" y="1834974"/>
            <a:ext cx="109728" cy="109728"/>
          </a:xfrm>
          <a:prstGeom prst="ellipse">
            <a:avLst/>
          </a:prstGeom>
          <a:solidFill>
            <a:srgbClr val="FFFFFF"/>
          </a:solidFill>
          <a:ln w="15875">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764533" y="2300361"/>
            <a:ext cx="109728" cy="109728"/>
          </a:xfrm>
          <a:prstGeom prst="ellipse">
            <a:avLst/>
          </a:prstGeom>
          <a:solidFill>
            <a:srgbClr val="FFFFFF"/>
          </a:solidFill>
          <a:ln w="15875">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63993" y="1115568"/>
            <a:ext cx="731520" cy="231140"/>
          </a:xfrm>
          <a:prstGeom prst="rect">
            <a:avLst/>
          </a:prstGeom>
          <a:noFill/>
        </p:spPr>
        <p:txBody>
          <a:bodyPr wrap="square" lIns="0" rIns="0" tIns="0" bIns="0" anchor="t">
            <a:noAutofit/>
          </a:bodyPr>
          <a:lstStyle/>
          <a:p>
            <a:pPr algn="l"/>
            <a:r>
              <a:rPr sz="1400" b="1" i="0" spc="150">
                <a:solidFill>
                  <a:srgbClr val="8A6A0C"/>
                </a:solidFill>
                <a:latin typeface="Calibri"/>
              </a:rPr>
              <a:t>NEXT</a:t>
            </a:r>
          </a:p>
        </p:txBody>
      </p:sp>
      <p:sp>
        <p:nvSpPr>
          <p:cNvPr id="36" name="Oval 35"/>
          <p:cNvSpPr/>
          <p:nvPr/>
        </p:nvSpPr>
        <p:spPr>
          <a:xfrm>
            <a:off x="7154265" y="2944368"/>
            <a:ext cx="146304" cy="146304"/>
          </a:xfrm>
          <a:prstGeom prst="ellipse">
            <a:avLst/>
          </a:prstGeom>
          <a:solidFill>
            <a:srgbClr val="FFFFFF"/>
          </a:solidFill>
          <a:ln w="19050">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54265" y="3145536"/>
            <a:ext cx="1477670" cy="365760"/>
          </a:xfrm>
          <a:prstGeom prst="rect">
            <a:avLst/>
          </a:prstGeom>
          <a:noFill/>
        </p:spPr>
        <p:txBody>
          <a:bodyPr wrap="square" lIns="0" rIns="0" tIns="0" bIns="0" anchor="t">
            <a:noAutofit/>
          </a:bodyPr>
          <a:lstStyle/>
          <a:p>
            <a:pPr algn="l"/>
            <a:r>
              <a:rPr sz="2200" b="1" i="0">
                <a:solidFill>
                  <a:srgbClr val="8A6A0C"/>
                </a:solidFill>
                <a:latin typeface="Calibri"/>
              </a:rPr>
              <a:t>Next</a:t>
            </a:r>
          </a:p>
        </p:txBody>
      </p:sp>
      <p:sp>
        <p:nvSpPr>
          <p:cNvPr id="38" name="TextBox 37"/>
          <p:cNvSpPr txBox="1"/>
          <p:nvPr/>
        </p:nvSpPr>
        <p:spPr>
          <a:xfrm>
            <a:off x="7154265" y="3529584"/>
            <a:ext cx="1477670" cy="274320"/>
          </a:xfrm>
          <a:prstGeom prst="rect">
            <a:avLst/>
          </a:prstGeom>
          <a:noFill/>
        </p:spPr>
        <p:txBody>
          <a:bodyPr wrap="square" lIns="0" rIns="0" tIns="0" bIns="0" anchor="t">
            <a:noAutofit/>
          </a:bodyPr>
          <a:lstStyle/>
          <a:p>
            <a:pPr algn="l"/>
            <a:r>
              <a:rPr sz="1800" b="1" i="0">
                <a:solidFill>
                  <a:srgbClr val="4D4D4F"/>
                </a:solidFill>
                <a:latin typeface="Calibri"/>
              </a:rPr>
              <a:t>Expansion</a:t>
            </a:r>
          </a:p>
        </p:txBody>
      </p:sp>
      <p:sp>
        <p:nvSpPr>
          <p:cNvPr id="39" name="TextBox 38"/>
          <p:cNvSpPr txBox="1"/>
          <p:nvPr/>
        </p:nvSpPr>
        <p:spPr>
          <a:xfrm>
            <a:off x="7154265" y="3840480"/>
            <a:ext cx="1477670" cy="731520"/>
          </a:xfrm>
          <a:prstGeom prst="rect">
            <a:avLst/>
          </a:prstGeom>
          <a:noFill/>
        </p:spPr>
        <p:txBody>
          <a:bodyPr wrap="square" lIns="0" rIns="0" tIns="0" bIns="0" anchor="t">
            <a:noAutofit/>
          </a:bodyPr>
          <a:lstStyle/>
          <a:p>
            <a:pPr algn="l">
              <a:lnSpc>
                <a:spcPct val="105000"/>
              </a:lnSpc>
            </a:pPr>
            <a:r>
              <a:rPr sz="1600" b="0" i="0">
                <a:solidFill>
                  <a:srgbClr val="4D4D4F"/>
                </a:solidFill>
                <a:latin typeface="Calibri"/>
              </a:rPr>
              <a:t>Two site expansions, two new gateways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Dumai for Riau’s palm-kernel exports; Ciwandan next door to Cigading</a:t>
            </a:r>
          </a:p>
        </p:txBody>
      </p:sp>
      <p:sp>
        <p:nvSpPr>
          <p:cNvPr id="5" name="Text Placeholder 4"/>
          <p:cNvSpPr>
            <a:spLocks noGrp="1"/>
          </p:cNvSpPr>
          <p:nvPr>
            <p:ph type="body" idx="16" sz="half"/>
          </p:nvPr>
        </p:nvSpPr>
        <p:spPr/>
        <p:txBody>
          <a:bodyPr/>
          <a:lstStyle/>
          <a:p>
            <a:r>
              <a:rPr sz="1800" b="1">
                <a:solidFill>
                  <a:srgbClr val="4D4D4F"/>
                </a:solidFill>
                <a:latin typeface="Calibri"/>
              </a:rPr>
              <a:t>Two next projects where the model can be deployed</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8</a:t>
            </a:r>
          </a:p>
        </p:txBody>
      </p:sp>
      <p:sp>
        <p:nvSpPr>
          <p:cNvPr id="8" name="Card DUMAI"/>
          <p:cNvSpPr/>
          <p:nvPr/>
        </p:nvSpPr>
        <p:spPr>
          <a:xfrm>
            <a:off x="512064" y="1005840"/>
            <a:ext cx="3931920" cy="2743200"/>
          </a:xfrm>
          <a:prstGeom prst="rect">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115568"/>
            <a:ext cx="1737360" cy="347472"/>
          </a:xfrm>
          <a:prstGeom prst="rect">
            <a:avLst/>
          </a:prstGeom>
          <a:noFill/>
        </p:spPr>
        <p:txBody>
          <a:bodyPr wrap="square" lIns="0" rIns="0" tIns="0" bIns="0" anchor="t">
            <a:noAutofit/>
          </a:bodyPr>
          <a:lstStyle/>
          <a:p>
            <a:pPr algn="l"/>
            <a:r>
              <a:rPr sz="2200" b="1" i="0" spc="100">
                <a:solidFill>
                  <a:srgbClr val="4D4D4F"/>
                </a:solidFill>
                <a:latin typeface="Calibri"/>
              </a:rPr>
              <a:t>DUMAI</a:t>
            </a:r>
          </a:p>
        </p:txBody>
      </p:sp>
      <p:sp>
        <p:nvSpPr>
          <p:cNvPr id="10" name="TextBox 9"/>
          <p:cNvSpPr txBox="1"/>
          <p:nvPr/>
        </p:nvSpPr>
        <p:spPr>
          <a:xfrm>
            <a:off x="694944" y="1463040"/>
            <a:ext cx="1874519" cy="228600"/>
          </a:xfrm>
          <a:prstGeom prst="rect">
            <a:avLst/>
          </a:prstGeom>
          <a:noFill/>
        </p:spPr>
        <p:txBody>
          <a:bodyPr wrap="square" lIns="0" rIns="0" tIns="0" bIns="0" anchor="t">
            <a:noAutofit/>
          </a:bodyPr>
          <a:lstStyle/>
          <a:p>
            <a:pPr algn="l"/>
            <a:r>
              <a:rPr sz="1400" b="0" i="0">
                <a:solidFill>
                  <a:srgbClr val="747678"/>
                </a:solidFill>
                <a:latin typeface="Calibri"/>
              </a:rPr>
              <a:t>Riau · with Pelindo</a:t>
            </a:r>
          </a:p>
        </p:txBody>
      </p:sp>
      <p:sp>
        <p:nvSpPr>
          <p:cNvPr id="2" name="Map - Neighbouring countries"/>
          <p:cNvSpPr/>
          <p:nvPr/>
        </p:nvSpPr>
        <p:spPr>
          <a:xfrm>
            <a:off x="846559" y="1783080"/>
            <a:ext cx="1206797" cy="297528"/>
          </a:xfrm>
          <a:custGeom>
            <a:avLst/>
            <a:gdLst/>
            <a:ahLst/>
            <a:cxnLst/>
            <a:rect l="l" t="t" r="r" b="b"/>
            <a:pathLst>
              <a:path w="1206797" h="297528">
                <a:moveTo>
                  <a:pt x="144809" y="3061"/>
                </a:moveTo>
                <a:lnTo>
                  <a:pt x="145811" y="580"/>
                </a:lnTo>
                <a:lnTo>
                  <a:pt x="147025" y="0"/>
                </a:lnTo>
                <a:lnTo>
                  <a:pt x="147869" y="0"/>
                </a:lnTo>
                <a:lnTo>
                  <a:pt x="149979" y="0"/>
                </a:lnTo>
                <a:lnTo>
                  <a:pt x="152300" y="0"/>
                </a:lnTo>
                <a:lnTo>
                  <a:pt x="156731" y="0"/>
                </a:lnTo>
                <a:lnTo>
                  <a:pt x="168284" y="1689"/>
                </a:lnTo>
                <a:lnTo>
                  <a:pt x="171713" y="2744"/>
                </a:lnTo>
                <a:lnTo>
                  <a:pt x="176303" y="1003"/>
                </a:lnTo>
                <a:lnTo>
                  <a:pt x="178308" y="2111"/>
                </a:lnTo>
                <a:lnTo>
                  <a:pt x="180418" y="3905"/>
                </a:lnTo>
                <a:lnTo>
                  <a:pt x="181631" y="8866"/>
                </a:lnTo>
                <a:lnTo>
                  <a:pt x="184638" y="13457"/>
                </a:lnTo>
                <a:lnTo>
                  <a:pt x="190705" y="12771"/>
                </a:lnTo>
                <a:lnTo>
                  <a:pt x="192815" y="13457"/>
                </a:lnTo>
                <a:lnTo>
                  <a:pt x="194134" y="13562"/>
                </a:lnTo>
                <a:lnTo>
                  <a:pt x="195294" y="17626"/>
                </a:lnTo>
                <a:lnTo>
                  <a:pt x="195875" y="24592"/>
                </a:lnTo>
                <a:lnTo>
                  <a:pt x="195294" y="28708"/>
                </a:lnTo>
                <a:lnTo>
                  <a:pt x="190916" y="34513"/>
                </a:lnTo>
                <a:lnTo>
                  <a:pt x="190335" y="38471"/>
                </a:lnTo>
                <a:lnTo>
                  <a:pt x="192604" y="40898"/>
                </a:lnTo>
                <a:lnTo>
                  <a:pt x="195611" y="43537"/>
                </a:lnTo>
                <a:lnTo>
                  <a:pt x="197299" y="45542"/>
                </a:lnTo>
                <a:lnTo>
                  <a:pt x="199093" y="45226"/>
                </a:lnTo>
                <a:lnTo>
                  <a:pt x="201361" y="43853"/>
                </a:lnTo>
                <a:lnTo>
                  <a:pt x="203418" y="40423"/>
                </a:lnTo>
                <a:lnTo>
                  <a:pt x="204843" y="37521"/>
                </a:lnTo>
                <a:lnTo>
                  <a:pt x="212598" y="34196"/>
                </a:lnTo>
                <a:lnTo>
                  <a:pt x="220616" y="31241"/>
                </a:lnTo>
                <a:lnTo>
                  <a:pt x="221724" y="31558"/>
                </a:lnTo>
                <a:lnTo>
                  <a:pt x="222990" y="32877"/>
                </a:lnTo>
                <a:lnTo>
                  <a:pt x="225575" y="37151"/>
                </a:lnTo>
                <a:lnTo>
                  <a:pt x="227052" y="38049"/>
                </a:lnTo>
                <a:lnTo>
                  <a:pt x="229268" y="38471"/>
                </a:lnTo>
                <a:lnTo>
                  <a:pt x="233013" y="38049"/>
                </a:lnTo>
                <a:lnTo>
                  <a:pt x="237392" y="35621"/>
                </a:lnTo>
                <a:lnTo>
                  <a:pt x="239660" y="31083"/>
                </a:lnTo>
                <a:lnTo>
                  <a:pt x="240663" y="27494"/>
                </a:lnTo>
                <a:lnTo>
                  <a:pt x="246940" y="21267"/>
                </a:lnTo>
                <a:lnTo>
                  <a:pt x="247626" y="16623"/>
                </a:lnTo>
                <a:lnTo>
                  <a:pt x="249367" y="13615"/>
                </a:lnTo>
                <a:lnTo>
                  <a:pt x="258493" y="15673"/>
                </a:lnTo>
                <a:lnTo>
                  <a:pt x="261975" y="17309"/>
                </a:lnTo>
                <a:lnTo>
                  <a:pt x="272209" y="33616"/>
                </a:lnTo>
                <a:lnTo>
                  <a:pt x="285714" y="45120"/>
                </a:lnTo>
                <a:lnTo>
                  <a:pt x="291465" y="49395"/>
                </a:lnTo>
                <a:lnTo>
                  <a:pt x="295843" y="51453"/>
                </a:lnTo>
                <a:lnTo>
                  <a:pt x="301910" y="57627"/>
                </a:lnTo>
                <a:lnTo>
                  <a:pt x="307185" y="65332"/>
                </a:lnTo>
                <a:lnTo>
                  <a:pt x="318738" y="87074"/>
                </a:lnTo>
                <a:lnTo>
                  <a:pt x="320743" y="96625"/>
                </a:lnTo>
                <a:lnTo>
                  <a:pt x="321534" y="111190"/>
                </a:lnTo>
                <a:lnTo>
                  <a:pt x="319002" y="133144"/>
                </a:lnTo>
                <a:lnTo>
                  <a:pt x="315890" y="144120"/>
                </a:lnTo>
                <a:lnTo>
                  <a:pt x="316470" y="149292"/>
                </a:lnTo>
                <a:lnTo>
                  <a:pt x="320743" y="157208"/>
                </a:lnTo>
                <a:lnTo>
                  <a:pt x="319424" y="164701"/>
                </a:lnTo>
                <a:lnTo>
                  <a:pt x="320268" y="170928"/>
                </a:lnTo>
                <a:lnTo>
                  <a:pt x="319952" y="188237"/>
                </a:lnTo>
                <a:lnTo>
                  <a:pt x="322378" y="193304"/>
                </a:lnTo>
                <a:lnTo>
                  <a:pt x="325122" y="196575"/>
                </a:lnTo>
                <a:lnTo>
                  <a:pt x="339629" y="206866"/>
                </a:lnTo>
                <a:lnTo>
                  <a:pt x="340684" y="210666"/>
                </a:lnTo>
                <a:lnTo>
                  <a:pt x="347858" y="223700"/>
                </a:lnTo>
                <a:lnTo>
                  <a:pt x="361100" y="252092"/>
                </a:lnTo>
                <a:lnTo>
                  <a:pt x="364740" y="264862"/>
                </a:lnTo>
                <a:lnTo>
                  <a:pt x="364318" y="268292"/>
                </a:lnTo>
                <a:lnTo>
                  <a:pt x="362735" y="269717"/>
                </a:lnTo>
                <a:lnTo>
                  <a:pt x="358831" y="270984"/>
                </a:lnTo>
                <a:lnTo>
                  <a:pt x="355613" y="268504"/>
                </a:lnTo>
                <a:lnTo>
                  <a:pt x="354505" y="266709"/>
                </a:lnTo>
                <a:lnTo>
                  <a:pt x="354875" y="264493"/>
                </a:lnTo>
                <a:lnTo>
                  <a:pt x="353556" y="262276"/>
                </a:lnTo>
                <a:lnTo>
                  <a:pt x="350391" y="259691"/>
                </a:lnTo>
                <a:lnTo>
                  <a:pt x="348544" y="257316"/>
                </a:lnTo>
                <a:lnTo>
                  <a:pt x="349072" y="261221"/>
                </a:lnTo>
                <a:lnTo>
                  <a:pt x="349125" y="266234"/>
                </a:lnTo>
                <a:lnTo>
                  <a:pt x="345062" y="266657"/>
                </a:lnTo>
                <a:lnTo>
                  <a:pt x="339893" y="265073"/>
                </a:lnTo>
                <a:lnTo>
                  <a:pt x="333457" y="266498"/>
                </a:lnTo>
                <a:lnTo>
                  <a:pt x="325807" y="272673"/>
                </a:lnTo>
                <a:lnTo>
                  <a:pt x="322115" y="272884"/>
                </a:lnTo>
                <a:lnTo>
                  <a:pt x="319319" y="267554"/>
                </a:lnTo>
                <a:lnTo>
                  <a:pt x="317894" y="263965"/>
                </a:lnTo>
                <a:lnTo>
                  <a:pt x="315626" y="261432"/>
                </a:lnTo>
                <a:lnTo>
                  <a:pt x="291359" y="248450"/>
                </a:lnTo>
                <a:lnTo>
                  <a:pt x="282391" y="245073"/>
                </a:lnTo>
                <a:lnTo>
                  <a:pt x="272948" y="235257"/>
                </a:lnTo>
                <a:lnTo>
                  <a:pt x="251741" y="224386"/>
                </a:lnTo>
                <a:lnTo>
                  <a:pt x="238236" y="213779"/>
                </a:lnTo>
                <a:lnTo>
                  <a:pt x="232486" y="207183"/>
                </a:lnTo>
                <a:lnTo>
                  <a:pt x="218717" y="201378"/>
                </a:lnTo>
                <a:lnTo>
                  <a:pt x="212756" y="194570"/>
                </a:lnTo>
                <a:lnTo>
                  <a:pt x="209802" y="193198"/>
                </a:lnTo>
                <a:lnTo>
                  <a:pt x="206900" y="190771"/>
                </a:lnTo>
                <a:lnTo>
                  <a:pt x="209960" y="184121"/>
                </a:lnTo>
                <a:lnTo>
                  <a:pt x="208694" y="177208"/>
                </a:lnTo>
                <a:lnTo>
                  <a:pt x="207111" y="171350"/>
                </a:lnTo>
                <a:lnTo>
                  <a:pt x="197352" y="159793"/>
                </a:lnTo>
                <a:lnTo>
                  <a:pt x="192604" y="151719"/>
                </a:lnTo>
                <a:lnTo>
                  <a:pt x="183425" y="143698"/>
                </a:lnTo>
                <a:lnTo>
                  <a:pt x="179785" y="139107"/>
                </a:lnTo>
                <a:lnTo>
                  <a:pt x="176250" y="133724"/>
                </a:lnTo>
                <a:lnTo>
                  <a:pt x="178466" y="131824"/>
                </a:lnTo>
                <a:lnTo>
                  <a:pt x="180523" y="130716"/>
                </a:lnTo>
                <a:lnTo>
                  <a:pt x="178624" y="126811"/>
                </a:lnTo>
                <a:lnTo>
                  <a:pt x="173401" y="120003"/>
                </a:lnTo>
                <a:lnTo>
                  <a:pt x="170975" y="112246"/>
                </a:lnTo>
                <a:lnTo>
                  <a:pt x="170975" y="97523"/>
                </a:lnTo>
                <a:lnTo>
                  <a:pt x="163484" y="76836"/>
                </a:lnTo>
                <a:lnTo>
                  <a:pt x="157153" y="48128"/>
                </a:lnTo>
                <a:lnTo>
                  <a:pt x="158261" y="38101"/>
                </a:lnTo>
                <a:lnTo>
                  <a:pt x="156626" y="27230"/>
                </a:lnTo>
                <a:lnTo>
                  <a:pt x="152405" y="16729"/>
                </a:lnTo>
                <a:lnTo>
                  <a:pt x="146866" y="9288"/>
                </a:lnTo>
                <a:lnTo>
                  <a:pt x="144809" y="3061"/>
                </a:lnTo>
                <a:close/>
                <a:moveTo>
                  <a:pt x="1065627" y="122906"/>
                </a:moveTo>
                <a:lnTo>
                  <a:pt x="1063675" y="122906"/>
                </a:lnTo>
                <a:lnTo>
                  <a:pt x="1059139" y="121745"/>
                </a:lnTo>
                <a:lnTo>
                  <a:pt x="1050012" y="116151"/>
                </a:lnTo>
                <a:lnTo>
                  <a:pt x="1040675" y="114146"/>
                </a:lnTo>
                <a:lnTo>
                  <a:pt x="1027117" y="113987"/>
                </a:lnTo>
                <a:lnTo>
                  <a:pt x="1019415" y="113196"/>
                </a:lnTo>
                <a:lnTo>
                  <a:pt x="1016302" y="114040"/>
                </a:lnTo>
                <a:lnTo>
                  <a:pt x="1013665" y="114093"/>
                </a:lnTo>
                <a:lnTo>
                  <a:pt x="1011766" y="112932"/>
                </a:lnTo>
                <a:lnTo>
                  <a:pt x="1009761" y="112351"/>
                </a:lnTo>
                <a:lnTo>
                  <a:pt x="1004486" y="115676"/>
                </a:lnTo>
                <a:lnTo>
                  <a:pt x="1002006" y="114673"/>
                </a:lnTo>
                <a:lnTo>
                  <a:pt x="999474" y="113249"/>
                </a:lnTo>
                <a:lnTo>
                  <a:pt x="995043" y="112774"/>
                </a:lnTo>
                <a:lnTo>
                  <a:pt x="989662" y="113196"/>
                </a:lnTo>
                <a:lnTo>
                  <a:pt x="983753" y="116573"/>
                </a:lnTo>
                <a:lnTo>
                  <a:pt x="977106" y="113512"/>
                </a:lnTo>
                <a:lnTo>
                  <a:pt x="975260" y="113565"/>
                </a:lnTo>
                <a:lnTo>
                  <a:pt x="973994" y="114357"/>
                </a:lnTo>
                <a:lnTo>
                  <a:pt x="971092" y="118526"/>
                </a:lnTo>
                <a:lnTo>
                  <a:pt x="965659" y="121745"/>
                </a:lnTo>
                <a:lnTo>
                  <a:pt x="962968" y="127603"/>
                </a:lnTo>
                <a:lnTo>
                  <a:pt x="961280" y="133196"/>
                </a:lnTo>
                <a:lnTo>
                  <a:pt x="959803" y="135149"/>
                </a:lnTo>
                <a:lnTo>
                  <a:pt x="959434" y="146020"/>
                </a:lnTo>
                <a:lnTo>
                  <a:pt x="958590" y="151244"/>
                </a:lnTo>
                <a:lnTo>
                  <a:pt x="959961" y="158210"/>
                </a:lnTo>
                <a:lnTo>
                  <a:pt x="959698" y="161165"/>
                </a:lnTo>
                <a:lnTo>
                  <a:pt x="957271" y="165598"/>
                </a:lnTo>
                <a:lnTo>
                  <a:pt x="956954" y="166654"/>
                </a:lnTo>
                <a:lnTo>
                  <a:pt x="955688" y="173672"/>
                </a:lnTo>
                <a:lnTo>
                  <a:pt x="956163" y="175572"/>
                </a:lnTo>
                <a:lnTo>
                  <a:pt x="955846" y="177947"/>
                </a:lnTo>
                <a:lnTo>
                  <a:pt x="953789" y="182908"/>
                </a:lnTo>
                <a:lnTo>
                  <a:pt x="950096" y="184227"/>
                </a:lnTo>
                <a:lnTo>
                  <a:pt x="946193" y="185018"/>
                </a:lnTo>
                <a:lnTo>
                  <a:pt x="942869" y="183330"/>
                </a:lnTo>
                <a:lnTo>
                  <a:pt x="939862" y="186074"/>
                </a:lnTo>
                <a:lnTo>
                  <a:pt x="936064" y="190243"/>
                </a:lnTo>
                <a:lnTo>
                  <a:pt x="934376" y="193092"/>
                </a:lnTo>
                <a:lnTo>
                  <a:pt x="934428" y="195731"/>
                </a:lnTo>
                <a:lnTo>
                  <a:pt x="934798" y="197473"/>
                </a:lnTo>
                <a:lnTo>
                  <a:pt x="934006" y="199320"/>
                </a:lnTo>
                <a:lnTo>
                  <a:pt x="933901" y="201219"/>
                </a:lnTo>
                <a:lnTo>
                  <a:pt x="934112" y="204016"/>
                </a:lnTo>
                <a:lnTo>
                  <a:pt x="936697" y="205177"/>
                </a:lnTo>
                <a:lnTo>
                  <a:pt x="939387" y="207552"/>
                </a:lnTo>
                <a:lnTo>
                  <a:pt x="939282" y="209874"/>
                </a:lnTo>
                <a:lnTo>
                  <a:pt x="937805" y="211457"/>
                </a:lnTo>
                <a:lnTo>
                  <a:pt x="934428" y="213937"/>
                </a:lnTo>
                <a:lnTo>
                  <a:pt x="928203" y="218951"/>
                </a:lnTo>
                <a:lnTo>
                  <a:pt x="921187" y="223278"/>
                </a:lnTo>
                <a:lnTo>
                  <a:pt x="918550" y="224281"/>
                </a:lnTo>
                <a:lnTo>
                  <a:pt x="917600" y="226233"/>
                </a:lnTo>
                <a:lnTo>
                  <a:pt x="917125" y="228925"/>
                </a:lnTo>
                <a:lnTo>
                  <a:pt x="918655" y="234730"/>
                </a:lnTo>
                <a:lnTo>
                  <a:pt x="920132" y="236471"/>
                </a:lnTo>
                <a:lnTo>
                  <a:pt x="920923" y="238529"/>
                </a:lnTo>
                <a:lnTo>
                  <a:pt x="919974" y="240957"/>
                </a:lnTo>
                <a:lnTo>
                  <a:pt x="919288" y="243068"/>
                </a:lnTo>
                <a:lnTo>
                  <a:pt x="916703" y="244387"/>
                </a:lnTo>
                <a:lnTo>
                  <a:pt x="914224" y="245337"/>
                </a:lnTo>
                <a:lnTo>
                  <a:pt x="913274" y="247025"/>
                </a:lnTo>
                <a:lnTo>
                  <a:pt x="911955" y="254044"/>
                </a:lnTo>
                <a:lnTo>
                  <a:pt x="910425" y="257685"/>
                </a:lnTo>
                <a:lnTo>
                  <a:pt x="906996" y="263121"/>
                </a:lnTo>
                <a:lnTo>
                  <a:pt x="905889" y="265601"/>
                </a:lnTo>
                <a:lnTo>
                  <a:pt x="904148" y="266393"/>
                </a:lnTo>
                <a:lnTo>
                  <a:pt x="897501" y="263860"/>
                </a:lnTo>
                <a:lnTo>
                  <a:pt x="891592" y="265390"/>
                </a:lnTo>
                <a:lnTo>
                  <a:pt x="883732" y="266393"/>
                </a:lnTo>
                <a:lnTo>
                  <a:pt x="877085" y="266234"/>
                </a:lnTo>
                <a:lnTo>
                  <a:pt x="871915" y="267343"/>
                </a:lnTo>
                <a:lnTo>
                  <a:pt x="868381" y="270192"/>
                </a:lnTo>
                <a:lnTo>
                  <a:pt x="864424" y="273834"/>
                </a:lnTo>
                <a:lnTo>
                  <a:pt x="860309" y="276472"/>
                </a:lnTo>
                <a:lnTo>
                  <a:pt x="857144" y="277791"/>
                </a:lnTo>
                <a:lnTo>
                  <a:pt x="851394" y="273992"/>
                </a:lnTo>
                <a:lnTo>
                  <a:pt x="848492" y="274308"/>
                </a:lnTo>
                <a:lnTo>
                  <a:pt x="843270" y="272989"/>
                </a:lnTo>
                <a:lnTo>
                  <a:pt x="830978" y="268715"/>
                </a:lnTo>
                <a:lnTo>
                  <a:pt x="827971" y="267448"/>
                </a:lnTo>
                <a:lnTo>
                  <a:pt x="824700" y="267343"/>
                </a:lnTo>
                <a:lnTo>
                  <a:pt x="823698" y="266129"/>
                </a:lnTo>
                <a:lnTo>
                  <a:pt x="824226" y="264071"/>
                </a:lnTo>
                <a:lnTo>
                  <a:pt x="823698" y="261327"/>
                </a:lnTo>
                <a:lnTo>
                  <a:pt x="821324" y="260324"/>
                </a:lnTo>
                <a:lnTo>
                  <a:pt x="796688" y="260746"/>
                </a:lnTo>
                <a:lnTo>
                  <a:pt x="789619" y="263068"/>
                </a:lnTo>
                <a:lnTo>
                  <a:pt x="784819" y="264915"/>
                </a:lnTo>
                <a:lnTo>
                  <a:pt x="781390" y="267079"/>
                </a:lnTo>
                <a:lnTo>
                  <a:pt x="780387" y="272409"/>
                </a:lnTo>
                <a:lnTo>
                  <a:pt x="778383" y="277369"/>
                </a:lnTo>
                <a:lnTo>
                  <a:pt x="775745" y="282699"/>
                </a:lnTo>
                <a:lnTo>
                  <a:pt x="767515" y="284282"/>
                </a:lnTo>
                <a:lnTo>
                  <a:pt x="761501" y="289612"/>
                </a:lnTo>
                <a:lnTo>
                  <a:pt x="759444" y="290298"/>
                </a:lnTo>
                <a:lnTo>
                  <a:pt x="755276" y="289507"/>
                </a:lnTo>
                <a:lnTo>
                  <a:pt x="750845" y="289032"/>
                </a:lnTo>
                <a:lnTo>
                  <a:pt x="747680" y="290562"/>
                </a:lnTo>
                <a:lnTo>
                  <a:pt x="744304" y="290457"/>
                </a:lnTo>
                <a:lnTo>
                  <a:pt x="733964" y="287976"/>
                </a:lnTo>
                <a:lnTo>
                  <a:pt x="724152" y="287554"/>
                </a:lnTo>
                <a:lnTo>
                  <a:pt x="718612" y="288874"/>
                </a:lnTo>
                <a:lnTo>
                  <a:pt x="715553" y="289348"/>
                </a:lnTo>
                <a:lnTo>
                  <a:pt x="698513" y="296684"/>
                </a:lnTo>
                <a:lnTo>
                  <a:pt x="692763" y="297528"/>
                </a:lnTo>
                <a:lnTo>
                  <a:pt x="690389" y="296473"/>
                </a:lnTo>
                <a:lnTo>
                  <a:pt x="687118" y="293465"/>
                </a:lnTo>
                <a:lnTo>
                  <a:pt x="682687" y="290457"/>
                </a:lnTo>
                <a:lnTo>
                  <a:pt x="672136" y="280219"/>
                </a:lnTo>
                <a:lnTo>
                  <a:pt x="668233" y="277791"/>
                </a:lnTo>
                <a:lnTo>
                  <a:pt x="665648" y="275311"/>
                </a:lnTo>
                <a:lnTo>
                  <a:pt x="663168" y="272409"/>
                </a:lnTo>
                <a:lnTo>
                  <a:pt x="659686" y="269242"/>
                </a:lnTo>
                <a:lnTo>
                  <a:pt x="656468" y="267079"/>
                </a:lnTo>
                <a:lnTo>
                  <a:pt x="652143" y="262646"/>
                </a:lnTo>
                <a:lnTo>
                  <a:pt x="647817" y="257791"/>
                </a:lnTo>
                <a:lnTo>
                  <a:pt x="646867" y="249242"/>
                </a:lnTo>
                <a:lnTo>
                  <a:pt x="643438" y="247711"/>
                </a:lnTo>
                <a:lnTo>
                  <a:pt x="642278" y="245495"/>
                </a:lnTo>
                <a:lnTo>
                  <a:pt x="641750" y="242962"/>
                </a:lnTo>
                <a:lnTo>
                  <a:pt x="646498" y="235996"/>
                </a:lnTo>
                <a:lnTo>
                  <a:pt x="649927" y="243331"/>
                </a:lnTo>
                <a:lnTo>
                  <a:pt x="651299" y="244967"/>
                </a:lnTo>
                <a:lnTo>
                  <a:pt x="658948" y="249928"/>
                </a:lnTo>
                <a:lnTo>
                  <a:pt x="665278" y="252355"/>
                </a:lnTo>
                <a:lnTo>
                  <a:pt x="672084" y="253358"/>
                </a:lnTo>
                <a:lnTo>
                  <a:pt x="679047" y="253569"/>
                </a:lnTo>
                <a:lnTo>
                  <a:pt x="681790" y="253252"/>
                </a:lnTo>
                <a:lnTo>
                  <a:pt x="684481" y="252250"/>
                </a:lnTo>
                <a:lnTo>
                  <a:pt x="687171" y="253305"/>
                </a:lnTo>
                <a:lnTo>
                  <a:pt x="701678" y="261327"/>
                </a:lnTo>
                <a:lnTo>
                  <a:pt x="707323" y="262751"/>
                </a:lnTo>
                <a:lnTo>
                  <a:pt x="713284" y="262171"/>
                </a:lnTo>
                <a:lnTo>
                  <a:pt x="715658" y="262963"/>
                </a:lnTo>
                <a:lnTo>
                  <a:pt x="723993" y="269084"/>
                </a:lnTo>
                <a:lnTo>
                  <a:pt x="726473" y="269823"/>
                </a:lnTo>
                <a:lnTo>
                  <a:pt x="730588" y="269348"/>
                </a:lnTo>
                <a:lnTo>
                  <a:pt x="725312" y="266551"/>
                </a:lnTo>
                <a:lnTo>
                  <a:pt x="721883" y="264546"/>
                </a:lnTo>
                <a:lnTo>
                  <a:pt x="720353" y="260799"/>
                </a:lnTo>
                <a:lnTo>
                  <a:pt x="721303" y="256788"/>
                </a:lnTo>
                <a:lnTo>
                  <a:pt x="724626" y="254150"/>
                </a:lnTo>
                <a:lnTo>
                  <a:pt x="726948" y="251247"/>
                </a:lnTo>
                <a:lnTo>
                  <a:pt x="727792" y="242645"/>
                </a:lnTo>
                <a:lnTo>
                  <a:pt x="729269" y="238265"/>
                </a:lnTo>
                <a:lnTo>
                  <a:pt x="732065" y="234096"/>
                </a:lnTo>
                <a:lnTo>
                  <a:pt x="732961" y="230086"/>
                </a:lnTo>
                <a:lnTo>
                  <a:pt x="729849" y="227025"/>
                </a:lnTo>
                <a:lnTo>
                  <a:pt x="729163" y="221800"/>
                </a:lnTo>
                <a:lnTo>
                  <a:pt x="729849" y="217420"/>
                </a:lnTo>
                <a:lnTo>
                  <a:pt x="731590" y="214465"/>
                </a:lnTo>
                <a:lnTo>
                  <a:pt x="734439" y="216418"/>
                </a:lnTo>
                <a:lnTo>
                  <a:pt x="737340" y="218265"/>
                </a:lnTo>
                <a:lnTo>
                  <a:pt x="740242" y="218054"/>
                </a:lnTo>
                <a:lnTo>
                  <a:pt x="742246" y="217315"/>
                </a:lnTo>
                <a:lnTo>
                  <a:pt x="742615" y="215098"/>
                </a:lnTo>
                <a:lnTo>
                  <a:pt x="742035" y="211193"/>
                </a:lnTo>
                <a:lnTo>
                  <a:pt x="742193" y="204016"/>
                </a:lnTo>
                <a:lnTo>
                  <a:pt x="745886" y="198264"/>
                </a:lnTo>
                <a:lnTo>
                  <a:pt x="751689" y="194306"/>
                </a:lnTo>
                <a:lnTo>
                  <a:pt x="757228" y="192406"/>
                </a:lnTo>
                <a:lnTo>
                  <a:pt x="777855" y="189187"/>
                </a:lnTo>
                <a:lnTo>
                  <a:pt x="810457" y="181008"/>
                </a:lnTo>
                <a:lnTo>
                  <a:pt x="820164" y="177789"/>
                </a:lnTo>
                <a:lnTo>
                  <a:pt x="823698" y="176153"/>
                </a:lnTo>
                <a:lnTo>
                  <a:pt x="826705" y="173884"/>
                </a:lnTo>
                <a:lnTo>
                  <a:pt x="831717" y="166548"/>
                </a:lnTo>
                <a:lnTo>
                  <a:pt x="841212" y="155097"/>
                </a:lnTo>
                <a:lnTo>
                  <a:pt x="847859" y="145598"/>
                </a:lnTo>
                <a:lnTo>
                  <a:pt x="861892" y="131877"/>
                </a:lnTo>
                <a:lnTo>
                  <a:pt x="873076" y="119106"/>
                </a:lnTo>
                <a:lnTo>
                  <a:pt x="874606" y="116679"/>
                </a:lnTo>
                <a:lnTo>
                  <a:pt x="876452" y="109713"/>
                </a:lnTo>
                <a:lnTo>
                  <a:pt x="876557" y="106441"/>
                </a:lnTo>
                <a:lnTo>
                  <a:pt x="876241" y="103116"/>
                </a:lnTo>
                <a:lnTo>
                  <a:pt x="877771" y="101586"/>
                </a:lnTo>
                <a:lnTo>
                  <a:pt x="879934" y="100636"/>
                </a:lnTo>
                <a:lnTo>
                  <a:pt x="880461" y="100636"/>
                </a:lnTo>
                <a:lnTo>
                  <a:pt x="882097" y="102114"/>
                </a:lnTo>
                <a:lnTo>
                  <a:pt x="886000" y="104119"/>
                </a:lnTo>
                <a:lnTo>
                  <a:pt x="888902" y="106705"/>
                </a:lnTo>
                <a:lnTo>
                  <a:pt x="890854" y="110082"/>
                </a:lnTo>
                <a:lnTo>
                  <a:pt x="892278" y="113196"/>
                </a:lnTo>
                <a:lnTo>
                  <a:pt x="892384" y="115887"/>
                </a:lnTo>
                <a:lnTo>
                  <a:pt x="894124" y="118051"/>
                </a:lnTo>
                <a:lnTo>
                  <a:pt x="899083" y="118420"/>
                </a:lnTo>
                <a:lnTo>
                  <a:pt x="900666" y="121164"/>
                </a:lnTo>
                <a:lnTo>
                  <a:pt x="904095" y="125914"/>
                </a:lnTo>
                <a:lnTo>
                  <a:pt x="907260" y="129344"/>
                </a:lnTo>
                <a:lnTo>
                  <a:pt x="909159" y="130663"/>
                </a:lnTo>
                <a:lnTo>
                  <a:pt x="911586" y="129924"/>
                </a:lnTo>
                <a:lnTo>
                  <a:pt x="915332" y="126811"/>
                </a:lnTo>
                <a:lnTo>
                  <a:pt x="918022" y="123011"/>
                </a:lnTo>
                <a:lnTo>
                  <a:pt x="919816" y="117840"/>
                </a:lnTo>
                <a:lnTo>
                  <a:pt x="918391" y="117101"/>
                </a:lnTo>
                <a:lnTo>
                  <a:pt x="920923" y="113249"/>
                </a:lnTo>
                <a:lnTo>
                  <a:pt x="921398" y="111190"/>
                </a:lnTo>
                <a:lnTo>
                  <a:pt x="920238" y="109291"/>
                </a:lnTo>
                <a:lnTo>
                  <a:pt x="918761" y="107444"/>
                </a:lnTo>
                <a:lnTo>
                  <a:pt x="918180" y="102747"/>
                </a:lnTo>
                <a:lnTo>
                  <a:pt x="917178" y="96731"/>
                </a:lnTo>
                <a:lnTo>
                  <a:pt x="916492" y="94040"/>
                </a:lnTo>
                <a:lnTo>
                  <a:pt x="918444" y="92087"/>
                </a:lnTo>
                <a:lnTo>
                  <a:pt x="922717" y="89607"/>
                </a:lnTo>
                <a:lnTo>
                  <a:pt x="926937" y="86757"/>
                </a:lnTo>
                <a:lnTo>
                  <a:pt x="931263" y="84435"/>
                </a:lnTo>
                <a:lnTo>
                  <a:pt x="931369" y="88604"/>
                </a:lnTo>
                <a:lnTo>
                  <a:pt x="931263" y="95464"/>
                </a:lnTo>
                <a:lnTo>
                  <a:pt x="932582" y="101164"/>
                </a:lnTo>
                <a:lnTo>
                  <a:pt x="935484" y="111349"/>
                </a:lnTo>
                <a:lnTo>
                  <a:pt x="938860" y="112721"/>
                </a:lnTo>
                <a:lnTo>
                  <a:pt x="942869" y="113618"/>
                </a:lnTo>
                <a:lnTo>
                  <a:pt x="945190" y="113301"/>
                </a:lnTo>
                <a:lnTo>
                  <a:pt x="946667" y="112668"/>
                </a:lnTo>
                <a:lnTo>
                  <a:pt x="947089" y="111824"/>
                </a:lnTo>
                <a:lnTo>
                  <a:pt x="944557" y="107866"/>
                </a:lnTo>
                <a:lnTo>
                  <a:pt x="943924" y="98472"/>
                </a:lnTo>
                <a:lnTo>
                  <a:pt x="941867" y="92298"/>
                </a:lnTo>
                <a:lnTo>
                  <a:pt x="938701" y="86177"/>
                </a:lnTo>
                <a:lnTo>
                  <a:pt x="937224" y="84435"/>
                </a:lnTo>
                <a:lnTo>
                  <a:pt x="949622" y="82694"/>
                </a:lnTo>
                <a:lnTo>
                  <a:pt x="952417" y="80794"/>
                </a:lnTo>
                <a:lnTo>
                  <a:pt x="957271" y="76572"/>
                </a:lnTo>
                <a:lnTo>
                  <a:pt x="959064" y="74197"/>
                </a:lnTo>
                <a:lnTo>
                  <a:pt x="960542" y="68920"/>
                </a:lnTo>
                <a:lnTo>
                  <a:pt x="954475" y="65754"/>
                </a:lnTo>
                <a:lnTo>
                  <a:pt x="952101" y="61690"/>
                </a:lnTo>
                <a:lnTo>
                  <a:pt x="951943" y="57363"/>
                </a:lnTo>
                <a:lnTo>
                  <a:pt x="959170" y="49236"/>
                </a:lnTo>
                <a:lnTo>
                  <a:pt x="961702" y="47336"/>
                </a:lnTo>
                <a:lnTo>
                  <a:pt x="962810" y="50186"/>
                </a:lnTo>
                <a:lnTo>
                  <a:pt x="965975" y="50925"/>
                </a:lnTo>
                <a:lnTo>
                  <a:pt x="968929" y="51030"/>
                </a:lnTo>
                <a:lnTo>
                  <a:pt x="971884" y="50872"/>
                </a:lnTo>
                <a:lnTo>
                  <a:pt x="976104" y="46756"/>
                </a:lnTo>
                <a:lnTo>
                  <a:pt x="978267" y="40898"/>
                </a:lnTo>
                <a:lnTo>
                  <a:pt x="985758" y="32613"/>
                </a:lnTo>
                <a:lnTo>
                  <a:pt x="988396" y="26228"/>
                </a:lnTo>
                <a:lnTo>
                  <a:pt x="989873" y="19526"/>
                </a:lnTo>
                <a:lnTo>
                  <a:pt x="1008706" y="0"/>
                </a:lnTo>
                <a:lnTo>
                  <a:pt x="1010974" y="0"/>
                </a:lnTo>
                <a:lnTo>
                  <a:pt x="1022158" y="0"/>
                </a:lnTo>
                <a:lnTo>
                  <a:pt x="1023530" y="0"/>
                </a:lnTo>
                <a:lnTo>
                  <a:pt x="1026537" y="0"/>
                </a:lnTo>
                <a:lnTo>
                  <a:pt x="1027433" y="0"/>
                </a:lnTo>
                <a:lnTo>
                  <a:pt x="1027011" y="0"/>
                </a:lnTo>
                <a:lnTo>
                  <a:pt x="1025218" y="0"/>
                </a:lnTo>
                <a:lnTo>
                  <a:pt x="1024163" y="0"/>
                </a:lnTo>
                <a:lnTo>
                  <a:pt x="1025429" y="0"/>
                </a:lnTo>
                <a:lnTo>
                  <a:pt x="1030757" y="0"/>
                </a:lnTo>
                <a:lnTo>
                  <a:pt x="1036349" y="0"/>
                </a:lnTo>
                <a:lnTo>
                  <a:pt x="1039461" y="0"/>
                </a:lnTo>
                <a:lnTo>
                  <a:pt x="1042152" y="0"/>
                </a:lnTo>
                <a:lnTo>
                  <a:pt x="1047480" y="0"/>
                </a:lnTo>
                <a:lnTo>
                  <a:pt x="1048641" y="0"/>
                </a:lnTo>
                <a:lnTo>
                  <a:pt x="1048271" y="0"/>
                </a:lnTo>
                <a:lnTo>
                  <a:pt x="1048799" y="0"/>
                </a:lnTo>
                <a:lnTo>
                  <a:pt x="1050856" y="0"/>
                </a:lnTo>
                <a:lnTo>
                  <a:pt x="1055393" y="0"/>
                </a:lnTo>
                <a:lnTo>
                  <a:pt x="1061671" y="0"/>
                </a:lnTo>
                <a:lnTo>
                  <a:pt x="1067526" y="0"/>
                </a:lnTo>
                <a:lnTo>
                  <a:pt x="1069426" y="1372"/>
                </a:lnTo>
                <a:lnTo>
                  <a:pt x="1070692" y="3852"/>
                </a:lnTo>
                <a:lnTo>
                  <a:pt x="1071958" y="7916"/>
                </a:lnTo>
                <a:lnTo>
                  <a:pt x="1072063" y="12032"/>
                </a:lnTo>
                <a:lnTo>
                  <a:pt x="1067843" y="15990"/>
                </a:lnTo>
                <a:lnTo>
                  <a:pt x="1069637" y="22481"/>
                </a:lnTo>
                <a:lnTo>
                  <a:pt x="1069373" y="26280"/>
                </a:lnTo>
                <a:lnTo>
                  <a:pt x="1067896" y="29500"/>
                </a:lnTo>
                <a:lnTo>
                  <a:pt x="1061776" y="32455"/>
                </a:lnTo>
                <a:lnTo>
                  <a:pt x="1078499" y="29552"/>
                </a:lnTo>
                <a:lnTo>
                  <a:pt x="1082614" y="27864"/>
                </a:lnTo>
                <a:lnTo>
                  <a:pt x="1088311" y="23589"/>
                </a:lnTo>
                <a:lnTo>
                  <a:pt x="1091371" y="27283"/>
                </a:lnTo>
                <a:lnTo>
                  <a:pt x="1094220" y="33668"/>
                </a:lnTo>
                <a:lnTo>
                  <a:pt x="1091899" y="35252"/>
                </a:lnTo>
                <a:lnTo>
                  <a:pt x="1084671" y="37626"/>
                </a:lnTo>
                <a:lnTo>
                  <a:pt x="1084302" y="38576"/>
                </a:lnTo>
                <a:lnTo>
                  <a:pt x="1086729" y="41901"/>
                </a:lnTo>
                <a:lnTo>
                  <a:pt x="1089736" y="41584"/>
                </a:lnTo>
                <a:lnTo>
                  <a:pt x="1095750" y="39368"/>
                </a:lnTo>
                <a:lnTo>
                  <a:pt x="1101236" y="35832"/>
                </a:lnTo>
                <a:lnTo>
                  <a:pt x="1103927" y="35885"/>
                </a:lnTo>
                <a:lnTo>
                  <a:pt x="1106722" y="36624"/>
                </a:lnTo>
                <a:lnTo>
                  <a:pt x="1112156" y="38893"/>
                </a:lnTo>
                <a:lnTo>
                  <a:pt x="1115216" y="40687"/>
                </a:lnTo>
                <a:lnTo>
                  <a:pt x="1117801" y="43009"/>
                </a:lnTo>
                <a:lnTo>
                  <a:pt x="1119489" y="47917"/>
                </a:lnTo>
                <a:lnTo>
                  <a:pt x="1125767" y="49658"/>
                </a:lnTo>
                <a:lnTo>
                  <a:pt x="1138586" y="56519"/>
                </a:lnTo>
                <a:lnTo>
                  <a:pt x="1141012" y="57099"/>
                </a:lnTo>
                <a:lnTo>
                  <a:pt x="1143492" y="57258"/>
                </a:lnTo>
                <a:lnTo>
                  <a:pt x="1150244" y="56413"/>
                </a:lnTo>
                <a:lnTo>
                  <a:pt x="1152618" y="57363"/>
                </a:lnTo>
                <a:lnTo>
                  <a:pt x="1154359" y="59843"/>
                </a:lnTo>
                <a:lnTo>
                  <a:pt x="1154887" y="62904"/>
                </a:lnTo>
                <a:lnTo>
                  <a:pt x="1154728" y="66176"/>
                </a:lnTo>
                <a:lnTo>
                  <a:pt x="1154043" y="68656"/>
                </a:lnTo>
                <a:lnTo>
                  <a:pt x="1152460" y="70714"/>
                </a:lnTo>
                <a:lnTo>
                  <a:pt x="1147818" y="73881"/>
                </a:lnTo>
                <a:lnTo>
                  <a:pt x="1136212" y="77944"/>
                </a:lnTo>
                <a:lnTo>
                  <a:pt x="1123551" y="81058"/>
                </a:lnTo>
                <a:lnTo>
                  <a:pt x="1117168" y="80847"/>
                </a:lnTo>
                <a:lnTo>
                  <a:pt x="1108252" y="78155"/>
                </a:lnTo>
                <a:lnTo>
                  <a:pt x="1104982" y="78525"/>
                </a:lnTo>
                <a:lnTo>
                  <a:pt x="1101869" y="79738"/>
                </a:lnTo>
                <a:lnTo>
                  <a:pt x="1097860" y="88182"/>
                </a:lnTo>
                <a:lnTo>
                  <a:pt x="1105193" y="96625"/>
                </a:lnTo>
                <a:lnTo>
                  <a:pt x="1117748" y="105438"/>
                </a:lnTo>
                <a:lnTo>
                  <a:pt x="1119489" y="107602"/>
                </a:lnTo>
                <a:lnTo>
                  <a:pt x="1119014" y="110293"/>
                </a:lnTo>
                <a:lnTo>
                  <a:pt x="1117009" y="111929"/>
                </a:lnTo>
                <a:lnTo>
                  <a:pt x="1114372" y="112826"/>
                </a:lnTo>
                <a:lnTo>
                  <a:pt x="1107303" y="114198"/>
                </a:lnTo>
                <a:lnTo>
                  <a:pt x="1100181" y="115254"/>
                </a:lnTo>
                <a:lnTo>
                  <a:pt x="1094273" y="116732"/>
                </a:lnTo>
                <a:lnTo>
                  <a:pt x="1088522" y="118737"/>
                </a:lnTo>
                <a:lnTo>
                  <a:pt x="1082614" y="118051"/>
                </a:lnTo>
                <a:lnTo>
                  <a:pt x="1074437" y="114093"/>
                </a:lnTo>
                <a:lnTo>
                  <a:pt x="1072063" y="113829"/>
                </a:lnTo>
                <a:lnTo>
                  <a:pt x="1069637" y="115887"/>
                </a:lnTo>
                <a:lnTo>
                  <a:pt x="1067210" y="121375"/>
                </a:lnTo>
                <a:lnTo>
                  <a:pt x="1065627" y="122906"/>
                </a:lnTo>
                <a:close/>
                <a:moveTo>
                  <a:pt x="153777" y="63590"/>
                </a:moveTo>
                <a:lnTo>
                  <a:pt x="152458" y="65068"/>
                </a:lnTo>
                <a:lnTo>
                  <a:pt x="148607" y="64223"/>
                </a:lnTo>
                <a:lnTo>
                  <a:pt x="149293" y="55569"/>
                </a:lnTo>
                <a:lnTo>
                  <a:pt x="151509" y="54461"/>
                </a:lnTo>
                <a:lnTo>
                  <a:pt x="154885" y="56044"/>
                </a:lnTo>
                <a:lnTo>
                  <a:pt x="156415" y="57521"/>
                </a:lnTo>
                <a:lnTo>
                  <a:pt x="153777" y="63590"/>
                </a:lnTo>
                <a:close/>
                <a:moveTo>
                  <a:pt x="130513" y="1794"/>
                </a:moveTo>
                <a:lnTo>
                  <a:pt x="134258" y="7441"/>
                </a:lnTo>
                <a:lnTo>
                  <a:pt x="132359" y="9974"/>
                </a:lnTo>
                <a:lnTo>
                  <a:pt x="131462" y="10713"/>
                </a:lnTo>
                <a:lnTo>
                  <a:pt x="129194" y="9868"/>
                </a:lnTo>
                <a:lnTo>
                  <a:pt x="127084" y="12032"/>
                </a:lnTo>
                <a:lnTo>
                  <a:pt x="125026" y="12507"/>
                </a:lnTo>
                <a:lnTo>
                  <a:pt x="122969" y="8549"/>
                </a:lnTo>
                <a:lnTo>
                  <a:pt x="120437" y="7019"/>
                </a:lnTo>
                <a:lnTo>
                  <a:pt x="119856" y="4327"/>
                </a:lnTo>
                <a:lnTo>
                  <a:pt x="123285" y="3852"/>
                </a:lnTo>
                <a:lnTo>
                  <a:pt x="125290" y="4749"/>
                </a:lnTo>
                <a:lnTo>
                  <a:pt x="129141" y="2902"/>
                </a:lnTo>
                <a:lnTo>
                  <a:pt x="130513" y="1794"/>
                </a:lnTo>
                <a:close/>
                <a:moveTo>
                  <a:pt x="739345" y="215573"/>
                </a:moveTo>
                <a:lnTo>
                  <a:pt x="737762" y="216259"/>
                </a:lnTo>
                <a:lnTo>
                  <a:pt x="735283" y="214360"/>
                </a:lnTo>
                <a:lnTo>
                  <a:pt x="734650" y="198370"/>
                </a:lnTo>
                <a:lnTo>
                  <a:pt x="736390" y="196945"/>
                </a:lnTo>
                <a:lnTo>
                  <a:pt x="737551" y="197156"/>
                </a:lnTo>
                <a:lnTo>
                  <a:pt x="738764" y="200058"/>
                </a:lnTo>
                <a:lnTo>
                  <a:pt x="738659" y="207077"/>
                </a:lnTo>
                <a:lnTo>
                  <a:pt x="738870" y="213251"/>
                </a:lnTo>
                <a:lnTo>
                  <a:pt x="739345" y="215573"/>
                </a:lnTo>
                <a:close/>
                <a:moveTo>
                  <a:pt x="347964" y="272778"/>
                </a:moveTo>
                <a:lnTo>
                  <a:pt x="340051" y="276261"/>
                </a:lnTo>
                <a:lnTo>
                  <a:pt x="331083" y="273042"/>
                </a:lnTo>
                <a:lnTo>
                  <a:pt x="333984" y="267923"/>
                </a:lnTo>
                <a:lnTo>
                  <a:pt x="339945" y="266657"/>
                </a:lnTo>
                <a:lnTo>
                  <a:pt x="344746" y="268292"/>
                </a:lnTo>
                <a:lnTo>
                  <a:pt x="347489" y="269559"/>
                </a:lnTo>
                <a:lnTo>
                  <a:pt x="349336" y="270984"/>
                </a:lnTo>
                <a:lnTo>
                  <a:pt x="347964" y="272778"/>
                </a:lnTo>
                <a:close/>
                <a:moveTo>
                  <a:pt x="937224" y="84435"/>
                </a:moveTo>
                <a:lnTo>
                  <a:pt x="938701" y="86177"/>
                </a:lnTo>
                <a:lnTo>
                  <a:pt x="941867" y="92298"/>
                </a:lnTo>
                <a:lnTo>
                  <a:pt x="943924" y="98472"/>
                </a:lnTo>
                <a:lnTo>
                  <a:pt x="944557" y="107866"/>
                </a:lnTo>
                <a:lnTo>
                  <a:pt x="947089" y="111824"/>
                </a:lnTo>
                <a:lnTo>
                  <a:pt x="946667" y="112668"/>
                </a:lnTo>
                <a:lnTo>
                  <a:pt x="945190" y="113301"/>
                </a:lnTo>
                <a:lnTo>
                  <a:pt x="942869" y="113618"/>
                </a:lnTo>
                <a:lnTo>
                  <a:pt x="938860" y="112721"/>
                </a:lnTo>
                <a:lnTo>
                  <a:pt x="935484" y="111349"/>
                </a:lnTo>
                <a:lnTo>
                  <a:pt x="932582" y="101164"/>
                </a:lnTo>
                <a:lnTo>
                  <a:pt x="931263" y="95464"/>
                </a:lnTo>
                <a:lnTo>
                  <a:pt x="931369" y="88604"/>
                </a:lnTo>
                <a:lnTo>
                  <a:pt x="931263" y="84435"/>
                </a:lnTo>
                <a:lnTo>
                  <a:pt x="937224" y="84435"/>
                </a:lnTo>
                <a:close/>
                <a:moveTo>
                  <a:pt x="931263" y="84435"/>
                </a:moveTo>
                <a:lnTo>
                  <a:pt x="926937" y="86757"/>
                </a:lnTo>
                <a:lnTo>
                  <a:pt x="922717" y="89607"/>
                </a:lnTo>
                <a:lnTo>
                  <a:pt x="918444" y="92087"/>
                </a:lnTo>
                <a:lnTo>
                  <a:pt x="916492" y="94040"/>
                </a:lnTo>
                <a:lnTo>
                  <a:pt x="917178" y="96731"/>
                </a:lnTo>
                <a:lnTo>
                  <a:pt x="918180" y="102747"/>
                </a:lnTo>
                <a:lnTo>
                  <a:pt x="918761" y="107444"/>
                </a:lnTo>
                <a:lnTo>
                  <a:pt x="920238" y="109291"/>
                </a:lnTo>
                <a:lnTo>
                  <a:pt x="921398" y="111190"/>
                </a:lnTo>
                <a:lnTo>
                  <a:pt x="920923" y="113249"/>
                </a:lnTo>
                <a:lnTo>
                  <a:pt x="918391" y="117101"/>
                </a:lnTo>
                <a:lnTo>
                  <a:pt x="919816" y="117840"/>
                </a:lnTo>
                <a:lnTo>
                  <a:pt x="918022" y="123011"/>
                </a:lnTo>
                <a:lnTo>
                  <a:pt x="915332" y="126811"/>
                </a:lnTo>
                <a:lnTo>
                  <a:pt x="911586" y="129924"/>
                </a:lnTo>
                <a:lnTo>
                  <a:pt x="909159" y="130663"/>
                </a:lnTo>
                <a:lnTo>
                  <a:pt x="907260" y="129344"/>
                </a:lnTo>
                <a:lnTo>
                  <a:pt x="904095" y="125914"/>
                </a:lnTo>
                <a:lnTo>
                  <a:pt x="900666" y="121164"/>
                </a:lnTo>
                <a:lnTo>
                  <a:pt x="899083" y="118420"/>
                </a:lnTo>
                <a:lnTo>
                  <a:pt x="894124" y="118051"/>
                </a:lnTo>
                <a:lnTo>
                  <a:pt x="892384" y="115887"/>
                </a:lnTo>
                <a:lnTo>
                  <a:pt x="892278" y="113196"/>
                </a:lnTo>
                <a:lnTo>
                  <a:pt x="890854" y="110082"/>
                </a:lnTo>
                <a:lnTo>
                  <a:pt x="888902" y="106705"/>
                </a:lnTo>
                <a:lnTo>
                  <a:pt x="886000" y="104119"/>
                </a:lnTo>
                <a:lnTo>
                  <a:pt x="882097" y="102114"/>
                </a:lnTo>
                <a:lnTo>
                  <a:pt x="880461" y="100636"/>
                </a:lnTo>
                <a:lnTo>
                  <a:pt x="886475" y="100742"/>
                </a:lnTo>
                <a:lnTo>
                  <a:pt x="892858" y="99897"/>
                </a:lnTo>
                <a:lnTo>
                  <a:pt x="899453" y="97100"/>
                </a:lnTo>
                <a:lnTo>
                  <a:pt x="905836" y="93670"/>
                </a:lnTo>
                <a:lnTo>
                  <a:pt x="911164" y="89818"/>
                </a:lnTo>
                <a:lnTo>
                  <a:pt x="916176" y="85438"/>
                </a:lnTo>
                <a:lnTo>
                  <a:pt x="921451" y="82008"/>
                </a:lnTo>
                <a:lnTo>
                  <a:pt x="929575" y="77997"/>
                </a:lnTo>
                <a:lnTo>
                  <a:pt x="932371" y="78314"/>
                </a:lnTo>
                <a:lnTo>
                  <a:pt x="932318" y="81163"/>
                </a:lnTo>
                <a:lnTo>
                  <a:pt x="931263" y="84435"/>
                </a:lnTo>
                <a:close/>
                <a:moveTo>
                  <a:pt x="1206797" y="65596"/>
                </a:moveTo>
                <a:lnTo>
                  <a:pt x="1205372" y="68815"/>
                </a:lnTo>
                <a:lnTo>
                  <a:pt x="1203737" y="70292"/>
                </a:lnTo>
                <a:lnTo>
                  <a:pt x="1201521" y="69448"/>
                </a:lnTo>
                <a:lnTo>
                  <a:pt x="1199833" y="67812"/>
                </a:lnTo>
                <a:lnTo>
                  <a:pt x="1198936" y="70239"/>
                </a:lnTo>
                <a:lnTo>
                  <a:pt x="1194294" y="71189"/>
                </a:lnTo>
                <a:lnTo>
                  <a:pt x="1191392" y="74936"/>
                </a:lnTo>
                <a:lnTo>
                  <a:pt x="1187172" y="75992"/>
                </a:lnTo>
                <a:lnTo>
                  <a:pt x="1184165" y="75464"/>
                </a:lnTo>
                <a:lnTo>
                  <a:pt x="1184482" y="72139"/>
                </a:lnTo>
                <a:lnTo>
                  <a:pt x="1192711" y="67126"/>
                </a:lnTo>
                <a:lnTo>
                  <a:pt x="1197828" y="65226"/>
                </a:lnTo>
                <a:lnTo>
                  <a:pt x="1202312" y="61638"/>
                </a:lnTo>
                <a:lnTo>
                  <a:pt x="1204581" y="61215"/>
                </a:lnTo>
                <a:lnTo>
                  <a:pt x="1205689" y="64171"/>
                </a:lnTo>
                <a:lnTo>
                  <a:pt x="1206797" y="65596"/>
                </a:lnTo>
                <a:close/>
                <a:moveTo>
                  <a:pt x="144967" y="0"/>
                </a:moveTo>
                <a:lnTo>
                  <a:pt x="144598" y="0"/>
                </a:lnTo>
                <a:lnTo>
                  <a:pt x="145917" y="0"/>
                </a:lnTo>
                <a:lnTo>
                  <a:pt x="147710" y="0"/>
                </a:lnTo>
                <a:lnTo>
                  <a:pt x="150031" y="0"/>
                </a:lnTo>
                <a:lnTo>
                  <a:pt x="152564" y="0"/>
                </a:lnTo>
                <a:lnTo>
                  <a:pt x="155307" y="0"/>
                </a:lnTo>
                <a:lnTo>
                  <a:pt x="158208" y="0"/>
                </a:lnTo>
                <a:lnTo>
                  <a:pt x="161321" y="0"/>
                </a:lnTo>
                <a:lnTo>
                  <a:pt x="164486" y="0"/>
                </a:lnTo>
                <a:lnTo>
                  <a:pt x="165963" y="0"/>
                </a:lnTo>
                <a:lnTo>
                  <a:pt x="167018" y="0"/>
                </a:lnTo>
                <a:lnTo>
                  <a:pt x="167176" y="0"/>
                </a:lnTo>
                <a:lnTo>
                  <a:pt x="165699" y="0"/>
                </a:lnTo>
                <a:lnTo>
                  <a:pt x="163114" y="0"/>
                </a:lnTo>
                <a:lnTo>
                  <a:pt x="159527" y="0"/>
                </a:lnTo>
                <a:lnTo>
                  <a:pt x="160688" y="0"/>
                </a:lnTo>
                <a:lnTo>
                  <a:pt x="165647" y="0"/>
                </a:lnTo>
                <a:lnTo>
                  <a:pt x="171502" y="0"/>
                </a:lnTo>
                <a:lnTo>
                  <a:pt x="177780" y="0"/>
                </a:lnTo>
                <a:lnTo>
                  <a:pt x="181104" y="0"/>
                </a:lnTo>
                <a:lnTo>
                  <a:pt x="183794" y="0"/>
                </a:lnTo>
                <a:lnTo>
                  <a:pt x="186326" y="0"/>
                </a:lnTo>
                <a:lnTo>
                  <a:pt x="189544" y="0"/>
                </a:lnTo>
                <a:lnTo>
                  <a:pt x="199462" y="0"/>
                </a:lnTo>
                <a:lnTo>
                  <a:pt x="202469" y="0"/>
                </a:lnTo>
                <a:lnTo>
                  <a:pt x="202944" y="0"/>
                </a:lnTo>
                <a:lnTo>
                  <a:pt x="201730" y="0"/>
                </a:lnTo>
                <a:lnTo>
                  <a:pt x="203260" y="0"/>
                </a:lnTo>
                <a:lnTo>
                  <a:pt x="206056" y="0"/>
                </a:lnTo>
                <a:lnTo>
                  <a:pt x="206373" y="0"/>
                </a:lnTo>
                <a:lnTo>
                  <a:pt x="202944" y="0"/>
                </a:lnTo>
                <a:lnTo>
                  <a:pt x="200042" y="0"/>
                </a:lnTo>
                <a:lnTo>
                  <a:pt x="196877" y="0"/>
                </a:lnTo>
                <a:lnTo>
                  <a:pt x="194450" y="0"/>
                </a:lnTo>
                <a:lnTo>
                  <a:pt x="193764" y="0"/>
                </a:lnTo>
                <a:lnTo>
                  <a:pt x="193975" y="0"/>
                </a:lnTo>
                <a:lnTo>
                  <a:pt x="196191" y="0"/>
                </a:lnTo>
                <a:lnTo>
                  <a:pt x="198565" y="0"/>
                </a:lnTo>
                <a:lnTo>
                  <a:pt x="199145" y="0"/>
                </a:lnTo>
                <a:lnTo>
                  <a:pt x="198882" y="0"/>
                </a:lnTo>
                <a:lnTo>
                  <a:pt x="197246" y="0"/>
                </a:lnTo>
                <a:lnTo>
                  <a:pt x="191232" y="0"/>
                </a:lnTo>
                <a:lnTo>
                  <a:pt x="186432" y="0"/>
                </a:lnTo>
                <a:lnTo>
                  <a:pt x="188964" y="0"/>
                </a:lnTo>
                <a:lnTo>
                  <a:pt x="193712" y="0"/>
                </a:lnTo>
                <a:lnTo>
                  <a:pt x="196824" y="0"/>
                </a:lnTo>
                <a:lnTo>
                  <a:pt x="200095" y="0"/>
                </a:lnTo>
                <a:lnTo>
                  <a:pt x="207111" y="0"/>
                </a:lnTo>
                <a:lnTo>
                  <a:pt x="213125" y="0"/>
                </a:lnTo>
                <a:lnTo>
                  <a:pt x="220563" y="0"/>
                </a:lnTo>
                <a:lnTo>
                  <a:pt x="221038" y="0"/>
                </a:lnTo>
                <a:lnTo>
                  <a:pt x="227580" y="0"/>
                </a:lnTo>
                <a:lnTo>
                  <a:pt x="230534" y="0"/>
                </a:lnTo>
                <a:lnTo>
                  <a:pt x="232169" y="0"/>
                </a:lnTo>
                <a:lnTo>
                  <a:pt x="234490" y="0"/>
                </a:lnTo>
                <a:lnTo>
                  <a:pt x="237445" y="0"/>
                </a:lnTo>
                <a:lnTo>
                  <a:pt x="241243" y="0"/>
                </a:lnTo>
                <a:lnTo>
                  <a:pt x="245885" y="0"/>
                </a:lnTo>
                <a:lnTo>
                  <a:pt x="249367" y="0"/>
                </a:lnTo>
                <a:lnTo>
                  <a:pt x="251846" y="0"/>
                </a:lnTo>
                <a:lnTo>
                  <a:pt x="256278" y="0"/>
                </a:lnTo>
                <a:lnTo>
                  <a:pt x="262608" y="0"/>
                </a:lnTo>
                <a:lnTo>
                  <a:pt x="268253" y="0"/>
                </a:lnTo>
                <a:lnTo>
                  <a:pt x="273212" y="0"/>
                </a:lnTo>
                <a:lnTo>
                  <a:pt x="275586" y="0"/>
                </a:lnTo>
                <a:lnTo>
                  <a:pt x="275480" y="0"/>
                </a:lnTo>
                <a:lnTo>
                  <a:pt x="276588" y="0"/>
                </a:lnTo>
                <a:lnTo>
                  <a:pt x="278909" y="0"/>
                </a:lnTo>
                <a:lnTo>
                  <a:pt x="279911" y="0"/>
                </a:lnTo>
                <a:lnTo>
                  <a:pt x="279648" y="0"/>
                </a:lnTo>
                <a:lnTo>
                  <a:pt x="281916" y="0"/>
                </a:lnTo>
                <a:lnTo>
                  <a:pt x="286611" y="0"/>
                </a:lnTo>
                <a:lnTo>
                  <a:pt x="291465" y="0"/>
                </a:lnTo>
                <a:lnTo>
                  <a:pt x="296318" y="0"/>
                </a:lnTo>
                <a:lnTo>
                  <a:pt x="299483" y="0"/>
                </a:lnTo>
                <a:lnTo>
                  <a:pt x="301593" y="0"/>
                </a:lnTo>
                <a:lnTo>
                  <a:pt x="304653" y="0"/>
                </a:lnTo>
                <a:lnTo>
                  <a:pt x="307343" y="0"/>
                </a:lnTo>
                <a:lnTo>
                  <a:pt x="310667" y="0"/>
                </a:lnTo>
                <a:lnTo>
                  <a:pt x="311564" y="0"/>
                </a:lnTo>
                <a:lnTo>
                  <a:pt x="309928" y="0"/>
                </a:lnTo>
                <a:lnTo>
                  <a:pt x="310087" y="0"/>
                </a:lnTo>
                <a:lnTo>
                  <a:pt x="311986" y="0"/>
                </a:lnTo>
                <a:lnTo>
                  <a:pt x="316153" y="0"/>
                </a:lnTo>
                <a:lnTo>
                  <a:pt x="322537" y="0"/>
                </a:lnTo>
                <a:lnTo>
                  <a:pt x="330028" y="0"/>
                </a:lnTo>
                <a:lnTo>
                  <a:pt x="338574" y="0"/>
                </a:lnTo>
                <a:lnTo>
                  <a:pt x="344218" y="0"/>
                </a:lnTo>
                <a:lnTo>
                  <a:pt x="346909" y="0"/>
                </a:lnTo>
                <a:lnTo>
                  <a:pt x="352131" y="0"/>
                </a:lnTo>
                <a:lnTo>
                  <a:pt x="359886" y="0"/>
                </a:lnTo>
                <a:lnTo>
                  <a:pt x="366586" y="0"/>
                </a:lnTo>
                <a:lnTo>
                  <a:pt x="372125" y="0"/>
                </a:lnTo>
                <a:lnTo>
                  <a:pt x="377981" y="0"/>
                </a:lnTo>
                <a:lnTo>
                  <a:pt x="384153" y="0"/>
                </a:lnTo>
                <a:lnTo>
                  <a:pt x="388584" y="0"/>
                </a:lnTo>
                <a:lnTo>
                  <a:pt x="392594" y="0"/>
                </a:lnTo>
                <a:lnTo>
                  <a:pt x="389587" y="0"/>
                </a:lnTo>
                <a:lnTo>
                  <a:pt x="388795" y="0"/>
                </a:lnTo>
                <a:lnTo>
                  <a:pt x="389165" y="0"/>
                </a:lnTo>
                <a:lnTo>
                  <a:pt x="392752" y="0"/>
                </a:lnTo>
                <a:lnTo>
                  <a:pt x="399663" y="0"/>
                </a:lnTo>
                <a:lnTo>
                  <a:pt x="403672" y="0"/>
                </a:lnTo>
                <a:lnTo>
                  <a:pt x="404780" y="0"/>
                </a:lnTo>
                <a:lnTo>
                  <a:pt x="410161" y="0"/>
                </a:lnTo>
                <a:lnTo>
                  <a:pt x="419762" y="0"/>
                </a:lnTo>
                <a:lnTo>
                  <a:pt x="423718" y="0"/>
                </a:lnTo>
                <a:lnTo>
                  <a:pt x="422136" y="0"/>
                </a:lnTo>
                <a:lnTo>
                  <a:pt x="421978" y="0"/>
                </a:lnTo>
                <a:lnTo>
                  <a:pt x="423349" y="0"/>
                </a:lnTo>
                <a:lnTo>
                  <a:pt x="426673" y="0"/>
                </a:lnTo>
                <a:lnTo>
                  <a:pt x="431948" y="0"/>
                </a:lnTo>
                <a:lnTo>
                  <a:pt x="435113" y="0"/>
                </a:lnTo>
                <a:lnTo>
                  <a:pt x="436116" y="0"/>
                </a:lnTo>
                <a:lnTo>
                  <a:pt x="436010" y="0"/>
                </a:lnTo>
                <a:lnTo>
                  <a:pt x="434797" y="0"/>
                </a:lnTo>
                <a:lnTo>
                  <a:pt x="432581" y="0"/>
                </a:lnTo>
                <a:lnTo>
                  <a:pt x="429363" y="0"/>
                </a:lnTo>
                <a:lnTo>
                  <a:pt x="428994" y="0"/>
                </a:lnTo>
                <a:lnTo>
                  <a:pt x="428150" y="0"/>
                </a:lnTo>
                <a:lnTo>
                  <a:pt x="430418" y="0"/>
                </a:lnTo>
                <a:lnTo>
                  <a:pt x="431157" y="0"/>
                </a:lnTo>
                <a:lnTo>
                  <a:pt x="429891" y="0"/>
                </a:lnTo>
                <a:lnTo>
                  <a:pt x="428677" y="0"/>
                </a:lnTo>
                <a:lnTo>
                  <a:pt x="428519" y="0"/>
                </a:lnTo>
                <a:lnTo>
                  <a:pt x="427411" y="0"/>
                </a:lnTo>
                <a:lnTo>
                  <a:pt x="424615" y="0"/>
                </a:lnTo>
                <a:lnTo>
                  <a:pt x="420342" y="0"/>
                </a:lnTo>
                <a:lnTo>
                  <a:pt x="415172" y="0"/>
                </a:lnTo>
                <a:lnTo>
                  <a:pt x="411954" y="0"/>
                </a:lnTo>
                <a:lnTo>
                  <a:pt x="411216" y="0"/>
                </a:lnTo>
                <a:lnTo>
                  <a:pt x="408947" y="0"/>
                </a:lnTo>
                <a:lnTo>
                  <a:pt x="406204" y="0"/>
                </a:lnTo>
                <a:lnTo>
                  <a:pt x="404094" y="0"/>
                </a:lnTo>
                <a:lnTo>
                  <a:pt x="402459" y="0"/>
                </a:lnTo>
                <a:lnTo>
                  <a:pt x="401351" y="0"/>
                </a:lnTo>
                <a:lnTo>
                  <a:pt x="400718" y="0"/>
                </a:lnTo>
                <a:lnTo>
                  <a:pt x="395917" y="0"/>
                </a:lnTo>
                <a:lnTo>
                  <a:pt x="390642" y="0"/>
                </a:lnTo>
                <a:lnTo>
                  <a:pt x="379933" y="0"/>
                </a:lnTo>
                <a:lnTo>
                  <a:pt x="371281" y="0"/>
                </a:lnTo>
                <a:lnTo>
                  <a:pt x="361574" y="0"/>
                </a:lnTo>
                <a:lnTo>
                  <a:pt x="352395" y="0"/>
                </a:lnTo>
                <a:lnTo>
                  <a:pt x="348597" y="0"/>
                </a:lnTo>
                <a:lnTo>
                  <a:pt x="344218" y="0"/>
                </a:lnTo>
                <a:lnTo>
                  <a:pt x="339945" y="0"/>
                </a:lnTo>
                <a:lnTo>
                  <a:pt x="335936" y="0"/>
                </a:lnTo>
                <a:lnTo>
                  <a:pt x="328445" y="0"/>
                </a:lnTo>
                <a:lnTo>
                  <a:pt x="325596" y="0"/>
                </a:lnTo>
                <a:lnTo>
                  <a:pt x="319582" y="0"/>
                </a:lnTo>
                <a:lnTo>
                  <a:pt x="313305" y="0"/>
                </a:lnTo>
                <a:lnTo>
                  <a:pt x="307291" y="0"/>
                </a:lnTo>
                <a:lnTo>
                  <a:pt x="298428" y="0"/>
                </a:lnTo>
                <a:lnTo>
                  <a:pt x="291992" y="0"/>
                </a:lnTo>
                <a:lnTo>
                  <a:pt x="290093" y="0"/>
                </a:lnTo>
                <a:lnTo>
                  <a:pt x="286928" y="0"/>
                </a:lnTo>
                <a:lnTo>
                  <a:pt x="282496" y="0"/>
                </a:lnTo>
                <a:lnTo>
                  <a:pt x="276746" y="0"/>
                </a:lnTo>
                <a:lnTo>
                  <a:pt x="272790" y="0"/>
                </a:lnTo>
                <a:lnTo>
                  <a:pt x="273898" y="0"/>
                </a:lnTo>
                <a:lnTo>
                  <a:pt x="272895" y="0"/>
                </a:lnTo>
                <a:lnTo>
                  <a:pt x="266670" y="0"/>
                </a:lnTo>
                <a:lnTo>
                  <a:pt x="261764" y="0"/>
                </a:lnTo>
                <a:lnTo>
                  <a:pt x="260920" y="0"/>
                </a:lnTo>
                <a:lnTo>
                  <a:pt x="261500" y="0"/>
                </a:lnTo>
                <a:lnTo>
                  <a:pt x="263188" y="0"/>
                </a:lnTo>
                <a:lnTo>
                  <a:pt x="266354" y="0"/>
                </a:lnTo>
                <a:lnTo>
                  <a:pt x="268411" y="0"/>
                </a:lnTo>
                <a:lnTo>
                  <a:pt x="269941" y="0"/>
                </a:lnTo>
                <a:lnTo>
                  <a:pt x="270416" y="0"/>
                </a:lnTo>
                <a:lnTo>
                  <a:pt x="277274" y="0"/>
                </a:lnTo>
                <a:lnTo>
                  <a:pt x="281125" y="0"/>
                </a:lnTo>
                <a:lnTo>
                  <a:pt x="283921" y="0"/>
                </a:lnTo>
                <a:lnTo>
                  <a:pt x="282918" y="0"/>
                </a:lnTo>
                <a:lnTo>
                  <a:pt x="281283" y="0"/>
                </a:lnTo>
                <a:lnTo>
                  <a:pt x="282918" y="0"/>
                </a:lnTo>
                <a:lnTo>
                  <a:pt x="292467" y="0"/>
                </a:lnTo>
                <a:lnTo>
                  <a:pt x="293311" y="0"/>
                </a:lnTo>
                <a:lnTo>
                  <a:pt x="292150" y="0"/>
                </a:lnTo>
                <a:lnTo>
                  <a:pt x="290673" y="0"/>
                </a:lnTo>
                <a:lnTo>
                  <a:pt x="285820" y="0"/>
                </a:lnTo>
                <a:lnTo>
                  <a:pt x="284290" y="0"/>
                </a:lnTo>
                <a:lnTo>
                  <a:pt x="278593" y="0"/>
                </a:lnTo>
                <a:lnTo>
                  <a:pt x="275375" y="0"/>
                </a:lnTo>
                <a:lnTo>
                  <a:pt x="274372" y="0"/>
                </a:lnTo>
                <a:lnTo>
                  <a:pt x="272526" y="0"/>
                </a:lnTo>
                <a:lnTo>
                  <a:pt x="266934" y="0"/>
                </a:lnTo>
                <a:lnTo>
                  <a:pt x="262133" y="0"/>
                </a:lnTo>
                <a:lnTo>
                  <a:pt x="257702" y="0"/>
                </a:lnTo>
                <a:lnTo>
                  <a:pt x="257122" y="0"/>
                </a:lnTo>
                <a:lnTo>
                  <a:pt x="256172" y="0"/>
                </a:lnTo>
                <a:lnTo>
                  <a:pt x="251108" y="0"/>
                </a:lnTo>
                <a:lnTo>
                  <a:pt x="245832" y="0"/>
                </a:lnTo>
                <a:lnTo>
                  <a:pt x="241137" y="0"/>
                </a:lnTo>
                <a:lnTo>
                  <a:pt x="238183" y="0"/>
                </a:lnTo>
                <a:lnTo>
                  <a:pt x="235387" y="0"/>
                </a:lnTo>
                <a:lnTo>
                  <a:pt x="229479" y="0"/>
                </a:lnTo>
                <a:lnTo>
                  <a:pt x="214760" y="0"/>
                </a:lnTo>
                <a:lnTo>
                  <a:pt x="196033" y="0"/>
                </a:lnTo>
                <a:lnTo>
                  <a:pt x="188858" y="0"/>
                </a:lnTo>
                <a:lnTo>
                  <a:pt x="185904" y="0"/>
                </a:lnTo>
                <a:lnTo>
                  <a:pt x="184058" y="0"/>
                </a:lnTo>
                <a:lnTo>
                  <a:pt x="185799" y="0"/>
                </a:lnTo>
                <a:lnTo>
                  <a:pt x="186221" y="0"/>
                </a:lnTo>
                <a:lnTo>
                  <a:pt x="188436" y="0"/>
                </a:lnTo>
                <a:lnTo>
                  <a:pt x="187381" y="0"/>
                </a:lnTo>
                <a:lnTo>
                  <a:pt x="188489" y="0"/>
                </a:lnTo>
                <a:lnTo>
                  <a:pt x="189333" y="0"/>
                </a:lnTo>
                <a:lnTo>
                  <a:pt x="186379" y="0"/>
                </a:lnTo>
                <a:lnTo>
                  <a:pt x="173138" y="0"/>
                </a:lnTo>
                <a:lnTo>
                  <a:pt x="170342" y="0"/>
                </a:lnTo>
                <a:lnTo>
                  <a:pt x="166807" y="0"/>
                </a:lnTo>
                <a:lnTo>
                  <a:pt x="150981" y="0"/>
                </a:lnTo>
                <a:lnTo>
                  <a:pt x="144967" y="0"/>
                </a:lnTo>
                <a:lnTo>
                  <a:pt x="139428" y="0"/>
                </a:lnTo>
                <a:lnTo>
                  <a:pt x="138056" y="0"/>
                </a:lnTo>
                <a:lnTo>
                  <a:pt x="141222" y="0"/>
                </a:lnTo>
                <a:lnTo>
                  <a:pt x="143279" y="0"/>
                </a:lnTo>
                <a:lnTo>
                  <a:pt x="137582" y="0"/>
                </a:lnTo>
                <a:lnTo>
                  <a:pt x="136632" y="0"/>
                </a:lnTo>
                <a:lnTo>
                  <a:pt x="138848" y="0"/>
                </a:lnTo>
                <a:lnTo>
                  <a:pt x="137951" y="0"/>
                </a:lnTo>
                <a:lnTo>
                  <a:pt x="134838" y="0"/>
                </a:lnTo>
                <a:lnTo>
                  <a:pt x="129932" y="0"/>
                </a:lnTo>
                <a:lnTo>
                  <a:pt x="127928" y="0"/>
                </a:lnTo>
                <a:lnTo>
                  <a:pt x="124024" y="0"/>
                </a:lnTo>
                <a:lnTo>
                  <a:pt x="118854" y="0"/>
                </a:lnTo>
                <a:lnTo>
                  <a:pt x="115372" y="0"/>
                </a:lnTo>
                <a:lnTo>
                  <a:pt x="112893" y="0"/>
                </a:lnTo>
                <a:lnTo>
                  <a:pt x="111468" y="0"/>
                </a:lnTo>
                <a:lnTo>
                  <a:pt x="100812" y="0"/>
                </a:lnTo>
                <a:lnTo>
                  <a:pt x="98280" y="0"/>
                </a:lnTo>
                <a:lnTo>
                  <a:pt x="94482" y="0"/>
                </a:lnTo>
                <a:lnTo>
                  <a:pt x="95801" y="0"/>
                </a:lnTo>
                <a:lnTo>
                  <a:pt x="96064" y="0"/>
                </a:lnTo>
                <a:lnTo>
                  <a:pt x="94693" y="0"/>
                </a:lnTo>
                <a:lnTo>
                  <a:pt x="94271" y="0"/>
                </a:lnTo>
                <a:lnTo>
                  <a:pt x="95853" y="0"/>
                </a:lnTo>
                <a:lnTo>
                  <a:pt x="100970" y="0"/>
                </a:lnTo>
                <a:lnTo>
                  <a:pt x="99757" y="0"/>
                </a:lnTo>
                <a:lnTo>
                  <a:pt x="99177" y="0"/>
                </a:lnTo>
                <a:lnTo>
                  <a:pt x="103450" y="0"/>
                </a:lnTo>
                <a:lnTo>
                  <a:pt x="106562" y="0"/>
                </a:lnTo>
                <a:lnTo>
                  <a:pt x="123971" y="0"/>
                </a:lnTo>
                <a:lnTo>
                  <a:pt x="129880" y="0"/>
                </a:lnTo>
                <a:lnTo>
                  <a:pt x="132095" y="0"/>
                </a:lnTo>
                <a:lnTo>
                  <a:pt x="133520" y="0"/>
                </a:lnTo>
                <a:lnTo>
                  <a:pt x="136474" y="0"/>
                </a:lnTo>
                <a:lnTo>
                  <a:pt x="138004" y="0"/>
                </a:lnTo>
                <a:lnTo>
                  <a:pt x="141485" y="0"/>
                </a:lnTo>
                <a:lnTo>
                  <a:pt x="145336" y="0"/>
                </a:lnTo>
                <a:lnTo>
                  <a:pt x="146655" y="0"/>
                </a:lnTo>
                <a:lnTo>
                  <a:pt x="146919" y="0"/>
                </a:lnTo>
                <a:lnTo>
                  <a:pt x="147130" y="0"/>
                </a:lnTo>
                <a:lnTo>
                  <a:pt x="150612" y="0"/>
                </a:lnTo>
                <a:lnTo>
                  <a:pt x="153249" y="0"/>
                </a:lnTo>
                <a:lnTo>
                  <a:pt x="162481" y="0"/>
                </a:lnTo>
                <a:lnTo>
                  <a:pt x="165119" y="0"/>
                </a:lnTo>
                <a:lnTo>
                  <a:pt x="167282" y="0"/>
                </a:lnTo>
                <a:lnTo>
                  <a:pt x="161690" y="0"/>
                </a:lnTo>
                <a:lnTo>
                  <a:pt x="160213" y="0"/>
                </a:lnTo>
                <a:lnTo>
                  <a:pt x="158578" y="0"/>
                </a:lnTo>
                <a:lnTo>
                  <a:pt x="156626" y="0"/>
                </a:lnTo>
                <a:lnTo>
                  <a:pt x="153513" y="0"/>
                </a:lnTo>
                <a:lnTo>
                  <a:pt x="153302" y="0"/>
                </a:lnTo>
                <a:lnTo>
                  <a:pt x="155623" y="0"/>
                </a:lnTo>
                <a:lnTo>
                  <a:pt x="155254" y="0"/>
                </a:lnTo>
                <a:lnTo>
                  <a:pt x="152089" y="0"/>
                </a:lnTo>
                <a:lnTo>
                  <a:pt x="146866" y="0"/>
                </a:lnTo>
                <a:lnTo>
                  <a:pt x="147025" y="0"/>
                </a:lnTo>
                <a:lnTo>
                  <a:pt x="149346" y="0"/>
                </a:lnTo>
                <a:lnTo>
                  <a:pt x="158103" y="0"/>
                </a:lnTo>
                <a:lnTo>
                  <a:pt x="160899" y="0"/>
                </a:lnTo>
                <a:lnTo>
                  <a:pt x="164381" y="0"/>
                </a:lnTo>
                <a:lnTo>
                  <a:pt x="169445" y="0"/>
                </a:lnTo>
                <a:lnTo>
                  <a:pt x="175564" y="0"/>
                </a:lnTo>
                <a:lnTo>
                  <a:pt x="180365" y="0"/>
                </a:lnTo>
                <a:lnTo>
                  <a:pt x="192235" y="0"/>
                </a:lnTo>
                <a:lnTo>
                  <a:pt x="199409" y="0"/>
                </a:lnTo>
                <a:lnTo>
                  <a:pt x="207217" y="0"/>
                </a:lnTo>
                <a:lnTo>
                  <a:pt x="212439" y="0"/>
                </a:lnTo>
                <a:lnTo>
                  <a:pt x="217556" y="0"/>
                </a:lnTo>
                <a:lnTo>
                  <a:pt x="223676" y="0"/>
                </a:lnTo>
                <a:lnTo>
                  <a:pt x="233435" y="1319"/>
                </a:lnTo>
                <a:lnTo>
                  <a:pt x="249367" y="13615"/>
                </a:lnTo>
                <a:lnTo>
                  <a:pt x="247626" y="16623"/>
                </a:lnTo>
                <a:lnTo>
                  <a:pt x="246940" y="21267"/>
                </a:lnTo>
                <a:lnTo>
                  <a:pt x="240663" y="27494"/>
                </a:lnTo>
                <a:lnTo>
                  <a:pt x="239660" y="31083"/>
                </a:lnTo>
                <a:lnTo>
                  <a:pt x="237392" y="35621"/>
                </a:lnTo>
                <a:lnTo>
                  <a:pt x="233013" y="38049"/>
                </a:lnTo>
                <a:lnTo>
                  <a:pt x="229268" y="38471"/>
                </a:lnTo>
                <a:lnTo>
                  <a:pt x="227052" y="38049"/>
                </a:lnTo>
                <a:lnTo>
                  <a:pt x="225575" y="37151"/>
                </a:lnTo>
                <a:lnTo>
                  <a:pt x="222990" y="32877"/>
                </a:lnTo>
                <a:lnTo>
                  <a:pt x="221724" y="31558"/>
                </a:lnTo>
                <a:lnTo>
                  <a:pt x="220616" y="31241"/>
                </a:lnTo>
                <a:lnTo>
                  <a:pt x="212598" y="34196"/>
                </a:lnTo>
                <a:lnTo>
                  <a:pt x="204843" y="37521"/>
                </a:lnTo>
                <a:lnTo>
                  <a:pt x="203418" y="40423"/>
                </a:lnTo>
                <a:lnTo>
                  <a:pt x="201361" y="43853"/>
                </a:lnTo>
                <a:lnTo>
                  <a:pt x="199093" y="45226"/>
                </a:lnTo>
                <a:lnTo>
                  <a:pt x="197299" y="45542"/>
                </a:lnTo>
                <a:lnTo>
                  <a:pt x="195611" y="43537"/>
                </a:lnTo>
                <a:lnTo>
                  <a:pt x="192604" y="40898"/>
                </a:lnTo>
                <a:lnTo>
                  <a:pt x="190335" y="38471"/>
                </a:lnTo>
                <a:lnTo>
                  <a:pt x="190916" y="34513"/>
                </a:lnTo>
                <a:lnTo>
                  <a:pt x="195294" y="28708"/>
                </a:lnTo>
                <a:lnTo>
                  <a:pt x="195875" y="24592"/>
                </a:lnTo>
                <a:lnTo>
                  <a:pt x="195294" y="17626"/>
                </a:lnTo>
                <a:lnTo>
                  <a:pt x="194134" y="13562"/>
                </a:lnTo>
                <a:lnTo>
                  <a:pt x="192815" y="13457"/>
                </a:lnTo>
                <a:lnTo>
                  <a:pt x="190705" y="12771"/>
                </a:lnTo>
                <a:lnTo>
                  <a:pt x="184638" y="13457"/>
                </a:lnTo>
                <a:lnTo>
                  <a:pt x="181631" y="8866"/>
                </a:lnTo>
                <a:lnTo>
                  <a:pt x="180418" y="3905"/>
                </a:lnTo>
                <a:lnTo>
                  <a:pt x="178308" y="2111"/>
                </a:lnTo>
                <a:lnTo>
                  <a:pt x="176303" y="1003"/>
                </a:lnTo>
                <a:lnTo>
                  <a:pt x="171713" y="2744"/>
                </a:lnTo>
                <a:lnTo>
                  <a:pt x="168284" y="1689"/>
                </a:lnTo>
                <a:lnTo>
                  <a:pt x="156731" y="0"/>
                </a:lnTo>
                <a:lnTo>
                  <a:pt x="152300" y="0"/>
                </a:lnTo>
                <a:lnTo>
                  <a:pt x="149979" y="0"/>
                </a:lnTo>
                <a:lnTo>
                  <a:pt x="147869" y="0"/>
                </a:lnTo>
                <a:lnTo>
                  <a:pt x="147025" y="0"/>
                </a:lnTo>
                <a:lnTo>
                  <a:pt x="145811" y="580"/>
                </a:lnTo>
                <a:lnTo>
                  <a:pt x="144809" y="3061"/>
                </a:lnTo>
                <a:lnTo>
                  <a:pt x="131620" y="0"/>
                </a:lnTo>
                <a:lnTo>
                  <a:pt x="122494" y="0"/>
                </a:lnTo>
                <a:lnTo>
                  <a:pt x="123760" y="0"/>
                </a:lnTo>
                <a:lnTo>
                  <a:pt x="121017" y="0"/>
                </a:lnTo>
                <a:lnTo>
                  <a:pt x="117535" y="0"/>
                </a:lnTo>
                <a:lnTo>
                  <a:pt x="114950" y="0"/>
                </a:lnTo>
                <a:lnTo>
                  <a:pt x="117271" y="0"/>
                </a:lnTo>
                <a:lnTo>
                  <a:pt x="113684" y="0"/>
                </a:lnTo>
                <a:lnTo>
                  <a:pt x="108725" y="0"/>
                </a:lnTo>
                <a:lnTo>
                  <a:pt x="104716" y="0"/>
                </a:lnTo>
                <a:lnTo>
                  <a:pt x="101603" y="0"/>
                </a:lnTo>
                <a:lnTo>
                  <a:pt x="99704" y="0"/>
                </a:lnTo>
                <a:lnTo>
                  <a:pt x="95431" y="0"/>
                </a:lnTo>
                <a:lnTo>
                  <a:pt x="89892" y="0"/>
                </a:lnTo>
                <a:lnTo>
                  <a:pt x="88046" y="0"/>
                </a:lnTo>
                <a:lnTo>
                  <a:pt x="88468" y="0"/>
                </a:lnTo>
                <a:lnTo>
                  <a:pt x="84406" y="0"/>
                </a:lnTo>
                <a:lnTo>
                  <a:pt x="79025" y="0"/>
                </a:lnTo>
                <a:lnTo>
                  <a:pt x="74646" y="0"/>
                </a:lnTo>
                <a:lnTo>
                  <a:pt x="70162" y="0"/>
                </a:lnTo>
                <a:lnTo>
                  <a:pt x="66575" y="0"/>
                </a:lnTo>
                <a:lnTo>
                  <a:pt x="63568" y="0"/>
                </a:lnTo>
                <a:lnTo>
                  <a:pt x="59400" y="0"/>
                </a:lnTo>
                <a:lnTo>
                  <a:pt x="58029" y="0"/>
                </a:lnTo>
                <a:lnTo>
                  <a:pt x="55233" y="0"/>
                </a:lnTo>
                <a:lnTo>
                  <a:pt x="52068" y="0"/>
                </a:lnTo>
                <a:lnTo>
                  <a:pt x="49113" y="0"/>
                </a:lnTo>
                <a:lnTo>
                  <a:pt x="45579" y="0"/>
                </a:lnTo>
                <a:lnTo>
                  <a:pt x="44999" y="0"/>
                </a:lnTo>
                <a:lnTo>
                  <a:pt x="45790" y="0"/>
                </a:lnTo>
                <a:lnTo>
                  <a:pt x="50221" y="0"/>
                </a:lnTo>
                <a:lnTo>
                  <a:pt x="52595" y="0"/>
                </a:lnTo>
                <a:lnTo>
                  <a:pt x="56393" y="0"/>
                </a:lnTo>
                <a:lnTo>
                  <a:pt x="59031" y="0"/>
                </a:lnTo>
                <a:lnTo>
                  <a:pt x="62671" y="0"/>
                </a:lnTo>
                <a:lnTo>
                  <a:pt x="70109" y="0"/>
                </a:lnTo>
                <a:lnTo>
                  <a:pt x="70901" y="0"/>
                </a:lnTo>
                <a:lnTo>
                  <a:pt x="72431" y="0"/>
                </a:lnTo>
                <a:lnTo>
                  <a:pt x="73538" y="0"/>
                </a:lnTo>
                <a:lnTo>
                  <a:pt x="73908" y="0"/>
                </a:lnTo>
                <a:lnTo>
                  <a:pt x="72958" y="0"/>
                </a:lnTo>
                <a:lnTo>
                  <a:pt x="74541" y="0"/>
                </a:lnTo>
                <a:lnTo>
                  <a:pt x="79816" y="0"/>
                </a:lnTo>
                <a:lnTo>
                  <a:pt x="87096" y="0"/>
                </a:lnTo>
                <a:lnTo>
                  <a:pt x="95801" y="0"/>
                </a:lnTo>
                <a:lnTo>
                  <a:pt x="104716" y="0"/>
                </a:lnTo>
                <a:lnTo>
                  <a:pt x="109147" y="0"/>
                </a:lnTo>
                <a:lnTo>
                  <a:pt x="110994" y="0"/>
                </a:lnTo>
                <a:lnTo>
                  <a:pt x="112946" y="0"/>
                </a:lnTo>
                <a:lnTo>
                  <a:pt x="116005" y="0"/>
                </a:lnTo>
                <a:lnTo>
                  <a:pt x="118063" y="0"/>
                </a:lnTo>
                <a:lnTo>
                  <a:pt x="118221" y="0"/>
                </a:lnTo>
                <a:lnTo>
                  <a:pt x="113368" y="0"/>
                </a:lnTo>
                <a:lnTo>
                  <a:pt x="110202" y="0"/>
                </a:lnTo>
                <a:lnTo>
                  <a:pt x="108567" y="0"/>
                </a:lnTo>
                <a:lnTo>
                  <a:pt x="107723" y="0"/>
                </a:lnTo>
                <a:lnTo>
                  <a:pt x="106562" y="0"/>
                </a:lnTo>
                <a:lnTo>
                  <a:pt x="107143" y="0"/>
                </a:lnTo>
                <a:lnTo>
                  <a:pt x="105402" y="0"/>
                </a:lnTo>
                <a:lnTo>
                  <a:pt x="101445" y="0"/>
                </a:lnTo>
                <a:lnTo>
                  <a:pt x="97383" y="0"/>
                </a:lnTo>
                <a:lnTo>
                  <a:pt x="94956" y="0"/>
                </a:lnTo>
                <a:lnTo>
                  <a:pt x="92319" y="0"/>
                </a:lnTo>
                <a:lnTo>
                  <a:pt x="91422" y="0"/>
                </a:lnTo>
                <a:lnTo>
                  <a:pt x="93005" y="0"/>
                </a:lnTo>
                <a:lnTo>
                  <a:pt x="95062" y="0"/>
                </a:lnTo>
                <a:lnTo>
                  <a:pt x="94851" y="0"/>
                </a:lnTo>
                <a:lnTo>
                  <a:pt x="94007" y="0"/>
                </a:lnTo>
                <a:lnTo>
                  <a:pt x="93005" y="0"/>
                </a:lnTo>
                <a:lnTo>
                  <a:pt x="90314" y="0"/>
                </a:lnTo>
                <a:lnTo>
                  <a:pt x="86569" y="0"/>
                </a:lnTo>
                <a:lnTo>
                  <a:pt x="82296" y="0"/>
                </a:lnTo>
                <a:lnTo>
                  <a:pt x="71059" y="0"/>
                </a:lnTo>
                <a:lnTo>
                  <a:pt x="63093" y="0"/>
                </a:lnTo>
                <a:lnTo>
                  <a:pt x="59137" y="0"/>
                </a:lnTo>
                <a:lnTo>
                  <a:pt x="54125" y="0"/>
                </a:lnTo>
                <a:lnTo>
                  <a:pt x="50538" y="0"/>
                </a:lnTo>
                <a:lnTo>
                  <a:pt x="46001" y="0"/>
                </a:lnTo>
                <a:lnTo>
                  <a:pt x="43680" y="0"/>
                </a:lnTo>
                <a:lnTo>
                  <a:pt x="42414" y="0"/>
                </a:lnTo>
                <a:lnTo>
                  <a:pt x="43099" y="0"/>
                </a:lnTo>
                <a:lnTo>
                  <a:pt x="45262" y="0"/>
                </a:lnTo>
                <a:lnTo>
                  <a:pt x="48111" y="0"/>
                </a:lnTo>
                <a:lnTo>
                  <a:pt x="50379" y="0"/>
                </a:lnTo>
                <a:lnTo>
                  <a:pt x="56868" y="0"/>
                </a:lnTo>
                <a:lnTo>
                  <a:pt x="61352" y="0"/>
                </a:lnTo>
                <a:lnTo>
                  <a:pt x="62407" y="0"/>
                </a:lnTo>
                <a:lnTo>
                  <a:pt x="62829" y="0"/>
                </a:lnTo>
                <a:lnTo>
                  <a:pt x="62249" y="0"/>
                </a:lnTo>
                <a:lnTo>
                  <a:pt x="62460" y="0"/>
                </a:lnTo>
                <a:lnTo>
                  <a:pt x="63304" y="0"/>
                </a:lnTo>
                <a:lnTo>
                  <a:pt x="64254" y="0"/>
                </a:lnTo>
                <a:lnTo>
                  <a:pt x="76176" y="0"/>
                </a:lnTo>
                <a:lnTo>
                  <a:pt x="78708" y="0"/>
                </a:lnTo>
                <a:lnTo>
                  <a:pt x="79869" y="0"/>
                </a:lnTo>
                <a:lnTo>
                  <a:pt x="78867" y="0"/>
                </a:lnTo>
                <a:lnTo>
                  <a:pt x="77073" y="0"/>
                </a:lnTo>
                <a:lnTo>
                  <a:pt x="69371" y="0"/>
                </a:lnTo>
                <a:lnTo>
                  <a:pt x="67894" y="0"/>
                </a:lnTo>
                <a:lnTo>
                  <a:pt x="64359" y="0"/>
                </a:lnTo>
                <a:lnTo>
                  <a:pt x="62829" y="0"/>
                </a:lnTo>
                <a:lnTo>
                  <a:pt x="60614" y="0"/>
                </a:lnTo>
                <a:lnTo>
                  <a:pt x="58240" y="0"/>
                </a:lnTo>
                <a:lnTo>
                  <a:pt x="57871" y="0"/>
                </a:lnTo>
                <a:lnTo>
                  <a:pt x="56182" y="0"/>
                </a:lnTo>
                <a:lnTo>
                  <a:pt x="46581" y="0"/>
                </a:lnTo>
                <a:lnTo>
                  <a:pt x="42255" y="0"/>
                </a:lnTo>
                <a:lnTo>
                  <a:pt x="36347" y="0"/>
                </a:lnTo>
                <a:lnTo>
                  <a:pt x="29278" y="0"/>
                </a:lnTo>
                <a:lnTo>
                  <a:pt x="22103" y="0"/>
                </a:lnTo>
                <a:lnTo>
                  <a:pt x="18727" y="0"/>
                </a:lnTo>
                <a:lnTo>
                  <a:pt x="17514" y="0"/>
                </a:lnTo>
                <a:lnTo>
                  <a:pt x="17145" y="0"/>
                </a:lnTo>
                <a:lnTo>
                  <a:pt x="19307" y="0"/>
                </a:lnTo>
                <a:lnTo>
                  <a:pt x="18252" y="0"/>
                </a:lnTo>
                <a:lnTo>
                  <a:pt x="14665" y="0"/>
                </a:lnTo>
                <a:lnTo>
                  <a:pt x="13083" y="0"/>
                </a:lnTo>
                <a:lnTo>
                  <a:pt x="13610" y="0"/>
                </a:lnTo>
                <a:lnTo>
                  <a:pt x="11869" y="0"/>
                </a:lnTo>
                <a:lnTo>
                  <a:pt x="7913" y="0"/>
                </a:lnTo>
                <a:lnTo>
                  <a:pt x="4062" y="0"/>
                </a:lnTo>
                <a:lnTo>
                  <a:pt x="369" y="0"/>
                </a:lnTo>
                <a:lnTo>
                  <a:pt x="0" y="0"/>
                </a:lnTo>
                <a:lnTo>
                  <a:pt x="1213" y="0"/>
                </a:lnTo>
                <a:lnTo>
                  <a:pt x="5855" y="0"/>
                </a:lnTo>
                <a:lnTo>
                  <a:pt x="7438" y="0"/>
                </a:lnTo>
                <a:lnTo>
                  <a:pt x="10709" y="0"/>
                </a:lnTo>
                <a:lnTo>
                  <a:pt x="15720" y="0"/>
                </a:lnTo>
                <a:lnTo>
                  <a:pt x="18674" y="0"/>
                </a:lnTo>
                <a:lnTo>
                  <a:pt x="19624" y="0"/>
                </a:lnTo>
                <a:lnTo>
                  <a:pt x="20046" y="0"/>
                </a:lnTo>
                <a:lnTo>
                  <a:pt x="17514" y="0"/>
                </a:lnTo>
                <a:lnTo>
                  <a:pt x="17936" y="0"/>
                </a:lnTo>
                <a:lnTo>
                  <a:pt x="22684" y="0"/>
                </a:lnTo>
                <a:lnTo>
                  <a:pt x="22156" y="0"/>
                </a:lnTo>
                <a:lnTo>
                  <a:pt x="23370" y="0"/>
                </a:lnTo>
                <a:lnTo>
                  <a:pt x="28592" y="0"/>
                </a:lnTo>
                <a:lnTo>
                  <a:pt x="32549" y="0"/>
                </a:lnTo>
                <a:lnTo>
                  <a:pt x="33815" y="0"/>
                </a:lnTo>
                <a:lnTo>
                  <a:pt x="35608" y="0"/>
                </a:lnTo>
                <a:lnTo>
                  <a:pt x="38879" y="0"/>
                </a:lnTo>
                <a:lnTo>
                  <a:pt x="45632" y="0"/>
                </a:lnTo>
                <a:lnTo>
                  <a:pt x="48533" y="0"/>
                </a:lnTo>
                <a:lnTo>
                  <a:pt x="52595" y="0"/>
                </a:lnTo>
                <a:lnTo>
                  <a:pt x="57026" y="0"/>
                </a:lnTo>
                <a:lnTo>
                  <a:pt x="59084" y="0"/>
                </a:lnTo>
                <a:lnTo>
                  <a:pt x="73169" y="0"/>
                </a:lnTo>
                <a:lnTo>
                  <a:pt x="76282" y="0"/>
                </a:lnTo>
                <a:lnTo>
                  <a:pt x="79236" y="0"/>
                </a:lnTo>
                <a:lnTo>
                  <a:pt x="81399" y="0"/>
                </a:lnTo>
                <a:lnTo>
                  <a:pt x="83562" y="0"/>
                </a:lnTo>
                <a:lnTo>
                  <a:pt x="85092" y="0"/>
                </a:lnTo>
                <a:lnTo>
                  <a:pt x="86885" y="0"/>
                </a:lnTo>
                <a:lnTo>
                  <a:pt x="87887" y="0"/>
                </a:lnTo>
                <a:lnTo>
                  <a:pt x="89681" y="0"/>
                </a:lnTo>
                <a:lnTo>
                  <a:pt x="92688" y="0"/>
                </a:lnTo>
                <a:lnTo>
                  <a:pt x="96170" y="0"/>
                </a:lnTo>
                <a:lnTo>
                  <a:pt x="100759" y="0"/>
                </a:lnTo>
                <a:lnTo>
                  <a:pt x="103608" y="0"/>
                </a:lnTo>
                <a:lnTo>
                  <a:pt x="106826" y="0"/>
                </a:lnTo>
                <a:lnTo>
                  <a:pt x="109622" y="0"/>
                </a:lnTo>
                <a:lnTo>
                  <a:pt x="111416" y="0"/>
                </a:lnTo>
                <a:lnTo>
                  <a:pt x="112260" y="0"/>
                </a:lnTo>
                <a:lnTo>
                  <a:pt x="111468" y="0"/>
                </a:lnTo>
                <a:lnTo>
                  <a:pt x="109411" y="0"/>
                </a:lnTo>
                <a:lnTo>
                  <a:pt x="109991" y="0"/>
                </a:lnTo>
                <a:lnTo>
                  <a:pt x="113842" y="0"/>
                </a:lnTo>
                <a:lnTo>
                  <a:pt x="119487" y="0"/>
                </a:lnTo>
                <a:lnTo>
                  <a:pt x="123760" y="0"/>
                </a:lnTo>
                <a:lnTo>
                  <a:pt x="126556" y="0"/>
                </a:lnTo>
                <a:lnTo>
                  <a:pt x="129299" y="0"/>
                </a:lnTo>
                <a:lnTo>
                  <a:pt x="132728" y="0"/>
                </a:lnTo>
                <a:lnTo>
                  <a:pt x="136104" y="0"/>
                </a:lnTo>
                <a:lnTo>
                  <a:pt x="138742" y="0"/>
                </a:lnTo>
                <a:lnTo>
                  <a:pt x="144967" y="0"/>
                </a:lnTo>
                <a:close/>
              </a:path>
            </a:pathLst>
          </a:custGeom>
          <a:solidFill>
            <a:srgbClr val="E4E5E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ap - Indonesia"/>
          <p:cNvSpPr/>
          <p:nvPr/>
        </p:nvSpPr>
        <p:spPr>
          <a:xfrm>
            <a:off x="732241" y="1829044"/>
            <a:ext cx="1334303" cy="798387"/>
          </a:xfrm>
          <a:custGeom>
            <a:avLst/>
            <a:gdLst/>
            <a:ahLst/>
            <a:cxnLst/>
            <a:rect l="l" t="t" r="r" b="b"/>
            <a:pathLst>
              <a:path w="1334303" h="798387">
                <a:moveTo>
                  <a:pt x="120015" y="219743"/>
                </a:moveTo>
                <a:lnTo>
                  <a:pt x="131410" y="234572"/>
                </a:lnTo>
                <a:lnTo>
                  <a:pt x="136052" y="236577"/>
                </a:lnTo>
                <a:lnTo>
                  <a:pt x="142224" y="243332"/>
                </a:lnTo>
                <a:lnTo>
                  <a:pt x="143754" y="245654"/>
                </a:lnTo>
                <a:lnTo>
                  <a:pt x="142172" y="250403"/>
                </a:lnTo>
                <a:lnTo>
                  <a:pt x="140800" y="263913"/>
                </a:lnTo>
                <a:lnTo>
                  <a:pt x="137846" y="267290"/>
                </a:lnTo>
                <a:lnTo>
                  <a:pt x="130671" y="265601"/>
                </a:lnTo>
                <a:lnTo>
                  <a:pt x="130618" y="263227"/>
                </a:lnTo>
                <a:lnTo>
                  <a:pt x="126451" y="253042"/>
                </a:lnTo>
                <a:lnTo>
                  <a:pt x="118907" y="247395"/>
                </a:lnTo>
                <a:lnTo>
                  <a:pt x="115953" y="247079"/>
                </a:lnTo>
                <a:lnTo>
                  <a:pt x="114054" y="241274"/>
                </a:lnTo>
                <a:lnTo>
                  <a:pt x="110256" y="234413"/>
                </a:lnTo>
                <a:lnTo>
                  <a:pt x="98755" y="221854"/>
                </a:lnTo>
                <a:lnTo>
                  <a:pt x="107460" y="221906"/>
                </a:lnTo>
                <a:lnTo>
                  <a:pt x="111680" y="218846"/>
                </a:lnTo>
                <a:lnTo>
                  <a:pt x="112682" y="216418"/>
                </a:lnTo>
                <a:lnTo>
                  <a:pt x="113368" y="215785"/>
                </a:lnTo>
                <a:lnTo>
                  <a:pt x="120015" y="219743"/>
                </a:lnTo>
                <a:close/>
                <a:moveTo>
                  <a:pt x="208747" y="390882"/>
                </a:moveTo>
                <a:lnTo>
                  <a:pt x="203894" y="391146"/>
                </a:lnTo>
                <a:lnTo>
                  <a:pt x="193448" y="384866"/>
                </a:lnTo>
                <a:lnTo>
                  <a:pt x="191022" y="382016"/>
                </a:lnTo>
                <a:lnTo>
                  <a:pt x="190389" y="378217"/>
                </a:lnTo>
                <a:lnTo>
                  <a:pt x="180418" y="363599"/>
                </a:lnTo>
                <a:lnTo>
                  <a:pt x="179099" y="360274"/>
                </a:lnTo>
                <a:lnTo>
                  <a:pt x="183003" y="348295"/>
                </a:lnTo>
                <a:lnTo>
                  <a:pt x="193185" y="345393"/>
                </a:lnTo>
                <a:lnTo>
                  <a:pt x="196561" y="347398"/>
                </a:lnTo>
                <a:lnTo>
                  <a:pt x="197721" y="352781"/>
                </a:lnTo>
                <a:lnTo>
                  <a:pt x="203524" y="362544"/>
                </a:lnTo>
                <a:lnTo>
                  <a:pt x="205423" y="367768"/>
                </a:lnTo>
                <a:lnTo>
                  <a:pt x="206901" y="370090"/>
                </a:lnTo>
                <a:lnTo>
                  <a:pt x="207481" y="371884"/>
                </a:lnTo>
                <a:lnTo>
                  <a:pt x="207006" y="373151"/>
                </a:lnTo>
                <a:lnTo>
                  <a:pt x="211174" y="379325"/>
                </a:lnTo>
                <a:lnTo>
                  <a:pt x="214181" y="382966"/>
                </a:lnTo>
                <a:lnTo>
                  <a:pt x="214392" y="388771"/>
                </a:lnTo>
                <a:lnTo>
                  <a:pt x="208747" y="390882"/>
                </a:lnTo>
                <a:close/>
                <a:moveTo>
                  <a:pt x="1130726" y="751631"/>
                </a:moveTo>
                <a:lnTo>
                  <a:pt x="1124026" y="762555"/>
                </a:lnTo>
                <a:lnTo>
                  <a:pt x="1126400" y="764296"/>
                </a:lnTo>
                <a:lnTo>
                  <a:pt x="1127877" y="765985"/>
                </a:lnTo>
                <a:lnTo>
                  <a:pt x="1116799" y="768254"/>
                </a:lnTo>
                <a:lnTo>
                  <a:pt x="1112209" y="767040"/>
                </a:lnTo>
                <a:lnTo>
                  <a:pt x="1109519" y="767357"/>
                </a:lnTo>
                <a:lnTo>
                  <a:pt x="1098335" y="765299"/>
                </a:lnTo>
                <a:lnTo>
                  <a:pt x="1090316" y="762819"/>
                </a:lnTo>
                <a:lnTo>
                  <a:pt x="1089367" y="760813"/>
                </a:lnTo>
                <a:lnTo>
                  <a:pt x="1090000" y="758439"/>
                </a:lnTo>
                <a:lnTo>
                  <a:pt x="1092374" y="759230"/>
                </a:lnTo>
                <a:lnTo>
                  <a:pt x="1098599" y="759600"/>
                </a:lnTo>
                <a:lnTo>
                  <a:pt x="1100920" y="758544"/>
                </a:lnTo>
                <a:lnTo>
                  <a:pt x="1101025" y="751473"/>
                </a:lnTo>
                <a:lnTo>
                  <a:pt x="1100129" y="742290"/>
                </a:lnTo>
                <a:lnTo>
                  <a:pt x="1108517" y="734797"/>
                </a:lnTo>
                <a:lnTo>
                  <a:pt x="1112948" y="731789"/>
                </a:lnTo>
                <a:lnTo>
                  <a:pt x="1118118" y="729994"/>
                </a:lnTo>
                <a:lnTo>
                  <a:pt x="1131042" y="734163"/>
                </a:lnTo>
                <a:lnTo>
                  <a:pt x="1133205" y="735272"/>
                </a:lnTo>
                <a:lnTo>
                  <a:pt x="1134841" y="736960"/>
                </a:lnTo>
                <a:lnTo>
                  <a:pt x="1135632" y="739652"/>
                </a:lnTo>
                <a:lnTo>
                  <a:pt x="1130726" y="751631"/>
                </a:lnTo>
                <a:close/>
                <a:moveTo>
                  <a:pt x="1067791" y="727409"/>
                </a:moveTo>
                <a:lnTo>
                  <a:pt x="1073119" y="730206"/>
                </a:lnTo>
                <a:lnTo>
                  <a:pt x="1080610" y="738438"/>
                </a:lnTo>
                <a:lnTo>
                  <a:pt x="1081296" y="740707"/>
                </a:lnTo>
                <a:lnTo>
                  <a:pt x="1079027" y="742871"/>
                </a:lnTo>
                <a:lnTo>
                  <a:pt x="1073699" y="746354"/>
                </a:lnTo>
                <a:lnTo>
                  <a:pt x="1061777" y="751736"/>
                </a:lnTo>
                <a:lnTo>
                  <a:pt x="1059719" y="754270"/>
                </a:lnTo>
                <a:lnTo>
                  <a:pt x="1057187" y="759230"/>
                </a:lnTo>
                <a:lnTo>
                  <a:pt x="1056607" y="761341"/>
                </a:lnTo>
                <a:lnTo>
                  <a:pt x="1055763" y="762502"/>
                </a:lnTo>
                <a:lnTo>
                  <a:pt x="1054391" y="763294"/>
                </a:lnTo>
                <a:lnTo>
                  <a:pt x="1051806" y="764032"/>
                </a:lnTo>
                <a:lnTo>
                  <a:pt x="1049010" y="762977"/>
                </a:lnTo>
                <a:lnTo>
                  <a:pt x="1051542" y="759811"/>
                </a:lnTo>
                <a:lnTo>
                  <a:pt x="1051648" y="756011"/>
                </a:lnTo>
                <a:lnTo>
                  <a:pt x="1049749" y="752423"/>
                </a:lnTo>
                <a:lnTo>
                  <a:pt x="1047058" y="749467"/>
                </a:lnTo>
                <a:lnTo>
                  <a:pt x="1041625" y="745404"/>
                </a:lnTo>
                <a:lnTo>
                  <a:pt x="1035822" y="741868"/>
                </a:lnTo>
                <a:lnTo>
                  <a:pt x="1029966" y="740021"/>
                </a:lnTo>
                <a:lnTo>
                  <a:pt x="1023741" y="739177"/>
                </a:lnTo>
                <a:lnTo>
                  <a:pt x="1021525" y="737435"/>
                </a:lnTo>
                <a:lnTo>
                  <a:pt x="1017885" y="733002"/>
                </a:lnTo>
                <a:lnTo>
                  <a:pt x="1016672" y="730575"/>
                </a:lnTo>
                <a:lnTo>
                  <a:pt x="1016092" y="727989"/>
                </a:lnTo>
                <a:lnTo>
                  <a:pt x="1016461" y="725509"/>
                </a:lnTo>
                <a:lnTo>
                  <a:pt x="1017991" y="725403"/>
                </a:lnTo>
                <a:lnTo>
                  <a:pt x="1024110" y="725984"/>
                </a:lnTo>
                <a:lnTo>
                  <a:pt x="1035347" y="728886"/>
                </a:lnTo>
                <a:lnTo>
                  <a:pt x="1040886" y="729097"/>
                </a:lnTo>
                <a:lnTo>
                  <a:pt x="1044051" y="728411"/>
                </a:lnTo>
                <a:lnTo>
                  <a:pt x="1052281" y="722712"/>
                </a:lnTo>
                <a:lnTo>
                  <a:pt x="1054233" y="722765"/>
                </a:lnTo>
                <a:lnTo>
                  <a:pt x="1062093" y="725298"/>
                </a:lnTo>
                <a:lnTo>
                  <a:pt x="1067791" y="727409"/>
                </a:lnTo>
                <a:close/>
                <a:moveTo>
                  <a:pt x="571799" y="385130"/>
                </a:moveTo>
                <a:lnTo>
                  <a:pt x="573593" y="388771"/>
                </a:lnTo>
                <a:lnTo>
                  <a:pt x="576072" y="392043"/>
                </a:lnTo>
                <a:lnTo>
                  <a:pt x="577918" y="395579"/>
                </a:lnTo>
                <a:lnTo>
                  <a:pt x="580398" y="412571"/>
                </a:lnTo>
                <a:lnTo>
                  <a:pt x="588680" y="427136"/>
                </a:lnTo>
                <a:lnTo>
                  <a:pt x="612525" y="432836"/>
                </a:lnTo>
                <a:lnTo>
                  <a:pt x="608621" y="435210"/>
                </a:lnTo>
                <a:lnTo>
                  <a:pt x="606669" y="437321"/>
                </a:lnTo>
                <a:lnTo>
                  <a:pt x="605192" y="439749"/>
                </a:lnTo>
                <a:lnTo>
                  <a:pt x="601658" y="449881"/>
                </a:lnTo>
                <a:lnTo>
                  <a:pt x="602027" y="451992"/>
                </a:lnTo>
                <a:lnTo>
                  <a:pt x="604084" y="455422"/>
                </a:lnTo>
                <a:lnTo>
                  <a:pt x="604559" y="459169"/>
                </a:lnTo>
                <a:lnTo>
                  <a:pt x="601605" y="459116"/>
                </a:lnTo>
                <a:lnTo>
                  <a:pt x="598229" y="458325"/>
                </a:lnTo>
                <a:lnTo>
                  <a:pt x="595538" y="456900"/>
                </a:lnTo>
                <a:lnTo>
                  <a:pt x="593059" y="455053"/>
                </a:lnTo>
                <a:lnTo>
                  <a:pt x="590316" y="453628"/>
                </a:lnTo>
                <a:lnTo>
                  <a:pt x="587414" y="452678"/>
                </a:lnTo>
                <a:lnTo>
                  <a:pt x="582561" y="449776"/>
                </a:lnTo>
                <a:lnTo>
                  <a:pt x="576019" y="447717"/>
                </a:lnTo>
                <a:lnTo>
                  <a:pt x="569319" y="446134"/>
                </a:lnTo>
                <a:lnTo>
                  <a:pt x="566049" y="441860"/>
                </a:lnTo>
                <a:lnTo>
                  <a:pt x="564519" y="436530"/>
                </a:lnTo>
                <a:lnTo>
                  <a:pt x="566154" y="428614"/>
                </a:lnTo>
                <a:lnTo>
                  <a:pt x="564519" y="426450"/>
                </a:lnTo>
                <a:lnTo>
                  <a:pt x="562092" y="424498"/>
                </a:lnTo>
                <a:lnTo>
                  <a:pt x="559191" y="418798"/>
                </a:lnTo>
                <a:lnTo>
                  <a:pt x="558083" y="412149"/>
                </a:lnTo>
                <a:lnTo>
                  <a:pt x="553810" y="409616"/>
                </a:lnTo>
                <a:lnTo>
                  <a:pt x="548218" y="408033"/>
                </a:lnTo>
                <a:lnTo>
                  <a:pt x="545791" y="406766"/>
                </a:lnTo>
                <a:lnTo>
                  <a:pt x="534713" y="409194"/>
                </a:lnTo>
                <a:lnTo>
                  <a:pt x="532075" y="408613"/>
                </a:lnTo>
                <a:lnTo>
                  <a:pt x="529701" y="406766"/>
                </a:lnTo>
                <a:lnTo>
                  <a:pt x="523635" y="404867"/>
                </a:lnTo>
                <a:lnTo>
                  <a:pt x="523898" y="401173"/>
                </a:lnTo>
                <a:lnTo>
                  <a:pt x="526694" y="398217"/>
                </a:lnTo>
                <a:lnTo>
                  <a:pt x="533289" y="395262"/>
                </a:lnTo>
                <a:lnTo>
                  <a:pt x="536401" y="392729"/>
                </a:lnTo>
                <a:lnTo>
                  <a:pt x="537034" y="389457"/>
                </a:lnTo>
                <a:lnTo>
                  <a:pt x="535821" y="387030"/>
                </a:lnTo>
                <a:lnTo>
                  <a:pt x="536296" y="384497"/>
                </a:lnTo>
                <a:lnTo>
                  <a:pt x="538406" y="382069"/>
                </a:lnTo>
                <a:lnTo>
                  <a:pt x="540885" y="380169"/>
                </a:lnTo>
                <a:lnTo>
                  <a:pt x="547479" y="377636"/>
                </a:lnTo>
                <a:lnTo>
                  <a:pt x="550381" y="382016"/>
                </a:lnTo>
                <a:lnTo>
                  <a:pt x="551858" y="385710"/>
                </a:lnTo>
                <a:lnTo>
                  <a:pt x="553599" y="388402"/>
                </a:lnTo>
                <a:lnTo>
                  <a:pt x="556395" y="384602"/>
                </a:lnTo>
                <a:lnTo>
                  <a:pt x="554601" y="378006"/>
                </a:lnTo>
                <a:lnTo>
                  <a:pt x="559666" y="376528"/>
                </a:lnTo>
                <a:lnTo>
                  <a:pt x="564624" y="376475"/>
                </a:lnTo>
                <a:lnTo>
                  <a:pt x="568370" y="378270"/>
                </a:lnTo>
                <a:lnTo>
                  <a:pt x="570797" y="381119"/>
                </a:lnTo>
                <a:lnTo>
                  <a:pt x="571799" y="385130"/>
                </a:lnTo>
                <a:close/>
                <a:moveTo>
                  <a:pt x="691550" y="102325"/>
                </a:moveTo>
                <a:lnTo>
                  <a:pt x="684376" y="104278"/>
                </a:lnTo>
                <a:lnTo>
                  <a:pt x="680155" y="101534"/>
                </a:lnTo>
                <a:lnTo>
                  <a:pt x="684692" y="98209"/>
                </a:lnTo>
                <a:lnTo>
                  <a:pt x="686275" y="97998"/>
                </a:lnTo>
                <a:lnTo>
                  <a:pt x="687330" y="97312"/>
                </a:lnTo>
                <a:lnTo>
                  <a:pt x="687699" y="95992"/>
                </a:lnTo>
                <a:lnTo>
                  <a:pt x="679522" y="93776"/>
                </a:lnTo>
                <a:lnTo>
                  <a:pt x="677254" y="91824"/>
                </a:lnTo>
                <a:lnTo>
                  <a:pt x="674985" y="86863"/>
                </a:lnTo>
                <a:lnTo>
                  <a:pt x="675091" y="83697"/>
                </a:lnTo>
                <a:lnTo>
                  <a:pt x="685536" y="75411"/>
                </a:lnTo>
                <a:lnTo>
                  <a:pt x="687963" y="74514"/>
                </a:lnTo>
                <a:lnTo>
                  <a:pt x="688385" y="77944"/>
                </a:lnTo>
                <a:lnTo>
                  <a:pt x="695612" y="86705"/>
                </a:lnTo>
                <a:lnTo>
                  <a:pt x="695929" y="92510"/>
                </a:lnTo>
                <a:lnTo>
                  <a:pt x="695665" y="94620"/>
                </a:lnTo>
                <a:lnTo>
                  <a:pt x="691550" y="102325"/>
                </a:lnTo>
                <a:close/>
                <a:moveTo>
                  <a:pt x="685800" y="455264"/>
                </a:moveTo>
                <a:lnTo>
                  <a:pt x="685009" y="460805"/>
                </a:lnTo>
                <a:lnTo>
                  <a:pt x="683690" y="462916"/>
                </a:lnTo>
                <a:lnTo>
                  <a:pt x="679311" y="465660"/>
                </a:lnTo>
                <a:lnTo>
                  <a:pt x="677781" y="467349"/>
                </a:lnTo>
                <a:lnTo>
                  <a:pt x="673667" y="467085"/>
                </a:lnTo>
                <a:lnTo>
                  <a:pt x="673139" y="464182"/>
                </a:lnTo>
                <a:lnTo>
                  <a:pt x="671767" y="462177"/>
                </a:lnTo>
                <a:lnTo>
                  <a:pt x="667389" y="459908"/>
                </a:lnTo>
                <a:lnTo>
                  <a:pt x="666281" y="460488"/>
                </a:lnTo>
                <a:lnTo>
                  <a:pt x="665490" y="463866"/>
                </a:lnTo>
                <a:lnTo>
                  <a:pt x="656944" y="466240"/>
                </a:lnTo>
                <a:lnTo>
                  <a:pt x="654517" y="466399"/>
                </a:lnTo>
                <a:lnTo>
                  <a:pt x="655730" y="461966"/>
                </a:lnTo>
                <a:lnTo>
                  <a:pt x="653515" y="458430"/>
                </a:lnTo>
                <a:lnTo>
                  <a:pt x="653356" y="454156"/>
                </a:lnTo>
                <a:lnTo>
                  <a:pt x="652934" y="452256"/>
                </a:lnTo>
                <a:lnTo>
                  <a:pt x="651826" y="451148"/>
                </a:lnTo>
                <a:lnTo>
                  <a:pt x="654042" y="448140"/>
                </a:lnTo>
                <a:lnTo>
                  <a:pt x="653673" y="444815"/>
                </a:lnTo>
                <a:lnTo>
                  <a:pt x="655994" y="441226"/>
                </a:lnTo>
                <a:lnTo>
                  <a:pt x="657260" y="432466"/>
                </a:lnTo>
                <a:lnTo>
                  <a:pt x="666334" y="430567"/>
                </a:lnTo>
                <a:lnTo>
                  <a:pt x="668286" y="432150"/>
                </a:lnTo>
                <a:lnTo>
                  <a:pt x="678784" y="434102"/>
                </a:lnTo>
                <a:lnTo>
                  <a:pt x="686222" y="439379"/>
                </a:lnTo>
                <a:lnTo>
                  <a:pt x="690231" y="446398"/>
                </a:lnTo>
                <a:lnTo>
                  <a:pt x="685800" y="455264"/>
                </a:lnTo>
                <a:close/>
                <a:moveTo>
                  <a:pt x="67841" y="21109"/>
                </a:moveTo>
                <a:lnTo>
                  <a:pt x="74277" y="21584"/>
                </a:lnTo>
                <a:lnTo>
                  <a:pt x="86305" y="18734"/>
                </a:lnTo>
                <a:lnTo>
                  <a:pt x="92899" y="18998"/>
                </a:lnTo>
                <a:lnTo>
                  <a:pt x="99124" y="21056"/>
                </a:lnTo>
                <a:lnTo>
                  <a:pt x="104611" y="22270"/>
                </a:lnTo>
                <a:lnTo>
                  <a:pt x="118380" y="20740"/>
                </a:lnTo>
                <a:lnTo>
                  <a:pt x="120965" y="21162"/>
                </a:lnTo>
                <a:lnTo>
                  <a:pt x="123444" y="22323"/>
                </a:lnTo>
                <a:lnTo>
                  <a:pt x="125607" y="24223"/>
                </a:lnTo>
                <a:lnTo>
                  <a:pt x="131885" y="31083"/>
                </a:lnTo>
                <a:lnTo>
                  <a:pt x="142488" y="39527"/>
                </a:lnTo>
                <a:lnTo>
                  <a:pt x="145601" y="44962"/>
                </a:lnTo>
                <a:lnTo>
                  <a:pt x="147341" y="51031"/>
                </a:lnTo>
                <a:lnTo>
                  <a:pt x="148449" y="52456"/>
                </a:lnTo>
                <a:lnTo>
                  <a:pt x="160424" y="64065"/>
                </a:lnTo>
                <a:lnTo>
                  <a:pt x="161743" y="68973"/>
                </a:lnTo>
                <a:lnTo>
                  <a:pt x="160055" y="75675"/>
                </a:lnTo>
                <a:lnTo>
                  <a:pt x="163537" y="81058"/>
                </a:lnTo>
                <a:lnTo>
                  <a:pt x="175195" y="86071"/>
                </a:lnTo>
                <a:lnTo>
                  <a:pt x="182106" y="89765"/>
                </a:lnTo>
                <a:lnTo>
                  <a:pt x="183583" y="91982"/>
                </a:lnTo>
                <a:lnTo>
                  <a:pt x="184586" y="94673"/>
                </a:lnTo>
                <a:lnTo>
                  <a:pt x="188384" y="98684"/>
                </a:lnTo>
                <a:lnTo>
                  <a:pt x="193185" y="101270"/>
                </a:lnTo>
                <a:lnTo>
                  <a:pt x="208061" y="108077"/>
                </a:lnTo>
                <a:lnTo>
                  <a:pt x="227580" y="122326"/>
                </a:lnTo>
                <a:lnTo>
                  <a:pt x="238711" y="129080"/>
                </a:lnTo>
                <a:lnTo>
                  <a:pt x="247943" y="139371"/>
                </a:lnTo>
                <a:lnTo>
                  <a:pt x="251214" y="144279"/>
                </a:lnTo>
                <a:lnTo>
                  <a:pt x="253957" y="149609"/>
                </a:lnTo>
                <a:lnTo>
                  <a:pt x="259549" y="157313"/>
                </a:lnTo>
                <a:lnTo>
                  <a:pt x="269045" y="166865"/>
                </a:lnTo>
                <a:lnTo>
                  <a:pt x="271471" y="169820"/>
                </a:lnTo>
                <a:lnTo>
                  <a:pt x="274003" y="173989"/>
                </a:lnTo>
                <a:lnTo>
                  <a:pt x="276958" y="177947"/>
                </a:lnTo>
                <a:lnTo>
                  <a:pt x="280492" y="181536"/>
                </a:lnTo>
                <a:lnTo>
                  <a:pt x="284712" y="184280"/>
                </a:lnTo>
                <a:lnTo>
                  <a:pt x="288986" y="185177"/>
                </a:lnTo>
                <a:lnTo>
                  <a:pt x="295949" y="192090"/>
                </a:lnTo>
                <a:lnTo>
                  <a:pt x="299695" y="194254"/>
                </a:lnTo>
                <a:lnTo>
                  <a:pt x="299114" y="188818"/>
                </a:lnTo>
                <a:lnTo>
                  <a:pt x="295949" y="184122"/>
                </a:lnTo>
                <a:lnTo>
                  <a:pt x="296002" y="181272"/>
                </a:lnTo>
                <a:lnTo>
                  <a:pt x="296529" y="178686"/>
                </a:lnTo>
                <a:lnTo>
                  <a:pt x="299114" y="176575"/>
                </a:lnTo>
                <a:lnTo>
                  <a:pt x="302227" y="175942"/>
                </a:lnTo>
                <a:lnTo>
                  <a:pt x="308030" y="177947"/>
                </a:lnTo>
                <a:lnTo>
                  <a:pt x="317473" y="186127"/>
                </a:lnTo>
                <a:lnTo>
                  <a:pt x="321482" y="190876"/>
                </a:lnTo>
                <a:lnTo>
                  <a:pt x="324489" y="197473"/>
                </a:lnTo>
                <a:lnTo>
                  <a:pt x="326968" y="204333"/>
                </a:lnTo>
                <a:lnTo>
                  <a:pt x="330767" y="207711"/>
                </a:lnTo>
                <a:lnTo>
                  <a:pt x="335936" y="208872"/>
                </a:lnTo>
                <a:lnTo>
                  <a:pt x="341687" y="209399"/>
                </a:lnTo>
                <a:lnTo>
                  <a:pt x="347015" y="211510"/>
                </a:lnTo>
                <a:lnTo>
                  <a:pt x="359412" y="220956"/>
                </a:lnTo>
                <a:lnTo>
                  <a:pt x="363527" y="225389"/>
                </a:lnTo>
                <a:lnTo>
                  <a:pt x="366639" y="230614"/>
                </a:lnTo>
                <a:lnTo>
                  <a:pt x="368802" y="236788"/>
                </a:lnTo>
                <a:lnTo>
                  <a:pt x="370121" y="243279"/>
                </a:lnTo>
                <a:lnTo>
                  <a:pt x="370965" y="244809"/>
                </a:lnTo>
                <a:lnTo>
                  <a:pt x="378931" y="252620"/>
                </a:lnTo>
                <a:lnTo>
                  <a:pt x="383098" y="255944"/>
                </a:lnTo>
                <a:lnTo>
                  <a:pt x="388216" y="257527"/>
                </a:lnTo>
                <a:lnTo>
                  <a:pt x="403145" y="259322"/>
                </a:lnTo>
                <a:lnTo>
                  <a:pt x="408420" y="262013"/>
                </a:lnTo>
                <a:lnTo>
                  <a:pt x="412799" y="266499"/>
                </a:lnTo>
                <a:lnTo>
                  <a:pt x="414645" y="271090"/>
                </a:lnTo>
                <a:lnTo>
                  <a:pt x="411533" y="275153"/>
                </a:lnTo>
                <a:lnTo>
                  <a:pt x="399821" y="281328"/>
                </a:lnTo>
                <a:lnTo>
                  <a:pt x="387371" y="285655"/>
                </a:lnTo>
                <a:lnTo>
                  <a:pt x="399505" y="284177"/>
                </a:lnTo>
                <a:lnTo>
                  <a:pt x="405624" y="282330"/>
                </a:lnTo>
                <a:lnTo>
                  <a:pt x="411269" y="279533"/>
                </a:lnTo>
                <a:lnTo>
                  <a:pt x="416861" y="275945"/>
                </a:lnTo>
                <a:lnTo>
                  <a:pt x="425724" y="270931"/>
                </a:lnTo>
                <a:lnTo>
                  <a:pt x="428994" y="269929"/>
                </a:lnTo>
                <a:lnTo>
                  <a:pt x="432845" y="270298"/>
                </a:lnTo>
                <a:lnTo>
                  <a:pt x="436380" y="271723"/>
                </a:lnTo>
                <a:lnTo>
                  <a:pt x="441655" y="276631"/>
                </a:lnTo>
                <a:lnTo>
                  <a:pt x="446614" y="281802"/>
                </a:lnTo>
                <a:lnTo>
                  <a:pt x="450307" y="287871"/>
                </a:lnTo>
                <a:lnTo>
                  <a:pt x="452628" y="294573"/>
                </a:lnTo>
                <a:lnTo>
                  <a:pt x="448355" y="298109"/>
                </a:lnTo>
                <a:lnTo>
                  <a:pt x="442183" y="300695"/>
                </a:lnTo>
                <a:lnTo>
                  <a:pt x="433742" y="307186"/>
                </a:lnTo>
                <a:lnTo>
                  <a:pt x="432845" y="309719"/>
                </a:lnTo>
                <a:lnTo>
                  <a:pt x="434533" y="311408"/>
                </a:lnTo>
                <a:lnTo>
                  <a:pt x="432476" y="316157"/>
                </a:lnTo>
                <a:lnTo>
                  <a:pt x="437224" y="319112"/>
                </a:lnTo>
                <a:lnTo>
                  <a:pt x="437962" y="321645"/>
                </a:lnTo>
                <a:lnTo>
                  <a:pt x="433848" y="325234"/>
                </a:lnTo>
                <a:lnTo>
                  <a:pt x="434270" y="327450"/>
                </a:lnTo>
                <a:lnTo>
                  <a:pt x="439228" y="336896"/>
                </a:lnTo>
                <a:lnTo>
                  <a:pt x="441602" y="339060"/>
                </a:lnTo>
                <a:lnTo>
                  <a:pt x="449146" y="343862"/>
                </a:lnTo>
                <a:lnTo>
                  <a:pt x="460699" y="348717"/>
                </a:lnTo>
                <a:lnTo>
                  <a:pt x="467083" y="350934"/>
                </a:lnTo>
                <a:lnTo>
                  <a:pt x="474363" y="352675"/>
                </a:lnTo>
                <a:lnTo>
                  <a:pt x="477475" y="352622"/>
                </a:lnTo>
                <a:lnTo>
                  <a:pt x="482909" y="351831"/>
                </a:lnTo>
                <a:lnTo>
                  <a:pt x="483964" y="353731"/>
                </a:lnTo>
                <a:lnTo>
                  <a:pt x="486338" y="363071"/>
                </a:lnTo>
                <a:lnTo>
                  <a:pt x="487446" y="368929"/>
                </a:lnTo>
                <a:lnTo>
                  <a:pt x="489081" y="381489"/>
                </a:lnTo>
                <a:lnTo>
                  <a:pt x="491244" y="386713"/>
                </a:lnTo>
                <a:lnTo>
                  <a:pt x="491086" y="393046"/>
                </a:lnTo>
                <a:lnTo>
                  <a:pt x="493881" y="398481"/>
                </a:lnTo>
                <a:lnTo>
                  <a:pt x="499526" y="401911"/>
                </a:lnTo>
                <a:lnTo>
                  <a:pt x="505593" y="404761"/>
                </a:lnTo>
                <a:lnTo>
                  <a:pt x="508442" y="407505"/>
                </a:lnTo>
                <a:lnTo>
                  <a:pt x="508442" y="411674"/>
                </a:lnTo>
                <a:lnTo>
                  <a:pt x="507439" y="414946"/>
                </a:lnTo>
                <a:lnTo>
                  <a:pt x="505382" y="417532"/>
                </a:lnTo>
                <a:lnTo>
                  <a:pt x="499104" y="422967"/>
                </a:lnTo>
                <a:lnTo>
                  <a:pt x="497996" y="425289"/>
                </a:lnTo>
                <a:lnTo>
                  <a:pt x="497152" y="431253"/>
                </a:lnTo>
                <a:lnTo>
                  <a:pt x="498207" y="433997"/>
                </a:lnTo>
                <a:lnTo>
                  <a:pt x="500687" y="434155"/>
                </a:lnTo>
                <a:lnTo>
                  <a:pt x="502691" y="432730"/>
                </a:lnTo>
                <a:lnTo>
                  <a:pt x="510182" y="424709"/>
                </a:lnTo>
                <a:lnTo>
                  <a:pt x="512240" y="423284"/>
                </a:lnTo>
                <a:lnTo>
                  <a:pt x="515089" y="422176"/>
                </a:lnTo>
                <a:lnTo>
                  <a:pt x="517990" y="421490"/>
                </a:lnTo>
                <a:lnTo>
                  <a:pt x="531759" y="421384"/>
                </a:lnTo>
                <a:lnTo>
                  <a:pt x="537562" y="422651"/>
                </a:lnTo>
                <a:lnTo>
                  <a:pt x="542732" y="425289"/>
                </a:lnTo>
                <a:lnTo>
                  <a:pt x="547321" y="428561"/>
                </a:lnTo>
                <a:lnTo>
                  <a:pt x="564044" y="449459"/>
                </a:lnTo>
                <a:lnTo>
                  <a:pt x="571693" y="460963"/>
                </a:lnTo>
                <a:lnTo>
                  <a:pt x="572326" y="463866"/>
                </a:lnTo>
                <a:lnTo>
                  <a:pt x="572432" y="466821"/>
                </a:lnTo>
                <a:lnTo>
                  <a:pt x="571166" y="469143"/>
                </a:lnTo>
                <a:lnTo>
                  <a:pt x="564150" y="477006"/>
                </a:lnTo>
                <a:lnTo>
                  <a:pt x="563306" y="479169"/>
                </a:lnTo>
                <a:lnTo>
                  <a:pt x="561143" y="487771"/>
                </a:lnTo>
                <a:lnTo>
                  <a:pt x="561565" y="493946"/>
                </a:lnTo>
                <a:lnTo>
                  <a:pt x="563886" y="496531"/>
                </a:lnTo>
                <a:lnTo>
                  <a:pt x="565679" y="499328"/>
                </a:lnTo>
                <a:lnTo>
                  <a:pt x="565574" y="501861"/>
                </a:lnTo>
                <a:lnTo>
                  <a:pt x="560984" y="514579"/>
                </a:lnTo>
                <a:lnTo>
                  <a:pt x="560457" y="516743"/>
                </a:lnTo>
                <a:lnTo>
                  <a:pt x="563411" y="537377"/>
                </a:lnTo>
                <a:lnTo>
                  <a:pt x="563622" y="542971"/>
                </a:lnTo>
                <a:lnTo>
                  <a:pt x="562989" y="550042"/>
                </a:lnTo>
                <a:lnTo>
                  <a:pt x="563411" y="561441"/>
                </a:lnTo>
                <a:lnTo>
                  <a:pt x="559666" y="596640"/>
                </a:lnTo>
                <a:lnTo>
                  <a:pt x="558980" y="598698"/>
                </a:lnTo>
                <a:lnTo>
                  <a:pt x="556078" y="604081"/>
                </a:lnTo>
                <a:lnTo>
                  <a:pt x="552333" y="604081"/>
                </a:lnTo>
                <a:lnTo>
                  <a:pt x="549273" y="603131"/>
                </a:lnTo>
                <a:lnTo>
                  <a:pt x="547110" y="601073"/>
                </a:lnTo>
                <a:lnTo>
                  <a:pt x="545950" y="598487"/>
                </a:lnTo>
                <a:lnTo>
                  <a:pt x="544209" y="596429"/>
                </a:lnTo>
                <a:lnTo>
                  <a:pt x="535029" y="589938"/>
                </a:lnTo>
                <a:lnTo>
                  <a:pt x="532656" y="590993"/>
                </a:lnTo>
                <a:lnTo>
                  <a:pt x="523371" y="599067"/>
                </a:lnTo>
                <a:lnTo>
                  <a:pt x="520891" y="600281"/>
                </a:lnTo>
                <a:lnTo>
                  <a:pt x="517832" y="599278"/>
                </a:lnTo>
                <a:lnTo>
                  <a:pt x="512926" y="596851"/>
                </a:lnTo>
                <a:lnTo>
                  <a:pt x="497627" y="588355"/>
                </a:lnTo>
                <a:lnTo>
                  <a:pt x="496677" y="591099"/>
                </a:lnTo>
                <a:lnTo>
                  <a:pt x="496466" y="594793"/>
                </a:lnTo>
                <a:lnTo>
                  <a:pt x="499526" y="603975"/>
                </a:lnTo>
                <a:lnTo>
                  <a:pt x="499948" y="608039"/>
                </a:lnTo>
                <a:lnTo>
                  <a:pt x="497152" y="608830"/>
                </a:lnTo>
                <a:lnTo>
                  <a:pt x="495622" y="608672"/>
                </a:lnTo>
                <a:lnTo>
                  <a:pt x="489239" y="603289"/>
                </a:lnTo>
                <a:lnTo>
                  <a:pt x="483383" y="597379"/>
                </a:lnTo>
                <a:lnTo>
                  <a:pt x="476684" y="589357"/>
                </a:lnTo>
                <a:lnTo>
                  <a:pt x="471778" y="585558"/>
                </a:lnTo>
                <a:lnTo>
                  <a:pt x="467399" y="581283"/>
                </a:lnTo>
                <a:lnTo>
                  <a:pt x="454949" y="565135"/>
                </a:lnTo>
                <a:lnTo>
                  <a:pt x="451731" y="562655"/>
                </a:lnTo>
                <a:lnTo>
                  <a:pt x="432529" y="551203"/>
                </a:lnTo>
                <a:lnTo>
                  <a:pt x="428625" y="548512"/>
                </a:lnTo>
                <a:lnTo>
                  <a:pt x="423719" y="543815"/>
                </a:lnTo>
                <a:lnTo>
                  <a:pt x="418443" y="539593"/>
                </a:lnTo>
                <a:lnTo>
                  <a:pt x="406838" y="532997"/>
                </a:lnTo>
                <a:lnTo>
                  <a:pt x="386738" y="516163"/>
                </a:lnTo>
                <a:lnTo>
                  <a:pt x="377981" y="506505"/>
                </a:lnTo>
                <a:lnTo>
                  <a:pt x="368275" y="490990"/>
                </a:lnTo>
                <a:lnTo>
                  <a:pt x="365109" y="486980"/>
                </a:lnTo>
                <a:lnTo>
                  <a:pt x="348756" y="475317"/>
                </a:lnTo>
                <a:lnTo>
                  <a:pt x="339840" y="468246"/>
                </a:lnTo>
                <a:lnTo>
                  <a:pt x="336147" y="464182"/>
                </a:lnTo>
                <a:lnTo>
                  <a:pt x="327443" y="450039"/>
                </a:lnTo>
                <a:lnTo>
                  <a:pt x="324911" y="445237"/>
                </a:lnTo>
                <a:lnTo>
                  <a:pt x="321746" y="441068"/>
                </a:lnTo>
                <a:lnTo>
                  <a:pt x="316470" y="437638"/>
                </a:lnTo>
                <a:lnTo>
                  <a:pt x="311881" y="433627"/>
                </a:lnTo>
                <a:lnTo>
                  <a:pt x="302649" y="420804"/>
                </a:lnTo>
                <a:lnTo>
                  <a:pt x="299800" y="415738"/>
                </a:lnTo>
                <a:lnTo>
                  <a:pt x="297584" y="410197"/>
                </a:lnTo>
                <a:lnTo>
                  <a:pt x="297954" y="399114"/>
                </a:lnTo>
                <a:lnTo>
                  <a:pt x="278540" y="365604"/>
                </a:lnTo>
                <a:lnTo>
                  <a:pt x="273634" y="355155"/>
                </a:lnTo>
                <a:lnTo>
                  <a:pt x="269097" y="340696"/>
                </a:lnTo>
                <a:lnTo>
                  <a:pt x="268095" y="339218"/>
                </a:lnTo>
                <a:lnTo>
                  <a:pt x="257491" y="326236"/>
                </a:lnTo>
                <a:lnTo>
                  <a:pt x="253746" y="322067"/>
                </a:lnTo>
                <a:lnTo>
                  <a:pt x="249209" y="318162"/>
                </a:lnTo>
                <a:lnTo>
                  <a:pt x="245464" y="313624"/>
                </a:lnTo>
                <a:lnTo>
                  <a:pt x="238131" y="298795"/>
                </a:lnTo>
                <a:lnTo>
                  <a:pt x="235440" y="294679"/>
                </a:lnTo>
                <a:lnTo>
                  <a:pt x="231642" y="291671"/>
                </a:lnTo>
                <a:lnTo>
                  <a:pt x="217768" y="286024"/>
                </a:lnTo>
                <a:lnTo>
                  <a:pt x="212545" y="282911"/>
                </a:lnTo>
                <a:lnTo>
                  <a:pt x="208483" y="278478"/>
                </a:lnTo>
                <a:lnTo>
                  <a:pt x="206004" y="272831"/>
                </a:lnTo>
                <a:lnTo>
                  <a:pt x="203261" y="260852"/>
                </a:lnTo>
                <a:lnTo>
                  <a:pt x="196719" y="242593"/>
                </a:lnTo>
                <a:lnTo>
                  <a:pt x="189334" y="218160"/>
                </a:lnTo>
                <a:lnTo>
                  <a:pt x="184427" y="207236"/>
                </a:lnTo>
                <a:lnTo>
                  <a:pt x="178730" y="198634"/>
                </a:lnTo>
                <a:lnTo>
                  <a:pt x="177095" y="196681"/>
                </a:lnTo>
                <a:lnTo>
                  <a:pt x="151931" y="181219"/>
                </a:lnTo>
                <a:lnTo>
                  <a:pt x="147605" y="178950"/>
                </a:lnTo>
                <a:lnTo>
                  <a:pt x="143068" y="177578"/>
                </a:lnTo>
                <a:lnTo>
                  <a:pt x="136527" y="176575"/>
                </a:lnTo>
                <a:lnTo>
                  <a:pt x="131568" y="172565"/>
                </a:lnTo>
                <a:lnTo>
                  <a:pt x="129511" y="165440"/>
                </a:lnTo>
                <a:lnTo>
                  <a:pt x="128403" y="155836"/>
                </a:lnTo>
                <a:lnTo>
                  <a:pt x="127137" y="150084"/>
                </a:lnTo>
                <a:lnTo>
                  <a:pt x="125765" y="146812"/>
                </a:lnTo>
                <a:lnTo>
                  <a:pt x="115214" y="140057"/>
                </a:lnTo>
                <a:lnTo>
                  <a:pt x="111100" y="134674"/>
                </a:lnTo>
                <a:lnTo>
                  <a:pt x="107671" y="128764"/>
                </a:lnTo>
                <a:lnTo>
                  <a:pt x="104505" y="124173"/>
                </a:lnTo>
                <a:lnTo>
                  <a:pt x="92952" y="108394"/>
                </a:lnTo>
                <a:lnTo>
                  <a:pt x="88996" y="104225"/>
                </a:lnTo>
                <a:lnTo>
                  <a:pt x="84090" y="101322"/>
                </a:lnTo>
                <a:lnTo>
                  <a:pt x="69530" y="98262"/>
                </a:lnTo>
                <a:lnTo>
                  <a:pt x="65309" y="95676"/>
                </a:lnTo>
                <a:lnTo>
                  <a:pt x="58240" y="86705"/>
                </a:lnTo>
                <a:lnTo>
                  <a:pt x="53967" y="82113"/>
                </a:lnTo>
                <a:lnTo>
                  <a:pt x="41201" y="72087"/>
                </a:lnTo>
                <a:lnTo>
                  <a:pt x="19624" y="51031"/>
                </a:lnTo>
                <a:lnTo>
                  <a:pt x="15193" y="45806"/>
                </a:lnTo>
                <a:lnTo>
                  <a:pt x="11870" y="40318"/>
                </a:lnTo>
                <a:lnTo>
                  <a:pt x="9179" y="34460"/>
                </a:lnTo>
                <a:lnTo>
                  <a:pt x="0" y="18207"/>
                </a:lnTo>
                <a:lnTo>
                  <a:pt x="739" y="14935"/>
                </a:lnTo>
                <a:lnTo>
                  <a:pt x="2110" y="11505"/>
                </a:lnTo>
                <a:lnTo>
                  <a:pt x="1899" y="8708"/>
                </a:lnTo>
                <a:lnTo>
                  <a:pt x="897" y="5911"/>
                </a:lnTo>
                <a:lnTo>
                  <a:pt x="1108" y="3378"/>
                </a:lnTo>
                <a:lnTo>
                  <a:pt x="3851" y="1900"/>
                </a:lnTo>
                <a:lnTo>
                  <a:pt x="9970" y="0"/>
                </a:lnTo>
                <a:lnTo>
                  <a:pt x="16354" y="211"/>
                </a:lnTo>
                <a:lnTo>
                  <a:pt x="22262" y="1056"/>
                </a:lnTo>
                <a:lnTo>
                  <a:pt x="27960" y="2639"/>
                </a:lnTo>
                <a:lnTo>
                  <a:pt x="33446" y="6016"/>
                </a:lnTo>
                <a:lnTo>
                  <a:pt x="43258" y="14671"/>
                </a:lnTo>
                <a:lnTo>
                  <a:pt x="48850" y="17679"/>
                </a:lnTo>
                <a:lnTo>
                  <a:pt x="55075" y="19104"/>
                </a:lnTo>
                <a:lnTo>
                  <a:pt x="67841" y="21109"/>
                </a:lnTo>
                <a:close/>
                <a:moveTo>
                  <a:pt x="1334303" y="751525"/>
                </a:moveTo>
                <a:lnTo>
                  <a:pt x="1334303" y="753372"/>
                </a:lnTo>
                <a:lnTo>
                  <a:pt x="1334303" y="755167"/>
                </a:lnTo>
                <a:lnTo>
                  <a:pt x="1334303" y="757489"/>
                </a:lnTo>
                <a:lnTo>
                  <a:pt x="1334303" y="758016"/>
                </a:lnTo>
                <a:lnTo>
                  <a:pt x="1334303" y="758175"/>
                </a:lnTo>
                <a:lnTo>
                  <a:pt x="1334303" y="757752"/>
                </a:lnTo>
                <a:lnTo>
                  <a:pt x="1334303" y="758544"/>
                </a:lnTo>
                <a:lnTo>
                  <a:pt x="1334303" y="764613"/>
                </a:lnTo>
                <a:lnTo>
                  <a:pt x="1334303" y="765141"/>
                </a:lnTo>
                <a:lnTo>
                  <a:pt x="1334303" y="766671"/>
                </a:lnTo>
                <a:lnTo>
                  <a:pt x="1334303" y="764296"/>
                </a:lnTo>
                <a:lnTo>
                  <a:pt x="1334303" y="762555"/>
                </a:lnTo>
                <a:lnTo>
                  <a:pt x="1334303" y="762080"/>
                </a:lnTo>
                <a:lnTo>
                  <a:pt x="1334303" y="762238"/>
                </a:lnTo>
                <a:lnTo>
                  <a:pt x="1334303" y="767621"/>
                </a:lnTo>
                <a:lnTo>
                  <a:pt x="1334303" y="766513"/>
                </a:lnTo>
                <a:lnTo>
                  <a:pt x="1334303" y="766935"/>
                </a:lnTo>
                <a:lnTo>
                  <a:pt x="1334303" y="768096"/>
                </a:lnTo>
                <a:lnTo>
                  <a:pt x="1334303" y="768571"/>
                </a:lnTo>
                <a:lnTo>
                  <a:pt x="1334303" y="768201"/>
                </a:lnTo>
                <a:lnTo>
                  <a:pt x="1334303" y="764032"/>
                </a:lnTo>
                <a:lnTo>
                  <a:pt x="1334303" y="761552"/>
                </a:lnTo>
                <a:lnTo>
                  <a:pt x="1324807" y="762502"/>
                </a:lnTo>
                <a:lnTo>
                  <a:pt x="1314309" y="760233"/>
                </a:lnTo>
                <a:lnTo>
                  <a:pt x="1308559" y="761974"/>
                </a:lnTo>
                <a:lnTo>
                  <a:pt x="1303125" y="764507"/>
                </a:lnTo>
                <a:lnTo>
                  <a:pt x="1301543" y="761869"/>
                </a:lnTo>
                <a:lnTo>
                  <a:pt x="1299538" y="759547"/>
                </a:lnTo>
                <a:lnTo>
                  <a:pt x="1297797" y="756064"/>
                </a:lnTo>
                <a:lnTo>
                  <a:pt x="1297745" y="752106"/>
                </a:lnTo>
                <a:lnTo>
                  <a:pt x="1298325" y="749362"/>
                </a:lnTo>
                <a:lnTo>
                  <a:pt x="1299907" y="746829"/>
                </a:lnTo>
                <a:lnTo>
                  <a:pt x="1300857" y="744190"/>
                </a:lnTo>
                <a:lnTo>
                  <a:pt x="1301332" y="741393"/>
                </a:lnTo>
                <a:lnTo>
                  <a:pt x="1303600" y="742712"/>
                </a:lnTo>
                <a:lnTo>
                  <a:pt x="1306027" y="742238"/>
                </a:lnTo>
                <a:lnTo>
                  <a:pt x="1313149" y="739177"/>
                </a:lnTo>
                <a:lnTo>
                  <a:pt x="1320112" y="734533"/>
                </a:lnTo>
                <a:lnTo>
                  <a:pt x="1326601" y="732844"/>
                </a:lnTo>
                <a:lnTo>
                  <a:pt x="1330346" y="732369"/>
                </a:lnTo>
                <a:lnTo>
                  <a:pt x="1333564" y="733266"/>
                </a:lnTo>
                <a:lnTo>
                  <a:pt x="1334303" y="732950"/>
                </a:lnTo>
                <a:lnTo>
                  <a:pt x="1334303" y="731894"/>
                </a:lnTo>
                <a:lnTo>
                  <a:pt x="1334303" y="735483"/>
                </a:lnTo>
                <a:lnTo>
                  <a:pt x="1334303" y="736169"/>
                </a:lnTo>
                <a:lnTo>
                  <a:pt x="1334303" y="736485"/>
                </a:lnTo>
                <a:lnTo>
                  <a:pt x="1334303" y="738544"/>
                </a:lnTo>
                <a:lnTo>
                  <a:pt x="1334303" y="741604"/>
                </a:lnTo>
                <a:lnTo>
                  <a:pt x="1334303" y="744454"/>
                </a:lnTo>
                <a:lnTo>
                  <a:pt x="1334303" y="748306"/>
                </a:lnTo>
                <a:lnTo>
                  <a:pt x="1334303" y="749731"/>
                </a:lnTo>
                <a:lnTo>
                  <a:pt x="1334303" y="750101"/>
                </a:lnTo>
                <a:lnTo>
                  <a:pt x="1334303" y="749573"/>
                </a:lnTo>
                <a:lnTo>
                  <a:pt x="1334303" y="746987"/>
                </a:lnTo>
                <a:lnTo>
                  <a:pt x="1334303" y="745932"/>
                </a:lnTo>
                <a:lnTo>
                  <a:pt x="1334303" y="745984"/>
                </a:lnTo>
                <a:lnTo>
                  <a:pt x="1334303" y="745298"/>
                </a:lnTo>
                <a:lnTo>
                  <a:pt x="1334303" y="744665"/>
                </a:lnTo>
                <a:lnTo>
                  <a:pt x="1334303" y="743240"/>
                </a:lnTo>
                <a:lnTo>
                  <a:pt x="1334303" y="744137"/>
                </a:lnTo>
                <a:lnTo>
                  <a:pt x="1334303" y="745457"/>
                </a:lnTo>
                <a:lnTo>
                  <a:pt x="1334303" y="752211"/>
                </a:lnTo>
                <a:lnTo>
                  <a:pt x="1334303" y="752370"/>
                </a:lnTo>
                <a:lnTo>
                  <a:pt x="1334303" y="750945"/>
                </a:lnTo>
                <a:lnTo>
                  <a:pt x="1334303" y="749098"/>
                </a:lnTo>
                <a:lnTo>
                  <a:pt x="1334303" y="746354"/>
                </a:lnTo>
                <a:lnTo>
                  <a:pt x="1334303" y="744032"/>
                </a:lnTo>
                <a:lnTo>
                  <a:pt x="1334303" y="742026"/>
                </a:lnTo>
                <a:lnTo>
                  <a:pt x="1334303" y="740443"/>
                </a:lnTo>
                <a:lnTo>
                  <a:pt x="1334303" y="737857"/>
                </a:lnTo>
                <a:lnTo>
                  <a:pt x="1334303" y="735272"/>
                </a:lnTo>
                <a:lnTo>
                  <a:pt x="1334303" y="730944"/>
                </a:lnTo>
                <a:lnTo>
                  <a:pt x="1334303" y="729045"/>
                </a:lnTo>
                <a:lnTo>
                  <a:pt x="1334303" y="725931"/>
                </a:lnTo>
                <a:lnTo>
                  <a:pt x="1334303" y="724137"/>
                </a:lnTo>
                <a:lnTo>
                  <a:pt x="1334303" y="724823"/>
                </a:lnTo>
                <a:lnTo>
                  <a:pt x="1334303" y="727250"/>
                </a:lnTo>
                <a:lnTo>
                  <a:pt x="1334303" y="736591"/>
                </a:lnTo>
                <a:lnTo>
                  <a:pt x="1334303" y="737910"/>
                </a:lnTo>
                <a:lnTo>
                  <a:pt x="1334303" y="739335"/>
                </a:lnTo>
                <a:lnTo>
                  <a:pt x="1334303" y="741182"/>
                </a:lnTo>
                <a:lnTo>
                  <a:pt x="1334303" y="744612"/>
                </a:lnTo>
                <a:lnTo>
                  <a:pt x="1334303" y="748887"/>
                </a:lnTo>
                <a:lnTo>
                  <a:pt x="1334303" y="750681"/>
                </a:lnTo>
                <a:lnTo>
                  <a:pt x="1334303" y="751525"/>
                </a:lnTo>
                <a:close/>
                <a:moveTo>
                  <a:pt x="1308612" y="791790"/>
                </a:moveTo>
                <a:lnTo>
                  <a:pt x="1310986" y="794165"/>
                </a:lnTo>
                <a:lnTo>
                  <a:pt x="1319585" y="798387"/>
                </a:lnTo>
                <a:lnTo>
                  <a:pt x="1321009" y="798387"/>
                </a:lnTo>
                <a:lnTo>
                  <a:pt x="1321537" y="798387"/>
                </a:lnTo>
                <a:lnTo>
                  <a:pt x="1323277" y="798387"/>
                </a:lnTo>
                <a:lnTo>
                  <a:pt x="1327181" y="798387"/>
                </a:lnTo>
                <a:lnTo>
                  <a:pt x="1331349" y="798387"/>
                </a:lnTo>
                <a:lnTo>
                  <a:pt x="1334303" y="798387"/>
                </a:lnTo>
                <a:lnTo>
                  <a:pt x="1331085" y="798387"/>
                </a:lnTo>
                <a:lnTo>
                  <a:pt x="1328764" y="798387"/>
                </a:lnTo>
                <a:lnTo>
                  <a:pt x="1321378" y="798387"/>
                </a:lnTo>
                <a:lnTo>
                  <a:pt x="1315575" y="798387"/>
                </a:lnTo>
                <a:lnTo>
                  <a:pt x="1310669" y="798387"/>
                </a:lnTo>
                <a:lnTo>
                  <a:pt x="1307821" y="798387"/>
                </a:lnTo>
                <a:lnTo>
                  <a:pt x="1304286" y="798387"/>
                </a:lnTo>
                <a:lnTo>
                  <a:pt x="1298061" y="798387"/>
                </a:lnTo>
                <a:lnTo>
                  <a:pt x="1286877" y="798387"/>
                </a:lnTo>
                <a:lnTo>
                  <a:pt x="1279967" y="798387"/>
                </a:lnTo>
                <a:lnTo>
                  <a:pt x="1277171" y="798387"/>
                </a:lnTo>
                <a:lnTo>
                  <a:pt x="1274322" y="798387"/>
                </a:lnTo>
                <a:lnTo>
                  <a:pt x="1259656" y="798387"/>
                </a:lnTo>
                <a:lnTo>
                  <a:pt x="1257388" y="798387"/>
                </a:lnTo>
                <a:lnTo>
                  <a:pt x="1255594" y="798387"/>
                </a:lnTo>
                <a:lnTo>
                  <a:pt x="1253959" y="798387"/>
                </a:lnTo>
                <a:lnTo>
                  <a:pt x="1253009" y="798387"/>
                </a:lnTo>
                <a:lnTo>
                  <a:pt x="1254856" y="796909"/>
                </a:lnTo>
                <a:lnTo>
                  <a:pt x="1256808" y="795221"/>
                </a:lnTo>
                <a:lnTo>
                  <a:pt x="1264984" y="792265"/>
                </a:lnTo>
                <a:lnTo>
                  <a:pt x="1270787" y="791368"/>
                </a:lnTo>
                <a:lnTo>
                  <a:pt x="1277540" y="791527"/>
                </a:lnTo>
                <a:lnTo>
                  <a:pt x="1287616" y="790577"/>
                </a:lnTo>
                <a:lnTo>
                  <a:pt x="1297112" y="792054"/>
                </a:lnTo>
                <a:lnTo>
                  <a:pt x="1300066" y="790999"/>
                </a:lnTo>
                <a:lnTo>
                  <a:pt x="1304866" y="787885"/>
                </a:lnTo>
                <a:lnTo>
                  <a:pt x="1306554" y="788993"/>
                </a:lnTo>
                <a:lnTo>
                  <a:pt x="1308612" y="791790"/>
                </a:lnTo>
                <a:close/>
                <a:moveTo>
                  <a:pt x="1215185" y="736010"/>
                </a:moveTo>
                <a:lnTo>
                  <a:pt x="1217823" y="738069"/>
                </a:lnTo>
                <a:lnTo>
                  <a:pt x="1220249" y="737910"/>
                </a:lnTo>
                <a:lnTo>
                  <a:pt x="1225261" y="734691"/>
                </a:lnTo>
                <a:lnTo>
                  <a:pt x="1228321" y="733530"/>
                </a:lnTo>
                <a:lnTo>
                  <a:pt x="1231539" y="733477"/>
                </a:lnTo>
                <a:lnTo>
                  <a:pt x="1234704" y="734058"/>
                </a:lnTo>
                <a:lnTo>
                  <a:pt x="1237816" y="736274"/>
                </a:lnTo>
                <a:lnTo>
                  <a:pt x="1238924" y="739968"/>
                </a:lnTo>
                <a:lnTo>
                  <a:pt x="1240085" y="741129"/>
                </a:lnTo>
                <a:lnTo>
                  <a:pt x="1241878" y="736696"/>
                </a:lnTo>
                <a:lnTo>
                  <a:pt x="1244305" y="735377"/>
                </a:lnTo>
                <a:lnTo>
                  <a:pt x="1247048" y="734691"/>
                </a:lnTo>
                <a:lnTo>
                  <a:pt x="1251268" y="734955"/>
                </a:lnTo>
                <a:lnTo>
                  <a:pt x="1254539" y="737066"/>
                </a:lnTo>
                <a:lnTo>
                  <a:pt x="1257493" y="743346"/>
                </a:lnTo>
                <a:lnTo>
                  <a:pt x="1257388" y="748834"/>
                </a:lnTo>
                <a:lnTo>
                  <a:pt x="1258443" y="750892"/>
                </a:lnTo>
                <a:lnTo>
                  <a:pt x="1260500" y="752370"/>
                </a:lnTo>
                <a:lnTo>
                  <a:pt x="1262030" y="754481"/>
                </a:lnTo>
                <a:lnTo>
                  <a:pt x="1260659" y="756697"/>
                </a:lnTo>
                <a:lnTo>
                  <a:pt x="1259340" y="757752"/>
                </a:lnTo>
                <a:lnTo>
                  <a:pt x="1255489" y="758808"/>
                </a:lnTo>
                <a:lnTo>
                  <a:pt x="1253642" y="758333"/>
                </a:lnTo>
                <a:lnTo>
                  <a:pt x="1251954" y="756855"/>
                </a:lnTo>
                <a:lnTo>
                  <a:pt x="1250055" y="756328"/>
                </a:lnTo>
                <a:lnTo>
                  <a:pt x="1245729" y="756803"/>
                </a:lnTo>
                <a:lnTo>
                  <a:pt x="1241773" y="758016"/>
                </a:lnTo>
                <a:lnTo>
                  <a:pt x="1242300" y="760074"/>
                </a:lnTo>
                <a:lnTo>
                  <a:pt x="1245571" y="760972"/>
                </a:lnTo>
                <a:lnTo>
                  <a:pt x="1246573" y="761921"/>
                </a:lnTo>
                <a:lnTo>
                  <a:pt x="1246362" y="763188"/>
                </a:lnTo>
                <a:lnTo>
                  <a:pt x="1245043" y="763452"/>
                </a:lnTo>
                <a:lnTo>
                  <a:pt x="1240823" y="761710"/>
                </a:lnTo>
                <a:lnTo>
                  <a:pt x="1237974" y="762080"/>
                </a:lnTo>
                <a:lnTo>
                  <a:pt x="1227687" y="764402"/>
                </a:lnTo>
                <a:lnTo>
                  <a:pt x="1224944" y="764349"/>
                </a:lnTo>
                <a:lnTo>
                  <a:pt x="1223414" y="762133"/>
                </a:lnTo>
                <a:lnTo>
                  <a:pt x="1223520" y="756380"/>
                </a:lnTo>
                <a:lnTo>
                  <a:pt x="1222412" y="754850"/>
                </a:lnTo>
                <a:lnTo>
                  <a:pt x="1214763" y="761869"/>
                </a:lnTo>
                <a:lnTo>
                  <a:pt x="1212442" y="763610"/>
                </a:lnTo>
                <a:lnTo>
                  <a:pt x="1209382" y="764402"/>
                </a:lnTo>
                <a:lnTo>
                  <a:pt x="1206164" y="764138"/>
                </a:lnTo>
                <a:lnTo>
                  <a:pt x="1195086" y="768360"/>
                </a:lnTo>
                <a:lnTo>
                  <a:pt x="1191604" y="767779"/>
                </a:lnTo>
                <a:lnTo>
                  <a:pt x="1188280" y="767779"/>
                </a:lnTo>
                <a:lnTo>
                  <a:pt x="1176463" y="772423"/>
                </a:lnTo>
                <a:lnTo>
                  <a:pt x="1170133" y="773690"/>
                </a:lnTo>
                <a:lnTo>
                  <a:pt x="1166862" y="773795"/>
                </a:lnTo>
                <a:lnTo>
                  <a:pt x="1163644" y="773373"/>
                </a:lnTo>
                <a:lnTo>
                  <a:pt x="1160743" y="773795"/>
                </a:lnTo>
                <a:lnTo>
                  <a:pt x="1158158" y="775642"/>
                </a:lnTo>
                <a:lnTo>
                  <a:pt x="1152883" y="777225"/>
                </a:lnTo>
                <a:lnTo>
                  <a:pt x="1147449" y="776012"/>
                </a:lnTo>
                <a:lnTo>
                  <a:pt x="1142859" y="774428"/>
                </a:lnTo>
                <a:lnTo>
                  <a:pt x="1138481" y="772318"/>
                </a:lnTo>
                <a:lnTo>
                  <a:pt x="1137426" y="769626"/>
                </a:lnTo>
                <a:lnTo>
                  <a:pt x="1137637" y="766407"/>
                </a:lnTo>
                <a:lnTo>
                  <a:pt x="1139483" y="762027"/>
                </a:lnTo>
                <a:lnTo>
                  <a:pt x="1138217" y="754322"/>
                </a:lnTo>
                <a:lnTo>
                  <a:pt x="1139167" y="750787"/>
                </a:lnTo>
                <a:lnTo>
                  <a:pt x="1140960" y="747304"/>
                </a:lnTo>
                <a:lnTo>
                  <a:pt x="1143651" y="746037"/>
                </a:lnTo>
                <a:lnTo>
                  <a:pt x="1147185" y="745773"/>
                </a:lnTo>
                <a:lnTo>
                  <a:pt x="1153041" y="742660"/>
                </a:lnTo>
                <a:lnTo>
                  <a:pt x="1158369" y="738596"/>
                </a:lnTo>
                <a:lnTo>
                  <a:pt x="1161481" y="739018"/>
                </a:lnTo>
                <a:lnTo>
                  <a:pt x="1168498" y="741868"/>
                </a:lnTo>
                <a:lnTo>
                  <a:pt x="1172612" y="742185"/>
                </a:lnTo>
                <a:lnTo>
                  <a:pt x="1179576" y="741710"/>
                </a:lnTo>
                <a:lnTo>
                  <a:pt x="1182477" y="743504"/>
                </a:lnTo>
                <a:lnTo>
                  <a:pt x="1183585" y="747515"/>
                </a:lnTo>
                <a:lnTo>
                  <a:pt x="1185168" y="748940"/>
                </a:lnTo>
                <a:lnTo>
                  <a:pt x="1187225" y="749995"/>
                </a:lnTo>
                <a:lnTo>
                  <a:pt x="1192184" y="756750"/>
                </a:lnTo>
                <a:lnTo>
                  <a:pt x="1196774" y="756380"/>
                </a:lnTo>
                <a:lnTo>
                  <a:pt x="1200836" y="757647"/>
                </a:lnTo>
                <a:lnTo>
                  <a:pt x="1207905" y="753531"/>
                </a:lnTo>
                <a:lnTo>
                  <a:pt x="1213286" y="753636"/>
                </a:lnTo>
                <a:lnTo>
                  <a:pt x="1214816" y="750470"/>
                </a:lnTo>
                <a:lnTo>
                  <a:pt x="1211598" y="747093"/>
                </a:lnTo>
                <a:lnTo>
                  <a:pt x="1207694" y="744296"/>
                </a:lnTo>
                <a:lnTo>
                  <a:pt x="1205636" y="743715"/>
                </a:lnTo>
                <a:lnTo>
                  <a:pt x="1203368" y="743873"/>
                </a:lnTo>
                <a:lnTo>
                  <a:pt x="1201311" y="743451"/>
                </a:lnTo>
                <a:lnTo>
                  <a:pt x="1192659" y="737277"/>
                </a:lnTo>
                <a:lnTo>
                  <a:pt x="1190074" y="733952"/>
                </a:lnTo>
                <a:lnTo>
                  <a:pt x="1188597" y="730047"/>
                </a:lnTo>
                <a:lnTo>
                  <a:pt x="1189494" y="727145"/>
                </a:lnTo>
                <a:lnTo>
                  <a:pt x="1195455" y="724559"/>
                </a:lnTo>
                <a:lnTo>
                  <a:pt x="1198251" y="723926"/>
                </a:lnTo>
                <a:lnTo>
                  <a:pt x="1208591" y="725667"/>
                </a:lnTo>
                <a:lnTo>
                  <a:pt x="1210384" y="727145"/>
                </a:lnTo>
                <a:lnTo>
                  <a:pt x="1213127" y="733319"/>
                </a:lnTo>
                <a:lnTo>
                  <a:pt x="1215185" y="736010"/>
                </a:lnTo>
                <a:close/>
                <a:moveTo>
                  <a:pt x="1334303" y="244545"/>
                </a:moveTo>
                <a:lnTo>
                  <a:pt x="1334303" y="253464"/>
                </a:lnTo>
                <a:lnTo>
                  <a:pt x="1334303" y="257791"/>
                </a:lnTo>
                <a:lnTo>
                  <a:pt x="1334303" y="262488"/>
                </a:lnTo>
                <a:lnTo>
                  <a:pt x="1334303" y="267660"/>
                </a:lnTo>
                <a:lnTo>
                  <a:pt x="1334303" y="272198"/>
                </a:lnTo>
                <a:lnTo>
                  <a:pt x="1334303" y="273570"/>
                </a:lnTo>
                <a:lnTo>
                  <a:pt x="1334303" y="276050"/>
                </a:lnTo>
                <a:lnTo>
                  <a:pt x="1334303" y="277000"/>
                </a:lnTo>
                <a:lnTo>
                  <a:pt x="1334303" y="277264"/>
                </a:lnTo>
                <a:lnTo>
                  <a:pt x="1334303" y="280905"/>
                </a:lnTo>
                <a:lnTo>
                  <a:pt x="1334303" y="281380"/>
                </a:lnTo>
                <a:lnTo>
                  <a:pt x="1334303" y="281222"/>
                </a:lnTo>
                <a:lnTo>
                  <a:pt x="1334303" y="280272"/>
                </a:lnTo>
                <a:lnTo>
                  <a:pt x="1334303" y="279797"/>
                </a:lnTo>
                <a:lnTo>
                  <a:pt x="1334303" y="275100"/>
                </a:lnTo>
                <a:lnTo>
                  <a:pt x="1334303" y="271406"/>
                </a:lnTo>
                <a:lnTo>
                  <a:pt x="1334303" y="270984"/>
                </a:lnTo>
                <a:lnTo>
                  <a:pt x="1334303" y="271406"/>
                </a:lnTo>
                <a:lnTo>
                  <a:pt x="1334303" y="271670"/>
                </a:lnTo>
                <a:lnTo>
                  <a:pt x="1334303" y="272356"/>
                </a:lnTo>
                <a:lnTo>
                  <a:pt x="1334303" y="273992"/>
                </a:lnTo>
                <a:lnTo>
                  <a:pt x="1334303" y="273253"/>
                </a:lnTo>
                <a:lnTo>
                  <a:pt x="1334303" y="271406"/>
                </a:lnTo>
                <a:lnTo>
                  <a:pt x="1334303" y="270773"/>
                </a:lnTo>
                <a:lnTo>
                  <a:pt x="1334303" y="270931"/>
                </a:lnTo>
                <a:lnTo>
                  <a:pt x="1334303" y="273728"/>
                </a:lnTo>
                <a:lnTo>
                  <a:pt x="1334303" y="273464"/>
                </a:lnTo>
                <a:lnTo>
                  <a:pt x="1334303" y="269876"/>
                </a:lnTo>
                <a:lnTo>
                  <a:pt x="1334303" y="269190"/>
                </a:lnTo>
                <a:lnTo>
                  <a:pt x="1332193" y="270140"/>
                </a:lnTo>
                <a:lnTo>
                  <a:pt x="1326337" y="273359"/>
                </a:lnTo>
                <a:lnTo>
                  <a:pt x="1324122" y="275523"/>
                </a:lnTo>
                <a:lnTo>
                  <a:pt x="1318055" y="282858"/>
                </a:lnTo>
                <a:lnTo>
                  <a:pt x="1314626" y="288241"/>
                </a:lnTo>
                <a:lnTo>
                  <a:pt x="1312041" y="294943"/>
                </a:lnTo>
                <a:lnTo>
                  <a:pt x="1309825" y="301803"/>
                </a:lnTo>
                <a:lnTo>
                  <a:pt x="1308612" y="307397"/>
                </a:lnTo>
                <a:lnTo>
                  <a:pt x="1308559" y="313255"/>
                </a:lnTo>
                <a:lnTo>
                  <a:pt x="1309614" y="319851"/>
                </a:lnTo>
                <a:lnTo>
                  <a:pt x="1311250" y="326395"/>
                </a:lnTo>
                <a:lnTo>
                  <a:pt x="1313043" y="331355"/>
                </a:lnTo>
                <a:lnTo>
                  <a:pt x="1320640" y="342860"/>
                </a:lnTo>
                <a:lnTo>
                  <a:pt x="1322170" y="344496"/>
                </a:lnTo>
                <a:lnTo>
                  <a:pt x="1330346" y="347767"/>
                </a:lnTo>
                <a:lnTo>
                  <a:pt x="1334303" y="351884"/>
                </a:lnTo>
                <a:lnTo>
                  <a:pt x="1334303" y="363441"/>
                </a:lnTo>
                <a:lnTo>
                  <a:pt x="1334303" y="369351"/>
                </a:lnTo>
                <a:lnTo>
                  <a:pt x="1334303" y="369404"/>
                </a:lnTo>
                <a:lnTo>
                  <a:pt x="1334303" y="369034"/>
                </a:lnTo>
                <a:lnTo>
                  <a:pt x="1334303" y="369773"/>
                </a:lnTo>
                <a:lnTo>
                  <a:pt x="1334303" y="371304"/>
                </a:lnTo>
                <a:lnTo>
                  <a:pt x="1334303" y="367715"/>
                </a:lnTo>
                <a:lnTo>
                  <a:pt x="1334303" y="361013"/>
                </a:lnTo>
                <a:lnTo>
                  <a:pt x="1334303" y="356053"/>
                </a:lnTo>
                <a:lnTo>
                  <a:pt x="1334303" y="346606"/>
                </a:lnTo>
                <a:lnTo>
                  <a:pt x="1334303" y="342226"/>
                </a:lnTo>
                <a:lnTo>
                  <a:pt x="1334303" y="340801"/>
                </a:lnTo>
                <a:lnTo>
                  <a:pt x="1334303" y="341382"/>
                </a:lnTo>
                <a:lnTo>
                  <a:pt x="1334303" y="343915"/>
                </a:lnTo>
                <a:lnTo>
                  <a:pt x="1334303" y="345920"/>
                </a:lnTo>
                <a:lnTo>
                  <a:pt x="1334303" y="346976"/>
                </a:lnTo>
                <a:lnTo>
                  <a:pt x="1334303" y="346290"/>
                </a:lnTo>
                <a:lnTo>
                  <a:pt x="1334303" y="343229"/>
                </a:lnTo>
                <a:lnTo>
                  <a:pt x="1334303" y="341329"/>
                </a:lnTo>
                <a:lnTo>
                  <a:pt x="1334303" y="338954"/>
                </a:lnTo>
                <a:lnTo>
                  <a:pt x="1334303" y="337002"/>
                </a:lnTo>
                <a:lnTo>
                  <a:pt x="1334303" y="337688"/>
                </a:lnTo>
                <a:lnTo>
                  <a:pt x="1334303" y="336896"/>
                </a:lnTo>
                <a:lnTo>
                  <a:pt x="1334303" y="335155"/>
                </a:lnTo>
                <a:lnTo>
                  <a:pt x="1334303" y="333308"/>
                </a:lnTo>
                <a:lnTo>
                  <a:pt x="1334303" y="331830"/>
                </a:lnTo>
                <a:lnTo>
                  <a:pt x="1334303" y="330880"/>
                </a:lnTo>
                <a:lnTo>
                  <a:pt x="1334303" y="328717"/>
                </a:lnTo>
                <a:lnTo>
                  <a:pt x="1334303" y="327186"/>
                </a:lnTo>
                <a:lnTo>
                  <a:pt x="1334303" y="328295"/>
                </a:lnTo>
                <a:lnTo>
                  <a:pt x="1334303" y="331303"/>
                </a:lnTo>
                <a:lnTo>
                  <a:pt x="1334303" y="334363"/>
                </a:lnTo>
                <a:lnTo>
                  <a:pt x="1334303" y="338110"/>
                </a:lnTo>
                <a:lnTo>
                  <a:pt x="1334303" y="347820"/>
                </a:lnTo>
                <a:lnTo>
                  <a:pt x="1334303" y="350037"/>
                </a:lnTo>
                <a:lnTo>
                  <a:pt x="1334303" y="351198"/>
                </a:lnTo>
                <a:lnTo>
                  <a:pt x="1334303" y="349931"/>
                </a:lnTo>
                <a:lnTo>
                  <a:pt x="1334303" y="344918"/>
                </a:lnTo>
                <a:lnTo>
                  <a:pt x="1334303" y="343071"/>
                </a:lnTo>
                <a:lnTo>
                  <a:pt x="1334303" y="344601"/>
                </a:lnTo>
                <a:lnTo>
                  <a:pt x="1334303" y="346026"/>
                </a:lnTo>
                <a:lnTo>
                  <a:pt x="1334303" y="348031"/>
                </a:lnTo>
                <a:lnTo>
                  <a:pt x="1334303" y="353203"/>
                </a:lnTo>
                <a:lnTo>
                  <a:pt x="1334303" y="359061"/>
                </a:lnTo>
                <a:lnTo>
                  <a:pt x="1334303" y="368190"/>
                </a:lnTo>
                <a:lnTo>
                  <a:pt x="1334303" y="376106"/>
                </a:lnTo>
                <a:lnTo>
                  <a:pt x="1334303" y="379114"/>
                </a:lnTo>
                <a:lnTo>
                  <a:pt x="1334303" y="381172"/>
                </a:lnTo>
                <a:lnTo>
                  <a:pt x="1334303" y="386396"/>
                </a:lnTo>
                <a:lnTo>
                  <a:pt x="1334303" y="390302"/>
                </a:lnTo>
                <a:lnTo>
                  <a:pt x="1334303" y="395368"/>
                </a:lnTo>
                <a:lnTo>
                  <a:pt x="1334303" y="397056"/>
                </a:lnTo>
                <a:lnTo>
                  <a:pt x="1334303" y="397637"/>
                </a:lnTo>
                <a:lnTo>
                  <a:pt x="1334303" y="396687"/>
                </a:lnTo>
                <a:lnTo>
                  <a:pt x="1334303" y="393837"/>
                </a:lnTo>
                <a:lnTo>
                  <a:pt x="1334303" y="396159"/>
                </a:lnTo>
                <a:lnTo>
                  <a:pt x="1334303" y="399748"/>
                </a:lnTo>
                <a:lnTo>
                  <a:pt x="1334303" y="401014"/>
                </a:lnTo>
                <a:lnTo>
                  <a:pt x="1334303" y="404972"/>
                </a:lnTo>
                <a:lnTo>
                  <a:pt x="1334303" y="410566"/>
                </a:lnTo>
                <a:lnTo>
                  <a:pt x="1334303" y="411780"/>
                </a:lnTo>
                <a:lnTo>
                  <a:pt x="1334303" y="413574"/>
                </a:lnTo>
                <a:lnTo>
                  <a:pt x="1334303" y="415315"/>
                </a:lnTo>
                <a:lnTo>
                  <a:pt x="1334303" y="420118"/>
                </a:lnTo>
                <a:lnTo>
                  <a:pt x="1334303" y="431200"/>
                </a:lnTo>
                <a:lnTo>
                  <a:pt x="1334303" y="437216"/>
                </a:lnTo>
                <a:lnTo>
                  <a:pt x="1334303" y="442176"/>
                </a:lnTo>
                <a:lnTo>
                  <a:pt x="1334303" y="450514"/>
                </a:lnTo>
                <a:lnTo>
                  <a:pt x="1334303" y="452836"/>
                </a:lnTo>
                <a:lnTo>
                  <a:pt x="1334303" y="455580"/>
                </a:lnTo>
                <a:lnTo>
                  <a:pt x="1334303" y="458113"/>
                </a:lnTo>
                <a:lnTo>
                  <a:pt x="1334303" y="462863"/>
                </a:lnTo>
                <a:lnTo>
                  <a:pt x="1334303" y="465976"/>
                </a:lnTo>
                <a:lnTo>
                  <a:pt x="1334303" y="469882"/>
                </a:lnTo>
                <a:lnTo>
                  <a:pt x="1334303" y="475581"/>
                </a:lnTo>
                <a:lnTo>
                  <a:pt x="1334303" y="483180"/>
                </a:lnTo>
                <a:lnTo>
                  <a:pt x="1334303" y="485766"/>
                </a:lnTo>
                <a:lnTo>
                  <a:pt x="1334303" y="488088"/>
                </a:lnTo>
                <a:lnTo>
                  <a:pt x="1334303" y="490304"/>
                </a:lnTo>
                <a:lnTo>
                  <a:pt x="1334303" y="491993"/>
                </a:lnTo>
                <a:lnTo>
                  <a:pt x="1334303" y="492890"/>
                </a:lnTo>
                <a:lnTo>
                  <a:pt x="1334303" y="494421"/>
                </a:lnTo>
                <a:lnTo>
                  <a:pt x="1334303" y="500384"/>
                </a:lnTo>
                <a:lnTo>
                  <a:pt x="1334303" y="501914"/>
                </a:lnTo>
                <a:lnTo>
                  <a:pt x="1334303" y="504078"/>
                </a:lnTo>
                <a:lnTo>
                  <a:pt x="1334303" y="507350"/>
                </a:lnTo>
                <a:lnTo>
                  <a:pt x="1334303" y="509249"/>
                </a:lnTo>
                <a:lnTo>
                  <a:pt x="1334303" y="512574"/>
                </a:lnTo>
                <a:lnTo>
                  <a:pt x="1334303" y="513418"/>
                </a:lnTo>
                <a:lnTo>
                  <a:pt x="1334303" y="512469"/>
                </a:lnTo>
                <a:lnTo>
                  <a:pt x="1334303" y="510991"/>
                </a:lnTo>
                <a:lnTo>
                  <a:pt x="1334303" y="511571"/>
                </a:lnTo>
                <a:lnTo>
                  <a:pt x="1334303" y="513893"/>
                </a:lnTo>
                <a:lnTo>
                  <a:pt x="1334303" y="516901"/>
                </a:lnTo>
                <a:lnTo>
                  <a:pt x="1334303" y="520226"/>
                </a:lnTo>
                <a:lnTo>
                  <a:pt x="1334303" y="526559"/>
                </a:lnTo>
                <a:lnTo>
                  <a:pt x="1334303" y="528828"/>
                </a:lnTo>
                <a:lnTo>
                  <a:pt x="1334303" y="528722"/>
                </a:lnTo>
                <a:lnTo>
                  <a:pt x="1334303" y="526136"/>
                </a:lnTo>
                <a:lnTo>
                  <a:pt x="1334303" y="527984"/>
                </a:lnTo>
                <a:lnTo>
                  <a:pt x="1334303" y="529831"/>
                </a:lnTo>
                <a:lnTo>
                  <a:pt x="1334303" y="530411"/>
                </a:lnTo>
                <a:lnTo>
                  <a:pt x="1334303" y="530147"/>
                </a:lnTo>
                <a:lnTo>
                  <a:pt x="1334303" y="530411"/>
                </a:lnTo>
                <a:lnTo>
                  <a:pt x="1334303" y="534316"/>
                </a:lnTo>
                <a:lnTo>
                  <a:pt x="1334303" y="536638"/>
                </a:lnTo>
                <a:lnTo>
                  <a:pt x="1334303" y="540860"/>
                </a:lnTo>
                <a:lnTo>
                  <a:pt x="1334303" y="543762"/>
                </a:lnTo>
                <a:lnTo>
                  <a:pt x="1334303" y="549937"/>
                </a:lnTo>
                <a:lnTo>
                  <a:pt x="1334303" y="552048"/>
                </a:lnTo>
                <a:lnTo>
                  <a:pt x="1334303" y="552892"/>
                </a:lnTo>
                <a:lnTo>
                  <a:pt x="1334303" y="551256"/>
                </a:lnTo>
                <a:lnTo>
                  <a:pt x="1334303" y="549620"/>
                </a:lnTo>
                <a:lnTo>
                  <a:pt x="1334303" y="548248"/>
                </a:lnTo>
                <a:lnTo>
                  <a:pt x="1334303" y="544079"/>
                </a:lnTo>
                <a:lnTo>
                  <a:pt x="1334303" y="538802"/>
                </a:lnTo>
                <a:lnTo>
                  <a:pt x="1334303" y="523076"/>
                </a:lnTo>
                <a:lnTo>
                  <a:pt x="1334303" y="521070"/>
                </a:lnTo>
                <a:lnTo>
                  <a:pt x="1334303" y="519276"/>
                </a:lnTo>
                <a:lnTo>
                  <a:pt x="1334303" y="516374"/>
                </a:lnTo>
                <a:lnTo>
                  <a:pt x="1334303" y="513049"/>
                </a:lnTo>
                <a:lnTo>
                  <a:pt x="1334303" y="508933"/>
                </a:lnTo>
                <a:lnTo>
                  <a:pt x="1334303" y="507297"/>
                </a:lnTo>
                <a:lnTo>
                  <a:pt x="1334303" y="503867"/>
                </a:lnTo>
                <a:lnTo>
                  <a:pt x="1334303" y="484711"/>
                </a:lnTo>
                <a:lnTo>
                  <a:pt x="1334303" y="482864"/>
                </a:lnTo>
                <a:lnTo>
                  <a:pt x="1334303" y="479644"/>
                </a:lnTo>
                <a:lnTo>
                  <a:pt x="1334303" y="476689"/>
                </a:lnTo>
                <a:lnTo>
                  <a:pt x="1334303" y="466188"/>
                </a:lnTo>
                <a:lnTo>
                  <a:pt x="1334303" y="464182"/>
                </a:lnTo>
                <a:lnTo>
                  <a:pt x="1334303" y="455897"/>
                </a:lnTo>
                <a:lnTo>
                  <a:pt x="1334303" y="449089"/>
                </a:lnTo>
                <a:lnTo>
                  <a:pt x="1334303" y="442282"/>
                </a:lnTo>
                <a:lnTo>
                  <a:pt x="1334303" y="437955"/>
                </a:lnTo>
                <a:lnTo>
                  <a:pt x="1334303" y="436688"/>
                </a:lnTo>
                <a:lnTo>
                  <a:pt x="1334303" y="436477"/>
                </a:lnTo>
                <a:lnTo>
                  <a:pt x="1334303" y="437849"/>
                </a:lnTo>
                <a:lnTo>
                  <a:pt x="1334303" y="441279"/>
                </a:lnTo>
                <a:lnTo>
                  <a:pt x="1325915" y="448509"/>
                </a:lnTo>
                <a:lnTo>
                  <a:pt x="1321695" y="452678"/>
                </a:lnTo>
                <a:lnTo>
                  <a:pt x="1321326" y="458166"/>
                </a:lnTo>
                <a:lnTo>
                  <a:pt x="1323752" y="463496"/>
                </a:lnTo>
                <a:lnTo>
                  <a:pt x="1326917" y="468404"/>
                </a:lnTo>
                <a:lnTo>
                  <a:pt x="1328606" y="473734"/>
                </a:lnTo>
                <a:lnTo>
                  <a:pt x="1330980" y="492679"/>
                </a:lnTo>
                <a:lnTo>
                  <a:pt x="1330874" y="494843"/>
                </a:lnTo>
                <a:lnTo>
                  <a:pt x="1328131" y="500331"/>
                </a:lnTo>
                <a:lnTo>
                  <a:pt x="1327023" y="512680"/>
                </a:lnTo>
                <a:lnTo>
                  <a:pt x="1328236" y="530042"/>
                </a:lnTo>
                <a:lnTo>
                  <a:pt x="1330083" y="540702"/>
                </a:lnTo>
                <a:lnTo>
                  <a:pt x="1329291" y="546506"/>
                </a:lnTo>
                <a:lnTo>
                  <a:pt x="1324280" y="558961"/>
                </a:lnTo>
                <a:lnTo>
                  <a:pt x="1322750" y="565821"/>
                </a:lnTo>
                <a:lnTo>
                  <a:pt x="1322644" y="568618"/>
                </a:lnTo>
                <a:lnTo>
                  <a:pt x="1328553" y="581653"/>
                </a:lnTo>
                <a:lnTo>
                  <a:pt x="1329924" y="586771"/>
                </a:lnTo>
                <a:lnTo>
                  <a:pt x="1330610" y="592101"/>
                </a:lnTo>
                <a:lnTo>
                  <a:pt x="1324385" y="589516"/>
                </a:lnTo>
                <a:lnTo>
                  <a:pt x="1321431" y="589621"/>
                </a:lnTo>
                <a:lnTo>
                  <a:pt x="1318530" y="590413"/>
                </a:lnTo>
                <a:lnTo>
                  <a:pt x="1311988" y="591257"/>
                </a:lnTo>
                <a:lnTo>
                  <a:pt x="1305394" y="591415"/>
                </a:lnTo>
                <a:lnTo>
                  <a:pt x="1303073" y="592365"/>
                </a:lnTo>
                <a:lnTo>
                  <a:pt x="1298325" y="595848"/>
                </a:lnTo>
                <a:lnTo>
                  <a:pt x="1295476" y="597220"/>
                </a:lnTo>
                <a:lnTo>
                  <a:pt x="1292997" y="597484"/>
                </a:lnTo>
                <a:lnTo>
                  <a:pt x="1284556" y="593157"/>
                </a:lnTo>
                <a:lnTo>
                  <a:pt x="1279597" y="588460"/>
                </a:lnTo>
                <a:lnTo>
                  <a:pt x="1275008" y="583341"/>
                </a:lnTo>
                <a:lnTo>
                  <a:pt x="1274164" y="577484"/>
                </a:lnTo>
                <a:lnTo>
                  <a:pt x="1275799" y="571520"/>
                </a:lnTo>
                <a:lnTo>
                  <a:pt x="1278067" y="565082"/>
                </a:lnTo>
                <a:lnTo>
                  <a:pt x="1282604" y="554422"/>
                </a:lnTo>
                <a:lnTo>
                  <a:pt x="1282393" y="547298"/>
                </a:lnTo>
                <a:lnTo>
                  <a:pt x="1283923" y="541440"/>
                </a:lnTo>
                <a:lnTo>
                  <a:pt x="1286508" y="535741"/>
                </a:lnTo>
                <a:lnTo>
                  <a:pt x="1287458" y="530517"/>
                </a:lnTo>
                <a:lnTo>
                  <a:pt x="1288091" y="509936"/>
                </a:lnTo>
                <a:lnTo>
                  <a:pt x="1287405" y="508141"/>
                </a:lnTo>
                <a:lnTo>
                  <a:pt x="1281233" y="495951"/>
                </a:lnTo>
                <a:lnTo>
                  <a:pt x="1280494" y="493893"/>
                </a:lnTo>
                <a:lnTo>
                  <a:pt x="1280441" y="490568"/>
                </a:lnTo>
                <a:lnTo>
                  <a:pt x="1281127" y="487455"/>
                </a:lnTo>
                <a:lnTo>
                  <a:pt x="1281285" y="484605"/>
                </a:lnTo>
                <a:lnTo>
                  <a:pt x="1279808" y="482441"/>
                </a:lnTo>
                <a:lnTo>
                  <a:pt x="1277329" y="480436"/>
                </a:lnTo>
                <a:lnTo>
                  <a:pt x="1274269" y="479592"/>
                </a:lnTo>
                <a:lnTo>
                  <a:pt x="1267833" y="480436"/>
                </a:lnTo>
                <a:lnTo>
                  <a:pt x="1254908" y="483761"/>
                </a:lnTo>
                <a:lnTo>
                  <a:pt x="1251057" y="480858"/>
                </a:lnTo>
                <a:lnTo>
                  <a:pt x="1248209" y="476373"/>
                </a:lnTo>
                <a:lnTo>
                  <a:pt x="1246362" y="470145"/>
                </a:lnTo>
                <a:lnTo>
                  <a:pt x="1245255" y="463655"/>
                </a:lnTo>
                <a:lnTo>
                  <a:pt x="1245782" y="457533"/>
                </a:lnTo>
                <a:lnTo>
                  <a:pt x="1247681" y="451623"/>
                </a:lnTo>
                <a:lnTo>
                  <a:pt x="1246151" y="447454"/>
                </a:lnTo>
                <a:lnTo>
                  <a:pt x="1243777" y="442968"/>
                </a:lnTo>
                <a:lnTo>
                  <a:pt x="1243725" y="440646"/>
                </a:lnTo>
                <a:lnTo>
                  <a:pt x="1245096" y="438588"/>
                </a:lnTo>
                <a:lnTo>
                  <a:pt x="1247417" y="436899"/>
                </a:lnTo>
                <a:lnTo>
                  <a:pt x="1250319" y="435896"/>
                </a:lnTo>
                <a:lnTo>
                  <a:pt x="1252957" y="434102"/>
                </a:lnTo>
                <a:lnTo>
                  <a:pt x="1260026" y="428086"/>
                </a:lnTo>
                <a:lnTo>
                  <a:pt x="1262294" y="422756"/>
                </a:lnTo>
                <a:lnTo>
                  <a:pt x="1262452" y="416213"/>
                </a:lnTo>
                <a:lnTo>
                  <a:pt x="1264246" y="409985"/>
                </a:lnTo>
                <a:lnTo>
                  <a:pt x="1267886" y="404233"/>
                </a:lnTo>
                <a:lnTo>
                  <a:pt x="1272159" y="398903"/>
                </a:lnTo>
                <a:lnTo>
                  <a:pt x="1273531" y="393362"/>
                </a:lnTo>
                <a:lnTo>
                  <a:pt x="1271420" y="384655"/>
                </a:lnTo>
                <a:lnTo>
                  <a:pt x="1272264" y="380644"/>
                </a:lnTo>
                <a:lnTo>
                  <a:pt x="1271526" y="376000"/>
                </a:lnTo>
                <a:lnTo>
                  <a:pt x="1271473" y="371356"/>
                </a:lnTo>
                <a:lnTo>
                  <a:pt x="1274111" y="362649"/>
                </a:lnTo>
                <a:lnTo>
                  <a:pt x="1281971" y="344918"/>
                </a:lnTo>
                <a:lnTo>
                  <a:pt x="1289673" y="335472"/>
                </a:lnTo>
                <a:lnTo>
                  <a:pt x="1292680" y="332991"/>
                </a:lnTo>
                <a:lnTo>
                  <a:pt x="1296690" y="337371"/>
                </a:lnTo>
                <a:lnTo>
                  <a:pt x="1299696" y="342543"/>
                </a:lnTo>
                <a:lnTo>
                  <a:pt x="1299749" y="337846"/>
                </a:lnTo>
                <a:lnTo>
                  <a:pt x="1298958" y="333255"/>
                </a:lnTo>
                <a:lnTo>
                  <a:pt x="1295898" y="322595"/>
                </a:lnTo>
                <a:lnTo>
                  <a:pt x="1293261" y="301697"/>
                </a:lnTo>
                <a:lnTo>
                  <a:pt x="1293999" y="299745"/>
                </a:lnTo>
                <a:lnTo>
                  <a:pt x="1296690" y="300062"/>
                </a:lnTo>
                <a:lnTo>
                  <a:pt x="1299380" y="298215"/>
                </a:lnTo>
                <a:lnTo>
                  <a:pt x="1300857" y="294943"/>
                </a:lnTo>
                <a:lnTo>
                  <a:pt x="1298008" y="287185"/>
                </a:lnTo>
                <a:lnTo>
                  <a:pt x="1297850" y="284441"/>
                </a:lnTo>
                <a:lnTo>
                  <a:pt x="1303336" y="273570"/>
                </a:lnTo>
                <a:lnTo>
                  <a:pt x="1307821" y="269612"/>
                </a:lnTo>
                <a:lnTo>
                  <a:pt x="1309772" y="267132"/>
                </a:lnTo>
                <a:lnTo>
                  <a:pt x="1310880" y="260483"/>
                </a:lnTo>
                <a:lnTo>
                  <a:pt x="1313254" y="258002"/>
                </a:lnTo>
                <a:lnTo>
                  <a:pt x="1316208" y="256208"/>
                </a:lnTo>
                <a:lnTo>
                  <a:pt x="1320059" y="251617"/>
                </a:lnTo>
                <a:lnTo>
                  <a:pt x="1322170" y="245812"/>
                </a:lnTo>
                <a:lnTo>
                  <a:pt x="1323436" y="245390"/>
                </a:lnTo>
                <a:lnTo>
                  <a:pt x="1324913" y="245179"/>
                </a:lnTo>
                <a:lnTo>
                  <a:pt x="1327287" y="250192"/>
                </a:lnTo>
                <a:lnTo>
                  <a:pt x="1329872" y="252250"/>
                </a:lnTo>
                <a:lnTo>
                  <a:pt x="1334303" y="253886"/>
                </a:lnTo>
                <a:lnTo>
                  <a:pt x="1334303" y="251986"/>
                </a:lnTo>
                <a:lnTo>
                  <a:pt x="1334303" y="249453"/>
                </a:lnTo>
                <a:lnTo>
                  <a:pt x="1334303" y="247237"/>
                </a:lnTo>
                <a:lnTo>
                  <a:pt x="1334303" y="244968"/>
                </a:lnTo>
                <a:lnTo>
                  <a:pt x="1334303" y="242382"/>
                </a:lnTo>
                <a:lnTo>
                  <a:pt x="1334303" y="236419"/>
                </a:lnTo>
                <a:lnTo>
                  <a:pt x="1334303" y="230930"/>
                </a:lnTo>
                <a:lnTo>
                  <a:pt x="1334303" y="229031"/>
                </a:lnTo>
                <a:lnTo>
                  <a:pt x="1334303" y="227817"/>
                </a:lnTo>
                <a:lnTo>
                  <a:pt x="1334303" y="227078"/>
                </a:lnTo>
                <a:lnTo>
                  <a:pt x="1334303" y="226972"/>
                </a:lnTo>
                <a:lnTo>
                  <a:pt x="1334303" y="230455"/>
                </a:lnTo>
                <a:lnTo>
                  <a:pt x="1334303" y="231089"/>
                </a:lnTo>
                <a:lnTo>
                  <a:pt x="1334303" y="230825"/>
                </a:lnTo>
                <a:lnTo>
                  <a:pt x="1334303" y="231405"/>
                </a:lnTo>
                <a:lnTo>
                  <a:pt x="1334303" y="232988"/>
                </a:lnTo>
                <a:lnTo>
                  <a:pt x="1334303" y="236049"/>
                </a:lnTo>
                <a:lnTo>
                  <a:pt x="1334303" y="238741"/>
                </a:lnTo>
                <a:lnTo>
                  <a:pt x="1334303" y="240060"/>
                </a:lnTo>
                <a:lnTo>
                  <a:pt x="1334303" y="240693"/>
                </a:lnTo>
                <a:lnTo>
                  <a:pt x="1334303" y="239585"/>
                </a:lnTo>
                <a:lnTo>
                  <a:pt x="1334303" y="242646"/>
                </a:lnTo>
                <a:lnTo>
                  <a:pt x="1334303" y="243332"/>
                </a:lnTo>
                <a:lnTo>
                  <a:pt x="1334303" y="245126"/>
                </a:lnTo>
                <a:lnTo>
                  <a:pt x="1334303" y="247395"/>
                </a:lnTo>
                <a:lnTo>
                  <a:pt x="1334303" y="251511"/>
                </a:lnTo>
                <a:lnTo>
                  <a:pt x="1334303" y="252408"/>
                </a:lnTo>
                <a:lnTo>
                  <a:pt x="1334303" y="252197"/>
                </a:lnTo>
                <a:lnTo>
                  <a:pt x="1334303" y="248345"/>
                </a:lnTo>
                <a:lnTo>
                  <a:pt x="1334303" y="247501"/>
                </a:lnTo>
                <a:lnTo>
                  <a:pt x="1334303" y="247342"/>
                </a:lnTo>
                <a:lnTo>
                  <a:pt x="1334303" y="248081"/>
                </a:lnTo>
                <a:lnTo>
                  <a:pt x="1334303" y="252831"/>
                </a:lnTo>
                <a:lnTo>
                  <a:pt x="1334303" y="252197"/>
                </a:lnTo>
                <a:lnTo>
                  <a:pt x="1334303" y="243121"/>
                </a:lnTo>
                <a:lnTo>
                  <a:pt x="1334303" y="234519"/>
                </a:lnTo>
                <a:lnTo>
                  <a:pt x="1334303" y="232144"/>
                </a:lnTo>
                <a:lnTo>
                  <a:pt x="1334303" y="228239"/>
                </a:lnTo>
                <a:lnTo>
                  <a:pt x="1334303" y="223595"/>
                </a:lnTo>
                <a:lnTo>
                  <a:pt x="1334303" y="222328"/>
                </a:lnTo>
                <a:lnTo>
                  <a:pt x="1334303" y="221009"/>
                </a:lnTo>
                <a:lnTo>
                  <a:pt x="1334303" y="219584"/>
                </a:lnTo>
                <a:lnTo>
                  <a:pt x="1334303" y="213885"/>
                </a:lnTo>
                <a:lnTo>
                  <a:pt x="1334303" y="208819"/>
                </a:lnTo>
                <a:lnTo>
                  <a:pt x="1334303" y="207288"/>
                </a:lnTo>
                <a:lnTo>
                  <a:pt x="1334303" y="208080"/>
                </a:lnTo>
                <a:lnTo>
                  <a:pt x="1334303" y="210296"/>
                </a:lnTo>
                <a:lnTo>
                  <a:pt x="1334303" y="217790"/>
                </a:lnTo>
                <a:lnTo>
                  <a:pt x="1334303" y="219004"/>
                </a:lnTo>
                <a:lnTo>
                  <a:pt x="1334303" y="222751"/>
                </a:lnTo>
                <a:lnTo>
                  <a:pt x="1334303" y="224281"/>
                </a:lnTo>
                <a:lnTo>
                  <a:pt x="1334303" y="234783"/>
                </a:lnTo>
                <a:lnTo>
                  <a:pt x="1334303" y="239902"/>
                </a:lnTo>
                <a:lnTo>
                  <a:pt x="1334303" y="244545"/>
                </a:lnTo>
                <a:close/>
                <a:moveTo>
                  <a:pt x="641856" y="614107"/>
                </a:moveTo>
                <a:lnTo>
                  <a:pt x="647184" y="620123"/>
                </a:lnTo>
                <a:lnTo>
                  <a:pt x="651826" y="623342"/>
                </a:lnTo>
                <a:lnTo>
                  <a:pt x="657313" y="625084"/>
                </a:lnTo>
                <a:lnTo>
                  <a:pt x="663063" y="625242"/>
                </a:lnTo>
                <a:lnTo>
                  <a:pt x="668760" y="625981"/>
                </a:lnTo>
                <a:lnTo>
                  <a:pt x="675355" y="628303"/>
                </a:lnTo>
                <a:lnTo>
                  <a:pt x="682160" y="629358"/>
                </a:lnTo>
                <a:lnTo>
                  <a:pt x="685272" y="628936"/>
                </a:lnTo>
                <a:lnTo>
                  <a:pt x="688279" y="627775"/>
                </a:lnTo>
                <a:lnTo>
                  <a:pt x="690442" y="627670"/>
                </a:lnTo>
                <a:lnTo>
                  <a:pt x="692289" y="628778"/>
                </a:lnTo>
                <a:lnTo>
                  <a:pt x="696984" y="633897"/>
                </a:lnTo>
                <a:lnTo>
                  <a:pt x="702101" y="638541"/>
                </a:lnTo>
                <a:lnTo>
                  <a:pt x="703261" y="640915"/>
                </a:lnTo>
                <a:lnTo>
                  <a:pt x="706743" y="652156"/>
                </a:lnTo>
                <a:lnTo>
                  <a:pt x="710647" y="655428"/>
                </a:lnTo>
                <a:lnTo>
                  <a:pt x="716028" y="656325"/>
                </a:lnTo>
                <a:lnTo>
                  <a:pt x="722306" y="656325"/>
                </a:lnTo>
                <a:lnTo>
                  <a:pt x="728583" y="656800"/>
                </a:lnTo>
                <a:lnTo>
                  <a:pt x="743143" y="659438"/>
                </a:lnTo>
                <a:lnTo>
                  <a:pt x="748946" y="659069"/>
                </a:lnTo>
                <a:lnTo>
                  <a:pt x="754063" y="656430"/>
                </a:lnTo>
                <a:lnTo>
                  <a:pt x="758600" y="658172"/>
                </a:lnTo>
                <a:lnTo>
                  <a:pt x="770945" y="661285"/>
                </a:lnTo>
                <a:lnTo>
                  <a:pt x="777011" y="662024"/>
                </a:lnTo>
                <a:lnTo>
                  <a:pt x="783922" y="661127"/>
                </a:lnTo>
                <a:lnTo>
                  <a:pt x="790833" y="660916"/>
                </a:lnTo>
                <a:lnTo>
                  <a:pt x="794156" y="661813"/>
                </a:lnTo>
                <a:lnTo>
                  <a:pt x="797322" y="663185"/>
                </a:lnTo>
                <a:lnTo>
                  <a:pt x="800065" y="663713"/>
                </a:lnTo>
                <a:lnTo>
                  <a:pt x="802861" y="663660"/>
                </a:lnTo>
                <a:lnTo>
                  <a:pt x="807872" y="661022"/>
                </a:lnTo>
                <a:lnTo>
                  <a:pt x="811196" y="656219"/>
                </a:lnTo>
                <a:lnTo>
                  <a:pt x="813834" y="650098"/>
                </a:lnTo>
                <a:lnTo>
                  <a:pt x="815944" y="643765"/>
                </a:lnTo>
                <a:lnTo>
                  <a:pt x="817368" y="641021"/>
                </a:lnTo>
                <a:lnTo>
                  <a:pt x="819267" y="638593"/>
                </a:lnTo>
                <a:lnTo>
                  <a:pt x="821747" y="637063"/>
                </a:lnTo>
                <a:lnTo>
                  <a:pt x="824437" y="636060"/>
                </a:lnTo>
                <a:lnTo>
                  <a:pt x="831664" y="636694"/>
                </a:lnTo>
                <a:lnTo>
                  <a:pt x="833194" y="638224"/>
                </a:lnTo>
                <a:lnTo>
                  <a:pt x="841266" y="648990"/>
                </a:lnTo>
                <a:lnTo>
                  <a:pt x="842743" y="649939"/>
                </a:lnTo>
                <a:lnTo>
                  <a:pt x="851183" y="650625"/>
                </a:lnTo>
                <a:lnTo>
                  <a:pt x="853557" y="650256"/>
                </a:lnTo>
                <a:lnTo>
                  <a:pt x="858674" y="648092"/>
                </a:lnTo>
                <a:lnTo>
                  <a:pt x="861629" y="647881"/>
                </a:lnTo>
                <a:lnTo>
                  <a:pt x="867115" y="650573"/>
                </a:lnTo>
                <a:lnTo>
                  <a:pt x="869436" y="652842"/>
                </a:lnTo>
                <a:lnTo>
                  <a:pt x="872074" y="654478"/>
                </a:lnTo>
                <a:lnTo>
                  <a:pt x="885368" y="656219"/>
                </a:lnTo>
                <a:lnTo>
                  <a:pt x="890485" y="660810"/>
                </a:lnTo>
                <a:lnTo>
                  <a:pt x="893123" y="661444"/>
                </a:lnTo>
                <a:lnTo>
                  <a:pt x="902355" y="660863"/>
                </a:lnTo>
                <a:lnTo>
                  <a:pt x="908790" y="661338"/>
                </a:lnTo>
                <a:lnTo>
                  <a:pt x="914330" y="662552"/>
                </a:lnTo>
                <a:lnTo>
                  <a:pt x="916862" y="669148"/>
                </a:lnTo>
                <a:lnTo>
                  <a:pt x="918919" y="675850"/>
                </a:lnTo>
                <a:lnTo>
                  <a:pt x="920133" y="678120"/>
                </a:lnTo>
                <a:lnTo>
                  <a:pt x="925566" y="680442"/>
                </a:lnTo>
                <a:lnTo>
                  <a:pt x="927782" y="682500"/>
                </a:lnTo>
                <a:lnTo>
                  <a:pt x="927202" y="689255"/>
                </a:lnTo>
                <a:lnTo>
                  <a:pt x="927835" y="695587"/>
                </a:lnTo>
                <a:lnTo>
                  <a:pt x="939388" y="701181"/>
                </a:lnTo>
                <a:lnTo>
                  <a:pt x="951732" y="704347"/>
                </a:lnTo>
                <a:lnTo>
                  <a:pt x="964921" y="704664"/>
                </a:lnTo>
                <a:lnTo>
                  <a:pt x="978056" y="703556"/>
                </a:lnTo>
                <a:lnTo>
                  <a:pt x="984862" y="702184"/>
                </a:lnTo>
                <a:lnTo>
                  <a:pt x="993355" y="699809"/>
                </a:lnTo>
                <a:lnTo>
                  <a:pt x="995149" y="699862"/>
                </a:lnTo>
                <a:lnTo>
                  <a:pt x="1011608" y="707144"/>
                </a:lnTo>
                <a:lnTo>
                  <a:pt x="1012979" y="708252"/>
                </a:lnTo>
                <a:lnTo>
                  <a:pt x="1014826" y="713741"/>
                </a:lnTo>
                <a:lnTo>
                  <a:pt x="1014773" y="719493"/>
                </a:lnTo>
                <a:lnTo>
                  <a:pt x="1011713" y="733108"/>
                </a:lnTo>
                <a:lnTo>
                  <a:pt x="1011502" y="736855"/>
                </a:lnTo>
                <a:lnTo>
                  <a:pt x="1011819" y="740602"/>
                </a:lnTo>
                <a:lnTo>
                  <a:pt x="1015089" y="748728"/>
                </a:lnTo>
                <a:lnTo>
                  <a:pt x="1016830" y="751103"/>
                </a:lnTo>
                <a:lnTo>
                  <a:pt x="1022792" y="755378"/>
                </a:lnTo>
                <a:lnTo>
                  <a:pt x="1023003" y="757594"/>
                </a:lnTo>
                <a:lnTo>
                  <a:pt x="1022211" y="759863"/>
                </a:lnTo>
                <a:lnTo>
                  <a:pt x="1015617" y="758333"/>
                </a:lnTo>
                <a:lnTo>
                  <a:pt x="1011608" y="756433"/>
                </a:lnTo>
                <a:lnTo>
                  <a:pt x="1009287" y="753372"/>
                </a:lnTo>
                <a:lnTo>
                  <a:pt x="1006016" y="751684"/>
                </a:lnTo>
                <a:lnTo>
                  <a:pt x="999844" y="752264"/>
                </a:lnTo>
                <a:lnTo>
                  <a:pt x="988238" y="749203"/>
                </a:lnTo>
                <a:lnTo>
                  <a:pt x="975208" y="744454"/>
                </a:lnTo>
                <a:lnTo>
                  <a:pt x="951996" y="734375"/>
                </a:lnTo>
                <a:lnTo>
                  <a:pt x="945718" y="734427"/>
                </a:lnTo>
                <a:lnTo>
                  <a:pt x="939651" y="735747"/>
                </a:lnTo>
                <a:lnTo>
                  <a:pt x="933268" y="738280"/>
                </a:lnTo>
                <a:lnTo>
                  <a:pt x="926621" y="740127"/>
                </a:lnTo>
                <a:lnTo>
                  <a:pt x="921715" y="740813"/>
                </a:lnTo>
                <a:lnTo>
                  <a:pt x="916809" y="740338"/>
                </a:lnTo>
                <a:lnTo>
                  <a:pt x="904465" y="737910"/>
                </a:lnTo>
                <a:lnTo>
                  <a:pt x="891962" y="736327"/>
                </a:lnTo>
                <a:lnTo>
                  <a:pt x="860046" y="735324"/>
                </a:lnTo>
                <a:lnTo>
                  <a:pt x="851025" y="733055"/>
                </a:lnTo>
                <a:lnTo>
                  <a:pt x="836043" y="731894"/>
                </a:lnTo>
                <a:lnTo>
                  <a:pt x="824173" y="729889"/>
                </a:lnTo>
                <a:lnTo>
                  <a:pt x="812409" y="727092"/>
                </a:lnTo>
                <a:lnTo>
                  <a:pt x="782445" y="713477"/>
                </a:lnTo>
                <a:lnTo>
                  <a:pt x="772633" y="710152"/>
                </a:lnTo>
                <a:lnTo>
                  <a:pt x="742510" y="703661"/>
                </a:lnTo>
                <a:lnTo>
                  <a:pt x="737868" y="703134"/>
                </a:lnTo>
                <a:lnTo>
                  <a:pt x="726948" y="703608"/>
                </a:lnTo>
                <a:lnTo>
                  <a:pt x="720037" y="701709"/>
                </a:lnTo>
                <a:lnTo>
                  <a:pt x="713971" y="701656"/>
                </a:lnTo>
                <a:lnTo>
                  <a:pt x="705002" y="703767"/>
                </a:lnTo>
                <a:lnTo>
                  <a:pt x="702206" y="705297"/>
                </a:lnTo>
                <a:lnTo>
                  <a:pt x="698725" y="708516"/>
                </a:lnTo>
                <a:lnTo>
                  <a:pt x="692605" y="708358"/>
                </a:lnTo>
                <a:lnTo>
                  <a:pt x="686539" y="707725"/>
                </a:lnTo>
                <a:lnTo>
                  <a:pt x="670501" y="704664"/>
                </a:lnTo>
                <a:lnTo>
                  <a:pt x="664540" y="702764"/>
                </a:lnTo>
                <a:lnTo>
                  <a:pt x="658843" y="700020"/>
                </a:lnTo>
                <a:lnTo>
                  <a:pt x="653673" y="696379"/>
                </a:lnTo>
                <a:lnTo>
                  <a:pt x="650982" y="695059"/>
                </a:lnTo>
                <a:lnTo>
                  <a:pt x="637161" y="691365"/>
                </a:lnTo>
                <a:lnTo>
                  <a:pt x="625872" y="690046"/>
                </a:lnTo>
                <a:lnTo>
                  <a:pt x="602660" y="688410"/>
                </a:lnTo>
                <a:lnTo>
                  <a:pt x="597596" y="687249"/>
                </a:lnTo>
                <a:lnTo>
                  <a:pt x="593375" y="685930"/>
                </a:lnTo>
                <a:lnTo>
                  <a:pt x="591054" y="682922"/>
                </a:lnTo>
                <a:lnTo>
                  <a:pt x="591371" y="679070"/>
                </a:lnTo>
                <a:lnTo>
                  <a:pt x="593006" y="675798"/>
                </a:lnTo>
                <a:lnTo>
                  <a:pt x="595327" y="672473"/>
                </a:lnTo>
                <a:lnTo>
                  <a:pt x="596804" y="669307"/>
                </a:lnTo>
                <a:lnTo>
                  <a:pt x="579817" y="662657"/>
                </a:lnTo>
                <a:lnTo>
                  <a:pt x="566418" y="659016"/>
                </a:lnTo>
                <a:lnTo>
                  <a:pt x="560668" y="658330"/>
                </a:lnTo>
                <a:lnTo>
                  <a:pt x="554865" y="658330"/>
                </a:lnTo>
                <a:lnTo>
                  <a:pt x="548323" y="659069"/>
                </a:lnTo>
                <a:lnTo>
                  <a:pt x="541835" y="658752"/>
                </a:lnTo>
                <a:lnTo>
                  <a:pt x="538828" y="657644"/>
                </a:lnTo>
                <a:lnTo>
                  <a:pt x="535715" y="657275"/>
                </a:lnTo>
                <a:lnTo>
                  <a:pt x="532603" y="658066"/>
                </a:lnTo>
                <a:lnTo>
                  <a:pt x="530071" y="657750"/>
                </a:lnTo>
                <a:lnTo>
                  <a:pt x="529438" y="654742"/>
                </a:lnTo>
                <a:lnTo>
                  <a:pt x="531020" y="652156"/>
                </a:lnTo>
                <a:lnTo>
                  <a:pt x="534344" y="649253"/>
                </a:lnTo>
                <a:lnTo>
                  <a:pt x="536190" y="648726"/>
                </a:lnTo>
                <a:lnTo>
                  <a:pt x="537034" y="653317"/>
                </a:lnTo>
                <a:lnTo>
                  <a:pt x="537984" y="654214"/>
                </a:lnTo>
                <a:lnTo>
                  <a:pt x="540885" y="655217"/>
                </a:lnTo>
                <a:lnTo>
                  <a:pt x="542151" y="654953"/>
                </a:lnTo>
                <a:lnTo>
                  <a:pt x="547268" y="649095"/>
                </a:lnTo>
                <a:lnTo>
                  <a:pt x="548693" y="646245"/>
                </a:lnTo>
                <a:lnTo>
                  <a:pt x="551172" y="638488"/>
                </a:lnTo>
                <a:lnTo>
                  <a:pt x="553863" y="639966"/>
                </a:lnTo>
                <a:lnTo>
                  <a:pt x="556553" y="639016"/>
                </a:lnTo>
                <a:lnTo>
                  <a:pt x="558136" y="637802"/>
                </a:lnTo>
                <a:lnTo>
                  <a:pt x="562409" y="619807"/>
                </a:lnTo>
                <a:lnTo>
                  <a:pt x="565996" y="614582"/>
                </a:lnTo>
                <a:lnTo>
                  <a:pt x="570902" y="610202"/>
                </a:lnTo>
                <a:lnTo>
                  <a:pt x="573329" y="609147"/>
                </a:lnTo>
                <a:lnTo>
                  <a:pt x="578129" y="611838"/>
                </a:lnTo>
                <a:lnTo>
                  <a:pt x="587836" y="612841"/>
                </a:lnTo>
                <a:lnTo>
                  <a:pt x="593586" y="614635"/>
                </a:lnTo>
                <a:lnTo>
                  <a:pt x="599389" y="614846"/>
                </a:lnTo>
                <a:lnTo>
                  <a:pt x="605034" y="615690"/>
                </a:lnTo>
                <a:lnTo>
                  <a:pt x="612894" y="618857"/>
                </a:lnTo>
                <a:lnTo>
                  <a:pt x="615690" y="618540"/>
                </a:lnTo>
                <a:lnTo>
                  <a:pt x="618539" y="617537"/>
                </a:lnTo>
                <a:lnTo>
                  <a:pt x="622759" y="614107"/>
                </a:lnTo>
                <a:lnTo>
                  <a:pt x="624553" y="608619"/>
                </a:lnTo>
                <a:lnTo>
                  <a:pt x="630672" y="611416"/>
                </a:lnTo>
                <a:lnTo>
                  <a:pt x="639640" y="612524"/>
                </a:lnTo>
                <a:lnTo>
                  <a:pt x="641856" y="614107"/>
                </a:lnTo>
                <a:close/>
                <a:moveTo>
                  <a:pt x="760816" y="190032"/>
                </a:moveTo>
                <a:lnTo>
                  <a:pt x="756068" y="196998"/>
                </a:lnTo>
                <a:lnTo>
                  <a:pt x="756596" y="199531"/>
                </a:lnTo>
                <a:lnTo>
                  <a:pt x="757756" y="201747"/>
                </a:lnTo>
                <a:lnTo>
                  <a:pt x="761185" y="203278"/>
                </a:lnTo>
                <a:lnTo>
                  <a:pt x="762135" y="211827"/>
                </a:lnTo>
                <a:lnTo>
                  <a:pt x="766461" y="216682"/>
                </a:lnTo>
                <a:lnTo>
                  <a:pt x="770786" y="221115"/>
                </a:lnTo>
                <a:lnTo>
                  <a:pt x="774004" y="223278"/>
                </a:lnTo>
                <a:lnTo>
                  <a:pt x="777486" y="226445"/>
                </a:lnTo>
                <a:lnTo>
                  <a:pt x="779966" y="229347"/>
                </a:lnTo>
                <a:lnTo>
                  <a:pt x="782551" y="231827"/>
                </a:lnTo>
                <a:lnTo>
                  <a:pt x="786454" y="234255"/>
                </a:lnTo>
                <a:lnTo>
                  <a:pt x="797005" y="244493"/>
                </a:lnTo>
                <a:lnTo>
                  <a:pt x="801436" y="247501"/>
                </a:lnTo>
                <a:lnTo>
                  <a:pt x="804707" y="250509"/>
                </a:lnTo>
                <a:lnTo>
                  <a:pt x="807081" y="251564"/>
                </a:lnTo>
                <a:lnTo>
                  <a:pt x="812831" y="250720"/>
                </a:lnTo>
                <a:lnTo>
                  <a:pt x="829871" y="243384"/>
                </a:lnTo>
                <a:lnTo>
                  <a:pt x="832930" y="242910"/>
                </a:lnTo>
                <a:lnTo>
                  <a:pt x="838470" y="241590"/>
                </a:lnTo>
                <a:lnTo>
                  <a:pt x="848282" y="242012"/>
                </a:lnTo>
                <a:lnTo>
                  <a:pt x="858622" y="244493"/>
                </a:lnTo>
                <a:lnTo>
                  <a:pt x="861998" y="244598"/>
                </a:lnTo>
                <a:lnTo>
                  <a:pt x="865163" y="243068"/>
                </a:lnTo>
                <a:lnTo>
                  <a:pt x="869594" y="243543"/>
                </a:lnTo>
                <a:lnTo>
                  <a:pt x="873762" y="244334"/>
                </a:lnTo>
                <a:lnTo>
                  <a:pt x="875819" y="243648"/>
                </a:lnTo>
                <a:lnTo>
                  <a:pt x="881833" y="238318"/>
                </a:lnTo>
                <a:lnTo>
                  <a:pt x="890063" y="236735"/>
                </a:lnTo>
                <a:lnTo>
                  <a:pt x="892701" y="231405"/>
                </a:lnTo>
                <a:lnTo>
                  <a:pt x="894705" y="226445"/>
                </a:lnTo>
                <a:lnTo>
                  <a:pt x="895708" y="221115"/>
                </a:lnTo>
                <a:lnTo>
                  <a:pt x="899137" y="218951"/>
                </a:lnTo>
                <a:lnTo>
                  <a:pt x="903937" y="217104"/>
                </a:lnTo>
                <a:lnTo>
                  <a:pt x="911006" y="214782"/>
                </a:lnTo>
                <a:lnTo>
                  <a:pt x="935642" y="214360"/>
                </a:lnTo>
                <a:lnTo>
                  <a:pt x="938016" y="215363"/>
                </a:lnTo>
                <a:lnTo>
                  <a:pt x="938544" y="218107"/>
                </a:lnTo>
                <a:lnTo>
                  <a:pt x="938016" y="220165"/>
                </a:lnTo>
                <a:lnTo>
                  <a:pt x="939018" y="221379"/>
                </a:lnTo>
                <a:lnTo>
                  <a:pt x="942289" y="221484"/>
                </a:lnTo>
                <a:lnTo>
                  <a:pt x="945296" y="222751"/>
                </a:lnTo>
                <a:lnTo>
                  <a:pt x="957588" y="227025"/>
                </a:lnTo>
                <a:lnTo>
                  <a:pt x="962810" y="228344"/>
                </a:lnTo>
                <a:lnTo>
                  <a:pt x="965712" y="228028"/>
                </a:lnTo>
                <a:lnTo>
                  <a:pt x="971462" y="231827"/>
                </a:lnTo>
                <a:lnTo>
                  <a:pt x="974627" y="230508"/>
                </a:lnTo>
                <a:lnTo>
                  <a:pt x="978742" y="227870"/>
                </a:lnTo>
                <a:lnTo>
                  <a:pt x="982699" y="224228"/>
                </a:lnTo>
                <a:lnTo>
                  <a:pt x="986233" y="221379"/>
                </a:lnTo>
                <a:lnTo>
                  <a:pt x="991403" y="220270"/>
                </a:lnTo>
                <a:lnTo>
                  <a:pt x="998050" y="220429"/>
                </a:lnTo>
                <a:lnTo>
                  <a:pt x="1005910" y="219426"/>
                </a:lnTo>
                <a:lnTo>
                  <a:pt x="1011819" y="217896"/>
                </a:lnTo>
                <a:lnTo>
                  <a:pt x="1018466" y="220429"/>
                </a:lnTo>
                <a:lnTo>
                  <a:pt x="1020207" y="219637"/>
                </a:lnTo>
                <a:lnTo>
                  <a:pt x="1021314" y="217157"/>
                </a:lnTo>
                <a:lnTo>
                  <a:pt x="1024743" y="211721"/>
                </a:lnTo>
                <a:lnTo>
                  <a:pt x="1026273" y="208080"/>
                </a:lnTo>
                <a:lnTo>
                  <a:pt x="1027592" y="201061"/>
                </a:lnTo>
                <a:lnTo>
                  <a:pt x="1028542" y="199373"/>
                </a:lnTo>
                <a:lnTo>
                  <a:pt x="1031021" y="198423"/>
                </a:lnTo>
                <a:lnTo>
                  <a:pt x="1033606" y="197104"/>
                </a:lnTo>
                <a:lnTo>
                  <a:pt x="1034292" y="194993"/>
                </a:lnTo>
                <a:lnTo>
                  <a:pt x="1035241" y="192565"/>
                </a:lnTo>
                <a:lnTo>
                  <a:pt x="1034450" y="190507"/>
                </a:lnTo>
                <a:lnTo>
                  <a:pt x="1032973" y="188766"/>
                </a:lnTo>
                <a:lnTo>
                  <a:pt x="1031443" y="182961"/>
                </a:lnTo>
                <a:lnTo>
                  <a:pt x="1031918" y="180269"/>
                </a:lnTo>
                <a:lnTo>
                  <a:pt x="1032868" y="178317"/>
                </a:lnTo>
                <a:lnTo>
                  <a:pt x="1035505" y="177314"/>
                </a:lnTo>
                <a:lnTo>
                  <a:pt x="1042521" y="172987"/>
                </a:lnTo>
                <a:lnTo>
                  <a:pt x="1048746" y="167973"/>
                </a:lnTo>
                <a:lnTo>
                  <a:pt x="1052123" y="165493"/>
                </a:lnTo>
                <a:lnTo>
                  <a:pt x="1053600" y="163910"/>
                </a:lnTo>
                <a:lnTo>
                  <a:pt x="1053705" y="161588"/>
                </a:lnTo>
                <a:lnTo>
                  <a:pt x="1051015" y="159213"/>
                </a:lnTo>
                <a:lnTo>
                  <a:pt x="1048430" y="158052"/>
                </a:lnTo>
                <a:lnTo>
                  <a:pt x="1048219" y="155255"/>
                </a:lnTo>
                <a:lnTo>
                  <a:pt x="1048324" y="153356"/>
                </a:lnTo>
                <a:lnTo>
                  <a:pt x="1049116" y="151509"/>
                </a:lnTo>
                <a:lnTo>
                  <a:pt x="1048746" y="149767"/>
                </a:lnTo>
                <a:lnTo>
                  <a:pt x="1048694" y="147128"/>
                </a:lnTo>
                <a:lnTo>
                  <a:pt x="1050382" y="144279"/>
                </a:lnTo>
                <a:lnTo>
                  <a:pt x="1054180" y="140110"/>
                </a:lnTo>
                <a:lnTo>
                  <a:pt x="1057187" y="137366"/>
                </a:lnTo>
                <a:lnTo>
                  <a:pt x="1060511" y="139054"/>
                </a:lnTo>
                <a:lnTo>
                  <a:pt x="1064414" y="138263"/>
                </a:lnTo>
                <a:lnTo>
                  <a:pt x="1068107" y="136944"/>
                </a:lnTo>
                <a:lnTo>
                  <a:pt x="1070164" y="131983"/>
                </a:lnTo>
                <a:lnTo>
                  <a:pt x="1070481" y="129608"/>
                </a:lnTo>
                <a:lnTo>
                  <a:pt x="1070006" y="127708"/>
                </a:lnTo>
                <a:lnTo>
                  <a:pt x="1071272" y="120690"/>
                </a:lnTo>
                <a:lnTo>
                  <a:pt x="1071589" y="119634"/>
                </a:lnTo>
                <a:lnTo>
                  <a:pt x="1074016" y="115201"/>
                </a:lnTo>
                <a:lnTo>
                  <a:pt x="1074279" y="112246"/>
                </a:lnTo>
                <a:lnTo>
                  <a:pt x="1072908" y="105280"/>
                </a:lnTo>
                <a:lnTo>
                  <a:pt x="1073752" y="100056"/>
                </a:lnTo>
                <a:lnTo>
                  <a:pt x="1074121" y="89185"/>
                </a:lnTo>
                <a:lnTo>
                  <a:pt x="1075598" y="87232"/>
                </a:lnTo>
                <a:lnTo>
                  <a:pt x="1077286" y="81639"/>
                </a:lnTo>
                <a:lnTo>
                  <a:pt x="1079977" y="75781"/>
                </a:lnTo>
                <a:lnTo>
                  <a:pt x="1085410" y="72562"/>
                </a:lnTo>
                <a:lnTo>
                  <a:pt x="1088312" y="68393"/>
                </a:lnTo>
                <a:lnTo>
                  <a:pt x="1089578" y="67601"/>
                </a:lnTo>
                <a:lnTo>
                  <a:pt x="1091424" y="67548"/>
                </a:lnTo>
                <a:lnTo>
                  <a:pt x="1098071" y="70609"/>
                </a:lnTo>
                <a:lnTo>
                  <a:pt x="1103980" y="67232"/>
                </a:lnTo>
                <a:lnTo>
                  <a:pt x="1109361" y="66810"/>
                </a:lnTo>
                <a:lnTo>
                  <a:pt x="1113792" y="67285"/>
                </a:lnTo>
                <a:lnTo>
                  <a:pt x="1116324" y="68709"/>
                </a:lnTo>
                <a:lnTo>
                  <a:pt x="1118804" y="69712"/>
                </a:lnTo>
                <a:lnTo>
                  <a:pt x="1124079" y="66387"/>
                </a:lnTo>
                <a:lnTo>
                  <a:pt x="1126084" y="66968"/>
                </a:lnTo>
                <a:lnTo>
                  <a:pt x="1127983" y="68129"/>
                </a:lnTo>
                <a:lnTo>
                  <a:pt x="1130620" y="68076"/>
                </a:lnTo>
                <a:lnTo>
                  <a:pt x="1133733" y="67232"/>
                </a:lnTo>
                <a:lnTo>
                  <a:pt x="1141435" y="68023"/>
                </a:lnTo>
                <a:lnTo>
                  <a:pt x="1154993" y="68182"/>
                </a:lnTo>
                <a:lnTo>
                  <a:pt x="1164330" y="70187"/>
                </a:lnTo>
                <a:lnTo>
                  <a:pt x="1173457" y="75781"/>
                </a:lnTo>
                <a:lnTo>
                  <a:pt x="1177993" y="76942"/>
                </a:lnTo>
                <a:lnTo>
                  <a:pt x="1179945" y="76942"/>
                </a:lnTo>
                <a:lnTo>
                  <a:pt x="1179523" y="77417"/>
                </a:lnTo>
                <a:lnTo>
                  <a:pt x="1175883" y="78947"/>
                </a:lnTo>
                <a:lnTo>
                  <a:pt x="1174195" y="81955"/>
                </a:lnTo>
                <a:lnTo>
                  <a:pt x="1179154" y="86599"/>
                </a:lnTo>
                <a:lnTo>
                  <a:pt x="1179523" y="89660"/>
                </a:lnTo>
                <a:lnTo>
                  <a:pt x="1183374" y="92404"/>
                </a:lnTo>
                <a:lnTo>
                  <a:pt x="1188069" y="96679"/>
                </a:lnTo>
                <a:lnTo>
                  <a:pt x="1188280" y="98103"/>
                </a:lnTo>
                <a:lnTo>
                  <a:pt x="1189863" y="100003"/>
                </a:lnTo>
                <a:lnTo>
                  <a:pt x="1190654" y="102378"/>
                </a:lnTo>
                <a:lnTo>
                  <a:pt x="1187331" y="104700"/>
                </a:lnTo>
                <a:lnTo>
                  <a:pt x="1182899" y="105175"/>
                </a:lnTo>
                <a:lnTo>
                  <a:pt x="1179576" y="102958"/>
                </a:lnTo>
                <a:lnTo>
                  <a:pt x="1176569" y="100214"/>
                </a:lnTo>
                <a:lnTo>
                  <a:pt x="1175778" y="103592"/>
                </a:lnTo>
                <a:lnTo>
                  <a:pt x="1173404" y="105544"/>
                </a:lnTo>
                <a:lnTo>
                  <a:pt x="1164858" y="105016"/>
                </a:lnTo>
                <a:lnTo>
                  <a:pt x="1158738" y="105016"/>
                </a:lnTo>
                <a:lnTo>
                  <a:pt x="1152619" y="105861"/>
                </a:lnTo>
                <a:lnTo>
                  <a:pt x="1155678" y="106389"/>
                </a:lnTo>
                <a:lnTo>
                  <a:pt x="1158422" y="107497"/>
                </a:lnTo>
                <a:lnTo>
                  <a:pt x="1167917" y="116204"/>
                </a:lnTo>
                <a:lnTo>
                  <a:pt x="1169975" y="119476"/>
                </a:lnTo>
                <a:lnTo>
                  <a:pt x="1166651" y="125861"/>
                </a:lnTo>
                <a:lnTo>
                  <a:pt x="1168234" y="128500"/>
                </a:lnTo>
                <a:lnTo>
                  <a:pt x="1171927" y="130030"/>
                </a:lnTo>
                <a:lnTo>
                  <a:pt x="1176411" y="133197"/>
                </a:lnTo>
                <a:lnTo>
                  <a:pt x="1179576" y="133566"/>
                </a:lnTo>
                <a:lnTo>
                  <a:pt x="1181897" y="135360"/>
                </a:lnTo>
                <a:lnTo>
                  <a:pt x="1181950" y="138474"/>
                </a:lnTo>
                <a:lnTo>
                  <a:pt x="1183321" y="141324"/>
                </a:lnTo>
                <a:lnTo>
                  <a:pt x="1179681" y="142485"/>
                </a:lnTo>
                <a:lnTo>
                  <a:pt x="1183269" y="143223"/>
                </a:lnTo>
                <a:lnTo>
                  <a:pt x="1186487" y="144701"/>
                </a:lnTo>
                <a:lnTo>
                  <a:pt x="1184746" y="146179"/>
                </a:lnTo>
                <a:lnTo>
                  <a:pt x="1183374" y="147973"/>
                </a:lnTo>
                <a:lnTo>
                  <a:pt x="1184851" y="148923"/>
                </a:lnTo>
                <a:lnTo>
                  <a:pt x="1189230" y="150559"/>
                </a:lnTo>
                <a:lnTo>
                  <a:pt x="1191129" y="152089"/>
                </a:lnTo>
                <a:lnTo>
                  <a:pt x="1192131" y="156205"/>
                </a:lnTo>
                <a:lnTo>
                  <a:pt x="1196404" y="162907"/>
                </a:lnTo>
                <a:lnTo>
                  <a:pt x="1204212" y="171562"/>
                </a:lnTo>
                <a:lnTo>
                  <a:pt x="1205953" y="174728"/>
                </a:lnTo>
                <a:lnTo>
                  <a:pt x="1205900" y="177631"/>
                </a:lnTo>
                <a:lnTo>
                  <a:pt x="1204634" y="180164"/>
                </a:lnTo>
                <a:lnTo>
                  <a:pt x="1200150" y="183066"/>
                </a:lnTo>
                <a:lnTo>
                  <a:pt x="1196563" y="186919"/>
                </a:lnTo>
                <a:lnTo>
                  <a:pt x="1196141" y="188291"/>
                </a:lnTo>
                <a:lnTo>
                  <a:pt x="1191287" y="190085"/>
                </a:lnTo>
                <a:lnTo>
                  <a:pt x="1193503" y="191404"/>
                </a:lnTo>
                <a:lnTo>
                  <a:pt x="1195297" y="193198"/>
                </a:lnTo>
                <a:lnTo>
                  <a:pt x="1198620" y="198528"/>
                </a:lnTo>
                <a:lnTo>
                  <a:pt x="1206639" y="207236"/>
                </a:lnTo>
                <a:lnTo>
                  <a:pt x="1210701" y="210508"/>
                </a:lnTo>
                <a:lnTo>
                  <a:pt x="1227318" y="222328"/>
                </a:lnTo>
                <a:lnTo>
                  <a:pt x="1236128" y="227447"/>
                </a:lnTo>
                <a:lnTo>
                  <a:pt x="1247417" y="239216"/>
                </a:lnTo>
                <a:lnTo>
                  <a:pt x="1253220" y="241960"/>
                </a:lnTo>
                <a:lnTo>
                  <a:pt x="1254381" y="245232"/>
                </a:lnTo>
                <a:lnTo>
                  <a:pt x="1249475" y="250245"/>
                </a:lnTo>
                <a:lnTo>
                  <a:pt x="1242353" y="252778"/>
                </a:lnTo>
                <a:lnTo>
                  <a:pt x="1230642" y="254097"/>
                </a:lnTo>
                <a:lnTo>
                  <a:pt x="1218878" y="252356"/>
                </a:lnTo>
                <a:lnTo>
                  <a:pt x="1212758" y="250931"/>
                </a:lnTo>
                <a:lnTo>
                  <a:pt x="1207483" y="248028"/>
                </a:lnTo>
                <a:lnTo>
                  <a:pt x="1203262" y="242224"/>
                </a:lnTo>
                <a:lnTo>
                  <a:pt x="1197776" y="239057"/>
                </a:lnTo>
                <a:lnTo>
                  <a:pt x="1199886" y="242593"/>
                </a:lnTo>
                <a:lnTo>
                  <a:pt x="1201205" y="246181"/>
                </a:lnTo>
                <a:lnTo>
                  <a:pt x="1200519" y="250087"/>
                </a:lnTo>
                <a:lnTo>
                  <a:pt x="1198356" y="253200"/>
                </a:lnTo>
                <a:lnTo>
                  <a:pt x="1194664" y="255416"/>
                </a:lnTo>
                <a:lnTo>
                  <a:pt x="1190654" y="257264"/>
                </a:lnTo>
                <a:lnTo>
                  <a:pt x="1188966" y="258530"/>
                </a:lnTo>
                <a:lnTo>
                  <a:pt x="1178837" y="279058"/>
                </a:lnTo>
                <a:lnTo>
                  <a:pt x="1177202" y="284599"/>
                </a:lnTo>
                <a:lnTo>
                  <a:pt x="1174142" y="307608"/>
                </a:lnTo>
                <a:lnTo>
                  <a:pt x="1174090" y="314152"/>
                </a:lnTo>
                <a:lnTo>
                  <a:pt x="1178626" y="326289"/>
                </a:lnTo>
                <a:lnTo>
                  <a:pt x="1179048" y="332675"/>
                </a:lnTo>
                <a:lnTo>
                  <a:pt x="1179945" y="335472"/>
                </a:lnTo>
                <a:lnTo>
                  <a:pt x="1179312" y="337741"/>
                </a:lnTo>
                <a:lnTo>
                  <a:pt x="1177202" y="339113"/>
                </a:lnTo>
                <a:lnTo>
                  <a:pt x="1168498" y="342807"/>
                </a:lnTo>
                <a:lnTo>
                  <a:pt x="1162378" y="345920"/>
                </a:lnTo>
                <a:lnTo>
                  <a:pt x="1157367" y="350300"/>
                </a:lnTo>
                <a:lnTo>
                  <a:pt x="1153357" y="355789"/>
                </a:lnTo>
                <a:lnTo>
                  <a:pt x="1149823" y="359747"/>
                </a:lnTo>
                <a:lnTo>
                  <a:pt x="1145128" y="361646"/>
                </a:lnTo>
                <a:lnTo>
                  <a:pt x="1141699" y="361330"/>
                </a:lnTo>
                <a:lnTo>
                  <a:pt x="1138956" y="359536"/>
                </a:lnTo>
                <a:lnTo>
                  <a:pt x="1137056" y="356000"/>
                </a:lnTo>
                <a:lnTo>
                  <a:pt x="1135949" y="352147"/>
                </a:lnTo>
                <a:lnTo>
                  <a:pt x="1135210" y="354997"/>
                </a:lnTo>
                <a:lnTo>
                  <a:pt x="1135368" y="357794"/>
                </a:lnTo>
                <a:lnTo>
                  <a:pt x="1136951" y="360749"/>
                </a:lnTo>
                <a:lnTo>
                  <a:pt x="1137584" y="363916"/>
                </a:lnTo>
                <a:lnTo>
                  <a:pt x="1136634" y="367082"/>
                </a:lnTo>
                <a:lnTo>
                  <a:pt x="1134630" y="369668"/>
                </a:lnTo>
                <a:lnTo>
                  <a:pt x="1129196" y="372465"/>
                </a:lnTo>
                <a:lnTo>
                  <a:pt x="1126136" y="374839"/>
                </a:lnTo>
                <a:lnTo>
                  <a:pt x="1125662" y="379008"/>
                </a:lnTo>
                <a:lnTo>
                  <a:pt x="1124237" y="381383"/>
                </a:lnTo>
                <a:lnTo>
                  <a:pt x="1122127" y="383230"/>
                </a:lnTo>
                <a:lnTo>
                  <a:pt x="1114425" y="387399"/>
                </a:lnTo>
                <a:lnTo>
                  <a:pt x="1112737" y="389088"/>
                </a:lnTo>
                <a:lnTo>
                  <a:pt x="1111418" y="391251"/>
                </a:lnTo>
                <a:lnTo>
                  <a:pt x="1115533" y="390935"/>
                </a:lnTo>
                <a:lnTo>
                  <a:pt x="1119278" y="391251"/>
                </a:lnTo>
                <a:lnTo>
                  <a:pt x="1119595" y="395420"/>
                </a:lnTo>
                <a:lnTo>
                  <a:pt x="1120755" y="398534"/>
                </a:lnTo>
                <a:lnTo>
                  <a:pt x="1119278" y="405394"/>
                </a:lnTo>
                <a:lnTo>
                  <a:pt x="1113475" y="409985"/>
                </a:lnTo>
                <a:lnTo>
                  <a:pt x="1116377" y="410935"/>
                </a:lnTo>
                <a:lnTo>
                  <a:pt x="1118962" y="412466"/>
                </a:lnTo>
                <a:lnTo>
                  <a:pt x="1124765" y="413574"/>
                </a:lnTo>
                <a:lnTo>
                  <a:pt x="1126717" y="418429"/>
                </a:lnTo>
                <a:lnTo>
                  <a:pt x="1125873" y="424287"/>
                </a:lnTo>
                <a:lnTo>
                  <a:pt x="1124817" y="429564"/>
                </a:lnTo>
                <a:lnTo>
                  <a:pt x="1120650" y="430989"/>
                </a:lnTo>
                <a:lnTo>
                  <a:pt x="1118065" y="430039"/>
                </a:lnTo>
                <a:lnTo>
                  <a:pt x="1115533" y="430144"/>
                </a:lnTo>
                <a:lnTo>
                  <a:pt x="1113634" y="431728"/>
                </a:lnTo>
                <a:lnTo>
                  <a:pt x="1113106" y="434419"/>
                </a:lnTo>
                <a:lnTo>
                  <a:pt x="1116693" y="433100"/>
                </a:lnTo>
                <a:lnTo>
                  <a:pt x="1116535" y="439907"/>
                </a:lnTo>
                <a:lnTo>
                  <a:pt x="1115533" y="446556"/>
                </a:lnTo>
                <a:lnTo>
                  <a:pt x="1114372" y="450198"/>
                </a:lnTo>
                <a:lnTo>
                  <a:pt x="1112157" y="453206"/>
                </a:lnTo>
                <a:lnTo>
                  <a:pt x="1108833" y="454156"/>
                </a:lnTo>
                <a:lnTo>
                  <a:pt x="1105668" y="451939"/>
                </a:lnTo>
                <a:lnTo>
                  <a:pt x="1105035" y="454525"/>
                </a:lnTo>
                <a:lnTo>
                  <a:pt x="1105984" y="456689"/>
                </a:lnTo>
                <a:lnTo>
                  <a:pt x="1110468" y="462019"/>
                </a:lnTo>
                <a:lnTo>
                  <a:pt x="1107725" y="463232"/>
                </a:lnTo>
                <a:lnTo>
                  <a:pt x="1105721" y="465027"/>
                </a:lnTo>
                <a:lnTo>
                  <a:pt x="1104824" y="467665"/>
                </a:lnTo>
                <a:lnTo>
                  <a:pt x="1099970" y="473734"/>
                </a:lnTo>
                <a:lnTo>
                  <a:pt x="1097808" y="478220"/>
                </a:lnTo>
                <a:lnTo>
                  <a:pt x="1096858" y="482969"/>
                </a:lnTo>
                <a:lnTo>
                  <a:pt x="1094590" y="486769"/>
                </a:lnTo>
                <a:lnTo>
                  <a:pt x="1057767" y="503233"/>
                </a:lnTo>
                <a:lnTo>
                  <a:pt x="1028014" y="517112"/>
                </a:lnTo>
                <a:lnTo>
                  <a:pt x="1025851" y="516163"/>
                </a:lnTo>
                <a:lnTo>
                  <a:pt x="1024374" y="514052"/>
                </a:lnTo>
                <a:lnTo>
                  <a:pt x="1023372" y="492468"/>
                </a:lnTo>
                <a:lnTo>
                  <a:pt x="1019679" y="481439"/>
                </a:lnTo>
                <a:lnTo>
                  <a:pt x="1019152" y="475264"/>
                </a:lnTo>
                <a:lnTo>
                  <a:pt x="1014931" y="480805"/>
                </a:lnTo>
                <a:lnTo>
                  <a:pt x="1012346" y="480225"/>
                </a:lnTo>
                <a:lnTo>
                  <a:pt x="1009550" y="478800"/>
                </a:lnTo>
                <a:lnTo>
                  <a:pt x="1007493" y="477006"/>
                </a:lnTo>
                <a:lnTo>
                  <a:pt x="1007335" y="474631"/>
                </a:lnTo>
                <a:lnTo>
                  <a:pt x="1009550" y="467771"/>
                </a:lnTo>
                <a:lnTo>
                  <a:pt x="1006860" y="471518"/>
                </a:lnTo>
                <a:lnTo>
                  <a:pt x="1003853" y="474420"/>
                </a:lnTo>
                <a:lnTo>
                  <a:pt x="1000793" y="474051"/>
                </a:lnTo>
                <a:lnTo>
                  <a:pt x="998155" y="472626"/>
                </a:lnTo>
                <a:lnTo>
                  <a:pt x="997153" y="470409"/>
                </a:lnTo>
                <a:lnTo>
                  <a:pt x="995729" y="470093"/>
                </a:lnTo>
                <a:lnTo>
                  <a:pt x="989240" y="476161"/>
                </a:lnTo>
                <a:lnTo>
                  <a:pt x="980641" y="479433"/>
                </a:lnTo>
                <a:lnTo>
                  <a:pt x="975841" y="479381"/>
                </a:lnTo>
                <a:lnTo>
                  <a:pt x="972095" y="477534"/>
                </a:lnTo>
                <a:lnTo>
                  <a:pt x="972253" y="472890"/>
                </a:lnTo>
                <a:lnTo>
                  <a:pt x="971884" y="468351"/>
                </a:lnTo>
                <a:lnTo>
                  <a:pt x="970829" y="465713"/>
                </a:lnTo>
                <a:lnTo>
                  <a:pt x="968508" y="464763"/>
                </a:lnTo>
                <a:lnTo>
                  <a:pt x="966398" y="465079"/>
                </a:lnTo>
                <a:lnTo>
                  <a:pt x="960225" y="467454"/>
                </a:lnTo>
                <a:lnTo>
                  <a:pt x="958010" y="467190"/>
                </a:lnTo>
                <a:lnTo>
                  <a:pt x="956744" y="468351"/>
                </a:lnTo>
                <a:lnTo>
                  <a:pt x="940443" y="451834"/>
                </a:lnTo>
                <a:lnTo>
                  <a:pt x="937119" y="465238"/>
                </a:lnTo>
                <a:lnTo>
                  <a:pt x="925883" y="472362"/>
                </a:lnTo>
                <a:lnTo>
                  <a:pt x="917548" y="476478"/>
                </a:lnTo>
                <a:lnTo>
                  <a:pt x="909318" y="474948"/>
                </a:lnTo>
                <a:lnTo>
                  <a:pt x="900930" y="472309"/>
                </a:lnTo>
                <a:lnTo>
                  <a:pt x="892595" y="475475"/>
                </a:lnTo>
                <a:lnTo>
                  <a:pt x="883521" y="483338"/>
                </a:lnTo>
                <a:lnTo>
                  <a:pt x="880989" y="484552"/>
                </a:lnTo>
                <a:lnTo>
                  <a:pt x="878404" y="484499"/>
                </a:lnTo>
                <a:lnTo>
                  <a:pt x="876505" y="483497"/>
                </a:lnTo>
                <a:lnTo>
                  <a:pt x="877138" y="477534"/>
                </a:lnTo>
                <a:lnTo>
                  <a:pt x="877244" y="471623"/>
                </a:lnTo>
                <a:lnTo>
                  <a:pt x="876558" y="458377"/>
                </a:lnTo>
                <a:lnTo>
                  <a:pt x="875819" y="455792"/>
                </a:lnTo>
                <a:lnTo>
                  <a:pt x="873234" y="452150"/>
                </a:lnTo>
                <a:lnTo>
                  <a:pt x="869805" y="449512"/>
                </a:lnTo>
                <a:lnTo>
                  <a:pt x="867853" y="451464"/>
                </a:lnTo>
                <a:lnTo>
                  <a:pt x="866113" y="454050"/>
                </a:lnTo>
                <a:lnTo>
                  <a:pt x="859255" y="453944"/>
                </a:lnTo>
                <a:lnTo>
                  <a:pt x="852555" y="451886"/>
                </a:lnTo>
                <a:lnTo>
                  <a:pt x="846805" y="453047"/>
                </a:lnTo>
                <a:lnTo>
                  <a:pt x="835463" y="458325"/>
                </a:lnTo>
                <a:lnTo>
                  <a:pt x="829449" y="459116"/>
                </a:lnTo>
                <a:lnTo>
                  <a:pt x="826231" y="457955"/>
                </a:lnTo>
                <a:lnTo>
                  <a:pt x="824173" y="455105"/>
                </a:lnTo>
                <a:lnTo>
                  <a:pt x="825334" y="452520"/>
                </a:lnTo>
                <a:lnTo>
                  <a:pt x="827813" y="450567"/>
                </a:lnTo>
                <a:lnTo>
                  <a:pt x="823171" y="452097"/>
                </a:lnTo>
                <a:lnTo>
                  <a:pt x="819214" y="454789"/>
                </a:lnTo>
                <a:lnTo>
                  <a:pt x="817474" y="456478"/>
                </a:lnTo>
                <a:lnTo>
                  <a:pt x="815627" y="455633"/>
                </a:lnTo>
                <a:lnTo>
                  <a:pt x="810668" y="449617"/>
                </a:lnTo>
                <a:lnTo>
                  <a:pt x="800329" y="451886"/>
                </a:lnTo>
                <a:lnTo>
                  <a:pt x="798904" y="452572"/>
                </a:lnTo>
                <a:lnTo>
                  <a:pt x="796372" y="454578"/>
                </a:lnTo>
                <a:lnTo>
                  <a:pt x="793893" y="453575"/>
                </a:lnTo>
                <a:lnTo>
                  <a:pt x="792679" y="451411"/>
                </a:lnTo>
                <a:lnTo>
                  <a:pt x="792204" y="438957"/>
                </a:lnTo>
                <a:lnTo>
                  <a:pt x="786929" y="414946"/>
                </a:lnTo>
                <a:lnTo>
                  <a:pt x="785505" y="402650"/>
                </a:lnTo>
                <a:lnTo>
                  <a:pt x="784344" y="399748"/>
                </a:lnTo>
                <a:lnTo>
                  <a:pt x="778277" y="395368"/>
                </a:lnTo>
                <a:lnTo>
                  <a:pt x="778488" y="389035"/>
                </a:lnTo>
                <a:lnTo>
                  <a:pt x="781601" y="383758"/>
                </a:lnTo>
                <a:lnTo>
                  <a:pt x="782287" y="377584"/>
                </a:lnTo>
                <a:lnTo>
                  <a:pt x="781390" y="370881"/>
                </a:lnTo>
                <a:lnTo>
                  <a:pt x="779491" y="364338"/>
                </a:lnTo>
                <a:lnTo>
                  <a:pt x="777117" y="359377"/>
                </a:lnTo>
                <a:lnTo>
                  <a:pt x="773688" y="355155"/>
                </a:lnTo>
                <a:lnTo>
                  <a:pt x="769151" y="350406"/>
                </a:lnTo>
                <a:lnTo>
                  <a:pt x="763612" y="346870"/>
                </a:lnTo>
                <a:lnTo>
                  <a:pt x="751584" y="342912"/>
                </a:lnTo>
                <a:lnTo>
                  <a:pt x="745201" y="343229"/>
                </a:lnTo>
                <a:lnTo>
                  <a:pt x="742880" y="341699"/>
                </a:lnTo>
                <a:lnTo>
                  <a:pt x="741297" y="339640"/>
                </a:lnTo>
                <a:lnTo>
                  <a:pt x="741930" y="335683"/>
                </a:lnTo>
                <a:lnTo>
                  <a:pt x="744093" y="332938"/>
                </a:lnTo>
                <a:lnTo>
                  <a:pt x="746942" y="332252"/>
                </a:lnTo>
                <a:lnTo>
                  <a:pt x="747311" y="330722"/>
                </a:lnTo>
                <a:lnTo>
                  <a:pt x="741192" y="327503"/>
                </a:lnTo>
                <a:lnTo>
                  <a:pt x="736127" y="323176"/>
                </a:lnTo>
                <a:lnTo>
                  <a:pt x="734492" y="320537"/>
                </a:lnTo>
                <a:lnTo>
                  <a:pt x="734017" y="317687"/>
                </a:lnTo>
                <a:lnTo>
                  <a:pt x="734070" y="311038"/>
                </a:lnTo>
                <a:lnTo>
                  <a:pt x="735547" y="306869"/>
                </a:lnTo>
                <a:lnTo>
                  <a:pt x="736338" y="304547"/>
                </a:lnTo>
                <a:lnTo>
                  <a:pt x="737921" y="297528"/>
                </a:lnTo>
                <a:lnTo>
                  <a:pt x="741244" y="295418"/>
                </a:lnTo>
                <a:lnTo>
                  <a:pt x="740664" y="294098"/>
                </a:lnTo>
                <a:lnTo>
                  <a:pt x="739240" y="293148"/>
                </a:lnTo>
                <a:lnTo>
                  <a:pt x="737182" y="290879"/>
                </a:lnTo>
                <a:lnTo>
                  <a:pt x="735494" y="288188"/>
                </a:lnTo>
                <a:lnTo>
                  <a:pt x="731590" y="283702"/>
                </a:lnTo>
                <a:lnTo>
                  <a:pt x="724732" y="278267"/>
                </a:lnTo>
                <a:lnTo>
                  <a:pt x="723572" y="268926"/>
                </a:lnTo>
                <a:lnTo>
                  <a:pt x="722675" y="255153"/>
                </a:lnTo>
                <a:lnTo>
                  <a:pt x="723255" y="248873"/>
                </a:lnTo>
                <a:lnTo>
                  <a:pt x="725471" y="237157"/>
                </a:lnTo>
                <a:lnTo>
                  <a:pt x="729269" y="233516"/>
                </a:lnTo>
                <a:lnTo>
                  <a:pt x="732276" y="232461"/>
                </a:lnTo>
                <a:lnTo>
                  <a:pt x="734597" y="230878"/>
                </a:lnTo>
                <a:lnTo>
                  <a:pt x="732698" y="230666"/>
                </a:lnTo>
                <a:lnTo>
                  <a:pt x="731063" y="231247"/>
                </a:lnTo>
                <a:lnTo>
                  <a:pt x="728161" y="231616"/>
                </a:lnTo>
                <a:lnTo>
                  <a:pt x="730535" y="221168"/>
                </a:lnTo>
                <a:lnTo>
                  <a:pt x="731643" y="218107"/>
                </a:lnTo>
                <a:lnTo>
                  <a:pt x="736444" y="212249"/>
                </a:lnTo>
                <a:lnTo>
                  <a:pt x="742036" y="207077"/>
                </a:lnTo>
                <a:lnTo>
                  <a:pt x="744409" y="200956"/>
                </a:lnTo>
                <a:lnTo>
                  <a:pt x="747627" y="195573"/>
                </a:lnTo>
                <a:lnTo>
                  <a:pt x="760816" y="190032"/>
                </a:lnTo>
                <a:close/>
                <a:moveTo>
                  <a:pt x="342953" y="187393"/>
                </a:moveTo>
                <a:lnTo>
                  <a:pt x="345801" y="191668"/>
                </a:lnTo>
                <a:lnTo>
                  <a:pt x="346434" y="194518"/>
                </a:lnTo>
                <a:lnTo>
                  <a:pt x="344324" y="197684"/>
                </a:lnTo>
                <a:lnTo>
                  <a:pt x="343533" y="202645"/>
                </a:lnTo>
                <a:lnTo>
                  <a:pt x="337414" y="206497"/>
                </a:lnTo>
                <a:lnTo>
                  <a:pt x="332033" y="205600"/>
                </a:lnTo>
                <a:lnTo>
                  <a:pt x="330292" y="204228"/>
                </a:lnTo>
                <a:lnTo>
                  <a:pt x="326863" y="196734"/>
                </a:lnTo>
                <a:lnTo>
                  <a:pt x="327232" y="190349"/>
                </a:lnTo>
                <a:lnTo>
                  <a:pt x="329342" y="187921"/>
                </a:lnTo>
                <a:lnTo>
                  <a:pt x="334354" y="188291"/>
                </a:lnTo>
                <a:lnTo>
                  <a:pt x="339418" y="184808"/>
                </a:lnTo>
                <a:lnTo>
                  <a:pt x="342953" y="187393"/>
                </a:lnTo>
                <a:close/>
                <a:moveTo>
                  <a:pt x="380883" y="244809"/>
                </a:moveTo>
                <a:lnTo>
                  <a:pt x="378456" y="246392"/>
                </a:lnTo>
                <a:lnTo>
                  <a:pt x="375502" y="243912"/>
                </a:lnTo>
                <a:lnTo>
                  <a:pt x="373128" y="240271"/>
                </a:lnTo>
                <a:lnTo>
                  <a:pt x="371809" y="236524"/>
                </a:lnTo>
                <a:lnTo>
                  <a:pt x="370701" y="230350"/>
                </a:lnTo>
                <a:lnTo>
                  <a:pt x="370437" y="225917"/>
                </a:lnTo>
                <a:lnTo>
                  <a:pt x="371862" y="223331"/>
                </a:lnTo>
                <a:lnTo>
                  <a:pt x="372917" y="223437"/>
                </a:lnTo>
                <a:lnTo>
                  <a:pt x="377295" y="226023"/>
                </a:lnTo>
                <a:lnTo>
                  <a:pt x="380144" y="230508"/>
                </a:lnTo>
                <a:lnTo>
                  <a:pt x="381727" y="231933"/>
                </a:lnTo>
                <a:lnTo>
                  <a:pt x="382043" y="236049"/>
                </a:lnTo>
                <a:lnTo>
                  <a:pt x="380988" y="240746"/>
                </a:lnTo>
                <a:lnTo>
                  <a:pt x="380883" y="244809"/>
                </a:lnTo>
                <a:close/>
                <a:moveTo>
                  <a:pt x="384312" y="220059"/>
                </a:moveTo>
                <a:lnTo>
                  <a:pt x="384681" y="226814"/>
                </a:lnTo>
                <a:lnTo>
                  <a:pt x="380777" y="225073"/>
                </a:lnTo>
                <a:lnTo>
                  <a:pt x="377718" y="222381"/>
                </a:lnTo>
                <a:lnTo>
                  <a:pt x="372811" y="220376"/>
                </a:lnTo>
                <a:lnTo>
                  <a:pt x="366850" y="219743"/>
                </a:lnTo>
                <a:lnTo>
                  <a:pt x="362524" y="217948"/>
                </a:lnTo>
                <a:lnTo>
                  <a:pt x="359465" y="214835"/>
                </a:lnTo>
                <a:lnTo>
                  <a:pt x="359306" y="213357"/>
                </a:lnTo>
                <a:lnTo>
                  <a:pt x="359623" y="212196"/>
                </a:lnTo>
                <a:lnTo>
                  <a:pt x="360573" y="211299"/>
                </a:lnTo>
                <a:lnTo>
                  <a:pt x="383151" y="217368"/>
                </a:lnTo>
                <a:lnTo>
                  <a:pt x="384312" y="220059"/>
                </a:lnTo>
                <a:close/>
                <a:moveTo>
                  <a:pt x="412588" y="257633"/>
                </a:moveTo>
                <a:lnTo>
                  <a:pt x="411585" y="259691"/>
                </a:lnTo>
                <a:lnTo>
                  <a:pt x="409581" y="258161"/>
                </a:lnTo>
                <a:lnTo>
                  <a:pt x="399294" y="255891"/>
                </a:lnTo>
                <a:lnTo>
                  <a:pt x="395865" y="255680"/>
                </a:lnTo>
                <a:lnTo>
                  <a:pt x="386949" y="253147"/>
                </a:lnTo>
                <a:lnTo>
                  <a:pt x="384206" y="251828"/>
                </a:lnTo>
                <a:lnTo>
                  <a:pt x="382307" y="250087"/>
                </a:lnTo>
                <a:lnTo>
                  <a:pt x="382940" y="246920"/>
                </a:lnTo>
                <a:lnTo>
                  <a:pt x="384259" y="244968"/>
                </a:lnTo>
                <a:lnTo>
                  <a:pt x="385103" y="239585"/>
                </a:lnTo>
                <a:lnTo>
                  <a:pt x="387319" y="237421"/>
                </a:lnTo>
                <a:lnTo>
                  <a:pt x="391750" y="241432"/>
                </a:lnTo>
                <a:lnTo>
                  <a:pt x="396656" y="244862"/>
                </a:lnTo>
                <a:lnTo>
                  <a:pt x="399505" y="246445"/>
                </a:lnTo>
                <a:lnTo>
                  <a:pt x="408156" y="249928"/>
                </a:lnTo>
                <a:lnTo>
                  <a:pt x="411216" y="251722"/>
                </a:lnTo>
                <a:lnTo>
                  <a:pt x="412588" y="257633"/>
                </a:lnTo>
                <a:close/>
                <a:moveTo>
                  <a:pt x="419868" y="251142"/>
                </a:moveTo>
                <a:lnTo>
                  <a:pt x="418338" y="252620"/>
                </a:lnTo>
                <a:lnTo>
                  <a:pt x="415700" y="252303"/>
                </a:lnTo>
                <a:lnTo>
                  <a:pt x="412852" y="250509"/>
                </a:lnTo>
                <a:lnTo>
                  <a:pt x="409212" y="247290"/>
                </a:lnTo>
                <a:lnTo>
                  <a:pt x="405097" y="244440"/>
                </a:lnTo>
                <a:lnTo>
                  <a:pt x="399927" y="242646"/>
                </a:lnTo>
                <a:lnTo>
                  <a:pt x="396656" y="242118"/>
                </a:lnTo>
                <a:lnTo>
                  <a:pt x="395390" y="241432"/>
                </a:lnTo>
                <a:lnTo>
                  <a:pt x="396656" y="235891"/>
                </a:lnTo>
                <a:lnTo>
                  <a:pt x="400032" y="235574"/>
                </a:lnTo>
                <a:lnTo>
                  <a:pt x="411058" y="240693"/>
                </a:lnTo>
                <a:lnTo>
                  <a:pt x="414698" y="243490"/>
                </a:lnTo>
                <a:lnTo>
                  <a:pt x="419868" y="251142"/>
                </a:lnTo>
                <a:close/>
                <a:moveTo>
                  <a:pt x="426093" y="268451"/>
                </a:moveTo>
                <a:lnTo>
                  <a:pt x="420184" y="268768"/>
                </a:lnTo>
                <a:lnTo>
                  <a:pt x="418496" y="268082"/>
                </a:lnTo>
                <a:lnTo>
                  <a:pt x="419182" y="263121"/>
                </a:lnTo>
                <a:lnTo>
                  <a:pt x="420976" y="260113"/>
                </a:lnTo>
                <a:lnTo>
                  <a:pt x="423666" y="260166"/>
                </a:lnTo>
                <a:lnTo>
                  <a:pt x="426673" y="264652"/>
                </a:lnTo>
                <a:lnTo>
                  <a:pt x="426093" y="268451"/>
                </a:lnTo>
                <a:close/>
                <a:moveTo>
                  <a:pt x="434850" y="262013"/>
                </a:moveTo>
                <a:lnTo>
                  <a:pt x="433795" y="262699"/>
                </a:lnTo>
                <a:lnTo>
                  <a:pt x="429258" y="255997"/>
                </a:lnTo>
                <a:lnTo>
                  <a:pt x="430419" y="252145"/>
                </a:lnTo>
                <a:lnTo>
                  <a:pt x="431474" y="251142"/>
                </a:lnTo>
                <a:lnTo>
                  <a:pt x="433953" y="253517"/>
                </a:lnTo>
                <a:lnTo>
                  <a:pt x="435905" y="255997"/>
                </a:lnTo>
                <a:lnTo>
                  <a:pt x="437329" y="258899"/>
                </a:lnTo>
                <a:lnTo>
                  <a:pt x="434850" y="262013"/>
                </a:lnTo>
                <a:close/>
                <a:moveTo>
                  <a:pt x="465183" y="234730"/>
                </a:moveTo>
                <a:lnTo>
                  <a:pt x="468507" y="237052"/>
                </a:lnTo>
                <a:lnTo>
                  <a:pt x="471250" y="235521"/>
                </a:lnTo>
                <a:lnTo>
                  <a:pt x="471145" y="237527"/>
                </a:lnTo>
                <a:lnTo>
                  <a:pt x="470564" y="239427"/>
                </a:lnTo>
                <a:lnTo>
                  <a:pt x="467346" y="244809"/>
                </a:lnTo>
                <a:lnTo>
                  <a:pt x="461965" y="243596"/>
                </a:lnTo>
                <a:lnTo>
                  <a:pt x="460699" y="241854"/>
                </a:lnTo>
                <a:lnTo>
                  <a:pt x="460277" y="240535"/>
                </a:lnTo>
                <a:lnTo>
                  <a:pt x="461069" y="239690"/>
                </a:lnTo>
                <a:lnTo>
                  <a:pt x="461491" y="237052"/>
                </a:lnTo>
                <a:lnTo>
                  <a:pt x="463865" y="237052"/>
                </a:lnTo>
                <a:lnTo>
                  <a:pt x="465183" y="234730"/>
                </a:lnTo>
                <a:close/>
                <a:moveTo>
                  <a:pt x="494726" y="232883"/>
                </a:moveTo>
                <a:lnTo>
                  <a:pt x="495042" y="236841"/>
                </a:lnTo>
                <a:lnTo>
                  <a:pt x="498049" y="238741"/>
                </a:lnTo>
                <a:lnTo>
                  <a:pt x="498840" y="241643"/>
                </a:lnTo>
                <a:lnTo>
                  <a:pt x="498313" y="246340"/>
                </a:lnTo>
                <a:lnTo>
                  <a:pt x="495464" y="251722"/>
                </a:lnTo>
                <a:lnTo>
                  <a:pt x="494198" y="253147"/>
                </a:lnTo>
                <a:lnTo>
                  <a:pt x="490452" y="252039"/>
                </a:lnTo>
                <a:lnTo>
                  <a:pt x="489239" y="250245"/>
                </a:lnTo>
                <a:lnTo>
                  <a:pt x="488712" y="248873"/>
                </a:lnTo>
                <a:lnTo>
                  <a:pt x="489239" y="247817"/>
                </a:lnTo>
                <a:lnTo>
                  <a:pt x="486496" y="246604"/>
                </a:lnTo>
                <a:lnTo>
                  <a:pt x="488237" y="244493"/>
                </a:lnTo>
                <a:lnTo>
                  <a:pt x="487023" y="241643"/>
                </a:lnTo>
                <a:lnTo>
                  <a:pt x="479374" y="243437"/>
                </a:lnTo>
                <a:lnTo>
                  <a:pt x="477159" y="243490"/>
                </a:lnTo>
                <a:lnTo>
                  <a:pt x="476736" y="240218"/>
                </a:lnTo>
                <a:lnTo>
                  <a:pt x="477053" y="238846"/>
                </a:lnTo>
                <a:lnTo>
                  <a:pt x="482961" y="234730"/>
                </a:lnTo>
                <a:lnTo>
                  <a:pt x="486443" y="233938"/>
                </a:lnTo>
                <a:lnTo>
                  <a:pt x="490241" y="234783"/>
                </a:lnTo>
                <a:lnTo>
                  <a:pt x="494726" y="232883"/>
                </a:lnTo>
                <a:close/>
                <a:moveTo>
                  <a:pt x="504960" y="306341"/>
                </a:moveTo>
                <a:lnTo>
                  <a:pt x="506490" y="307186"/>
                </a:lnTo>
                <a:lnTo>
                  <a:pt x="508336" y="304494"/>
                </a:lnTo>
                <a:lnTo>
                  <a:pt x="511818" y="308241"/>
                </a:lnTo>
                <a:lnTo>
                  <a:pt x="513981" y="310088"/>
                </a:lnTo>
                <a:lnTo>
                  <a:pt x="516882" y="311988"/>
                </a:lnTo>
                <a:lnTo>
                  <a:pt x="514033" y="312041"/>
                </a:lnTo>
                <a:lnTo>
                  <a:pt x="512873" y="313782"/>
                </a:lnTo>
                <a:lnTo>
                  <a:pt x="512082" y="314099"/>
                </a:lnTo>
                <a:lnTo>
                  <a:pt x="500898" y="308083"/>
                </a:lnTo>
                <a:lnTo>
                  <a:pt x="493776" y="310035"/>
                </a:lnTo>
                <a:lnTo>
                  <a:pt x="488870" y="308241"/>
                </a:lnTo>
                <a:lnTo>
                  <a:pt x="487446" y="307027"/>
                </a:lnTo>
                <a:lnTo>
                  <a:pt x="490083" y="303703"/>
                </a:lnTo>
                <a:lnTo>
                  <a:pt x="492510" y="296104"/>
                </a:lnTo>
                <a:lnTo>
                  <a:pt x="497416" y="298003"/>
                </a:lnTo>
                <a:lnTo>
                  <a:pt x="498577" y="300378"/>
                </a:lnTo>
                <a:lnTo>
                  <a:pt x="498313" y="301064"/>
                </a:lnTo>
                <a:lnTo>
                  <a:pt x="501478" y="302489"/>
                </a:lnTo>
                <a:lnTo>
                  <a:pt x="504960" y="306341"/>
                </a:lnTo>
                <a:close/>
                <a:moveTo>
                  <a:pt x="488870" y="314732"/>
                </a:moveTo>
                <a:lnTo>
                  <a:pt x="493829" y="319851"/>
                </a:lnTo>
                <a:lnTo>
                  <a:pt x="494989" y="321698"/>
                </a:lnTo>
                <a:lnTo>
                  <a:pt x="492563" y="324548"/>
                </a:lnTo>
                <a:lnTo>
                  <a:pt x="490611" y="328558"/>
                </a:lnTo>
                <a:lnTo>
                  <a:pt x="489450" y="329403"/>
                </a:lnTo>
                <a:lnTo>
                  <a:pt x="485705" y="327872"/>
                </a:lnTo>
                <a:lnTo>
                  <a:pt x="483014" y="331830"/>
                </a:lnTo>
                <a:lnTo>
                  <a:pt x="481273" y="325498"/>
                </a:lnTo>
                <a:lnTo>
                  <a:pt x="477422" y="321487"/>
                </a:lnTo>
                <a:lnTo>
                  <a:pt x="479796" y="317424"/>
                </a:lnTo>
                <a:lnTo>
                  <a:pt x="480693" y="317107"/>
                </a:lnTo>
                <a:lnTo>
                  <a:pt x="481854" y="317265"/>
                </a:lnTo>
                <a:lnTo>
                  <a:pt x="483067" y="318321"/>
                </a:lnTo>
                <a:lnTo>
                  <a:pt x="488870" y="314732"/>
                </a:lnTo>
                <a:close/>
                <a:moveTo>
                  <a:pt x="449990" y="315418"/>
                </a:moveTo>
                <a:lnTo>
                  <a:pt x="443080" y="317265"/>
                </a:lnTo>
                <a:lnTo>
                  <a:pt x="435430" y="315946"/>
                </a:lnTo>
                <a:lnTo>
                  <a:pt x="436380" y="312727"/>
                </a:lnTo>
                <a:lnTo>
                  <a:pt x="440073" y="309086"/>
                </a:lnTo>
                <a:lnTo>
                  <a:pt x="443343" y="309244"/>
                </a:lnTo>
                <a:lnTo>
                  <a:pt x="449304" y="311671"/>
                </a:lnTo>
                <a:lnTo>
                  <a:pt x="451415" y="313835"/>
                </a:lnTo>
                <a:lnTo>
                  <a:pt x="449990" y="315418"/>
                </a:lnTo>
                <a:close/>
                <a:moveTo>
                  <a:pt x="765089" y="359377"/>
                </a:moveTo>
                <a:lnTo>
                  <a:pt x="754591" y="364760"/>
                </a:lnTo>
                <a:lnTo>
                  <a:pt x="752112" y="364496"/>
                </a:lnTo>
                <a:lnTo>
                  <a:pt x="750212" y="362544"/>
                </a:lnTo>
                <a:lnTo>
                  <a:pt x="751373" y="352147"/>
                </a:lnTo>
                <a:lnTo>
                  <a:pt x="752745" y="349034"/>
                </a:lnTo>
                <a:lnTo>
                  <a:pt x="760077" y="348717"/>
                </a:lnTo>
                <a:lnTo>
                  <a:pt x="764561" y="350195"/>
                </a:lnTo>
                <a:lnTo>
                  <a:pt x="766830" y="351884"/>
                </a:lnTo>
                <a:lnTo>
                  <a:pt x="767779" y="355367"/>
                </a:lnTo>
                <a:lnTo>
                  <a:pt x="767252" y="357477"/>
                </a:lnTo>
                <a:lnTo>
                  <a:pt x="765089" y="359377"/>
                </a:lnTo>
                <a:close/>
                <a:moveTo>
                  <a:pt x="983226" y="671998"/>
                </a:moveTo>
                <a:lnTo>
                  <a:pt x="982224" y="672790"/>
                </a:lnTo>
                <a:lnTo>
                  <a:pt x="973256" y="672368"/>
                </a:lnTo>
                <a:lnTo>
                  <a:pt x="967453" y="676642"/>
                </a:lnTo>
                <a:lnTo>
                  <a:pt x="963496" y="677961"/>
                </a:lnTo>
                <a:lnTo>
                  <a:pt x="949094" y="677961"/>
                </a:lnTo>
                <a:lnTo>
                  <a:pt x="947406" y="677381"/>
                </a:lnTo>
                <a:lnTo>
                  <a:pt x="946140" y="677434"/>
                </a:lnTo>
                <a:lnTo>
                  <a:pt x="945349" y="678278"/>
                </a:lnTo>
                <a:lnTo>
                  <a:pt x="940759" y="677645"/>
                </a:lnTo>
                <a:lnTo>
                  <a:pt x="926199" y="673845"/>
                </a:lnTo>
                <a:lnTo>
                  <a:pt x="924195" y="670309"/>
                </a:lnTo>
                <a:lnTo>
                  <a:pt x="926463" y="666510"/>
                </a:lnTo>
                <a:lnTo>
                  <a:pt x="931686" y="661180"/>
                </a:lnTo>
                <a:lnTo>
                  <a:pt x="942184" y="660124"/>
                </a:lnTo>
                <a:lnTo>
                  <a:pt x="990084" y="659755"/>
                </a:lnTo>
                <a:lnTo>
                  <a:pt x="995307" y="664346"/>
                </a:lnTo>
                <a:lnTo>
                  <a:pt x="995782" y="665877"/>
                </a:lnTo>
                <a:lnTo>
                  <a:pt x="985336" y="669043"/>
                </a:lnTo>
                <a:lnTo>
                  <a:pt x="983226" y="671998"/>
                </a:lnTo>
                <a:close/>
                <a:moveTo>
                  <a:pt x="377718" y="586191"/>
                </a:moveTo>
                <a:lnTo>
                  <a:pt x="373444" y="586402"/>
                </a:lnTo>
                <a:lnTo>
                  <a:pt x="365531" y="579964"/>
                </a:lnTo>
                <a:lnTo>
                  <a:pt x="364213" y="577959"/>
                </a:lnTo>
                <a:lnTo>
                  <a:pt x="366481" y="576006"/>
                </a:lnTo>
                <a:lnTo>
                  <a:pt x="368802" y="576164"/>
                </a:lnTo>
                <a:lnTo>
                  <a:pt x="377981" y="580228"/>
                </a:lnTo>
                <a:lnTo>
                  <a:pt x="379722" y="582286"/>
                </a:lnTo>
                <a:lnTo>
                  <a:pt x="377718" y="586191"/>
                </a:lnTo>
                <a:close/>
                <a:moveTo>
                  <a:pt x="275270" y="465027"/>
                </a:moveTo>
                <a:lnTo>
                  <a:pt x="277380" y="472731"/>
                </a:lnTo>
                <a:lnTo>
                  <a:pt x="271102" y="467454"/>
                </a:lnTo>
                <a:lnTo>
                  <a:pt x="271207" y="463760"/>
                </a:lnTo>
                <a:lnTo>
                  <a:pt x="270363" y="461333"/>
                </a:lnTo>
                <a:lnTo>
                  <a:pt x="266565" y="458377"/>
                </a:lnTo>
                <a:lnTo>
                  <a:pt x="263611" y="454683"/>
                </a:lnTo>
                <a:lnTo>
                  <a:pt x="262292" y="445870"/>
                </a:lnTo>
                <a:lnTo>
                  <a:pt x="263347" y="444076"/>
                </a:lnTo>
                <a:lnTo>
                  <a:pt x="265827" y="443918"/>
                </a:lnTo>
                <a:lnTo>
                  <a:pt x="276852" y="455475"/>
                </a:lnTo>
                <a:lnTo>
                  <a:pt x="277591" y="457427"/>
                </a:lnTo>
                <a:lnTo>
                  <a:pt x="277327" y="461544"/>
                </a:lnTo>
                <a:lnTo>
                  <a:pt x="275744" y="462810"/>
                </a:lnTo>
                <a:lnTo>
                  <a:pt x="275270" y="465027"/>
                </a:lnTo>
                <a:close/>
                <a:moveTo>
                  <a:pt x="263611" y="441701"/>
                </a:moveTo>
                <a:lnTo>
                  <a:pt x="259865" y="445923"/>
                </a:lnTo>
                <a:lnTo>
                  <a:pt x="253640" y="445870"/>
                </a:lnTo>
                <a:lnTo>
                  <a:pt x="252427" y="443232"/>
                </a:lnTo>
                <a:lnTo>
                  <a:pt x="252691" y="436846"/>
                </a:lnTo>
                <a:lnTo>
                  <a:pt x="251161" y="434788"/>
                </a:lnTo>
                <a:lnTo>
                  <a:pt x="251214" y="433944"/>
                </a:lnTo>
                <a:lnTo>
                  <a:pt x="252216" y="430303"/>
                </a:lnTo>
                <a:lnTo>
                  <a:pt x="253482" y="429511"/>
                </a:lnTo>
                <a:lnTo>
                  <a:pt x="263505" y="438482"/>
                </a:lnTo>
                <a:lnTo>
                  <a:pt x="263611" y="441701"/>
                </a:lnTo>
                <a:close/>
                <a:moveTo>
                  <a:pt x="244567" y="420698"/>
                </a:moveTo>
                <a:lnTo>
                  <a:pt x="244831" y="422123"/>
                </a:lnTo>
                <a:lnTo>
                  <a:pt x="236232" y="417479"/>
                </a:lnTo>
                <a:lnTo>
                  <a:pt x="232117" y="416213"/>
                </a:lnTo>
                <a:lnTo>
                  <a:pt x="228424" y="411146"/>
                </a:lnTo>
                <a:lnTo>
                  <a:pt x="229585" y="408666"/>
                </a:lnTo>
                <a:lnTo>
                  <a:pt x="229743" y="405289"/>
                </a:lnTo>
                <a:lnTo>
                  <a:pt x="230271" y="403969"/>
                </a:lnTo>
                <a:lnTo>
                  <a:pt x="232908" y="403495"/>
                </a:lnTo>
                <a:lnTo>
                  <a:pt x="236284" y="405922"/>
                </a:lnTo>
                <a:lnTo>
                  <a:pt x="238869" y="411991"/>
                </a:lnTo>
                <a:lnTo>
                  <a:pt x="243142" y="417585"/>
                </a:lnTo>
                <a:lnTo>
                  <a:pt x="244567" y="420698"/>
                </a:lnTo>
                <a:close/>
                <a:moveTo>
                  <a:pt x="171555" y="325023"/>
                </a:moveTo>
                <a:lnTo>
                  <a:pt x="168443" y="327503"/>
                </a:lnTo>
                <a:lnTo>
                  <a:pt x="163695" y="325128"/>
                </a:lnTo>
                <a:lnTo>
                  <a:pt x="165278" y="321751"/>
                </a:lnTo>
                <a:lnTo>
                  <a:pt x="166069" y="317054"/>
                </a:lnTo>
                <a:lnTo>
                  <a:pt x="168918" y="313360"/>
                </a:lnTo>
                <a:lnTo>
                  <a:pt x="169867" y="308980"/>
                </a:lnTo>
                <a:lnTo>
                  <a:pt x="164381" y="297106"/>
                </a:lnTo>
                <a:lnTo>
                  <a:pt x="167124" y="296684"/>
                </a:lnTo>
                <a:lnTo>
                  <a:pt x="169234" y="298003"/>
                </a:lnTo>
                <a:lnTo>
                  <a:pt x="172874" y="305919"/>
                </a:lnTo>
                <a:lnTo>
                  <a:pt x="176040" y="310669"/>
                </a:lnTo>
                <a:lnTo>
                  <a:pt x="174773" y="317107"/>
                </a:lnTo>
                <a:lnTo>
                  <a:pt x="171555" y="325023"/>
                </a:lnTo>
                <a:close/>
                <a:moveTo>
                  <a:pt x="66312" y="172512"/>
                </a:moveTo>
                <a:lnTo>
                  <a:pt x="62988" y="172987"/>
                </a:lnTo>
                <a:lnTo>
                  <a:pt x="59823" y="171879"/>
                </a:lnTo>
                <a:lnTo>
                  <a:pt x="57132" y="168818"/>
                </a:lnTo>
                <a:lnTo>
                  <a:pt x="42994" y="160058"/>
                </a:lnTo>
                <a:lnTo>
                  <a:pt x="38563" y="159952"/>
                </a:lnTo>
                <a:lnTo>
                  <a:pt x="35503" y="157683"/>
                </a:lnTo>
                <a:lnTo>
                  <a:pt x="31758" y="156891"/>
                </a:lnTo>
                <a:lnTo>
                  <a:pt x="27748" y="151034"/>
                </a:lnTo>
                <a:lnTo>
                  <a:pt x="26904" y="147920"/>
                </a:lnTo>
                <a:lnTo>
                  <a:pt x="29806" y="146390"/>
                </a:lnTo>
                <a:lnTo>
                  <a:pt x="31600" y="143171"/>
                </a:lnTo>
                <a:lnTo>
                  <a:pt x="36347" y="144595"/>
                </a:lnTo>
                <a:lnTo>
                  <a:pt x="41728" y="150295"/>
                </a:lnTo>
                <a:lnTo>
                  <a:pt x="47215" y="152406"/>
                </a:lnTo>
                <a:lnTo>
                  <a:pt x="48692" y="153461"/>
                </a:lnTo>
                <a:lnTo>
                  <a:pt x="51329" y="156627"/>
                </a:lnTo>
                <a:lnTo>
                  <a:pt x="63832" y="164332"/>
                </a:lnTo>
                <a:lnTo>
                  <a:pt x="65204" y="166918"/>
                </a:lnTo>
                <a:lnTo>
                  <a:pt x="66048" y="169557"/>
                </a:lnTo>
                <a:lnTo>
                  <a:pt x="66312" y="172512"/>
                </a:lnTo>
                <a:close/>
                <a:moveTo>
                  <a:pt x="1334303" y="629411"/>
                </a:moveTo>
                <a:lnTo>
                  <a:pt x="1333617" y="638224"/>
                </a:lnTo>
                <a:lnTo>
                  <a:pt x="1332615" y="635111"/>
                </a:lnTo>
                <a:lnTo>
                  <a:pt x="1332246" y="627089"/>
                </a:lnTo>
                <a:lnTo>
                  <a:pt x="1330927" y="623184"/>
                </a:lnTo>
                <a:lnTo>
                  <a:pt x="1331771" y="618698"/>
                </a:lnTo>
                <a:lnTo>
                  <a:pt x="1331454" y="607141"/>
                </a:lnTo>
                <a:lnTo>
                  <a:pt x="1333090" y="601811"/>
                </a:lnTo>
                <a:lnTo>
                  <a:pt x="1334303" y="608619"/>
                </a:lnTo>
                <a:lnTo>
                  <a:pt x="1334303" y="612049"/>
                </a:lnTo>
                <a:lnTo>
                  <a:pt x="1334303" y="629411"/>
                </a:lnTo>
                <a:close/>
                <a:moveTo>
                  <a:pt x="1064045" y="664927"/>
                </a:moveTo>
                <a:lnTo>
                  <a:pt x="1059772" y="665824"/>
                </a:lnTo>
                <a:lnTo>
                  <a:pt x="1055763" y="663977"/>
                </a:lnTo>
                <a:lnTo>
                  <a:pt x="1055868" y="661444"/>
                </a:lnTo>
                <a:lnTo>
                  <a:pt x="1056871" y="659122"/>
                </a:lnTo>
                <a:lnTo>
                  <a:pt x="1062832" y="657908"/>
                </a:lnTo>
                <a:lnTo>
                  <a:pt x="1065997" y="658014"/>
                </a:lnTo>
                <a:lnTo>
                  <a:pt x="1069426" y="659597"/>
                </a:lnTo>
                <a:lnTo>
                  <a:pt x="1071800" y="661285"/>
                </a:lnTo>
                <a:lnTo>
                  <a:pt x="1072960" y="663238"/>
                </a:lnTo>
                <a:lnTo>
                  <a:pt x="1066524" y="663344"/>
                </a:lnTo>
                <a:lnTo>
                  <a:pt x="1064045" y="664927"/>
                </a:lnTo>
                <a:close/>
                <a:moveTo>
                  <a:pt x="1112895" y="501175"/>
                </a:moveTo>
                <a:lnTo>
                  <a:pt x="1101817" y="510991"/>
                </a:lnTo>
                <a:lnTo>
                  <a:pt x="1100023" y="508511"/>
                </a:lnTo>
                <a:lnTo>
                  <a:pt x="1100973" y="498484"/>
                </a:lnTo>
                <a:lnTo>
                  <a:pt x="1097860" y="492310"/>
                </a:lnTo>
                <a:lnTo>
                  <a:pt x="1098071" y="487666"/>
                </a:lnTo>
                <a:lnTo>
                  <a:pt x="1100287" y="479539"/>
                </a:lnTo>
                <a:lnTo>
                  <a:pt x="1103083" y="473312"/>
                </a:lnTo>
                <a:lnTo>
                  <a:pt x="1109519" y="469090"/>
                </a:lnTo>
                <a:lnTo>
                  <a:pt x="1111154" y="468615"/>
                </a:lnTo>
                <a:lnTo>
                  <a:pt x="1110732" y="476214"/>
                </a:lnTo>
                <a:lnTo>
                  <a:pt x="1112051" y="479064"/>
                </a:lnTo>
                <a:lnTo>
                  <a:pt x="1112473" y="481491"/>
                </a:lnTo>
                <a:lnTo>
                  <a:pt x="1111787" y="483602"/>
                </a:lnTo>
                <a:lnTo>
                  <a:pt x="1113001" y="493312"/>
                </a:lnTo>
                <a:lnTo>
                  <a:pt x="1113739" y="495634"/>
                </a:lnTo>
                <a:lnTo>
                  <a:pt x="1112157" y="498695"/>
                </a:lnTo>
                <a:lnTo>
                  <a:pt x="1112895" y="501175"/>
                </a:lnTo>
                <a:close/>
                <a:moveTo>
                  <a:pt x="556711" y="145968"/>
                </a:moveTo>
                <a:lnTo>
                  <a:pt x="554548" y="146179"/>
                </a:lnTo>
                <a:lnTo>
                  <a:pt x="553863" y="144595"/>
                </a:lnTo>
                <a:lnTo>
                  <a:pt x="553968" y="141904"/>
                </a:lnTo>
                <a:lnTo>
                  <a:pt x="553757" y="139740"/>
                </a:lnTo>
                <a:lnTo>
                  <a:pt x="553124" y="138157"/>
                </a:lnTo>
                <a:lnTo>
                  <a:pt x="553124" y="135466"/>
                </a:lnTo>
                <a:lnTo>
                  <a:pt x="555181" y="136785"/>
                </a:lnTo>
                <a:lnTo>
                  <a:pt x="556711" y="138052"/>
                </a:lnTo>
                <a:lnTo>
                  <a:pt x="558558" y="138949"/>
                </a:lnTo>
                <a:lnTo>
                  <a:pt x="559982" y="139582"/>
                </a:lnTo>
                <a:lnTo>
                  <a:pt x="560773" y="139952"/>
                </a:lnTo>
                <a:lnTo>
                  <a:pt x="559296" y="143804"/>
                </a:lnTo>
                <a:lnTo>
                  <a:pt x="556711" y="145968"/>
                </a:lnTo>
                <a:close/>
                <a:moveTo>
                  <a:pt x="1279650" y="758333"/>
                </a:moveTo>
                <a:lnTo>
                  <a:pt x="1277593" y="758808"/>
                </a:lnTo>
                <a:lnTo>
                  <a:pt x="1275535" y="758069"/>
                </a:lnTo>
                <a:lnTo>
                  <a:pt x="1276379" y="753372"/>
                </a:lnTo>
                <a:lnTo>
                  <a:pt x="1275166" y="750206"/>
                </a:lnTo>
                <a:lnTo>
                  <a:pt x="1277329" y="747673"/>
                </a:lnTo>
                <a:lnTo>
                  <a:pt x="1277856" y="743240"/>
                </a:lnTo>
                <a:lnTo>
                  <a:pt x="1278700" y="741868"/>
                </a:lnTo>
                <a:lnTo>
                  <a:pt x="1280019" y="743293"/>
                </a:lnTo>
                <a:lnTo>
                  <a:pt x="1280600" y="744190"/>
                </a:lnTo>
                <a:lnTo>
                  <a:pt x="1281655" y="744612"/>
                </a:lnTo>
                <a:lnTo>
                  <a:pt x="1284029" y="744718"/>
                </a:lnTo>
                <a:lnTo>
                  <a:pt x="1284556" y="746618"/>
                </a:lnTo>
                <a:lnTo>
                  <a:pt x="1284451" y="748412"/>
                </a:lnTo>
                <a:lnTo>
                  <a:pt x="1283448" y="750312"/>
                </a:lnTo>
                <a:lnTo>
                  <a:pt x="1280652" y="752370"/>
                </a:lnTo>
                <a:lnTo>
                  <a:pt x="1278595" y="754692"/>
                </a:lnTo>
                <a:lnTo>
                  <a:pt x="1279650" y="758333"/>
                </a:lnTo>
                <a:close/>
                <a:moveTo>
                  <a:pt x="1183902" y="77047"/>
                </a:moveTo>
                <a:lnTo>
                  <a:pt x="1188966" y="77153"/>
                </a:lnTo>
                <a:lnTo>
                  <a:pt x="1196352" y="76150"/>
                </a:lnTo>
                <a:lnTo>
                  <a:pt x="1198093" y="81164"/>
                </a:lnTo>
                <a:lnTo>
                  <a:pt x="1198356" y="83116"/>
                </a:lnTo>
                <a:lnTo>
                  <a:pt x="1188544" y="85755"/>
                </a:lnTo>
                <a:lnTo>
                  <a:pt x="1182636" y="79580"/>
                </a:lnTo>
                <a:lnTo>
                  <a:pt x="1183902" y="77047"/>
                </a:lnTo>
                <a:close/>
                <a:moveTo>
                  <a:pt x="1184377" y="123909"/>
                </a:moveTo>
                <a:lnTo>
                  <a:pt x="1183744" y="125650"/>
                </a:lnTo>
                <a:lnTo>
                  <a:pt x="1179207" y="121429"/>
                </a:lnTo>
                <a:lnTo>
                  <a:pt x="1177993" y="118368"/>
                </a:lnTo>
                <a:lnTo>
                  <a:pt x="1178574" y="115940"/>
                </a:lnTo>
                <a:lnTo>
                  <a:pt x="1183269" y="115729"/>
                </a:lnTo>
                <a:lnTo>
                  <a:pt x="1185590" y="117207"/>
                </a:lnTo>
                <a:lnTo>
                  <a:pt x="1184377" y="123909"/>
                </a:lnTo>
                <a:close/>
                <a:moveTo>
                  <a:pt x="1178996" y="738596"/>
                </a:moveTo>
                <a:lnTo>
                  <a:pt x="1177835" y="738649"/>
                </a:lnTo>
                <a:lnTo>
                  <a:pt x="1175514" y="737646"/>
                </a:lnTo>
                <a:lnTo>
                  <a:pt x="1176358" y="735430"/>
                </a:lnTo>
                <a:lnTo>
                  <a:pt x="1175092" y="731841"/>
                </a:lnTo>
                <a:lnTo>
                  <a:pt x="1175567" y="728886"/>
                </a:lnTo>
                <a:lnTo>
                  <a:pt x="1178468" y="727250"/>
                </a:lnTo>
                <a:lnTo>
                  <a:pt x="1184746" y="727039"/>
                </a:lnTo>
                <a:lnTo>
                  <a:pt x="1184957" y="729203"/>
                </a:lnTo>
                <a:lnTo>
                  <a:pt x="1178996" y="738596"/>
                </a:lnTo>
                <a:close/>
              </a:path>
            </a:pathLst>
          </a:custGeom>
          <a:solidFill>
            <a:srgbClr val="D0D2D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4834" y="1885471"/>
            <a:ext cx="82296" cy="82296"/>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58355" y="2397887"/>
            <a:ext cx="82296" cy="82296"/>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612860" y="2464379"/>
            <a:ext cx="82296" cy="82296"/>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ng DUMAI"/>
          <p:cNvSpPr/>
          <p:nvPr/>
        </p:nvSpPr>
        <p:spPr>
          <a:xfrm>
            <a:off x="960999" y="1936856"/>
            <a:ext cx="201168" cy="201168"/>
          </a:xfrm>
          <a:prstGeom prst="ellipse">
            <a:avLst/>
          </a:prstGeom>
          <a:noFill/>
          <a:ln w="22225">
            <a:solidFill>
              <a:srgbClr val="A882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15863" y="1991720"/>
            <a:ext cx="91440" cy="91440"/>
          </a:xfrm>
          <a:prstGeom prst="ellipse">
            <a:avLst/>
          </a:prstGeom>
          <a:solidFill>
            <a:srgbClr val="FFFFFF"/>
          </a:solidFill>
          <a:ln w="15875">
            <a:solidFill>
              <a:srgbClr val="A882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 y="2743200"/>
            <a:ext cx="1737360" cy="457200"/>
          </a:xfrm>
          <a:prstGeom prst="rect">
            <a:avLst/>
          </a:prstGeom>
          <a:noFill/>
        </p:spPr>
        <p:txBody>
          <a:bodyPr wrap="square" lIns="0" rIns="0" tIns="0" bIns="0" anchor="ctr">
            <a:noAutofit/>
          </a:bodyPr>
          <a:lstStyle/>
          <a:p>
            <a:pPr algn="l"/>
            <a:r>
              <a:rPr sz="3200" b="1" i="0">
                <a:solidFill>
                  <a:srgbClr val="8A6A0C"/>
                </a:solidFill>
                <a:latin typeface="Calibri"/>
              </a:rPr>
              <a:t>~1.3 Mt</a:t>
            </a:r>
          </a:p>
        </p:txBody>
      </p:sp>
      <p:sp>
        <p:nvSpPr>
          <p:cNvPr id="17" name="TextBox 16"/>
          <p:cNvSpPr txBox="1"/>
          <p:nvPr/>
        </p:nvSpPr>
        <p:spPr>
          <a:xfrm>
            <a:off x="694944" y="3218688"/>
            <a:ext cx="1737360" cy="457200"/>
          </a:xfrm>
          <a:prstGeom prst="rect">
            <a:avLst/>
          </a:prstGeom>
          <a:noFill/>
        </p:spPr>
        <p:txBody>
          <a:bodyPr wrap="square" lIns="0" rIns="0" tIns="0" bIns="0" anchor="t">
            <a:noAutofit/>
          </a:bodyPr>
          <a:lstStyle/>
          <a:p>
            <a:pPr algn="l"/>
            <a:r>
              <a:rPr sz="1600" b="0" i="0">
                <a:solidFill>
                  <a:srgbClr val="4D4D4F"/>
                </a:solidFill>
                <a:latin typeface="Calibri"/>
              </a:rPr>
              <a:t>of palm-kernel exports a year</a:t>
            </a:r>
          </a:p>
        </p:txBody>
      </p:sp>
      <p:sp>
        <p:nvSpPr>
          <p:cNvPr id="18" name="TextBox 17"/>
          <p:cNvSpPr txBox="1"/>
          <p:nvPr/>
        </p:nvSpPr>
        <p:spPr>
          <a:xfrm>
            <a:off x="2478024" y="1152144"/>
            <a:ext cx="1188720" cy="231140"/>
          </a:xfrm>
          <a:prstGeom prst="rect">
            <a:avLst/>
          </a:prstGeom>
          <a:noFill/>
        </p:spPr>
        <p:txBody>
          <a:bodyPr wrap="square" lIns="0" rIns="0" tIns="0" bIns="0" anchor="t">
            <a:noAutofit/>
          </a:bodyPr>
          <a:lstStyle/>
          <a:p>
            <a:pPr algn="l"/>
            <a:r>
              <a:rPr sz="1400" b="1" i="0" spc="150">
                <a:solidFill>
                  <a:srgbClr val="8A6A0C"/>
                </a:solidFill>
                <a:latin typeface="Calibri"/>
              </a:rPr>
              <a:t>PROBLEM</a:t>
            </a:r>
          </a:p>
        </p:txBody>
      </p:sp>
      <p:sp>
        <p:nvSpPr>
          <p:cNvPr id="19" name="TextBox 18"/>
          <p:cNvSpPr txBox="1"/>
          <p:nvPr/>
        </p:nvSpPr>
        <p:spPr>
          <a:xfrm>
            <a:off x="2478024" y="2450592"/>
            <a:ext cx="1737360" cy="231140"/>
          </a:xfrm>
          <a:prstGeom prst="rect">
            <a:avLst/>
          </a:prstGeom>
          <a:noFill/>
        </p:spPr>
        <p:txBody>
          <a:bodyPr wrap="square" lIns="0" rIns="0" tIns="0" bIns="0" anchor="t">
            <a:noAutofit/>
          </a:bodyPr>
          <a:lstStyle/>
          <a:p>
            <a:pPr algn="l"/>
            <a:r>
              <a:rPr sz="1400" b="1" i="0" spc="150">
                <a:solidFill>
                  <a:srgbClr val="8A6A0C"/>
                </a:solidFill>
                <a:latin typeface="Calibri"/>
              </a:rPr>
              <a:t>FKS SOLUTION</a:t>
            </a:r>
          </a:p>
        </p:txBody>
      </p:sp>
      <p:sp>
        <p:nvSpPr>
          <p:cNvPr id="20" name="TextBox 19"/>
          <p:cNvSpPr txBox="1"/>
          <p:nvPr/>
        </p:nvSpPr>
        <p:spPr>
          <a:xfrm>
            <a:off x="2478024" y="1408176"/>
            <a:ext cx="1801368" cy="896112"/>
          </a:xfrm>
          <a:prstGeom prst="rect">
            <a:avLst/>
          </a:prstGeom>
          <a:noFill/>
        </p:spPr>
        <p:txBody>
          <a:bodyPr wrap="square" lIns="0" rIns="0" tIns="0" bIns="0" anchor="t">
            <a:noAutofit/>
          </a:bodyPr>
          <a:lstStyle/>
          <a:p>
            <a:pPr algn="l">
              <a:lnSpc>
                <a:spcPct val="102000"/>
              </a:lnSpc>
            </a:pPr>
            <a:r>
              <a:rPr sz="1800" b="0" i="0">
                <a:solidFill>
                  <a:srgbClr val="4D4D4F"/>
                </a:solidFill>
                <a:latin typeface="Calibri"/>
              </a:rPr>
              <a:t>Truck-to-vessel loading at ~1.7 kt per ship-day</a:t>
            </a:r>
          </a:p>
        </p:txBody>
      </p:sp>
      <p:sp>
        <p:nvSpPr>
          <p:cNvPr id="21" name="TextBox 20"/>
          <p:cNvSpPr txBox="1"/>
          <p:nvPr/>
        </p:nvSpPr>
        <p:spPr>
          <a:xfrm>
            <a:off x="2478024" y="2706624"/>
            <a:ext cx="1801368" cy="914400"/>
          </a:xfrm>
          <a:prstGeom prst="rect">
            <a:avLst/>
          </a:prstGeom>
          <a:noFill/>
        </p:spPr>
        <p:txBody>
          <a:bodyPr wrap="square" lIns="0" rIns="0" tIns="0" bIns="0" anchor="t">
            <a:noAutofit/>
          </a:bodyPr>
          <a:lstStyle/>
          <a:p>
            <a:pPr algn="l">
              <a:lnSpc>
                <a:spcPct val="102000"/>
              </a:lnSpc>
            </a:pPr>
            <a:r>
              <a:rPr sz="1800" b="0" i="0">
                <a:solidFill>
                  <a:srgbClr val="4D4D4F"/>
                </a:solidFill>
                <a:latin typeface="Calibri"/>
              </a:rPr>
              <a:t>Pit, conveyor, ship loader and weighbridge</a:t>
            </a:r>
          </a:p>
        </p:txBody>
      </p:sp>
      <p:sp>
        <p:nvSpPr>
          <p:cNvPr id="22" name="Card CIWANDAN"/>
          <p:cNvSpPr/>
          <p:nvPr/>
        </p:nvSpPr>
        <p:spPr>
          <a:xfrm>
            <a:off x="4700016" y="1005840"/>
            <a:ext cx="3931920" cy="2743200"/>
          </a:xfrm>
          <a:prstGeom prst="rect">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82896" y="1115568"/>
            <a:ext cx="1737360" cy="347472"/>
          </a:xfrm>
          <a:prstGeom prst="rect">
            <a:avLst/>
          </a:prstGeom>
          <a:noFill/>
        </p:spPr>
        <p:txBody>
          <a:bodyPr wrap="square" lIns="0" rIns="0" tIns="0" bIns="0" anchor="t">
            <a:noAutofit/>
          </a:bodyPr>
          <a:lstStyle/>
          <a:p>
            <a:pPr algn="l"/>
            <a:r>
              <a:rPr sz="2200" b="1" i="0" spc="100">
                <a:solidFill>
                  <a:srgbClr val="4D4D4F"/>
                </a:solidFill>
                <a:latin typeface="Calibri"/>
              </a:rPr>
              <a:t>CIWANDAN</a:t>
            </a:r>
          </a:p>
        </p:txBody>
      </p:sp>
      <p:sp>
        <p:nvSpPr>
          <p:cNvPr id="24" name="TextBox 23"/>
          <p:cNvSpPr txBox="1"/>
          <p:nvPr/>
        </p:nvSpPr>
        <p:spPr>
          <a:xfrm>
            <a:off x="4882896" y="1463040"/>
            <a:ext cx="1874519" cy="228600"/>
          </a:xfrm>
          <a:prstGeom prst="rect">
            <a:avLst/>
          </a:prstGeom>
          <a:noFill/>
        </p:spPr>
        <p:txBody>
          <a:bodyPr wrap="square" lIns="0" rIns="0" tIns="0" bIns="0" anchor="t">
            <a:noAutofit/>
          </a:bodyPr>
          <a:lstStyle/>
          <a:p>
            <a:pPr algn="l"/>
            <a:r>
              <a:rPr sz="1400" b="0" i="0">
                <a:solidFill>
                  <a:srgbClr val="747678"/>
                </a:solidFill>
                <a:latin typeface="Calibri"/>
              </a:rPr>
              <a:t>next to Cigading</a:t>
            </a:r>
          </a:p>
        </p:txBody>
      </p:sp>
      <p:sp>
        <p:nvSpPr>
          <p:cNvPr id="25" name="Map - Neighbouring countries"/>
          <p:cNvSpPr/>
          <p:nvPr/>
        </p:nvSpPr>
        <p:spPr>
          <a:xfrm>
            <a:off x="5034511" y="1783080"/>
            <a:ext cx="1206797" cy="297528"/>
          </a:xfrm>
          <a:custGeom>
            <a:avLst/>
            <a:gdLst/>
            <a:ahLst/>
            <a:cxnLst/>
            <a:rect l="l" t="t" r="r" b="b"/>
            <a:pathLst>
              <a:path w="1206797" h="297528">
                <a:moveTo>
                  <a:pt x="144809" y="3061"/>
                </a:moveTo>
                <a:lnTo>
                  <a:pt x="145811" y="580"/>
                </a:lnTo>
                <a:lnTo>
                  <a:pt x="147025" y="0"/>
                </a:lnTo>
                <a:lnTo>
                  <a:pt x="147869" y="0"/>
                </a:lnTo>
                <a:lnTo>
                  <a:pt x="149979" y="0"/>
                </a:lnTo>
                <a:lnTo>
                  <a:pt x="152300" y="0"/>
                </a:lnTo>
                <a:lnTo>
                  <a:pt x="156731" y="0"/>
                </a:lnTo>
                <a:lnTo>
                  <a:pt x="168284" y="1689"/>
                </a:lnTo>
                <a:lnTo>
                  <a:pt x="171713" y="2744"/>
                </a:lnTo>
                <a:lnTo>
                  <a:pt x="176303" y="1003"/>
                </a:lnTo>
                <a:lnTo>
                  <a:pt x="178308" y="2111"/>
                </a:lnTo>
                <a:lnTo>
                  <a:pt x="180418" y="3905"/>
                </a:lnTo>
                <a:lnTo>
                  <a:pt x="181631" y="8866"/>
                </a:lnTo>
                <a:lnTo>
                  <a:pt x="184638" y="13457"/>
                </a:lnTo>
                <a:lnTo>
                  <a:pt x="190705" y="12771"/>
                </a:lnTo>
                <a:lnTo>
                  <a:pt x="192815" y="13457"/>
                </a:lnTo>
                <a:lnTo>
                  <a:pt x="194134" y="13562"/>
                </a:lnTo>
                <a:lnTo>
                  <a:pt x="195294" y="17626"/>
                </a:lnTo>
                <a:lnTo>
                  <a:pt x="195875" y="24592"/>
                </a:lnTo>
                <a:lnTo>
                  <a:pt x="195294" y="28708"/>
                </a:lnTo>
                <a:lnTo>
                  <a:pt x="190916" y="34513"/>
                </a:lnTo>
                <a:lnTo>
                  <a:pt x="190335" y="38471"/>
                </a:lnTo>
                <a:lnTo>
                  <a:pt x="192604" y="40898"/>
                </a:lnTo>
                <a:lnTo>
                  <a:pt x="195611" y="43537"/>
                </a:lnTo>
                <a:lnTo>
                  <a:pt x="197299" y="45542"/>
                </a:lnTo>
                <a:lnTo>
                  <a:pt x="199093" y="45226"/>
                </a:lnTo>
                <a:lnTo>
                  <a:pt x="201361" y="43853"/>
                </a:lnTo>
                <a:lnTo>
                  <a:pt x="203418" y="40423"/>
                </a:lnTo>
                <a:lnTo>
                  <a:pt x="204843" y="37521"/>
                </a:lnTo>
                <a:lnTo>
                  <a:pt x="212598" y="34196"/>
                </a:lnTo>
                <a:lnTo>
                  <a:pt x="220616" y="31241"/>
                </a:lnTo>
                <a:lnTo>
                  <a:pt x="221724" y="31558"/>
                </a:lnTo>
                <a:lnTo>
                  <a:pt x="222990" y="32877"/>
                </a:lnTo>
                <a:lnTo>
                  <a:pt x="225575" y="37151"/>
                </a:lnTo>
                <a:lnTo>
                  <a:pt x="227052" y="38049"/>
                </a:lnTo>
                <a:lnTo>
                  <a:pt x="229268" y="38471"/>
                </a:lnTo>
                <a:lnTo>
                  <a:pt x="233013" y="38049"/>
                </a:lnTo>
                <a:lnTo>
                  <a:pt x="237392" y="35621"/>
                </a:lnTo>
                <a:lnTo>
                  <a:pt x="239660" y="31083"/>
                </a:lnTo>
                <a:lnTo>
                  <a:pt x="240663" y="27494"/>
                </a:lnTo>
                <a:lnTo>
                  <a:pt x="246940" y="21267"/>
                </a:lnTo>
                <a:lnTo>
                  <a:pt x="247626" y="16623"/>
                </a:lnTo>
                <a:lnTo>
                  <a:pt x="249367" y="13615"/>
                </a:lnTo>
                <a:lnTo>
                  <a:pt x="258493" y="15673"/>
                </a:lnTo>
                <a:lnTo>
                  <a:pt x="261975" y="17309"/>
                </a:lnTo>
                <a:lnTo>
                  <a:pt x="272209" y="33616"/>
                </a:lnTo>
                <a:lnTo>
                  <a:pt x="285714" y="45120"/>
                </a:lnTo>
                <a:lnTo>
                  <a:pt x="291465" y="49395"/>
                </a:lnTo>
                <a:lnTo>
                  <a:pt x="295843" y="51453"/>
                </a:lnTo>
                <a:lnTo>
                  <a:pt x="301910" y="57627"/>
                </a:lnTo>
                <a:lnTo>
                  <a:pt x="307185" y="65332"/>
                </a:lnTo>
                <a:lnTo>
                  <a:pt x="318738" y="87074"/>
                </a:lnTo>
                <a:lnTo>
                  <a:pt x="320743" y="96625"/>
                </a:lnTo>
                <a:lnTo>
                  <a:pt x="321534" y="111190"/>
                </a:lnTo>
                <a:lnTo>
                  <a:pt x="319002" y="133144"/>
                </a:lnTo>
                <a:lnTo>
                  <a:pt x="315890" y="144120"/>
                </a:lnTo>
                <a:lnTo>
                  <a:pt x="316470" y="149292"/>
                </a:lnTo>
                <a:lnTo>
                  <a:pt x="320743" y="157208"/>
                </a:lnTo>
                <a:lnTo>
                  <a:pt x="319424" y="164701"/>
                </a:lnTo>
                <a:lnTo>
                  <a:pt x="320268" y="170928"/>
                </a:lnTo>
                <a:lnTo>
                  <a:pt x="319952" y="188237"/>
                </a:lnTo>
                <a:lnTo>
                  <a:pt x="322378" y="193304"/>
                </a:lnTo>
                <a:lnTo>
                  <a:pt x="325122" y="196575"/>
                </a:lnTo>
                <a:lnTo>
                  <a:pt x="339629" y="206866"/>
                </a:lnTo>
                <a:lnTo>
                  <a:pt x="340684" y="210666"/>
                </a:lnTo>
                <a:lnTo>
                  <a:pt x="347858" y="223700"/>
                </a:lnTo>
                <a:lnTo>
                  <a:pt x="361100" y="252092"/>
                </a:lnTo>
                <a:lnTo>
                  <a:pt x="364740" y="264862"/>
                </a:lnTo>
                <a:lnTo>
                  <a:pt x="364318" y="268292"/>
                </a:lnTo>
                <a:lnTo>
                  <a:pt x="362735" y="269717"/>
                </a:lnTo>
                <a:lnTo>
                  <a:pt x="358831" y="270984"/>
                </a:lnTo>
                <a:lnTo>
                  <a:pt x="355613" y="268504"/>
                </a:lnTo>
                <a:lnTo>
                  <a:pt x="354505" y="266709"/>
                </a:lnTo>
                <a:lnTo>
                  <a:pt x="354875" y="264493"/>
                </a:lnTo>
                <a:lnTo>
                  <a:pt x="353556" y="262276"/>
                </a:lnTo>
                <a:lnTo>
                  <a:pt x="350391" y="259691"/>
                </a:lnTo>
                <a:lnTo>
                  <a:pt x="348544" y="257316"/>
                </a:lnTo>
                <a:lnTo>
                  <a:pt x="349072" y="261221"/>
                </a:lnTo>
                <a:lnTo>
                  <a:pt x="349125" y="266234"/>
                </a:lnTo>
                <a:lnTo>
                  <a:pt x="345062" y="266657"/>
                </a:lnTo>
                <a:lnTo>
                  <a:pt x="339893" y="265073"/>
                </a:lnTo>
                <a:lnTo>
                  <a:pt x="333457" y="266498"/>
                </a:lnTo>
                <a:lnTo>
                  <a:pt x="325807" y="272673"/>
                </a:lnTo>
                <a:lnTo>
                  <a:pt x="322115" y="272884"/>
                </a:lnTo>
                <a:lnTo>
                  <a:pt x="319319" y="267554"/>
                </a:lnTo>
                <a:lnTo>
                  <a:pt x="317894" y="263965"/>
                </a:lnTo>
                <a:lnTo>
                  <a:pt x="315626" y="261432"/>
                </a:lnTo>
                <a:lnTo>
                  <a:pt x="291359" y="248450"/>
                </a:lnTo>
                <a:lnTo>
                  <a:pt x="282391" y="245073"/>
                </a:lnTo>
                <a:lnTo>
                  <a:pt x="272948" y="235257"/>
                </a:lnTo>
                <a:lnTo>
                  <a:pt x="251741" y="224386"/>
                </a:lnTo>
                <a:lnTo>
                  <a:pt x="238236" y="213779"/>
                </a:lnTo>
                <a:lnTo>
                  <a:pt x="232486" y="207183"/>
                </a:lnTo>
                <a:lnTo>
                  <a:pt x="218717" y="201378"/>
                </a:lnTo>
                <a:lnTo>
                  <a:pt x="212756" y="194570"/>
                </a:lnTo>
                <a:lnTo>
                  <a:pt x="209802" y="193198"/>
                </a:lnTo>
                <a:lnTo>
                  <a:pt x="206900" y="190771"/>
                </a:lnTo>
                <a:lnTo>
                  <a:pt x="209960" y="184121"/>
                </a:lnTo>
                <a:lnTo>
                  <a:pt x="208694" y="177208"/>
                </a:lnTo>
                <a:lnTo>
                  <a:pt x="207111" y="171350"/>
                </a:lnTo>
                <a:lnTo>
                  <a:pt x="197352" y="159793"/>
                </a:lnTo>
                <a:lnTo>
                  <a:pt x="192604" y="151719"/>
                </a:lnTo>
                <a:lnTo>
                  <a:pt x="183425" y="143698"/>
                </a:lnTo>
                <a:lnTo>
                  <a:pt x="179785" y="139107"/>
                </a:lnTo>
                <a:lnTo>
                  <a:pt x="176250" y="133724"/>
                </a:lnTo>
                <a:lnTo>
                  <a:pt x="178466" y="131824"/>
                </a:lnTo>
                <a:lnTo>
                  <a:pt x="180523" y="130716"/>
                </a:lnTo>
                <a:lnTo>
                  <a:pt x="178624" y="126811"/>
                </a:lnTo>
                <a:lnTo>
                  <a:pt x="173401" y="120003"/>
                </a:lnTo>
                <a:lnTo>
                  <a:pt x="170975" y="112246"/>
                </a:lnTo>
                <a:lnTo>
                  <a:pt x="170975" y="97523"/>
                </a:lnTo>
                <a:lnTo>
                  <a:pt x="163484" y="76836"/>
                </a:lnTo>
                <a:lnTo>
                  <a:pt x="157153" y="48128"/>
                </a:lnTo>
                <a:lnTo>
                  <a:pt x="158261" y="38101"/>
                </a:lnTo>
                <a:lnTo>
                  <a:pt x="156626" y="27230"/>
                </a:lnTo>
                <a:lnTo>
                  <a:pt x="152405" y="16729"/>
                </a:lnTo>
                <a:lnTo>
                  <a:pt x="146866" y="9288"/>
                </a:lnTo>
                <a:lnTo>
                  <a:pt x="144809" y="3061"/>
                </a:lnTo>
                <a:close/>
                <a:moveTo>
                  <a:pt x="1065627" y="122906"/>
                </a:moveTo>
                <a:lnTo>
                  <a:pt x="1063675" y="122906"/>
                </a:lnTo>
                <a:lnTo>
                  <a:pt x="1059139" y="121745"/>
                </a:lnTo>
                <a:lnTo>
                  <a:pt x="1050012" y="116151"/>
                </a:lnTo>
                <a:lnTo>
                  <a:pt x="1040675" y="114146"/>
                </a:lnTo>
                <a:lnTo>
                  <a:pt x="1027117" y="113987"/>
                </a:lnTo>
                <a:lnTo>
                  <a:pt x="1019415" y="113196"/>
                </a:lnTo>
                <a:lnTo>
                  <a:pt x="1016302" y="114040"/>
                </a:lnTo>
                <a:lnTo>
                  <a:pt x="1013665" y="114093"/>
                </a:lnTo>
                <a:lnTo>
                  <a:pt x="1011766" y="112932"/>
                </a:lnTo>
                <a:lnTo>
                  <a:pt x="1009761" y="112351"/>
                </a:lnTo>
                <a:lnTo>
                  <a:pt x="1004486" y="115676"/>
                </a:lnTo>
                <a:lnTo>
                  <a:pt x="1002006" y="114673"/>
                </a:lnTo>
                <a:lnTo>
                  <a:pt x="999474" y="113249"/>
                </a:lnTo>
                <a:lnTo>
                  <a:pt x="995043" y="112774"/>
                </a:lnTo>
                <a:lnTo>
                  <a:pt x="989662" y="113196"/>
                </a:lnTo>
                <a:lnTo>
                  <a:pt x="983753" y="116573"/>
                </a:lnTo>
                <a:lnTo>
                  <a:pt x="977106" y="113512"/>
                </a:lnTo>
                <a:lnTo>
                  <a:pt x="975260" y="113565"/>
                </a:lnTo>
                <a:lnTo>
                  <a:pt x="973994" y="114357"/>
                </a:lnTo>
                <a:lnTo>
                  <a:pt x="971092" y="118526"/>
                </a:lnTo>
                <a:lnTo>
                  <a:pt x="965659" y="121745"/>
                </a:lnTo>
                <a:lnTo>
                  <a:pt x="962968" y="127603"/>
                </a:lnTo>
                <a:lnTo>
                  <a:pt x="961280" y="133196"/>
                </a:lnTo>
                <a:lnTo>
                  <a:pt x="959803" y="135149"/>
                </a:lnTo>
                <a:lnTo>
                  <a:pt x="959434" y="146020"/>
                </a:lnTo>
                <a:lnTo>
                  <a:pt x="958590" y="151244"/>
                </a:lnTo>
                <a:lnTo>
                  <a:pt x="959961" y="158210"/>
                </a:lnTo>
                <a:lnTo>
                  <a:pt x="959698" y="161165"/>
                </a:lnTo>
                <a:lnTo>
                  <a:pt x="957271" y="165598"/>
                </a:lnTo>
                <a:lnTo>
                  <a:pt x="956954" y="166654"/>
                </a:lnTo>
                <a:lnTo>
                  <a:pt x="955688" y="173672"/>
                </a:lnTo>
                <a:lnTo>
                  <a:pt x="956163" y="175572"/>
                </a:lnTo>
                <a:lnTo>
                  <a:pt x="955846" y="177947"/>
                </a:lnTo>
                <a:lnTo>
                  <a:pt x="953789" y="182908"/>
                </a:lnTo>
                <a:lnTo>
                  <a:pt x="950096" y="184227"/>
                </a:lnTo>
                <a:lnTo>
                  <a:pt x="946193" y="185018"/>
                </a:lnTo>
                <a:lnTo>
                  <a:pt x="942869" y="183330"/>
                </a:lnTo>
                <a:lnTo>
                  <a:pt x="939862" y="186074"/>
                </a:lnTo>
                <a:lnTo>
                  <a:pt x="936064" y="190243"/>
                </a:lnTo>
                <a:lnTo>
                  <a:pt x="934376" y="193092"/>
                </a:lnTo>
                <a:lnTo>
                  <a:pt x="934428" y="195731"/>
                </a:lnTo>
                <a:lnTo>
                  <a:pt x="934798" y="197473"/>
                </a:lnTo>
                <a:lnTo>
                  <a:pt x="934006" y="199320"/>
                </a:lnTo>
                <a:lnTo>
                  <a:pt x="933901" y="201219"/>
                </a:lnTo>
                <a:lnTo>
                  <a:pt x="934112" y="204016"/>
                </a:lnTo>
                <a:lnTo>
                  <a:pt x="936697" y="205177"/>
                </a:lnTo>
                <a:lnTo>
                  <a:pt x="939387" y="207552"/>
                </a:lnTo>
                <a:lnTo>
                  <a:pt x="939282" y="209874"/>
                </a:lnTo>
                <a:lnTo>
                  <a:pt x="937805" y="211457"/>
                </a:lnTo>
                <a:lnTo>
                  <a:pt x="934428" y="213937"/>
                </a:lnTo>
                <a:lnTo>
                  <a:pt x="928203" y="218951"/>
                </a:lnTo>
                <a:lnTo>
                  <a:pt x="921187" y="223278"/>
                </a:lnTo>
                <a:lnTo>
                  <a:pt x="918550" y="224281"/>
                </a:lnTo>
                <a:lnTo>
                  <a:pt x="917600" y="226233"/>
                </a:lnTo>
                <a:lnTo>
                  <a:pt x="917125" y="228925"/>
                </a:lnTo>
                <a:lnTo>
                  <a:pt x="918655" y="234730"/>
                </a:lnTo>
                <a:lnTo>
                  <a:pt x="920132" y="236471"/>
                </a:lnTo>
                <a:lnTo>
                  <a:pt x="920923" y="238529"/>
                </a:lnTo>
                <a:lnTo>
                  <a:pt x="919974" y="240957"/>
                </a:lnTo>
                <a:lnTo>
                  <a:pt x="919288" y="243068"/>
                </a:lnTo>
                <a:lnTo>
                  <a:pt x="916703" y="244387"/>
                </a:lnTo>
                <a:lnTo>
                  <a:pt x="914224" y="245337"/>
                </a:lnTo>
                <a:lnTo>
                  <a:pt x="913274" y="247025"/>
                </a:lnTo>
                <a:lnTo>
                  <a:pt x="911955" y="254044"/>
                </a:lnTo>
                <a:lnTo>
                  <a:pt x="910425" y="257685"/>
                </a:lnTo>
                <a:lnTo>
                  <a:pt x="906996" y="263121"/>
                </a:lnTo>
                <a:lnTo>
                  <a:pt x="905889" y="265601"/>
                </a:lnTo>
                <a:lnTo>
                  <a:pt x="904148" y="266393"/>
                </a:lnTo>
                <a:lnTo>
                  <a:pt x="897501" y="263860"/>
                </a:lnTo>
                <a:lnTo>
                  <a:pt x="891592" y="265390"/>
                </a:lnTo>
                <a:lnTo>
                  <a:pt x="883732" y="266393"/>
                </a:lnTo>
                <a:lnTo>
                  <a:pt x="877085" y="266234"/>
                </a:lnTo>
                <a:lnTo>
                  <a:pt x="871915" y="267343"/>
                </a:lnTo>
                <a:lnTo>
                  <a:pt x="868381" y="270192"/>
                </a:lnTo>
                <a:lnTo>
                  <a:pt x="864424" y="273834"/>
                </a:lnTo>
                <a:lnTo>
                  <a:pt x="860309" y="276472"/>
                </a:lnTo>
                <a:lnTo>
                  <a:pt x="857144" y="277791"/>
                </a:lnTo>
                <a:lnTo>
                  <a:pt x="851394" y="273992"/>
                </a:lnTo>
                <a:lnTo>
                  <a:pt x="848492" y="274308"/>
                </a:lnTo>
                <a:lnTo>
                  <a:pt x="843270" y="272989"/>
                </a:lnTo>
                <a:lnTo>
                  <a:pt x="830978" y="268715"/>
                </a:lnTo>
                <a:lnTo>
                  <a:pt x="827971" y="267448"/>
                </a:lnTo>
                <a:lnTo>
                  <a:pt x="824700" y="267343"/>
                </a:lnTo>
                <a:lnTo>
                  <a:pt x="823698" y="266129"/>
                </a:lnTo>
                <a:lnTo>
                  <a:pt x="824226" y="264071"/>
                </a:lnTo>
                <a:lnTo>
                  <a:pt x="823698" y="261327"/>
                </a:lnTo>
                <a:lnTo>
                  <a:pt x="821324" y="260324"/>
                </a:lnTo>
                <a:lnTo>
                  <a:pt x="796688" y="260746"/>
                </a:lnTo>
                <a:lnTo>
                  <a:pt x="789619" y="263068"/>
                </a:lnTo>
                <a:lnTo>
                  <a:pt x="784819" y="264915"/>
                </a:lnTo>
                <a:lnTo>
                  <a:pt x="781390" y="267079"/>
                </a:lnTo>
                <a:lnTo>
                  <a:pt x="780387" y="272409"/>
                </a:lnTo>
                <a:lnTo>
                  <a:pt x="778383" y="277369"/>
                </a:lnTo>
                <a:lnTo>
                  <a:pt x="775745" y="282699"/>
                </a:lnTo>
                <a:lnTo>
                  <a:pt x="767515" y="284282"/>
                </a:lnTo>
                <a:lnTo>
                  <a:pt x="761501" y="289612"/>
                </a:lnTo>
                <a:lnTo>
                  <a:pt x="759444" y="290298"/>
                </a:lnTo>
                <a:lnTo>
                  <a:pt x="755276" y="289507"/>
                </a:lnTo>
                <a:lnTo>
                  <a:pt x="750845" y="289032"/>
                </a:lnTo>
                <a:lnTo>
                  <a:pt x="747680" y="290562"/>
                </a:lnTo>
                <a:lnTo>
                  <a:pt x="744304" y="290457"/>
                </a:lnTo>
                <a:lnTo>
                  <a:pt x="733964" y="287976"/>
                </a:lnTo>
                <a:lnTo>
                  <a:pt x="724152" y="287554"/>
                </a:lnTo>
                <a:lnTo>
                  <a:pt x="718612" y="288874"/>
                </a:lnTo>
                <a:lnTo>
                  <a:pt x="715553" y="289348"/>
                </a:lnTo>
                <a:lnTo>
                  <a:pt x="698513" y="296684"/>
                </a:lnTo>
                <a:lnTo>
                  <a:pt x="692763" y="297528"/>
                </a:lnTo>
                <a:lnTo>
                  <a:pt x="690389" y="296473"/>
                </a:lnTo>
                <a:lnTo>
                  <a:pt x="687118" y="293465"/>
                </a:lnTo>
                <a:lnTo>
                  <a:pt x="682687" y="290457"/>
                </a:lnTo>
                <a:lnTo>
                  <a:pt x="672136" y="280219"/>
                </a:lnTo>
                <a:lnTo>
                  <a:pt x="668233" y="277791"/>
                </a:lnTo>
                <a:lnTo>
                  <a:pt x="665648" y="275311"/>
                </a:lnTo>
                <a:lnTo>
                  <a:pt x="663168" y="272409"/>
                </a:lnTo>
                <a:lnTo>
                  <a:pt x="659686" y="269242"/>
                </a:lnTo>
                <a:lnTo>
                  <a:pt x="656468" y="267079"/>
                </a:lnTo>
                <a:lnTo>
                  <a:pt x="652143" y="262646"/>
                </a:lnTo>
                <a:lnTo>
                  <a:pt x="647817" y="257791"/>
                </a:lnTo>
                <a:lnTo>
                  <a:pt x="646867" y="249242"/>
                </a:lnTo>
                <a:lnTo>
                  <a:pt x="643438" y="247711"/>
                </a:lnTo>
                <a:lnTo>
                  <a:pt x="642278" y="245495"/>
                </a:lnTo>
                <a:lnTo>
                  <a:pt x="641750" y="242962"/>
                </a:lnTo>
                <a:lnTo>
                  <a:pt x="646498" y="235996"/>
                </a:lnTo>
                <a:lnTo>
                  <a:pt x="649927" y="243331"/>
                </a:lnTo>
                <a:lnTo>
                  <a:pt x="651299" y="244967"/>
                </a:lnTo>
                <a:lnTo>
                  <a:pt x="658948" y="249928"/>
                </a:lnTo>
                <a:lnTo>
                  <a:pt x="665278" y="252355"/>
                </a:lnTo>
                <a:lnTo>
                  <a:pt x="672084" y="253358"/>
                </a:lnTo>
                <a:lnTo>
                  <a:pt x="679047" y="253569"/>
                </a:lnTo>
                <a:lnTo>
                  <a:pt x="681790" y="253252"/>
                </a:lnTo>
                <a:lnTo>
                  <a:pt x="684481" y="252250"/>
                </a:lnTo>
                <a:lnTo>
                  <a:pt x="687171" y="253305"/>
                </a:lnTo>
                <a:lnTo>
                  <a:pt x="701678" y="261327"/>
                </a:lnTo>
                <a:lnTo>
                  <a:pt x="707323" y="262751"/>
                </a:lnTo>
                <a:lnTo>
                  <a:pt x="713284" y="262171"/>
                </a:lnTo>
                <a:lnTo>
                  <a:pt x="715658" y="262963"/>
                </a:lnTo>
                <a:lnTo>
                  <a:pt x="723993" y="269084"/>
                </a:lnTo>
                <a:lnTo>
                  <a:pt x="726473" y="269823"/>
                </a:lnTo>
                <a:lnTo>
                  <a:pt x="730588" y="269348"/>
                </a:lnTo>
                <a:lnTo>
                  <a:pt x="725312" y="266551"/>
                </a:lnTo>
                <a:lnTo>
                  <a:pt x="721883" y="264546"/>
                </a:lnTo>
                <a:lnTo>
                  <a:pt x="720353" y="260799"/>
                </a:lnTo>
                <a:lnTo>
                  <a:pt x="721303" y="256788"/>
                </a:lnTo>
                <a:lnTo>
                  <a:pt x="724626" y="254150"/>
                </a:lnTo>
                <a:lnTo>
                  <a:pt x="726948" y="251247"/>
                </a:lnTo>
                <a:lnTo>
                  <a:pt x="727792" y="242645"/>
                </a:lnTo>
                <a:lnTo>
                  <a:pt x="729269" y="238265"/>
                </a:lnTo>
                <a:lnTo>
                  <a:pt x="732065" y="234096"/>
                </a:lnTo>
                <a:lnTo>
                  <a:pt x="732961" y="230086"/>
                </a:lnTo>
                <a:lnTo>
                  <a:pt x="729849" y="227025"/>
                </a:lnTo>
                <a:lnTo>
                  <a:pt x="729163" y="221800"/>
                </a:lnTo>
                <a:lnTo>
                  <a:pt x="729849" y="217420"/>
                </a:lnTo>
                <a:lnTo>
                  <a:pt x="731590" y="214465"/>
                </a:lnTo>
                <a:lnTo>
                  <a:pt x="734439" y="216418"/>
                </a:lnTo>
                <a:lnTo>
                  <a:pt x="737340" y="218265"/>
                </a:lnTo>
                <a:lnTo>
                  <a:pt x="740242" y="218054"/>
                </a:lnTo>
                <a:lnTo>
                  <a:pt x="742246" y="217315"/>
                </a:lnTo>
                <a:lnTo>
                  <a:pt x="742615" y="215098"/>
                </a:lnTo>
                <a:lnTo>
                  <a:pt x="742035" y="211193"/>
                </a:lnTo>
                <a:lnTo>
                  <a:pt x="742193" y="204016"/>
                </a:lnTo>
                <a:lnTo>
                  <a:pt x="745886" y="198264"/>
                </a:lnTo>
                <a:lnTo>
                  <a:pt x="751689" y="194306"/>
                </a:lnTo>
                <a:lnTo>
                  <a:pt x="757228" y="192406"/>
                </a:lnTo>
                <a:lnTo>
                  <a:pt x="777855" y="189187"/>
                </a:lnTo>
                <a:lnTo>
                  <a:pt x="810457" y="181008"/>
                </a:lnTo>
                <a:lnTo>
                  <a:pt x="820164" y="177789"/>
                </a:lnTo>
                <a:lnTo>
                  <a:pt x="823698" y="176153"/>
                </a:lnTo>
                <a:lnTo>
                  <a:pt x="826705" y="173884"/>
                </a:lnTo>
                <a:lnTo>
                  <a:pt x="831717" y="166548"/>
                </a:lnTo>
                <a:lnTo>
                  <a:pt x="841212" y="155097"/>
                </a:lnTo>
                <a:lnTo>
                  <a:pt x="847859" y="145598"/>
                </a:lnTo>
                <a:lnTo>
                  <a:pt x="861892" y="131877"/>
                </a:lnTo>
                <a:lnTo>
                  <a:pt x="873076" y="119106"/>
                </a:lnTo>
                <a:lnTo>
                  <a:pt x="874606" y="116679"/>
                </a:lnTo>
                <a:lnTo>
                  <a:pt x="876452" y="109713"/>
                </a:lnTo>
                <a:lnTo>
                  <a:pt x="876557" y="106441"/>
                </a:lnTo>
                <a:lnTo>
                  <a:pt x="876241" y="103116"/>
                </a:lnTo>
                <a:lnTo>
                  <a:pt x="877771" y="101586"/>
                </a:lnTo>
                <a:lnTo>
                  <a:pt x="879934" y="100636"/>
                </a:lnTo>
                <a:lnTo>
                  <a:pt x="880461" y="100636"/>
                </a:lnTo>
                <a:lnTo>
                  <a:pt x="882097" y="102114"/>
                </a:lnTo>
                <a:lnTo>
                  <a:pt x="886000" y="104119"/>
                </a:lnTo>
                <a:lnTo>
                  <a:pt x="888902" y="106705"/>
                </a:lnTo>
                <a:lnTo>
                  <a:pt x="890854" y="110082"/>
                </a:lnTo>
                <a:lnTo>
                  <a:pt x="892278" y="113196"/>
                </a:lnTo>
                <a:lnTo>
                  <a:pt x="892384" y="115887"/>
                </a:lnTo>
                <a:lnTo>
                  <a:pt x="894124" y="118051"/>
                </a:lnTo>
                <a:lnTo>
                  <a:pt x="899083" y="118420"/>
                </a:lnTo>
                <a:lnTo>
                  <a:pt x="900666" y="121164"/>
                </a:lnTo>
                <a:lnTo>
                  <a:pt x="904095" y="125914"/>
                </a:lnTo>
                <a:lnTo>
                  <a:pt x="907260" y="129344"/>
                </a:lnTo>
                <a:lnTo>
                  <a:pt x="909159" y="130663"/>
                </a:lnTo>
                <a:lnTo>
                  <a:pt x="911586" y="129924"/>
                </a:lnTo>
                <a:lnTo>
                  <a:pt x="915332" y="126811"/>
                </a:lnTo>
                <a:lnTo>
                  <a:pt x="918022" y="123011"/>
                </a:lnTo>
                <a:lnTo>
                  <a:pt x="919816" y="117840"/>
                </a:lnTo>
                <a:lnTo>
                  <a:pt x="918391" y="117101"/>
                </a:lnTo>
                <a:lnTo>
                  <a:pt x="920923" y="113249"/>
                </a:lnTo>
                <a:lnTo>
                  <a:pt x="921398" y="111190"/>
                </a:lnTo>
                <a:lnTo>
                  <a:pt x="920238" y="109291"/>
                </a:lnTo>
                <a:lnTo>
                  <a:pt x="918761" y="107444"/>
                </a:lnTo>
                <a:lnTo>
                  <a:pt x="918180" y="102747"/>
                </a:lnTo>
                <a:lnTo>
                  <a:pt x="917178" y="96731"/>
                </a:lnTo>
                <a:lnTo>
                  <a:pt x="916492" y="94040"/>
                </a:lnTo>
                <a:lnTo>
                  <a:pt x="918444" y="92087"/>
                </a:lnTo>
                <a:lnTo>
                  <a:pt x="922717" y="89607"/>
                </a:lnTo>
                <a:lnTo>
                  <a:pt x="926937" y="86757"/>
                </a:lnTo>
                <a:lnTo>
                  <a:pt x="931263" y="84435"/>
                </a:lnTo>
                <a:lnTo>
                  <a:pt x="931369" y="88604"/>
                </a:lnTo>
                <a:lnTo>
                  <a:pt x="931263" y="95464"/>
                </a:lnTo>
                <a:lnTo>
                  <a:pt x="932582" y="101164"/>
                </a:lnTo>
                <a:lnTo>
                  <a:pt x="935484" y="111349"/>
                </a:lnTo>
                <a:lnTo>
                  <a:pt x="938860" y="112721"/>
                </a:lnTo>
                <a:lnTo>
                  <a:pt x="942869" y="113618"/>
                </a:lnTo>
                <a:lnTo>
                  <a:pt x="945190" y="113301"/>
                </a:lnTo>
                <a:lnTo>
                  <a:pt x="946667" y="112668"/>
                </a:lnTo>
                <a:lnTo>
                  <a:pt x="947089" y="111824"/>
                </a:lnTo>
                <a:lnTo>
                  <a:pt x="944557" y="107866"/>
                </a:lnTo>
                <a:lnTo>
                  <a:pt x="943924" y="98472"/>
                </a:lnTo>
                <a:lnTo>
                  <a:pt x="941867" y="92298"/>
                </a:lnTo>
                <a:lnTo>
                  <a:pt x="938701" y="86177"/>
                </a:lnTo>
                <a:lnTo>
                  <a:pt x="937224" y="84435"/>
                </a:lnTo>
                <a:lnTo>
                  <a:pt x="949622" y="82694"/>
                </a:lnTo>
                <a:lnTo>
                  <a:pt x="952417" y="80794"/>
                </a:lnTo>
                <a:lnTo>
                  <a:pt x="957271" y="76572"/>
                </a:lnTo>
                <a:lnTo>
                  <a:pt x="959064" y="74197"/>
                </a:lnTo>
                <a:lnTo>
                  <a:pt x="960542" y="68920"/>
                </a:lnTo>
                <a:lnTo>
                  <a:pt x="954475" y="65754"/>
                </a:lnTo>
                <a:lnTo>
                  <a:pt x="952101" y="61690"/>
                </a:lnTo>
                <a:lnTo>
                  <a:pt x="951943" y="57363"/>
                </a:lnTo>
                <a:lnTo>
                  <a:pt x="959170" y="49236"/>
                </a:lnTo>
                <a:lnTo>
                  <a:pt x="961702" y="47336"/>
                </a:lnTo>
                <a:lnTo>
                  <a:pt x="962810" y="50186"/>
                </a:lnTo>
                <a:lnTo>
                  <a:pt x="965975" y="50925"/>
                </a:lnTo>
                <a:lnTo>
                  <a:pt x="968929" y="51030"/>
                </a:lnTo>
                <a:lnTo>
                  <a:pt x="971884" y="50872"/>
                </a:lnTo>
                <a:lnTo>
                  <a:pt x="976104" y="46756"/>
                </a:lnTo>
                <a:lnTo>
                  <a:pt x="978267" y="40898"/>
                </a:lnTo>
                <a:lnTo>
                  <a:pt x="985758" y="32613"/>
                </a:lnTo>
                <a:lnTo>
                  <a:pt x="988396" y="26228"/>
                </a:lnTo>
                <a:lnTo>
                  <a:pt x="989873" y="19526"/>
                </a:lnTo>
                <a:lnTo>
                  <a:pt x="1008706" y="0"/>
                </a:lnTo>
                <a:lnTo>
                  <a:pt x="1010974" y="0"/>
                </a:lnTo>
                <a:lnTo>
                  <a:pt x="1022158" y="0"/>
                </a:lnTo>
                <a:lnTo>
                  <a:pt x="1023530" y="0"/>
                </a:lnTo>
                <a:lnTo>
                  <a:pt x="1026537" y="0"/>
                </a:lnTo>
                <a:lnTo>
                  <a:pt x="1027433" y="0"/>
                </a:lnTo>
                <a:lnTo>
                  <a:pt x="1027011" y="0"/>
                </a:lnTo>
                <a:lnTo>
                  <a:pt x="1025218" y="0"/>
                </a:lnTo>
                <a:lnTo>
                  <a:pt x="1024163" y="0"/>
                </a:lnTo>
                <a:lnTo>
                  <a:pt x="1025429" y="0"/>
                </a:lnTo>
                <a:lnTo>
                  <a:pt x="1030757" y="0"/>
                </a:lnTo>
                <a:lnTo>
                  <a:pt x="1036349" y="0"/>
                </a:lnTo>
                <a:lnTo>
                  <a:pt x="1039461" y="0"/>
                </a:lnTo>
                <a:lnTo>
                  <a:pt x="1042152" y="0"/>
                </a:lnTo>
                <a:lnTo>
                  <a:pt x="1047480" y="0"/>
                </a:lnTo>
                <a:lnTo>
                  <a:pt x="1048641" y="0"/>
                </a:lnTo>
                <a:lnTo>
                  <a:pt x="1048271" y="0"/>
                </a:lnTo>
                <a:lnTo>
                  <a:pt x="1048799" y="0"/>
                </a:lnTo>
                <a:lnTo>
                  <a:pt x="1050856" y="0"/>
                </a:lnTo>
                <a:lnTo>
                  <a:pt x="1055393" y="0"/>
                </a:lnTo>
                <a:lnTo>
                  <a:pt x="1061671" y="0"/>
                </a:lnTo>
                <a:lnTo>
                  <a:pt x="1067526" y="0"/>
                </a:lnTo>
                <a:lnTo>
                  <a:pt x="1069426" y="1372"/>
                </a:lnTo>
                <a:lnTo>
                  <a:pt x="1070692" y="3852"/>
                </a:lnTo>
                <a:lnTo>
                  <a:pt x="1071958" y="7916"/>
                </a:lnTo>
                <a:lnTo>
                  <a:pt x="1072063" y="12032"/>
                </a:lnTo>
                <a:lnTo>
                  <a:pt x="1067843" y="15990"/>
                </a:lnTo>
                <a:lnTo>
                  <a:pt x="1069637" y="22481"/>
                </a:lnTo>
                <a:lnTo>
                  <a:pt x="1069373" y="26280"/>
                </a:lnTo>
                <a:lnTo>
                  <a:pt x="1067896" y="29500"/>
                </a:lnTo>
                <a:lnTo>
                  <a:pt x="1061776" y="32455"/>
                </a:lnTo>
                <a:lnTo>
                  <a:pt x="1078499" y="29552"/>
                </a:lnTo>
                <a:lnTo>
                  <a:pt x="1082614" y="27864"/>
                </a:lnTo>
                <a:lnTo>
                  <a:pt x="1088311" y="23589"/>
                </a:lnTo>
                <a:lnTo>
                  <a:pt x="1091371" y="27283"/>
                </a:lnTo>
                <a:lnTo>
                  <a:pt x="1094220" y="33668"/>
                </a:lnTo>
                <a:lnTo>
                  <a:pt x="1091899" y="35252"/>
                </a:lnTo>
                <a:lnTo>
                  <a:pt x="1084671" y="37626"/>
                </a:lnTo>
                <a:lnTo>
                  <a:pt x="1084302" y="38576"/>
                </a:lnTo>
                <a:lnTo>
                  <a:pt x="1086729" y="41901"/>
                </a:lnTo>
                <a:lnTo>
                  <a:pt x="1089736" y="41584"/>
                </a:lnTo>
                <a:lnTo>
                  <a:pt x="1095750" y="39368"/>
                </a:lnTo>
                <a:lnTo>
                  <a:pt x="1101236" y="35832"/>
                </a:lnTo>
                <a:lnTo>
                  <a:pt x="1103927" y="35885"/>
                </a:lnTo>
                <a:lnTo>
                  <a:pt x="1106722" y="36624"/>
                </a:lnTo>
                <a:lnTo>
                  <a:pt x="1112156" y="38893"/>
                </a:lnTo>
                <a:lnTo>
                  <a:pt x="1115216" y="40687"/>
                </a:lnTo>
                <a:lnTo>
                  <a:pt x="1117801" y="43009"/>
                </a:lnTo>
                <a:lnTo>
                  <a:pt x="1119489" y="47917"/>
                </a:lnTo>
                <a:lnTo>
                  <a:pt x="1125767" y="49658"/>
                </a:lnTo>
                <a:lnTo>
                  <a:pt x="1138586" y="56519"/>
                </a:lnTo>
                <a:lnTo>
                  <a:pt x="1141012" y="57099"/>
                </a:lnTo>
                <a:lnTo>
                  <a:pt x="1143492" y="57258"/>
                </a:lnTo>
                <a:lnTo>
                  <a:pt x="1150244" y="56413"/>
                </a:lnTo>
                <a:lnTo>
                  <a:pt x="1152618" y="57363"/>
                </a:lnTo>
                <a:lnTo>
                  <a:pt x="1154359" y="59843"/>
                </a:lnTo>
                <a:lnTo>
                  <a:pt x="1154887" y="62904"/>
                </a:lnTo>
                <a:lnTo>
                  <a:pt x="1154728" y="66176"/>
                </a:lnTo>
                <a:lnTo>
                  <a:pt x="1154043" y="68656"/>
                </a:lnTo>
                <a:lnTo>
                  <a:pt x="1152460" y="70714"/>
                </a:lnTo>
                <a:lnTo>
                  <a:pt x="1147818" y="73881"/>
                </a:lnTo>
                <a:lnTo>
                  <a:pt x="1136212" y="77944"/>
                </a:lnTo>
                <a:lnTo>
                  <a:pt x="1123551" y="81058"/>
                </a:lnTo>
                <a:lnTo>
                  <a:pt x="1117168" y="80847"/>
                </a:lnTo>
                <a:lnTo>
                  <a:pt x="1108252" y="78155"/>
                </a:lnTo>
                <a:lnTo>
                  <a:pt x="1104982" y="78525"/>
                </a:lnTo>
                <a:lnTo>
                  <a:pt x="1101869" y="79738"/>
                </a:lnTo>
                <a:lnTo>
                  <a:pt x="1097860" y="88182"/>
                </a:lnTo>
                <a:lnTo>
                  <a:pt x="1105193" y="96625"/>
                </a:lnTo>
                <a:lnTo>
                  <a:pt x="1117748" y="105438"/>
                </a:lnTo>
                <a:lnTo>
                  <a:pt x="1119489" y="107602"/>
                </a:lnTo>
                <a:lnTo>
                  <a:pt x="1119014" y="110293"/>
                </a:lnTo>
                <a:lnTo>
                  <a:pt x="1117009" y="111929"/>
                </a:lnTo>
                <a:lnTo>
                  <a:pt x="1114372" y="112826"/>
                </a:lnTo>
                <a:lnTo>
                  <a:pt x="1107303" y="114198"/>
                </a:lnTo>
                <a:lnTo>
                  <a:pt x="1100181" y="115254"/>
                </a:lnTo>
                <a:lnTo>
                  <a:pt x="1094273" y="116732"/>
                </a:lnTo>
                <a:lnTo>
                  <a:pt x="1088522" y="118737"/>
                </a:lnTo>
                <a:lnTo>
                  <a:pt x="1082614" y="118051"/>
                </a:lnTo>
                <a:lnTo>
                  <a:pt x="1074437" y="114093"/>
                </a:lnTo>
                <a:lnTo>
                  <a:pt x="1072063" y="113829"/>
                </a:lnTo>
                <a:lnTo>
                  <a:pt x="1069637" y="115887"/>
                </a:lnTo>
                <a:lnTo>
                  <a:pt x="1067210" y="121375"/>
                </a:lnTo>
                <a:lnTo>
                  <a:pt x="1065627" y="122906"/>
                </a:lnTo>
                <a:close/>
                <a:moveTo>
                  <a:pt x="153777" y="63590"/>
                </a:moveTo>
                <a:lnTo>
                  <a:pt x="152458" y="65068"/>
                </a:lnTo>
                <a:lnTo>
                  <a:pt x="148607" y="64223"/>
                </a:lnTo>
                <a:lnTo>
                  <a:pt x="149293" y="55569"/>
                </a:lnTo>
                <a:lnTo>
                  <a:pt x="151509" y="54461"/>
                </a:lnTo>
                <a:lnTo>
                  <a:pt x="154885" y="56044"/>
                </a:lnTo>
                <a:lnTo>
                  <a:pt x="156415" y="57521"/>
                </a:lnTo>
                <a:lnTo>
                  <a:pt x="153777" y="63590"/>
                </a:lnTo>
                <a:close/>
                <a:moveTo>
                  <a:pt x="130513" y="1794"/>
                </a:moveTo>
                <a:lnTo>
                  <a:pt x="134258" y="7441"/>
                </a:lnTo>
                <a:lnTo>
                  <a:pt x="132359" y="9974"/>
                </a:lnTo>
                <a:lnTo>
                  <a:pt x="131462" y="10713"/>
                </a:lnTo>
                <a:lnTo>
                  <a:pt x="129194" y="9868"/>
                </a:lnTo>
                <a:lnTo>
                  <a:pt x="127084" y="12032"/>
                </a:lnTo>
                <a:lnTo>
                  <a:pt x="125026" y="12507"/>
                </a:lnTo>
                <a:lnTo>
                  <a:pt x="122969" y="8549"/>
                </a:lnTo>
                <a:lnTo>
                  <a:pt x="120437" y="7019"/>
                </a:lnTo>
                <a:lnTo>
                  <a:pt x="119856" y="4327"/>
                </a:lnTo>
                <a:lnTo>
                  <a:pt x="123285" y="3852"/>
                </a:lnTo>
                <a:lnTo>
                  <a:pt x="125290" y="4749"/>
                </a:lnTo>
                <a:lnTo>
                  <a:pt x="129141" y="2902"/>
                </a:lnTo>
                <a:lnTo>
                  <a:pt x="130513" y="1794"/>
                </a:lnTo>
                <a:close/>
                <a:moveTo>
                  <a:pt x="739345" y="215573"/>
                </a:moveTo>
                <a:lnTo>
                  <a:pt x="737762" y="216259"/>
                </a:lnTo>
                <a:lnTo>
                  <a:pt x="735283" y="214360"/>
                </a:lnTo>
                <a:lnTo>
                  <a:pt x="734650" y="198370"/>
                </a:lnTo>
                <a:lnTo>
                  <a:pt x="736390" y="196945"/>
                </a:lnTo>
                <a:lnTo>
                  <a:pt x="737551" y="197156"/>
                </a:lnTo>
                <a:lnTo>
                  <a:pt x="738764" y="200058"/>
                </a:lnTo>
                <a:lnTo>
                  <a:pt x="738659" y="207077"/>
                </a:lnTo>
                <a:lnTo>
                  <a:pt x="738870" y="213251"/>
                </a:lnTo>
                <a:lnTo>
                  <a:pt x="739345" y="215573"/>
                </a:lnTo>
                <a:close/>
                <a:moveTo>
                  <a:pt x="347964" y="272778"/>
                </a:moveTo>
                <a:lnTo>
                  <a:pt x="340051" y="276261"/>
                </a:lnTo>
                <a:lnTo>
                  <a:pt x="331083" y="273042"/>
                </a:lnTo>
                <a:lnTo>
                  <a:pt x="333984" y="267923"/>
                </a:lnTo>
                <a:lnTo>
                  <a:pt x="339945" y="266657"/>
                </a:lnTo>
                <a:lnTo>
                  <a:pt x="344746" y="268292"/>
                </a:lnTo>
                <a:lnTo>
                  <a:pt x="347489" y="269559"/>
                </a:lnTo>
                <a:lnTo>
                  <a:pt x="349336" y="270984"/>
                </a:lnTo>
                <a:lnTo>
                  <a:pt x="347964" y="272778"/>
                </a:lnTo>
                <a:close/>
                <a:moveTo>
                  <a:pt x="937224" y="84435"/>
                </a:moveTo>
                <a:lnTo>
                  <a:pt x="938701" y="86177"/>
                </a:lnTo>
                <a:lnTo>
                  <a:pt x="941867" y="92298"/>
                </a:lnTo>
                <a:lnTo>
                  <a:pt x="943924" y="98472"/>
                </a:lnTo>
                <a:lnTo>
                  <a:pt x="944557" y="107866"/>
                </a:lnTo>
                <a:lnTo>
                  <a:pt x="947089" y="111824"/>
                </a:lnTo>
                <a:lnTo>
                  <a:pt x="946667" y="112668"/>
                </a:lnTo>
                <a:lnTo>
                  <a:pt x="945190" y="113301"/>
                </a:lnTo>
                <a:lnTo>
                  <a:pt x="942869" y="113618"/>
                </a:lnTo>
                <a:lnTo>
                  <a:pt x="938860" y="112721"/>
                </a:lnTo>
                <a:lnTo>
                  <a:pt x="935484" y="111349"/>
                </a:lnTo>
                <a:lnTo>
                  <a:pt x="932582" y="101164"/>
                </a:lnTo>
                <a:lnTo>
                  <a:pt x="931263" y="95464"/>
                </a:lnTo>
                <a:lnTo>
                  <a:pt x="931369" y="88604"/>
                </a:lnTo>
                <a:lnTo>
                  <a:pt x="931263" y="84435"/>
                </a:lnTo>
                <a:lnTo>
                  <a:pt x="937224" y="84435"/>
                </a:lnTo>
                <a:close/>
                <a:moveTo>
                  <a:pt x="931263" y="84435"/>
                </a:moveTo>
                <a:lnTo>
                  <a:pt x="926937" y="86757"/>
                </a:lnTo>
                <a:lnTo>
                  <a:pt x="922717" y="89607"/>
                </a:lnTo>
                <a:lnTo>
                  <a:pt x="918444" y="92087"/>
                </a:lnTo>
                <a:lnTo>
                  <a:pt x="916492" y="94040"/>
                </a:lnTo>
                <a:lnTo>
                  <a:pt x="917178" y="96731"/>
                </a:lnTo>
                <a:lnTo>
                  <a:pt x="918180" y="102747"/>
                </a:lnTo>
                <a:lnTo>
                  <a:pt x="918761" y="107444"/>
                </a:lnTo>
                <a:lnTo>
                  <a:pt x="920238" y="109291"/>
                </a:lnTo>
                <a:lnTo>
                  <a:pt x="921398" y="111190"/>
                </a:lnTo>
                <a:lnTo>
                  <a:pt x="920923" y="113249"/>
                </a:lnTo>
                <a:lnTo>
                  <a:pt x="918391" y="117101"/>
                </a:lnTo>
                <a:lnTo>
                  <a:pt x="919816" y="117840"/>
                </a:lnTo>
                <a:lnTo>
                  <a:pt x="918022" y="123011"/>
                </a:lnTo>
                <a:lnTo>
                  <a:pt x="915332" y="126811"/>
                </a:lnTo>
                <a:lnTo>
                  <a:pt x="911586" y="129924"/>
                </a:lnTo>
                <a:lnTo>
                  <a:pt x="909159" y="130663"/>
                </a:lnTo>
                <a:lnTo>
                  <a:pt x="907260" y="129344"/>
                </a:lnTo>
                <a:lnTo>
                  <a:pt x="904095" y="125914"/>
                </a:lnTo>
                <a:lnTo>
                  <a:pt x="900666" y="121164"/>
                </a:lnTo>
                <a:lnTo>
                  <a:pt x="899083" y="118420"/>
                </a:lnTo>
                <a:lnTo>
                  <a:pt x="894124" y="118051"/>
                </a:lnTo>
                <a:lnTo>
                  <a:pt x="892384" y="115887"/>
                </a:lnTo>
                <a:lnTo>
                  <a:pt x="892278" y="113196"/>
                </a:lnTo>
                <a:lnTo>
                  <a:pt x="890854" y="110082"/>
                </a:lnTo>
                <a:lnTo>
                  <a:pt x="888902" y="106705"/>
                </a:lnTo>
                <a:lnTo>
                  <a:pt x="886000" y="104119"/>
                </a:lnTo>
                <a:lnTo>
                  <a:pt x="882097" y="102114"/>
                </a:lnTo>
                <a:lnTo>
                  <a:pt x="880461" y="100636"/>
                </a:lnTo>
                <a:lnTo>
                  <a:pt x="886475" y="100742"/>
                </a:lnTo>
                <a:lnTo>
                  <a:pt x="892858" y="99897"/>
                </a:lnTo>
                <a:lnTo>
                  <a:pt x="899453" y="97100"/>
                </a:lnTo>
                <a:lnTo>
                  <a:pt x="905836" y="93670"/>
                </a:lnTo>
                <a:lnTo>
                  <a:pt x="911164" y="89818"/>
                </a:lnTo>
                <a:lnTo>
                  <a:pt x="916176" y="85438"/>
                </a:lnTo>
                <a:lnTo>
                  <a:pt x="921451" y="82008"/>
                </a:lnTo>
                <a:lnTo>
                  <a:pt x="929575" y="77997"/>
                </a:lnTo>
                <a:lnTo>
                  <a:pt x="932371" y="78314"/>
                </a:lnTo>
                <a:lnTo>
                  <a:pt x="932318" y="81163"/>
                </a:lnTo>
                <a:lnTo>
                  <a:pt x="931263" y="84435"/>
                </a:lnTo>
                <a:close/>
                <a:moveTo>
                  <a:pt x="1206797" y="65596"/>
                </a:moveTo>
                <a:lnTo>
                  <a:pt x="1205372" y="68815"/>
                </a:lnTo>
                <a:lnTo>
                  <a:pt x="1203737" y="70292"/>
                </a:lnTo>
                <a:lnTo>
                  <a:pt x="1201521" y="69448"/>
                </a:lnTo>
                <a:lnTo>
                  <a:pt x="1199833" y="67812"/>
                </a:lnTo>
                <a:lnTo>
                  <a:pt x="1198936" y="70239"/>
                </a:lnTo>
                <a:lnTo>
                  <a:pt x="1194294" y="71189"/>
                </a:lnTo>
                <a:lnTo>
                  <a:pt x="1191392" y="74936"/>
                </a:lnTo>
                <a:lnTo>
                  <a:pt x="1187172" y="75992"/>
                </a:lnTo>
                <a:lnTo>
                  <a:pt x="1184165" y="75464"/>
                </a:lnTo>
                <a:lnTo>
                  <a:pt x="1184482" y="72139"/>
                </a:lnTo>
                <a:lnTo>
                  <a:pt x="1192711" y="67126"/>
                </a:lnTo>
                <a:lnTo>
                  <a:pt x="1197828" y="65226"/>
                </a:lnTo>
                <a:lnTo>
                  <a:pt x="1202312" y="61638"/>
                </a:lnTo>
                <a:lnTo>
                  <a:pt x="1204581" y="61215"/>
                </a:lnTo>
                <a:lnTo>
                  <a:pt x="1205689" y="64171"/>
                </a:lnTo>
                <a:lnTo>
                  <a:pt x="1206797" y="65596"/>
                </a:lnTo>
                <a:close/>
                <a:moveTo>
                  <a:pt x="144967" y="0"/>
                </a:moveTo>
                <a:lnTo>
                  <a:pt x="144598" y="0"/>
                </a:lnTo>
                <a:lnTo>
                  <a:pt x="145917" y="0"/>
                </a:lnTo>
                <a:lnTo>
                  <a:pt x="147710" y="0"/>
                </a:lnTo>
                <a:lnTo>
                  <a:pt x="150031" y="0"/>
                </a:lnTo>
                <a:lnTo>
                  <a:pt x="152564" y="0"/>
                </a:lnTo>
                <a:lnTo>
                  <a:pt x="155307" y="0"/>
                </a:lnTo>
                <a:lnTo>
                  <a:pt x="158208" y="0"/>
                </a:lnTo>
                <a:lnTo>
                  <a:pt x="161321" y="0"/>
                </a:lnTo>
                <a:lnTo>
                  <a:pt x="164486" y="0"/>
                </a:lnTo>
                <a:lnTo>
                  <a:pt x="165963" y="0"/>
                </a:lnTo>
                <a:lnTo>
                  <a:pt x="167018" y="0"/>
                </a:lnTo>
                <a:lnTo>
                  <a:pt x="167176" y="0"/>
                </a:lnTo>
                <a:lnTo>
                  <a:pt x="165699" y="0"/>
                </a:lnTo>
                <a:lnTo>
                  <a:pt x="163114" y="0"/>
                </a:lnTo>
                <a:lnTo>
                  <a:pt x="159527" y="0"/>
                </a:lnTo>
                <a:lnTo>
                  <a:pt x="160688" y="0"/>
                </a:lnTo>
                <a:lnTo>
                  <a:pt x="165647" y="0"/>
                </a:lnTo>
                <a:lnTo>
                  <a:pt x="171502" y="0"/>
                </a:lnTo>
                <a:lnTo>
                  <a:pt x="177780" y="0"/>
                </a:lnTo>
                <a:lnTo>
                  <a:pt x="181104" y="0"/>
                </a:lnTo>
                <a:lnTo>
                  <a:pt x="183794" y="0"/>
                </a:lnTo>
                <a:lnTo>
                  <a:pt x="186326" y="0"/>
                </a:lnTo>
                <a:lnTo>
                  <a:pt x="189544" y="0"/>
                </a:lnTo>
                <a:lnTo>
                  <a:pt x="199462" y="0"/>
                </a:lnTo>
                <a:lnTo>
                  <a:pt x="202469" y="0"/>
                </a:lnTo>
                <a:lnTo>
                  <a:pt x="202944" y="0"/>
                </a:lnTo>
                <a:lnTo>
                  <a:pt x="201730" y="0"/>
                </a:lnTo>
                <a:lnTo>
                  <a:pt x="203260" y="0"/>
                </a:lnTo>
                <a:lnTo>
                  <a:pt x="206056" y="0"/>
                </a:lnTo>
                <a:lnTo>
                  <a:pt x="206373" y="0"/>
                </a:lnTo>
                <a:lnTo>
                  <a:pt x="202944" y="0"/>
                </a:lnTo>
                <a:lnTo>
                  <a:pt x="200042" y="0"/>
                </a:lnTo>
                <a:lnTo>
                  <a:pt x="196877" y="0"/>
                </a:lnTo>
                <a:lnTo>
                  <a:pt x="194450" y="0"/>
                </a:lnTo>
                <a:lnTo>
                  <a:pt x="193764" y="0"/>
                </a:lnTo>
                <a:lnTo>
                  <a:pt x="193975" y="0"/>
                </a:lnTo>
                <a:lnTo>
                  <a:pt x="196191" y="0"/>
                </a:lnTo>
                <a:lnTo>
                  <a:pt x="198565" y="0"/>
                </a:lnTo>
                <a:lnTo>
                  <a:pt x="199145" y="0"/>
                </a:lnTo>
                <a:lnTo>
                  <a:pt x="198882" y="0"/>
                </a:lnTo>
                <a:lnTo>
                  <a:pt x="197246" y="0"/>
                </a:lnTo>
                <a:lnTo>
                  <a:pt x="191232" y="0"/>
                </a:lnTo>
                <a:lnTo>
                  <a:pt x="186432" y="0"/>
                </a:lnTo>
                <a:lnTo>
                  <a:pt x="188964" y="0"/>
                </a:lnTo>
                <a:lnTo>
                  <a:pt x="193712" y="0"/>
                </a:lnTo>
                <a:lnTo>
                  <a:pt x="196824" y="0"/>
                </a:lnTo>
                <a:lnTo>
                  <a:pt x="200095" y="0"/>
                </a:lnTo>
                <a:lnTo>
                  <a:pt x="207111" y="0"/>
                </a:lnTo>
                <a:lnTo>
                  <a:pt x="213125" y="0"/>
                </a:lnTo>
                <a:lnTo>
                  <a:pt x="220563" y="0"/>
                </a:lnTo>
                <a:lnTo>
                  <a:pt x="221038" y="0"/>
                </a:lnTo>
                <a:lnTo>
                  <a:pt x="227580" y="0"/>
                </a:lnTo>
                <a:lnTo>
                  <a:pt x="230534" y="0"/>
                </a:lnTo>
                <a:lnTo>
                  <a:pt x="232169" y="0"/>
                </a:lnTo>
                <a:lnTo>
                  <a:pt x="234490" y="0"/>
                </a:lnTo>
                <a:lnTo>
                  <a:pt x="237445" y="0"/>
                </a:lnTo>
                <a:lnTo>
                  <a:pt x="241243" y="0"/>
                </a:lnTo>
                <a:lnTo>
                  <a:pt x="245885" y="0"/>
                </a:lnTo>
                <a:lnTo>
                  <a:pt x="249367" y="0"/>
                </a:lnTo>
                <a:lnTo>
                  <a:pt x="251846" y="0"/>
                </a:lnTo>
                <a:lnTo>
                  <a:pt x="256278" y="0"/>
                </a:lnTo>
                <a:lnTo>
                  <a:pt x="262608" y="0"/>
                </a:lnTo>
                <a:lnTo>
                  <a:pt x="268253" y="0"/>
                </a:lnTo>
                <a:lnTo>
                  <a:pt x="273212" y="0"/>
                </a:lnTo>
                <a:lnTo>
                  <a:pt x="275586" y="0"/>
                </a:lnTo>
                <a:lnTo>
                  <a:pt x="275480" y="0"/>
                </a:lnTo>
                <a:lnTo>
                  <a:pt x="276588" y="0"/>
                </a:lnTo>
                <a:lnTo>
                  <a:pt x="278909" y="0"/>
                </a:lnTo>
                <a:lnTo>
                  <a:pt x="279911" y="0"/>
                </a:lnTo>
                <a:lnTo>
                  <a:pt x="279648" y="0"/>
                </a:lnTo>
                <a:lnTo>
                  <a:pt x="281916" y="0"/>
                </a:lnTo>
                <a:lnTo>
                  <a:pt x="286611" y="0"/>
                </a:lnTo>
                <a:lnTo>
                  <a:pt x="291465" y="0"/>
                </a:lnTo>
                <a:lnTo>
                  <a:pt x="296318" y="0"/>
                </a:lnTo>
                <a:lnTo>
                  <a:pt x="299483" y="0"/>
                </a:lnTo>
                <a:lnTo>
                  <a:pt x="301593" y="0"/>
                </a:lnTo>
                <a:lnTo>
                  <a:pt x="304653" y="0"/>
                </a:lnTo>
                <a:lnTo>
                  <a:pt x="307343" y="0"/>
                </a:lnTo>
                <a:lnTo>
                  <a:pt x="310667" y="0"/>
                </a:lnTo>
                <a:lnTo>
                  <a:pt x="311564" y="0"/>
                </a:lnTo>
                <a:lnTo>
                  <a:pt x="309928" y="0"/>
                </a:lnTo>
                <a:lnTo>
                  <a:pt x="310087" y="0"/>
                </a:lnTo>
                <a:lnTo>
                  <a:pt x="311986" y="0"/>
                </a:lnTo>
                <a:lnTo>
                  <a:pt x="316153" y="0"/>
                </a:lnTo>
                <a:lnTo>
                  <a:pt x="322537" y="0"/>
                </a:lnTo>
                <a:lnTo>
                  <a:pt x="330028" y="0"/>
                </a:lnTo>
                <a:lnTo>
                  <a:pt x="338574" y="0"/>
                </a:lnTo>
                <a:lnTo>
                  <a:pt x="344218" y="0"/>
                </a:lnTo>
                <a:lnTo>
                  <a:pt x="346909" y="0"/>
                </a:lnTo>
                <a:lnTo>
                  <a:pt x="352131" y="0"/>
                </a:lnTo>
                <a:lnTo>
                  <a:pt x="359886" y="0"/>
                </a:lnTo>
                <a:lnTo>
                  <a:pt x="366586" y="0"/>
                </a:lnTo>
                <a:lnTo>
                  <a:pt x="372125" y="0"/>
                </a:lnTo>
                <a:lnTo>
                  <a:pt x="377981" y="0"/>
                </a:lnTo>
                <a:lnTo>
                  <a:pt x="384153" y="0"/>
                </a:lnTo>
                <a:lnTo>
                  <a:pt x="388584" y="0"/>
                </a:lnTo>
                <a:lnTo>
                  <a:pt x="392594" y="0"/>
                </a:lnTo>
                <a:lnTo>
                  <a:pt x="389587" y="0"/>
                </a:lnTo>
                <a:lnTo>
                  <a:pt x="388795" y="0"/>
                </a:lnTo>
                <a:lnTo>
                  <a:pt x="389165" y="0"/>
                </a:lnTo>
                <a:lnTo>
                  <a:pt x="392752" y="0"/>
                </a:lnTo>
                <a:lnTo>
                  <a:pt x="399663" y="0"/>
                </a:lnTo>
                <a:lnTo>
                  <a:pt x="403672" y="0"/>
                </a:lnTo>
                <a:lnTo>
                  <a:pt x="404780" y="0"/>
                </a:lnTo>
                <a:lnTo>
                  <a:pt x="410161" y="0"/>
                </a:lnTo>
                <a:lnTo>
                  <a:pt x="419762" y="0"/>
                </a:lnTo>
                <a:lnTo>
                  <a:pt x="423718" y="0"/>
                </a:lnTo>
                <a:lnTo>
                  <a:pt x="422136" y="0"/>
                </a:lnTo>
                <a:lnTo>
                  <a:pt x="421978" y="0"/>
                </a:lnTo>
                <a:lnTo>
                  <a:pt x="423349" y="0"/>
                </a:lnTo>
                <a:lnTo>
                  <a:pt x="426673" y="0"/>
                </a:lnTo>
                <a:lnTo>
                  <a:pt x="431948" y="0"/>
                </a:lnTo>
                <a:lnTo>
                  <a:pt x="435113" y="0"/>
                </a:lnTo>
                <a:lnTo>
                  <a:pt x="436116" y="0"/>
                </a:lnTo>
                <a:lnTo>
                  <a:pt x="436010" y="0"/>
                </a:lnTo>
                <a:lnTo>
                  <a:pt x="434797" y="0"/>
                </a:lnTo>
                <a:lnTo>
                  <a:pt x="432581" y="0"/>
                </a:lnTo>
                <a:lnTo>
                  <a:pt x="429363" y="0"/>
                </a:lnTo>
                <a:lnTo>
                  <a:pt x="428994" y="0"/>
                </a:lnTo>
                <a:lnTo>
                  <a:pt x="428150" y="0"/>
                </a:lnTo>
                <a:lnTo>
                  <a:pt x="430418" y="0"/>
                </a:lnTo>
                <a:lnTo>
                  <a:pt x="431157" y="0"/>
                </a:lnTo>
                <a:lnTo>
                  <a:pt x="429891" y="0"/>
                </a:lnTo>
                <a:lnTo>
                  <a:pt x="428677" y="0"/>
                </a:lnTo>
                <a:lnTo>
                  <a:pt x="428519" y="0"/>
                </a:lnTo>
                <a:lnTo>
                  <a:pt x="427411" y="0"/>
                </a:lnTo>
                <a:lnTo>
                  <a:pt x="424615" y="0"/>
                </a:lnTo>
                <a:lnTo>
                  <a:pt x="420342" y="0"/>
                </a:lnTo>
                <a:lnTo>
                  <a:pt x="415172" y="0"/>
                </a:lnTo>
                <a:lnTo>
                  <a:pt x="411954" y="0"/>
                </a:lnTo>
                <a:lnTo>
                  <a:pt x="411216" y="0"/>
                </a:lnTo>
                <a:lnTo>
                  <a:pt x="408947" y="0"/>
                </a:lnTo>
                <a:lnTo>
                  <a:pt x="406204" y="0"/>
                </a:lnTo>
                <a:lnTo>
                  <a:pt x="404094" y="0"/>
                </a:lnTo>
                <a:lnTo>
                  <a:pt x="402459" y="0"/>
                </a:lnTo>
                <a:lnTo>
                  <a:pt x="401351" y="0"/>
                </a:lnTo>
                <a:lnTo>
                  <a:pt x="400718" y="0"/>
                </a:lnTo>
                <a:lnTo>
                  <a:pt x="395917" y="0"/>
                </a:lnTo>
                <a:lnTo>
                  <a:pt x="390642" y="0"/>
                </a:lnTo>
                <a:lnTo>
                  <a:pt x="379933" y="0"/>
                </a:lnTo>
                <a:lnTo>
                  <a:pt x="371281" y="0"/>
                </a:lnTo>
                <a:lnTo>
                  <a:pt x="361574" y="0"/>
                </a:lnTo>
                <a:lnTo>
                  <a:pt x="352395" y="0"/>
                </a:lnTo>
                <a:lnTo>
                  <a:pt x="348597" y="0"/>
                </a:lnTo>
                <a:lnTo>
                  <a:pt x="344218" y="0"/>
                </a:lnTo>
                <a:lnTo>
                  <a:pt x="339945" y="0"/>
                </a:lnTo>
                <a:lnTo>
                  <a:pt x="335936" y="0"/>
                </a:lnTo>
                <a:lnTo>
                  <a:pt x="328445" y="0"/>
                </a:lnTo>
                <a:lnTo>
                  <a:pt x="325596" y="0"/>
                </a:lnTo>
                <a:lnTo>
                  <a:pt x="319582" y="0"/>
                </a:lnTo>
                <a:lnTo>
                  <a:pt x="313305" y="0"/>
                </a:lnTo>
                <a:lnTo>
                  <a:pt x="307291" y="0"/>
                </a:lnTo>
                <a:lnTo>
                  <a:pt x="298428" y="0"/>
                </a:lnTo>
                <a:lnTo>
                  <a:pt x="291992" y="0"/>
                </a:lnTo>
                <a:lnTo>
                  <a:pt x="290093" y="0"/>
                </a:lnTo>
                <a:lnTo>
                  <a:pt x="286928" y="0"/>
                </a:lnTo>
                <a:lnTo>
                  <a:pt x="282496" y="0"/>
                </a:lnTo>
                <a:lnTo>
                  <a:pt x="276746" y="0"/>
                </a:lnTo>
                <a:lnTo>
                  <a:pt x="272790" y="0"/>
                </a:lnTo>
                <a:lnTo>
                  <a:pt x="273898" y="0"/>
                </a:lnTo>
                <a:lnTo>
                  <a:pt x="272895" y="0"/>
                </a:lnTo>
                <a:lnTo>
                  <a:pt x="266670" y="0"/>
                </a:lnTo>
                <a:lnTo>
                  <a:pt x="261764" y="0"/>
                </a:lnTo>
                <a:lnTo>
                  <a:pt x="260920" y="0"/>
                </a:lnTo>
                <a:lnTo>
                  <a:pt x="261500" y="0"/>
                </a:lnTo>
                <a:lnTo>
                  <a:pt x="263188" y="0"/>
                </a:lnTo>
                <a:lnTo>
                  <a:pt x="266354" y="0"/>
                </a:lnTo>
                <a:lnTo>
                  <a:pt x="268411" y="0"/>
                </a:lnTo>
                <a:lnTo>
                  <a:pt x="269941" y="0"/>
                </a:lnTo>
                <a:lnTo>
                  <a:pt x="270416" y="0"/>
                </a:lnTo>
                <a:lnTo>
                  <a:pt x="277274" y="0"/>
                </a:lnTo>
                <a:lnTo>
                  <a:pt x="281125" y="0"/>
                </a:lnTo>
                <a:lnTo>
                  <a:pt x="283921" y="0"/>
                </a:lnTo>
                <a:lnTo>
                  <a:pt x="282918" y="0"/>
                </a:lnTo>
                <a:lnTo>
                  <a:pt x="281283" y="0"/>
                </a:lnTo>
                <a:lnTo>
                  <a:pt x="282918" y="0"/>
                </a:lnTo>
                <a:lnTo>
                  <a:pt x="292467" y="0"/>
                </a:lnTo>
                <a:lnTo>
                  <a:pt x="293311" y="0"/>
                </a:lnTo>
                <a:lnTo>
                  <a:pt x="292150" y="0"/>
                </a:lnTo>
                <a:lnTo>
                  <a:pt x="290673" y="0"/>
                </a:lnTo>
                <a:lnTo>
                  <a:pt x="285820" y="0"/>
                </a:lnTo>
                <a:lnTo>
                  <a:pt x="284290" y="0"/>
                </a:lnTo>
                <a:lnTo>
                  <a:pt x="278593" y="0"/>
                </a:lnTo>
                <a:lnTo>
                  <a:pt x="275375" y="0"/>
                </a:lnTo>
                <a:lnTo>
                  <a:pt x="274372" y="0"/>
                </a:lnTo>
                <a:lnTo>
                  <a:pt x="272526" y="0"/>
                </a:lnTo>
                <a:lnTo>
                  <a:pt x="266934" y="0"/>
                </a:lnTo>
                <a:lnTo>
                  <a:pt x="262133" y="0"/>
                </a:lnTo>
                <a:lnTo>
                  <a:pt x="257702" y="0"/>
                </a:lnTo>
                <a:lnTo>
                  <a:pt x="257122" y="0"/>
                </a:lnTo>
                <a:lnTo>
                  <a:pt x="256172" y="0"/>
                </a:lnTo>
                <a:lnTo>
                  <a:pt x="251108" y="0"/>
                </a:lnTo>
                <a:lnTo>
                  <a:pt x="245832" y="0"/>
                </a:lnTo>
                <a:lnTo>
                  <a:pt x="241137" y="0"/>
                </a:lnTo>
                <a:lnTo>
                  <a:pt x="238183" y="0"/>
                </a:lnTo>
                <a:lnTo>
                  <a:pt x="235387" y="0"/>
                </a:lnTo>
                <a:lnTo>
                  <a:pt x="229479" y="0"/>
                </a:lnTo>
                <a:lnTo>
                  <a:pt x="214760" y="0"/>
                </a:lnTo>
                <a:lnTo>
                  <a:pt x="196033" y="0"/>
                </a:lnTo>
                <a:lnTo>
                  <a:pt x="188858" y="0"/>
                </a:lnTo>
                <a:lnTo>
                  <a:pt x="185904" y="0"/>
                </a:lnTo>
                <a:lnTo>
                  <a:pt x="184058" y="0"/>
                </a:lnTo>
                <a:lnTo>
                  <a:pt x="185799" y="0"/>
                </a:lnTo>
                <a:lnTo>
                  <a:pt x="186221" y="0"/>
                </a:lnTo>
                <a:lnTo>
                  <a:pt x="188436" y="0"/>
                </a:lnTo>
                <a:lnTo>
                  <a:pt x="187381" y="0"/>
                </a:lnTo>
                <a:lnTo>
                  <a:pt x="188489" y="0"/>
                </a:lnTo>
                <a:lnTo>
                  <a:pt x="189333" y="0"/>
                </a:lnTo>
                <a:lnTo>
                  <a:pt x="186379" y="0"/>
                </a:lnTo>
                <a:lnTo>
                  <a:pt x="173138" y="0"/>
                </a:lnTo>
                <a:lnTo>
                  <a:pt x="170342" y="0"/>
                </a:lnTo>
                <a:lnTo>
                  <a:pt x="166807" y="0"/>
                </a:lnTo>
                <a:lnTo>
                  <a:pt x="150981" y="0"/>
                </a:lnTo>
                <a:lnTo>
                  <a:pt x="144967" y="0"/>
                </a:lnTo>
                <a:lnTo>
                  <a:pt x="139428" y="0"/>
                </a:lnTo>
                <a:lnTo>
                  <a:pt x="138056" y="0"/>
                </a:lnTo>
                <a:lnTo>
                  <a:pt x="141222" y="0"/>
                </a:lnTo>
                <a:lnTo>
                  <a:pt x="143279" y="0"/>
                </a:lnTo>
                <a:lnTo>
                  <a:pt x="137582" y="0"/>
                </a:lnTo>
                <a:lnTo>
                  <a:pt x="136632" y="0"/>
                </a:lnTo>
                <a:lnTo>
                  <a:pt x="138848" y="0"/>
                </a:lnTo>
                <a:lnTo>
                  <a:pt x="137951" y="0"/>
                </a:lnTo>
                <a:lnTo>
                  <a:pt x="134838" y="0"/>
                </a:lnTo>
                <a:lnTo>
                  <a:pt x="129932" y="0"/>
                </a:lnTo>
                <a:lnTo>
                  <a:pt x="127928" y="0"/>
                </a:lnTo>
                <a:lnTo>
                  <a:pt x="124024" y="0"/>
                </a:lnTo>
                <a:lnTo>
                  <a:pt x="118854" y="0"/>
                </a:lnTo>
                <a:lnTo>
                  <a:pt x="115372" y="0"/>
                </a:lnTo>
                <a:lnTo>
                  <a:pt x="112893" y="0"/>
                </a:lnTo>
                <a:lnTo>
                  <a:pt x="111468" y="0"/>
                </a:lnTo>
                <a:lnTo>
                  <a:pt x="100812" y="0"/>
                </a:lnTo>
                <a:lnTo>
                  <a:pt x="98280" y="0"/>
                </a:lnTo>
                <a:lnTo>
                  <a:pt x="94482" y="0"/>
                </a:lnTo>
                <a:lnTo>
                  <a:pt x="95801" y="0"/>
                </a:lnTo>
                <a:lnTo>
                  <a:pt x="96064" y="0"/>
                </a:lnTo>
                <a:lnTo>
                  <a:pt x="94693" y="0"/>
                </a:lnTo>
                <a:lnTo>
                  <a:pt x="94271" y="0"/>
                </a:lnTo>
                <a:lnTo>
                  <a:pt x="95853" y="0"/>
                </a:lnTo>
                <a:lnTo>
                  <a:pt x="100970" y="0"/>
                </a:lnTo>
                <a:lnTo>
                  <a:pt x="99757" y="0"/>
                </a:lnTo>
                <a:lnTo>
                  <a:pt x="99177" y="0"/>
                </a:lnTo>
                <a:lnTo>
                  <a:pt x="103450" y="0"/>
                </a:lnTo>
                <a:lnTo>
                  <a:pt x="106562" y="0"/>
                </a:lnTo>
                <a:lnTo>
                  <a:pt x="123971" y="0"/>
                </a:lnTo>
                <a:lnTo>
                  <a:pt x="129880" y="0"/>
                </a:lnTo>
                <a:lnTo>
                  <a:pt x="132095" y="0"/>
                </a:lnTo>
                <a:lnTo>
                  <a:pt x="133520" y="0"/>
                </a:lnTo>
                <a:lnTo>
                  <a:pt x="136474" y="0"/>
                </a:lnTo>
                <a:lnTo>
                  <a:pt x="138004" y="0"/>
                </a:lnTo>
                <a:lnTo>
                  <a:pt x="141485" y="0"/>
                </a:lnTo>
                <a:lnTo>
                  <a:pt x="145336" y="0"/>
                </a:lnTo>
                <a:lnTo>
                  <a:pt x="146655" y="0"/>
                </a:lnTo>
                <a:lnTo>
                  <a:pt x="146919" y="0"/>
                </a:lnTo>
                <a:lnTo>
                  <a:pt x="147130" y="0"/>
                </a:lnTo>
                <a:lnTo>
                  <a:pt x="150612" y="0"/>
                </a:lnTo>
                <a:lnTo>
                  <a:pt x="153249" y="0"/>
                </a:lnTo>
                <a:lnTo>
                  <a:pt x="162481" y="0"/>
                </a:lnTo>
                <a:lnTo>
                  <a:pt x="165119" y="0"/>
                </a:lnTo>
                <a:lnTo>
                  <a:pt x="167282" y="0"/>
                </a:lnTo>
                <a:lnTo>
                  <a:pt x="161690" y="0"/>
                </a:lnTo>
                <a:lnTo>
                  <a:pt x="160213" y="0"/>
                </a:lnTo>
                <a:lnTo>
                  <a:pt x="158578" y="0"/>
                </a:lnTo>
                <a:lnTo>
                  <a:pt x="156626" y="0"/>
                </a:lnTo>
                <a:lnTo>
                  <a:pt x="153513" y="0"/>
                </a:lnTo>
                <a:lnTo>
                  <a:pt x="153302" y="0"/>
                </a:lnTo>
                <a:lnTo>
                  <a:pt x="155623" y="0"/>
                </a:lnTo>
                <a:lnTo>
                  <a:pt x="155254" y="0"/>
                </a:lnTo>
                <a:lnTo>
                  <a:pt x="152089" y="0"/>
                </a:lnTo>
                <a:lnTo>
                  <a:pt x="146866" y="0"/>
                </a:lnTo>
                <a:lnTo>
                  <a:pt x="147025" y="0"/>
                </a:lnTo>
                <a:lnTo>
                  <a:pt x="149346" y="0"/>
                </a:lnTo>
                <a:lnTo>
                  <a:pt x="158103" y="0"/>
                </a:lnTo>
                <a:lnTo>
                  <a:pt x="160899" y="0"/>
                </a:lnTo>
                <a:lnTo>
                  <a:pt x="164381" y="0"/>
                </a:lnTo>
                <a:lnTo>
                  <a:pt x="169445" y="0"/>
                </a:lnTo>
                <a:lnTo>
                  <a:pt x="175564" y="0"/>
                </a:lnTo>
                <a:lnTo>
                  <a:pt x="180365" y="0"/>
                </a:lnTo>
                <a:lnTo>
                  <a:pt x="192235" y="0"/>
                </a:lnTo>
                <a:lnTo>
                  <a:pt x="199409" y="0"/>
                </a:lnTo>
                <a:lnTo>
                  <a:pt x="207217" y="0"/>
                </a:lnTo>
                <a:lnTo>
                  <a:pt x="212439" y="0"/>
                </a:lnTo>
                <a:lnTo>
                  <a:pt x="217556" y="0"/>
                </a:lnTo>
                <a:lnTo>
                  <a:pt x="223676" y="0"/>
                </a:lnTo>
                <a:lnTo>
                  <a:pt x="233435" y="1319"/>
                </a:lnTo>
                <a:lnTo>
                  <a:pt x="249367" y="13615"/>
                </a:lnTo>
                <a:lnTo>
                  <a:pt x="247626" y="16623"/>
                </a:lnTo>
                <a:lnTo>
                  <a:pt x="246940" y="21267"/>
                </a:lnTo>
                <a:lnTo>
                  <a:pt x="240663" y="27494"/>
                </a:lnTo>
                <a:lnTo>
                  <a:pt x="239660" y="31083"/>
                </a:lnTo>
                <a:lnTo>
                  <a:pt x="237392" y="35621"/>
                </a:lnTo>
                <a:lnTo>
                  <a:pt x="233013" y="38049"/>
                </a:lnTo>
                <a:lnTo>
                  <a:pt x="229268" y="38471"/>
                </a:lnTo>
                <a:lnTo>
                  <a:pt x="227052" y="38049"/>
                </a:lnTo>
                <a:lnTo>
                  <a:pt x="225575" y="37151"/>
                </a:lnTo>
                <a:lnTo>
                  <a:pt x="222990" y="32877"/>
                </a:lnTo>
                <a:lnTo>
                  <a:pt x="221724" y="31558"/>
                </a:lnTo>
                <a:lnTo>
                  <a:pt x="220616" y="31241"/>
                </a:lnTo>
                <a:lnTo>
                  <a:pt x="212598" y="34196"/>
                </a:lnTo>
                <a:lnTo>
                  <a:pt x="204843" y="37521"/>
                </a:lnTo>
                <a:lnTo>
                  <a:pt x="203418" y="40423"/>
                </a:lnTo>
                <a:lnTo>
                  <a:pt x="201361" y="43853"/>
                </a:lnTo>
                <a:lnTo>
                  <a:pt x="199093" y="45226"/>
                </a:lnTo>
                <a:lnTo>
                  <a:pt x="197299" y="45542"/>
                </a:lnTo>
                <a:lnTo>
                  <a:pt x="195611" y="43537"/>
                </a:lnTo>
                <a:lnTo>
                  <a:pt x="192604" y="40898"/>
                </a:lnTo>
                <a:lnTo>
                  <a:pt x="190335" y="38471"/>
                </a:lnTo>
                <a:lnTo>
                  <a:pt x="190916" y="34513"/>
                </a:lnTo>
                <a:lnTo>
                  <a:pt x="195294" y="28708"/>
                </a:lnTo>
                <a:lnTo>
                  <a:pt x="195875" y="24592"/>
                </a:lnTo>
                <a:lnTo>
                  <a:pt x="195294" y="17626"/>
                </a:lnTo>
                <a:lnTo>
                  <a:pt x="194134" y="13562"/>
                </a:lnTo>
                <a:lnTo>
                  <a:pt x="192815" y="13457"/>
                </a:lnTo>
                <a:lnTo>
                  <a:pt x="190705" y="12771"/>
                </a:lnTo>
                <a:lnTo>
                  <a:pt x="184638" y="13457"/>
                </a:lnTo>
                <a:lnTo>
                  <a:pt x="181631" y="8866"/>
                </a:lnTo>
                <a:lnTo>
                  <a:pt x="180418" y="3905"/>
                </a:lnTo>
                <a:lnTo>
                  <a:pt x="178308" y="2111"/>
                </a:lnTo>
                <a:lnTo>
                  <a:pt x="176303" y="1003"/>
                </a:lnTo>
                <a:lnTo>
                  <a:pt x="171713" y="2744"/>
                </a:lnTo>
                <a:lnTo>
                  <a:pt x="168284" y="1689"/>
                </a:lnTo>
                <a:lnTo>
                  <a:pt x="156731" y="0"/>
                </a:lnTo>
                <a:lnTo>
                  <a:pt x="152300" y="0"/>
                </a:lnTo>
                <a:lnTo>
                  <a:pt x="149979" y="0"/>
                </a:lnTo>
                <a:lnTo>
                  <a:pt x="147869" y="0"/>
                </a:lnTo>
                <a:lnTo>
                  <a:pt x="147025" y="0"/>
                </a:lnTo>
                <a:lnTo>
                  <a:pt x="145811" y="580"/>
                </a:lnTo>
                <a:lnTo>
                  <a:pt x="144809" y="3061"/>
                </a:lnTo>
                <a:lnTo>
                  <a:pt x="131620" y="0"/>
                </a:lnTo>
                <a:lnTo>
                  <a:pt x="122494" y="0"/>
                </a:lnTo>
                <a:lnTo>
                  <a:pt x="123760" y="0"/>
                </a:lnTo>
                <a:lnTo>
                  <a:pt x="121017" y="0"/>
                </a:lnTo>
                <a:lnTo>
                  <a:pt x="117535" y="0"/>
                </a:lnTo>
                <a:lnTo>
                  <a:pt x="114950" y="0"/>
                </a:lnTo>
                <a:lnTo>
                  <a:pt x="117271" y="0"/>
                </a:lnTo>
                <a:lnTo>
                  <a:pt x="113684" y="0"/>
                </a:lnTo>
                <a:lnTo>
                  <a:pt x="108725" y="0"/>
                </a:lnTo>
                <a:lnTo>
                  <a:pt x="104716" y="0"/>
                </a:lnTo>
                <a:lnTo>
                  <a:pt x="101603" y="0"/>
                </a:lnTo>
                <a:lnTo>
                  <a:pt x="99704" y="0"/>
                </a:lnTo>
                <a:lnTo>
                  <a:pt x="95431" y="0"/>
                </a:lnTo>
                <a:lnTo>
                  <a:pt x="89892" y="0"/>
                </a:lnTo>
                <a:lnTo>
                  <a:pt x="88046" y="0"/>
                </a:lnTo>
                <a:lnTo>
                  <a:pt x="88468" y="0"/>
                </a:lnTo>
                <a:lnTo>
                  <a:pt x="84406" y="0"/>
                </a:lnTo>
                <a:lnTo>
                  <a:pt x="79025" y="0"/>
                </a:lnTo>
                <a:lnTo>
                  <a:pt x="74646" y="0"/>
                </a:lnTo>
                <a:lnTo>
                  <a:pt x="70162" y="0"/>
                </a:lnTo>
                <a:lnTo>
                  <a:pt x="66575" y="0"/>
                </a:lnTo>
                <a:lnTo>
                  <a:pt x="63568" y="0"/>
                </a:lnTo>
                <a:lnTo>
                  <a:pt x="59400" y="0"/>
                </a:lnTo>
                <a:lnTo>
                  <a:pt x="58029" y="0"/>
                </a:lnTo>
                <a:lnTo>
                  <a:pt x="55233" y="0"/>
                </a:lnTo>
                <a:lnTo>
                  <a:pt x="52068" y="0"/>
                </a:lnTo>
                <a:lnTo>
                  <a:pt x="49113" y="0"/>
                </a:lnTo>
                <a:lnTo>
                  <a:pt x="45579" y="0"/>
                </a:lnTo>
                <a:lnTo>
                  <a:pt x="44999" y="0"/>
                </a:lnTo>
                <a:lnTo>
                  <a:pt x="45790" y="0"/>
                </a:lnTo>
                <a:lnTo>
                  <a:pt x="50221" y="0"/>
                </a:lnTo>
                <a:lnTo>
                  <a:pt x="52595" y="0"/>
                </a:lnTo>
                <a:lnTo>
                  <a:pt x="56393" y="0"/>
                </a:lnTo>
                <a:lnTo>
                  <a:pt x="59031" y="0"/>
                </a:lnTo>
                <a:lnTo>
                  <a:pt x="62671" y="0"/>
                </a:lnTo>
                <a:lnTo>
                  <a:pt x="70109" y="0"/>
                </a:lnTo>
                <a:lnTo>
                  <a:pt x="70901" y="0"/>
                </a:lnTo>
                <a:lnTo>
                  <a:pt x="72431" y="0"/>
                </a:lnTo>
                <a:lnTo>
                  <a:pt x="73538" y="0"/>
                </a:lnTo>
                <a:lnTo>
                  <a:pt x="73908" y="0"/>
                </a:lnTo>
                <a:lnTo>
                  <a:pt x="72958" y="0"/>
                </a:lnTo>
                <a:lnTo>
                  <a:pt x="74541" y="0"/>
                </a:lnTo>
                <a:lnTo>
                  <a:pt x="79816" y="0"/>
                </a:lnTo>
                <a:lnTo>
                  <a:pt x="87096" y="0"/>
                </a:lnTo>
                <a:lnTo>
                  <a:pt x="95801" y="0"/>
                </a:lnTo>
                <a:lnTo>
                  <a:pt x="104716" y="0"/>
                </a:lnTo>
                <a:lnTo>
                  <a:pt x="109147" y="0"/>
                </a:lnTo>
                <a:lnTo>
                  <a:pt x="110994" y="0"/>
                </a:lnTo>
                <a:lnTo>
                  <a:pt x="112946" y="0"/>
                </a:lnTo>
                <a:lnTo>
                  <a:pt x="116005" y="0"/>
                </a:lnTo>
                <a:lnTo>
                  <a:pt x="118063" y="0"/>
                </a:lnTo>
                <a:lnTo>
                  <a:pt x="118221" y="0"/>
                </a:lnTo>
                <a:lnTo>
                  <a:pt x="113368" y="0"/>
                </a:lnTo>
                <a:lnTo>
                  <a:pt x="110202" y="0"/>
                </a:lnTo>
                <a:lnTo>
                  <a:pt x="108567" y="0"/>
                </a:lnTo>
                <a:lnTo>
                  <a:pt x="107723" y="0"/>
                </a:lnTo>
                <a:lnTo>
                  <a:pt x="106562" y="0"/>
                </a:lnTo>
                <a:lnTo>
                  <a:pt x="107143" y="0"/>
                </a:lnTo>
                <a:lnTo>
                  <a:pt x="105402" y="0"/>
                </a:lnTo>
                <a:lnTo>
                  <a:pt x="101445" y="0"/>
                </a:lnTo>
                <a:lnTo>
                  <a:pt x="97383" y="0"/>
                </a:lnTo>
                <a:lnTo>
                  <a:pt x="94956" y="0"/>
                </a:lnTo>
                <a:lnTo>
                  <a:pt x="92319" y="0"/>
                </a:lnTo>
                <a:lnTo>
                  <a:pt x="91422" y="0"/>
                </a:lnTo>
                <a:lnTo>
                  <a:pt x="93005" y="0"/>
                </a:lnTo>
                <a:lnTo>
                  <a:pt x="95062" y="0"/>
                </a:lnTo>
                <a:lnTo>
                  <a:pt x="94851" y="0"/>
                </a:lnTo>
                <a:lnTo>
                  <a:pt x="94007" y="0"/>
                </a:lnTo>
                <a:lnTo>
                  <a:pt x="93005" y="0"/>
                </a:lnTo>
                <a:lnTo>
                  <a:pt x="90314" y="0"/>
                </a:lnTo>
                <a:lnTo>
                  <a:pt x="86569" y="0"/>
                </a:lnTo>
                <a:lnTo>
                  <a:pt x="82296" y="0"/>
                </a:lnTo>
                <a:lnTo>
                  <a:pt x="71059" y="0"/>
                </a:lnTo>
                <a:lnTo>
                  <a:pt x="63093" y="0"/>
                </a:lnTo>
                <a:lnTo>
                  <a:pt x="59137" y="0"/>
                </a:lnTo>
                <a:lnTo>
                  <a:pt x="54125" y="0"/>
                </a:lnTo>
                <a:lnTo>
                  <a:pt x="50538" y="0"/>
                </a:lnTo>
                <a:lnTo>
                  <a:pt x="46001" y="0"/>
                </a:lnTo>
                <a:lnTo>
                  <a:pt x="43680" y="0"/>
                </a:lnTo>
                <a:lnTo>
                  <a:pt x="42414" y="0"/>
                </a:lnTo>
                <a:lnTo>
                  <a:pt x="43099" y="0"/>
                </a:lnTo>
                <a:lnTo>
                  <a:pt x="45262" y="0"/>
                </a:lnTo>
                <a:lnTo>
                  <a:pt x="48111" y="0"/>
                </a:lnTo>
                <a:lnTo>
                  <a:pt x="50379" y="0"/>
                </a:lnTo>
                <a:lnTo>
                  <a:pt x="56868" y="0"/>
                </a:lnTo>
                <a:lnTo>
                  <a:pt x="61352" y="0"/>
                </a:lnTo>
                <a:lnTo>
                  <a:pt x="62407" y="0"/>
                </a:lnTo>
                <a:lnTo>
                  <a:pt x="62829" y="0"/>
                </a:lnTo>
                <a:lnTo>
                  <a:pt x="62249" y="0"/>
                </a:lnTo>
                <a:lnTo>
                  <a:pt x="62460" y="0"/>
                </a:lnTo>
                <a:lnTo>
                  <a:pt x="63304" y="0"/>
                </a:lnTo>
                <a:lnTo>
                  <a:pt x="64254" y="0"/>
                </a:lnTo>
                <a:lnTo>
                  <a:pt x="76176" y="0"/>
                </a:lnTo>
                <a:lnTo>
                  <a:pt x="78708" y="0"/>
                </a:lnTo>
                <a:lnTo>
                  <a:pt x="79869" y="0"/>
                </a:lnTo>
                <a:lnTo>
                  <a:pt x="78867" y="0"/>
                </a:lnTo>
                <a:lnTo>
                  <a:pt x="77073" y="0"/>
                </a:lnTo>
                <a:lnTo>
                  <a:pt x="69371" y="0"/>
                </a:lnTo>
                <a:lnTo>
                  <a:pt x="67894" y="0"/>
                </a:lnTo>
                <a:lnTo>
                  <a:pt x="64359" y="0"/>
                </a:lnTo>
                <a:lnTo>
                  <a:pt x="62829" y="0"/>
                </a:lnTo>
                <a:lnTo>
                  <a:pt x="60614" y="0"/>
                </a:lnTo>
                <a:lnTo>
                  <a:pt x="58240" y="0"/>
                </a:lnTo>
                <a:lnTo>
                  <a:pt x="57871" y="0"/>
                </a:lnTo>
                <a:lnTo>
                  <a:pt x="56182" y="0"/>
                </a:lnTo>
                <a:lnTo>
                  <a:pt x="46581" y="0"/>
                </a:lnTo>
                <a:lnTo>
                  <a:pt x="42255" y="0"/>
                </a:lnTo>
                <a:lnTo>
                  <a:pt x="36347" y="0"/>
                </a:lnTo>
                <a:lnTo>
                  <a:pt x="29278" y="0"/>
                </a:lnTo>
                <a:lnTo>
                  <a:pt x="22103" y="0"/>
                </a:lnTo>
                <a:lnTo>
                  <a:pt x="18727" y="0"/>
                </a:lnTo>
                <a:lnTo>
                  <a:pt x="17514" y="0"/>
                </a:lnTo>
                <a:lnTo>
                  <a:pt x="17145" y="0"/>
                </a:lnTo>
                <a:lnTo>
                  <a:pt x="19307" y="0"/>
                </a:lnTo>
                <a:lnTo>
                  <a:pt x="18252" y="0"/>
                </a:lnTo>
                <a:lnTo>
                  <a:pt x="14665" y="0"/>
                </a:lnTo>
                <a:lnTo>
                  <a:pt x="13083" y="0"/>
                </a:lnTo>
                <a:lnTo>
                  <a:pt x="13610" y="0"/>
                </a:lnTo>
                <a:lnTo>
                  <a:pt x="11869" y="0"/>
                </a:lnTo>
                <a:lnTo>
                  <a:pt x="7913" y="0"/>
                </a:lnTo>
                <a:lnTo>
                  <a:pt x="4062" y="0"/>
                </a:lnTo>
                <a:lnTo>
                  <a:pt x="369" y="0"/>
                </a:lnTo>
                <a:lnTo>
                  <a:pt x="0" y="0"/>
                </a:lnTo>
                <a:lnTo>
                  <a:pt x="1213" y="0"/>
                </a:lnTo>
                <a:lnTo>
                  <a:pt x="5855" y="0"/>
                </a:lnTo>
                <a:lnTo>
                  <a:pt x="7438" y="0"/>
                </a:lnTo>
                <a:lnTo>
                  <a:pt x="10709" y="0"/>
                </a:lnTo>
                <a:lnTo>
                  <a:pt x="15720" y="0"/>
                </a:lnTo>
                <a:lnTo>
                  <a:pt x="18674" y="0"/>
                </a:lnTo>
                <a:lnTo>
                  <a:pt x="19624" y="0"/>
                </a:lnTo>
                <a:lnTo>
                  <a:pt x="20046" y="0"/>
                </a:lnTo>
                <a:lnTo>
                  <a:pt x="17514" y="0"/>
                </a:lnTo>
                <a:lnTo>
                  <a:pt x="17936" y="0"/>
                </a:lnTo>
                <a:lnTo>
                  <a:pt x="22684" y="0"/>
                </a:lnTo>
                <a:lnTo>
                  <a:pt x="22156" y="0"/>
                </a:lnTo>
                <a:lnTo>
                  <a:pt x="23370" y="0"/>
                </a:lnTo>
                <a:lnTo>
                  <a:pt x="28592" y="0"/>
                </a:lnTo>
                <a:lnTo>
                  <a:pt x="32549" y="0"/>
                </a:lnTo>
                <a:lnTo>
                  <a:pt x="33815" y="0"/>
                </a:lnTo>
                <a:lnTo>
                  <a:pt x="35608" y="0"/>
                </a:lnTo>
                <a:lnTo>
                  <a:pt x="38879" y="0"/>
                </a:lnTo>
                <a:lnTo>
                  <a:pt x="45632" y="0"/>
                </a:lnTo>
                <a:lnTo>
                  <a:pt x="48533" y="0"/>
                </a:lnTo>
                <a:lnTo>
                  <a:pt x="52595" y="0"/>
                </a:lnTo>
                <a:lnTo>
                  <a:pt x="57026" y="0"/>
                </a:lnTo>
                <a:lnTo>
                  <a:pt x="59084" y="0"/>
                </a:lnTo>
                <a:lnTo>
                  <a:pt x="73169" y="0"/>
                </a:lnTo>
                <a:lnTo>
                  <a:pt x="76282" y="0"/>
                </a:lnTo>
                <a:lnTo>
                  <a:pt x="79236" y="0"/>
                </a:lnTo>
                <a:lnTo>
                  <a:pt x="81399" y="0"/>
                </a:lnTo>
                <a:lnTo>
                  <a:pt x="83562" y="0"/>
                </a:lnTo>
                <a:lnTo>
                  <a:pt x="85092" y="0"/>
                </a:lnTo>
                <a:lnTo>
                  <a:pt x="86885" y="0"/>
                </a:lnTo>
                <a:lnTo>
                  <a:pt x="87887" y="0"/>
                </a:lnTo>
                <a:lnTo>
                  <a:pt x="89681" y="0"/>
                </a:lnTo>
                <a:lnTo>
                  <a:pt x="92688" y="0"/>
                </a:lnTo>
                <a:lnTo>
                  <a:pt x="96170" y="0"/>
                </a:lnTo>
                <a:lnTo>
                  <a:pt x="100759" y="0"/>
                </a:lnTo>
                <a:lnTo>
                  <a:pt x="103608" y="0"/>
                </a:lnTo>
                <a:lnTo>
                  <a:pt x="106826" y="0"/>
                </a:lnTo>
                <a:lnTo>
                  <a:pt x="109622" y="0"/>
                </a:lnTo>
                <a:lnTo>
                  <a:pt x="111416" y="0"/>
                </a:lnTo>
                <a:lnTo>
                  <a:pt x="112260" y="0"/>
                </a:lnTo>
                <a:lnTo>
                  <a:pt x="111468" y="0"/>
                </a:lnTo>
                <a:lnTo>
                  <a:pt x="109411" y="0"/>
                </a:lnTo>
                <a:lnTo>
                  <a:pt x="109991" y="0"/>
                </a:lnTo>
                <a:lnTo>
                  <a:pt x="113842" y="0"/>
                </a:lnTo>
                <a:lnTo>
                  <a:pt x="119487" y="0"/>
                </a:lnTo>
                <a:lnTo>
                  <a:pt x="123760" y="0"/>
                </a:lnTo>
                <a:lnTo>
                  <a:pt x="126556" y="0"/>
                </a:lnTo>
                <a:lnTo>
                  <a:pt x="129299" y="0"/>
                </a:lnTo>
                <a:lnTo>
                  <a:pt x="132728" y="0"/>
                </a:lnTo>
                <a:lnTo>
                  <a:pt x="136104" y="0"/>
                </a:lnTo>
                <a:lnTo>
                  <a:pt x="138742" y="0"/>
                </a:lnTo>
                <a:lnTo>
                  <a:pt x="144967" y="0"/>
                </a:lnTo>
                <a:close/>
              </a:path>
            </a:pathLst>
          </a:custGeom>
          <a:solidFill>
            <a:srgbClr val="E4E5E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ap - Indonesia"/>
          <p:cNvSpPr/>
          <p:nvPr/>
        </p:nvSpPr>
        <p:spPr>
          <a:xfrm>
            <a:off x="4920193" y="1829044"/>
            <a:ext cx="1334303" cy="798387"/>
          </a:xfrm>
          <a:custGeom>
            <a:avLst/>
            <a:gdLst/>
            <a:ahLst/>
            <a:cxnLst/>
            <a:rect l="l" t="t" r="r" b="b"/>
            <a:pathLst>
              <a:path w="1334303" h="798387">
                <a:moveTo>
                  <a:pt x="120015" y="219743"/>
                </a:moveTo>
                <a:lnTo>
                  <a:pt x="131410" y="234572"/>
                </a:lnTo>
                <a:lnTo>
                  <a:pt x="136052" y="236577"/>
                </a:lnTo>
                <a:lnTo>
                  <a:pt x="142224" y="243332"/>
                </a:lnTo>
                <a:lnTo>
                  <a:pt x="143754" y="245654"/>
                </a:lnTo>
                <a:lnTo>
                  <a:pt x="142172" y="250403"/>
                </a:lnTo>
                <a:lnTo>
                  <a:pt x="140800" y="263913"/>
                </a:lnTo>
                <a:lnTo>
                  <a:pt x="137846" y="267290"/>
                </a:lnTo>
                <a:lnTo>
                  <a:pt x="130671" y="265601"/>
                </a:lnTo>
                <a:lnTo>
                  <a:pt x="130618" y="263227"/>
                </a:lnTo>
                <a:lnTo>
                  <a:pt x="126451" y="253042"/>
                </a:lnTo>
                <a:lnTo>
                  <a:pt x="118907" y="247395"/>
                </a:lnTo>
                <a:lnTo>
                  <a:pt x="115953" y="247079"/>
                </a:lnTo>
                <a:lnTo>
                  <a:pt x="114054" y="241274"/>
                </a:lnTo>
                <a:lnTo>
                  <a:pt x="110256" y="234413"/>
                </a:lnTo>
                <a:lnTo>
                  <a:pt x="98755" y="221854"/>
                </a:lnTo>
                <a:lnTo>
                  <a:pt x="107460" y="221906"/>
                </a:lnTo>
                <a:lnTo>
                  <a:pt x="111680" y="218846"/>
                </a:lnTo>
                <a:lnTo>
                  <a:pt x="112682" y="216418"/>
                </a:lnTo>
                <a:lnTo>
                  <a:pt x="113368" y="215785"/>
                </a:lnTo>
                <a:lnTo>
                  <a:pt x="120015" y="219743"/>
                </a:lnTo>
                <a:close/>
                <a:moveTo>
                  <a:pt x="208747" y="390882"/>
                </a:moveTo>
                <a:lnTo>
                  <a:pt x="203894" y="391146"/>
                </a:lnTo>
                <a:lnTo>
                  <a:pt x="193448" y="384866"/>
                </a:lnTo>
                <a:lnTo>
                  <a:pt x="191022" y="382016"/>
                </a:lnTo>
                <a:lnTo>
                  <a:pt x="190389" y="378217"/>
                </a:lnTo>
                <a:lnTo>
                  <a:pt x="180418" y="363599"/>
                </a:lnTo>
                <a:lnTo>
                  <a:pt x="179099" y="360274"/>
                </a:lnTo>
                <a:lnTo>
                  <a:pt x="183003" y="348295"/>
                </a:lnTo>
                <a:lnTo>
                  <a:pt x="193185" y="345393"/>
                </a:lnTo>
                <a:lnTo>
                  <a:pt x="196561" y="347398"/>
                </a:lnTo>
                <a:lnTo>
                  <a:pt x="197721" y="352781"/>
                </a:lnTo>
                <a:lnTo>
                  <a:pt x="203524" y="362544"/>
                </a:lnTo>
                <a:lnTo>
                  <a:pt x="205423" y="367768"/>
                </a:lnTo>
                <a:lnTo>
                  <a:pt x="206901" y="370090"/>
                </a:lnTo>
                <a:lnTo>
                  <a:pt x="207481" y="371884"/>
                </a:lnTo>
                <a:lnTo>
                  <a:pt x="207006" y="373151"/>
                </a:lnTo>
                <a:lnTo>
                  <a:pt x="211174" y="379325"/>
                </a:lnTo>
                <a:lnTo>
                  <a:pt x="214181" y="382966"/>
                </a:lnTo>
                <a:lnTo>
                  <a:pt x="214392" y="388771"/>
                </a:lnTo>
                <a:lnTo>
                  <a:pt x="208747" y="390882"/>
                </a:lnTo>
                <a:close/>
                <a:moveTo>
                  <a:pt x="1130726" y="751631"/>
                </a:moveTo>
                <a:lnTo>
                  <a:pt x="1124026" y="762555"/>
                </a:lnTo>
                <a:lnTo>
                  <a:pt x="1126400" y="764296"/>
                </a:lnTo>
                <a:lnTo>
                  <a:pt x="1127877" y="765985"/>
                </a:lnTo>
                <a:lnTo>
                  <a:pt x="1116799" y="768254"/>
                </a:lnTo>
                <a:lnTo>
                  <a:pt x="1112209" y="767040"/>
                </a:lnTo>
                <a:lnTo>
                  <a:pt x="1109519" y="767357"/>
                </a:lnTo>
                <a:lnTo>
                  <a:pt x="1098335" y="765299"/>
                </a:lnTo>
                <a:lnTo>
                  <a:pt x="1090316" y="762819"/>
                </a:lnTo>
                <a:lnTo>
                  <a:pt x="1089367" y="760813"/>
                </a:lnTo>
                <a:lnTo>
                  <a:pt x="1090000" y="758439"/>
                </a:lnTo>
                <a:lnTo>
                  <a:pt x="1092374" y="759230"/>
                </a:lnTo>
                <a:lnTo>
                  <a:pt x="1098599" y="759600"/>
                </a:lnTo>
                <a:lnTo>
                  <a:pt x="1100920" y="758544"/>
                </a:lnTo>
                <a:lnTo>
                  <a:pt x="1101025" y="751473"/>
                </a:lnTo>
                <a:lnTo>
                  <a:pt x="1100129" y="742290"/>
                </a:lnTo>
                <a:lnTo>
                  <a:pt x="1108517" y="734797"/>
                </a:lnTo>
                <a:lnTo>
                  <a:pt x="1112948" y="731789"/>
                </a:lnTo>
                <a:lnTo>
                  <a:pt x="1118118" y="729994"/>
                </a:lnTo>
                <a:lnTo>
                  <a:pt x="1131042" y="734163"/>
                </a:lnTo>
                <a:lnTo>
                  <a:pt x="1133205" y="735272"/>
                </a:lnTo>
                <a:lnTo>
                  <a:pt x="1134841" y="736960"/>
                </a:lnTo>
                <a:lnTo>
                  <a:pt x="1135632" y="739652"/>
                </a:lnTo>
                <a:lnTo>
                  <a:pt x="1130726" y="751631"/>
                </a:lnTo>
                <a:close/>
                <a:moveTo>
                  <a:pt x="1067791" y="727409"/>
                </a:moveTo>
                <a:lnTo>
                  <a:pt x="1073119" y="730206"/>
                </a:lnTo>
                <a:lnTo>
                  <a:pt x="1080610" y="738438"/>
                </a:lnTo>
                <a:lnTo>
                  <a:pt x="1081296" y="740707"/>
                </a:lnTo>
                <a:lnTo>
                  <a:pt x="1079027" y="742871"/>
                </a:lnTo>
                <a:lnTo>
                  <a:pt x="1073699" y="746354"/>
                </a:lnTo>
                <a:lnTo>
                  <a:pt x="1061777" y="751736"/>
                </a:lnTo>
                <a:lnTo>
                  <a:pt x="1059719" y="754270"/>
                </a:lnTo>
                <a:lnTo>
                  <a:pt x="1057187" y="759230"/>
                </a:lnTo>
                <a:lnTo>
                  <a:pt x="1056607" y="761341"/>
                </a:lnTo>
                <a:lnTo>
                  <a:pt x="1055763" y="762502"/>
                </a:lnTo>
                <a:lnTo>
                  <a:pt x="1054391" y="763294"/>
                </a:lnTo>
                <a:lnTo>
                  <a:pt x="1051806" y="764032"/>
                </a:lnTo>
                <a:lnTo>
                  <a:pt x="1049010" y="762977"/>
                </a:lnTo>
                <a:lnTo>
                  <a:pt x="1051542" y="759811"/>
                </a:lnTo>
                <a:lnTo>
                  <a:pt x="1051648" y="756011"/>
                </a:lnTo>
                <a:lnTo>
                  <a:pt x="1049749" y="752423"/>
                </a:lnTo>
                <a:lnTo>
                  <a:pt x="1047058" y="749467"/>
                </a:lnTo>
                <a:lnTo>
                  <a:pt x="1041625" y="745404"/>
                </a:lnTo>
                <a:lnTo>
                  <a:pt x="1035822" y="741868"/>
                </a:lnTo>
                <a:lnTo>
                  <a:pt x="1029966" y="740021"/>
                </a:lnTo>
                <a:lnTo>
                  <a:pt x="1023741" y="739177"/>
                </a:lnTo>
                <a:lnTo>
                  <a:pt x="1021525" y="737435"/>
                </a:lnTo>
                <a:lnTo>
                  <a:pt x="1017885" y="733002"/>
                </a:lnTo>
                <a:lnTo>
                  <a:pt x="1016672" y="730575"/>
                </a:lnTo>
                <a:lnTo>
                  <a:pt x="1016092" y="727989"/>
                </a:lnTo>
                <a:lnTo>
                  <a:pt x="1016461" y="725509"/>
                </a:lnTo>
                <a:lnTo>
                  <a:pt x="1017991" y="725403"/>
                </a:lnTo>
                <a:lnTo>
                  <a:pt x="1024110" y="725984"/>
                </a:lnTo>
                <a:lnTo>
                  <a:pt x="1035347" y="728886"/>
                </a:lnTo>
                <a:lnTo>
                  <a:pt x="1040886" y="729097"/>
                </a:lnTo>
                <a:lnTo>
                  <a:pt x="1044051" y="728411"/>
                </a:lnTo>
                <a:lnTo>
                  <a:pt x="1052281" y="722712"/>
                </a:lnTo>
                <a:lnTo>
                  <a:pt x="1054233" y="722765"/>
                </a:lnTo>
                <a:lnTo>
                  <a:pt x="1062093" y="725298"/>
                </a:lnTo>
                <a:lnTo>
                  <a:pt x="1067791" y="727409"/>
                </a:lnTo>
                <a:close/>
                <a:moveTo>
                  <a:pt x="571799" y="385130"/>
                </a:moveTo>
                <a:lnTo>
                  <a:pt x="573593" y="388771"/>
                </a:lnTo>
                <a:lnTo>
                  <a:pt x="576072" y="392043"/>
                </a:lnTo>
                <a:lnTo>
                  <a:pt x="577918" y="395579"/>
                </a:lnTo>
                <a:lnTo>
                  <a:pt x="580398" y="412571"/>
                </a:lnTo>
                <a:lnTo>
                  <a:pt x="588680" y="427136"/>
                </a:lnTo>
                <a:lnTo>
                  <a:pt x="612525" y="432836"/>
                </a:lnTo>
                <a:lnTo>
                  <a:pt x="608621" y="435210"/>
                </a:lnTo>
                <a:lnTo>
                  <a:pt x="606669" y="437321"/>
                </a:lnTo>
                <a:lnTo>
                  <a:pt x="605192" y="439749"/>
                </a:lnTo>
                <a:lnTo>
                  <a:pt x="601658" y="449881"/>
                </a:lnTo>
                <a:lnTo>
                  <a:pt x="602027" y="451992"/>
                </a:lnTo>
                <a:lnTo>
                  <a:pt x="604084" y="455422"/>
                </a:lnTo>
                <a:lnTo>
                  <a:pt x="604559" y="459169"/>
                </a:lnTo>
                <a:lnTo>
                  <a:pt x="601605" y="459116"/>
                </a:lnTo>
                <a:lnTo>
                  <a:pt x="598229" y="458325"/>
                </a:lnTo>
                <a:lnTo>
                  <a:pt x="595538" y="456900"/>
                </a:lnTo>
                <a:lnTo>
                  <a:pt x="593059" y="455053"/>
                </a:lnTo>
                <a:lnTo>
                  <a:pt x="590316" y="453628"/>
                </a:lnTo>
                <a:lnTo>
                  <a:pt x="587414" y="452678"/>
                </a:lnTo>
                <a:lnTo>
                  <a:pt x="582561" y="449776"/>
                </a:lnTo>
                <a:lnTo>
                  <a:pt x="576019" y="447717"/>
                </a:lnTo>
                <a:lnTo>
                  <a:pt x="569319" y="446134"/>
                </a:lnTo>
                <a:lnTo>
                  <a:pt x="566049" y="441860"/>
                </a:lnTo>
                <a:lnTo>
                  <a:pt x="564519" y="436530"/>
                </a:lnTo>
                <a:lnTo>
                  <a:pt x="566154" y="428614"/>
                </a:lnTo>
                <a:lnTo>
                  <a:pt x="564519" y="426450"/>
                </a:lnTo>
                <a:lnTo>
                  <a:pt x="562092" y="424498"/>
                </a:lnTo>
                <a:lnTo>
                  <a:pt x="559191" y="418798"/>
                </a:lnTo>
                <a:lnTo>
                  <a:pt x="558083" y="412149"/>
                </a:lnTo>
                <a:lnTo>
                  <a:pt x="553810" y="409616"/>
                </a:lnTo>
                <a:lnTo>
                  <a:pt x="548218" y="408033"/>
                </a:lnTo>
                <a:lnTo>
                  <a:pt x="545791" y="406766"/>
                </a:lnTo>
                <a:lnTo>
                  <a:pt x="534713" y="409194"/>
                </a:lnTo>
                <a:lnTo>
                  <a:pt x="532075" y="408613"/>
                </a:lnTo>
                <a:lnTo>
                  <a:pt x="529701" y="406766"/>
                </a:lnTo>
                <a:lnTo>
                  <a:pt x="523635" y="404867"/>
                </a:lnTo>
                <a:lnTo>
                  <a:pt x="523898" y="401173"/>
                </a:lnTo>
                <a:lnTo>
                  <a:pt x="526694" y="398217"/>
                </a:lnTo>
                <a:lnTo>
                  <a:pt x="533289" y="395262"/>
                </a:lnTo>
                <a:lnTo>
                  <a:pt x="536401" y="392729"/>
                </a:lnTo>
                <a:lnTo>
                  <a:pt x="537034" y="389457"/>
                </a:lnTo>
                <a:lnTo>
                  <a:pt x="535821" y="387030"/>
                </a:lnTo>
                <a:lnTo>
                  <a:pt x="536296" y="384497"/>
                </a:lnTo>
                <a:lnTo>
                  <a:pt x="538406" y="382069"/>
                </a:lnTo>
                <a:lnTo>
                  <a:pt x="540885" y="380169"/>
                </a:lnTo>
                <a:lnTo>
                  <a:pt x="547479" y="377636"/>
                </a:lnTo>
                <a:lnTo>
                  <a:pt x="550381" y="382016"/>
                </a:lnTo>
                <a:lnTo>
                  <a:pt x="551858" y="385710"/>
                </a:lnTo>
                <a:lnTo>
                  <a:pt x="553599" y="388402"/>
                </a:lnTo>
                <a:lnTo>
                  <a:pt x="556395" y="384602"/>
                </a:lnTo>
                <a:lnTo>
                  <a:pt x="554601" y="378006"/>
                </a:lnTo>
                <a:lnTo>
                  <a:pt x="559666" y="376528"/>
                </a:lnTo>
                <a:lnTo>
                  <a:pt x="564624" y="376475"/>
                </a:lnTo>
                <a:lnTo>
                  <a:pt x="568370" y="378270"/>
                </a:lnTo>
                <a:lnTo>
                  <a:pt x="570797" y="381119"/>
                </a:lnTo>
                <a:lnTo>
                  <a:pt x="571799" y="385130"/>
                </a:lnTo>
                <a:close/>
                <a:moveTo>
                  <a:pt x="691550" y="102325"/>
                </a:moveTo>
                <a:lnTo>
                  <a:pt x="684376" y="104278"/>
                </a:lnTo>
                <a:lnTo>
                  <a:pt x="680155" y="101534"/>
                </a:lnTo>
                <a:lnTo>
                  <a:pt x="684692" y="98209"/>
                </a:lnTo>
                <a:lnTo>
                  <a:pt x="686275" y="97998"/>
                </a:lnTo>
                <a:lnTo>
                  <a:pt x="687330" y="97312"/>
                </a:lnTo>
                <a:lnTo>
                  <a:pt x="687699" y="95992"/>
                </a:lnTo>
                <a:lnTo>
                  <a:pt x="679522" y="93776"/>
                </a:lnTo>
                <a:lnTo>
                  <a:pt x="677254" y="91824"/>
                </a:lnTo>
                <a:lnTo>
                  <a:pt x="674985" y="86863"/>
                </a:lnTo>
                <a:lnTo>
                  <a:pt x="675091" y="83697"/>
                </a:lnTo>
                <a:lnTo>
                  <a:pt x="685536" y="75411"/>
                </a:lnTo>
                <a:lnTo>
                  <a:pt x="687963" y="74514"/>
                </a:lnTo>
                <a:lnTo>
                  <a:pt x="688385" y="77944"/>
                </a:lnTo>
                <a:lnTo>
                  <a:pt x="695612" y="86705"/>
                </a:lnTo>
                <a:lnTo>
                  <a:pt x="695929" y="92510"/>
                </a:lnTo>
                <a:lnTo>
                  <a:pt x="695665" y="94620"/>
                </a:lnTo>
                <a:lnTo>
                  <a:pt x="691550" y="102325"/>
                </a:lnTo>
                <a:close/>
                <a:moveTo>
                  <a:pt x="685800" y="455264"/>
                </a:moveTo>
                <a:lnTo>
                  <a:pt x="685009" y="460805"/>
                </a:lnTo>
                <a:lnTo>
                  <a:pt x="683690" y="462916"/>
                </a:lnTo>
                <a:lnTo>
                  <a:pt x="679311" y="465660"/>
                </a:lnTo>
                <a:lnTo>
                  <a:pt x="677781" y="467349"/>
                </a:lnTo>
                <a:lnTo>
                  <a:pt x="673667" y="467085"/>
                </a:lnTo>
                <a:lnTo>
                  <a:pt x="673139" y="464182"/>
                </a:lnTo>
                <a:lnTo>
                  <a:pt x="671767" y="462177"/>
                </a:lnTo>
                <a:lnTo>
                  <a:pt x="667389" y="459908"/>
                </a:lnTo>
                <a:lnTo>
                  <a:pt x="666281" y="460488"/>
                </a:lnTo>
                <a:lnTo>
                  <a:pt x="665490" y="463866"/>
                </a:lnTo>
                <a:lnTo>
                  <a:pt x="656944" y="466240"/>
                </a:lnTo>
                <a:lnTo>
                  <a:pt x="654517" y="466399"/>
                </a:lnTo>
                <a:lnTo>
                  <a:pt x="655730" y="461966"/>
                </a:lnTo>
                <a:lnTo>
                  <a:pt x="653515" y="458430"/>
                </a:lnTo>
                <a:lnTo>
                  <a:pt x="653356" y="454156"/>
                </a:lnTo>
                <a:lnTo>
                  <a:pt x="652934" y="452256"/>
                </a:lnTo>
                <a:lnTo>
                  <a:pt x="651826" y="451148"/>
                </a:lnTo>
                <a:lnTo>
                  <a:pt x="654042" y="448140"/>
                </a:lnTo>
                <a:lnTo>
                  <a:pt x="653673" y="444815"/>
                </a:lnTo>
                <a:lnTo>
                  <a:pt x="655994" y="441226"/>
                </a:lnTo>
                <a:lnTo>
                  <a:pt x="657260" y="432466"/>
                </a:lnTo>
                <a:lnTo>
                  <a:pt x="666334" y="430567"/>
                </a:lnTo>
                <a:lnTo>
                  <a:pt x="668286" y="432150"/>
                </a:lnTo>
                <a:lnTo>
                  <a:pt x="678784" y="434102"/>
                </a:lnTo>
                <a:lnTo>
                  <a:pt x="686222" y="439379"/>
                </a:lnTo>
                <a:lnTo>
                  <a:pt x="690231" y="446398"/>
                </a:lnTo>
                <a:lnTo>
                  <a:pt x="685800" y="455264"/>
                </a:lnTo>
                <a:close/>
                <a:moveTo>
                  <a:pt x="67841" y="21109"/>
                </a:moveTo>
                <a:lnTo>
                  <a:pt x="74277" y="21584"/>
                </a:lnTo>
                <a:lnTo>
                  <a:pt x="86305" y="18734"/>
                </a:lnTo>
                <a:lnTo>
                  <a:pt x="92899" y="18998"/>
                </a:lnTo>
                <a:lnTo>
                  <a:pt x="99124" y="21056"/>
                </a:lnTo>
                <a:lnTo>
                  <a:pt x="104611" y="22270"/>
                </a:lnTo>
                <a:lnTo>
                  <a:pt x="118380" y="20740"/>
                </a:lnTo>
                <a:lnTo>
                  <a:pt x="120965" y="21162"/>
                </a:lnTo>
                <a:lnTo>
                  <a:pt x="123444" y="22323"/>
                </a:lnTo>
                <a:lnTo>
                  <a:pt x="125607" y="24223"/>
                </a:lnTo>
                <a:lnTo>
                  <a:pt x="131885" y="31083"/>
                </a:lnTo>
                <a:lnTo>
                  <a:pt x="142488" y="39527"/>
                </a:lnTo>
                <a:lnTo>
                  <a:pt x="145601" y="44962"/>
                </a:lnTo>
                <a:lnTo>
                  <a:pt x="147341" y="51031"/>
                </a:lnTo>
                <a:lnTo>
                  <a:pt x="148449" y="52456"/>
                </a:lnTo>
                <a:lnTo>
                  <a:pt x="160424" y="64065"/>
                </a:lnTo>
                <a:lnTo>
                  <a:pt x="161743" y="68973"/>
                </a:lnTo>
                <a:lnTo>
                  <a:pt x="160055" y="75675"/>
                </a:lnTo>
                <a:lnTo>
                  <a:pt x="163537" y="81058"/>
                </a:lnTo>
                <a:lnTo>
                  <a:pt x="175195" y="86071"/>
                </a:lnTo>
                <a:lnTo>
                  <a:pt x="182106" y="89765"/>
                </a:lnTo>
                <a:lnTo>
                  <a:pt x="183583" y="91982"/>
                </a:lnTo>
                <a:lnTo>
                  <a:pt x="184586" y="94673"/>
                </a:lnTo>
                <a:lnTo>
                  <a:pt x="188384" y="98684"/>
                </a:lnTo>
                <a:lnTo>
                  <a:pt x="193185" y="101270"/>
                </a:lnTo>
                <a:lnTo>
                  <a:pt x="208061" y="108077"/>
                </a:lnTo>
                <a:lnTo>
                  <a:pt x="227580" y="122326"/>
                </a:lnTo>
                <a:lnTo>
                  <a:pt x="238711" y="129080"/>
                </a:lnTo>
                <a:lnTo>
                  <a:pt x="247943" y="139371"/>
                </a:lnTo>
                <a:lnTo>
                  <a:pt x="251214" y="144279"/>
                </a:lnTo>
                <a:lnTo>
                  <a:pt x="253957" y="149609"/>
                </a:lnTo>
                <a:lnTo>
                  <a:pt x="259549" y="157313"/>
                </a:lnTo>
                <a:lnTo>
                  <a:pt x="269045" y="166865"/>
                </a:lnTo>
                <a:lnTo>
                  <a:pt x="271471" y="169820"/>
                </a:lnTo>
                <a:lnTo>
                  <a:pt x="274003" y="173989"/>
                </a:lnTo>
                <a:lnTo>
                  <a:pt x="276958" y="177947"/>
                </a:lnTo>
                <a:lnTo>
                  <a:pt x="280492" y="181536"/>
                </a:lnTo>
                <a:lnTo>
                  <a:pt x="284712" y="184280"/>
                </a:lnTo>
                <a:lnTo>
                  <a:pt x="288986" y="185177"/>
                </a:lnTo>
                <a:lnTo>
                  <a:pt x="295949" y="192090"/>
                </a:lnTo>
                <a:lnTo>
                  <a:pt x="299695" y="194254"/>
                </a:lnTo>
                <a:lnTo>
                  <a:pt x="299114" y="188818"/>
                </a:lnTo>
                <a:lnTo>
                  <a:pt x="295949" y="184122"/>
                </a:lnTo>
                <a:lnTo>
                  <a:pt x="296002" y="181272"/>
                </a:lnTo>
                <a:lnTo>
                  <a:pt x="296529" y="178686"/>
                </a:lnTo>
                <a:lnTo>
                  <a:pt x="299114" y="176575"/>
                </a:lnTo>
                <a:lnTo>
                  <a:pt x="302227" y="175942"/>
                </a:lnTo>
                <a:lnTo>
                  <a:pt x="308030" y="177947"/>
                </a:lnTo>
                <a:lnTo>
                  <a:pt x="317473" y="186127"/>
                </a:lnTo>
                <a:lnTo>
                  <a:pt x="321482" y="190876"/>
                </a:lnTo>
                <a:lnTo>
                  <a:pt x="324489" y="197473"/>
                </a:lnTo>
                <a:lnTo>
                  <a:pt x="326968" y="204333"/>
                </a:lnTo>
                <a:lnTo>
                  <a:pt x="330767" y="207711"/>
                </a:lnTo>
                <a:lnTo>
                  <a:pt x="335936" y="208872"/>
                </a:lnTo>
                <a:lnTo>
                  <a:pt x="341687" y="209399"/>
                </a:lnTo>
                <a:lnTo>
                  <a:pt x="347015" y="211510"/>
                </a:lnTo>
                <a:lnTo>
                  <a:pt x="359412" y="220956"/>
                </a:lnTo>
                <a:lnTo>
                  <a:pt x="363527" y="225389"/>
                </a:lnTo>
                <a:lnTo>
                  <a:pt x="366639" y="230614"/>
                </a:lnTo>
                <a:lnTo>
                  <a:pt x="368802" y="236788"/>
                </a:lnTo>
                <a:lnTo>
                  <a:pt x="370121" y="243279"/>
                </a:lnTo>
                <a:lnTo>
                  <a:pt x="370965" y="244809"/>
                </a:lnTo>
                <a:lnTo>
                  <a:pt x="378931" y="252620"/>
                </a:lnTo>
                <a:lnTo>
                  <a:pt x="383098" y="255944"/>
                </a:lnTo>
                <a:lnTo>
                  <a:pt x="388216" y="257527"/>
                </a:lnTo>
                <a:lnTo>
                  <a:pt x="403145" y="259322"/>
                </a:lnTo>
                <a:lnTo>
                  <a:pt x="408420" y="262013"/>
                </a:lnTo>
                <a:lnTo>
                  <a:pt x="412799" y="266499"/>
                </a:lnTo>
                <a:lnTo>
                  <a:pt x="414645" y="271090"/>
                </a:lnTo>
                <a:lnTo>
                  <a:pt x="411533" y="275153"/>
                </a:lnTo>
                <a:lnTo>
                  <a:pt x="399821" y="281328"/>
                </a:lnTo>
                <a:lnTo>
                  <a:pt x="387371" y="285655"/>
                </a:lnTo>
                <a:lnTo>
                  <a:pt x="399505" y="284177"/>
                </a:lnTo>
                <a:lnTo>
                  <a:pt x="405624" y="282330"/>
                </a:lnTo>
                <a:lnTo>
                  <a:pt x="411269" y="279533"/>
                </a:lnTo>
                <a:lnTo>
                  <a:pt x="416861" y="275945"/>
                </a:lnTo>
                <a:lnTo>
                  <a:pt x="425724" y="270931"/>
                </a:lnTo>
                <a:lnTo>
                  <a:pt x="428994" y="269929"/>
                </a:lnTo>
                <a:lnTo>
                  <a:pt x="432845" y="270298"/>
                </a:lnTo>
                <a:lnTo>
                  <a:pt x="436380" y="271723"/>
                </a:lnTo>
                <a:lnTo>
                  <a:pt x="441655" y="276631"/>
                </a:lnTo>
                <a:lnTo>
                  <a:pt x="446614" y="281802"/>
                </a:lnTo>
                <a:lnTo>
                  <a:pt x="450307" y="287871"/>
                </a:lnTo>
                <a:lnTo>
                  <a:pt x="452628" y="294573"/>
                </a:lnTo>
                <a:lnTo>
                  <a:pt x="448355" y="298109"/>
                </a:lnTo>
                <a:lnTo>
                  <a:pt x="442183" y="300695"/>
                </a:lnTo>
                <a:lnTo>
                  <a:pt x="433742" y="307186"/>
                </a:lnTo>
                <a:lnTo>
                  <a:pt x="432845" y="309719"/>
                </a:lnTo>
                <a:lnTo>
                  <a:pt x="434533" y="311408"/>
                </a:lnTo>
                <a:lnTo>
                  <a:pt x="432476" y="316157"/>
                </a:lnTo>
                <a:lnTo>
                  <a:pt x="437224" y="319112"/>
                </a:lnTo>
                <a:lnTo>
                  <a:pt x="437962" y="321645"/>
                </a:lnTo>
                <a:lnTo>
                  <a:pt x="433848" y="325234"/>
                </a:lnTo>
                <a:lnTo>
                  <a:pt x="434270" y="327450"/>
                </a:lnTo>
                <a:lnTo>
                  <a:pt x="439228" y="336896"/>
                </a:lnTo>
                <a:lnTo>
                  <a:pt x="441602" y="339060"/>
                </a:lnTo>
                <a:lnTo>
                  <a:pt x="449146" y="343862"/>
                </a:lnTo>
                <a:lnTo>
                  <a:pt x="460699" y="348717"/>
                </a:lnTo>
                <a:lnTo>
                  <a:pt x="467083" y="350934"/>
                </a:lnTo>
                <a:lnTo>
                  <a:pt x="474363" y="352675"/>
                </a:lnTo>
                <a:lnTo>
                  <a:pt x="477475" y="352622"/>
                </a:lnTo>
                <a:lnTo>
                  <a:pt x="482909" y="351831"/>
                </a:lnTo>
                <a:lnTo>
                  <a:pt x="483964" y="353731"/>
                </a:lnTo>
                <a:lnTo>
                  <a:pt x="486338" y="363071"/>
                </a:lnTo>
                <a:lnTo>
                  <a:pt x="487446" y="368929"/>
                </a:lnTo>
                <a:lnTo>
                  <a:pt x="489081" y="381489"/>
                </a:lnTo>
                <a:lnTo>
                  <a:pt x="491244" y="386713"/>
                </a:lnTo>
                <a:lnTo>
                  <a:pt x="491086" y="393046"/>
                </a:lnTo>
                <a:lnTo>
                  <a:pt x="493881" y="398481"/>
                </a:lnTo>
                <a:lnTo>
                  <a:pt x="499526" y="401911"/>
                </a:lnTo>
                <a:lnTo>
                  <a:pt x="505593" y="404761"/>
                </a:lnTo>
                <a:lnTo>
                  <a:pt x="508442" y="407505"/>
                </a:lnTo>
                <a:lnTo>
                  <a:pt x="508442" y="411674"/>
                </a:lnTo>
                <a:lnTo>
                  <a:pt x="507439" y="414946"/>
                </a:lnTo>
                <a:lnTo>
                  <a:pt x="505382" y="417532"/>
                </a:lnTo>
                <a:lnTo>
                  <a:pt x="499104" y="422967"/>
                </a:lnTo>
                <a:lnTo>
                  <a:pt x="497996" y="425289"/>
                </a:lnTo>
                <a:lnTo>
                  <a:pt x="497152" y="431253"/>
                </a:lnTo>
                <a:lnTo>
                  <a:pt x="498207" y="433997"/>
                </a:lnTo>
                <a:lnTo>
                  <a:pt x="500687" y="434155"/>
                </a:lnTo>
                <a:lnTo>
                  <a:pt x="502691" y="432730"/>
                </a:lnTo>
                <a:lnTo>
                  <a:pt x="510182" y="424709"/>
                </a:lnTo>
                <a:lnTo>
                  <a:pt x="512240" y="423284"/>
                </a:lnTo>
                <a:lnTo>
                  <a:pt x="515089" y="422176"/>
                </a:lnTo>
                <a:lnTo>
                  <a:pt x="517990" y="421490"/>
                </a:lnTo>
                <a:lnTo>
                  <a:pt x="531759" y="421384"/>
                </a:lnTo>
                <a:lnTo>
                  <a:pt x="537562" y="422651"/>
                </a:lnTo>
                <a:lnTo>
                  <a:pt x="542732" y="425289"/>
                </a:lnTo>
                <a:lnTo>
                  <a:pt x="547321" y="428561"/>
                </a:lnTo>
                <a:lnTo>
                  <a:pt x="564044" y="449459"/>
                </a:lnTo>
                <a:lnTo>
                  <a:pt x="571693" y="460963"/>
                </a:lnTo>
                <a:lnTo>
                  <a:pt x="572326" y="463866"/>
                </a:lnTo>
                <a:lnTo>
                  <a:pt x="572432" y="466821"/>
                </a:lnTo>
                <a:lnTo>
                  <a:pt x="571166" y="469143"/>
                </a:lnTo>
                <a:lnTo>
                  <a:pt x="564150" y="477006"/>
                </a:lnTo>
                <a:lnTo>
                  <a:pt x="563306" y="479169"/>
                </a:lnTo>
                <a:lnTo>
                  <a:pt x="561143" y="487771"/>
                </a:lnTo>
                <a:lnTo>
                  <a:pt x="561565" y="493946"/>
                </a:lnTo>
                <a:lnTo>
                  <a:pt x="563886" y="496531"/>
                </a:lnTo>
                <a:lnTo>
                  <a:pt x="565679" y="499328"/>
                </a:lnTo>
                <a:lnTo>
                  <a:pt x="565574" y="501861"/>
                </a:lnTo>
                <a:lnTo>
                  <a:pt x="560984" y="514579"/>
                </a:lnTo>
                <a:lnTo>
                  <a:pt x="560457" y="516743"/>
                </a:lnTo>
                <a:lnTo>
                  <a:pt x="563411" y="537377"/>
                </a:lnTo>
                <a:lnTo>
                  <a:pt x="563622" y="542971"/>
                </a:lnTo>
                <a:lnTo>
                  <a:pt x="562989" y="550042"/>
                </a:lnTo>
                <a:lnTo>
                  <a:pt x="563411" y="561441"/>
                </a:lnTo>
                <a:lnTo>
                  <a:pt x="559666" y="596640"/>
                </a:lnTo>
                <a:lnTo>
                  <a:pt x="558980" y="598698"/>
                </a:lnTo>
                <a:lnTo>
                  <a:pt x="556078" y="604081"/>
                </a:lnTo>
                <a:lnTo>
                  <a:pt x="552333" y="604081"/>
                </a:lnTo>
                <a:lnTo>
                  <a:pt x="549273" y="603131"/>
                </a:lnTo>
                <a:lnTo>
                  <a:pt x="547110" y="601073"/>
                </a:lnTo>
                <a:lnTo>
                  <a:pt x="545950" y="598487"/>
                </a:lnTo>
                <a:lnTo>
                  <a:pt x="544209" y="596429"/>
                </a:lnTo>
                <a:lnTo>
                  <a:pt x="535029" y="589938"/>
                </a:lnTo>
                <a:lnTo>
                  <a:pt x="532656" y="590993"/>
                </a:lnTo>
                <a:lnTo>
                  <a:pt x="523371" y="599067"/>
                </a:lnTo>
                <a:lnTo>
                  <a:pt x="520891" y="600281"/>
                </a:lnTo>
                <a:lnTo>
                  <a:pt x="517832" y="599278"/>
                </a:lnTo>
                <a:lnTo>
                  <a:pt x="512926" y="596851"/>
                </a:lnTo>
                <a:lnTo>
                  <a:pt x="497627" y="588355"/>
                </a:lnTo>
                <a:lnTo>
                  <a:pt x="496677" y="591099"/>
                </a:lnTo>
                <a:lnTo>
                  <a:pt x="496466" y="594793"/>
                </a:lnTo>
                <a:lnTo>
                  <a:pt x="499526" y="603975"/>
                </a:lnTo>
                <a:lnTo>
                  <a:pt x="499948" y="608039"/>
                </a:lnTo>
                <a:lnTo>
                  <a:pt x="497152" y="608830"/>
                </a:lnTo>
                <a:lnTo>
                  <a:pt x="495622" y="608672"/>
                </a:lnTo>
                <a:lnTo>
                  <a:pt x="489239" y="603289"/>
                </a:lnTo>
                <a:lnTo>
                  <a:pt x="483383" y="597379"/>
                </a:lnTo>
                <a:lnTo>
                  <a:pt x="476684" y="589357"/>
                </a:lnTo>
                <a:lnTo>
                  <a:pt x="471778" y="585558"/>
                </a:lnTo>
                <a:lnTo>
                  <a:pt x="467399" y="581283"/>
                </a:lnTo>
                <a:lnTo>
                  <a:pt x="454949" y="565135"/>
                </a:lnTo>
                <a:lnTo>
                  <a:pt x="451731" y="562655"/>
                </a:lnTo>
                <a:lnTo>
                  <a:pt x="432529" y="551203"/>
                </a:lnTo>
                <a:lnTo>
                  <a:pt x="428625" y="548512"/>
                </a:lnTo>
                <a:lnTo>
                  <a:pt x="423719" y="543815"/>
                </a:lnTo>
                <a:lnTo>
                  <a:pt x="418443" y="539593"/>
                </a:lnTo>
                <a:lnTo>
                  <a:pt x="406838" y="532997"/>
                </a:lnTo>
                <a:lnTo>
                  <a:pt x="386738" y="516163"/>
                </a:lnTo>
                <a:lnTo>
                  <a:pt x="377981" y="506505"/>
                </a:lnTo>
                <a:lnTo>
                  <a:pt x="368275" y="490990"/>
                </a:lnTo>
                <a:lnTo>
                  <a:pt x="365109" y="486980"/>
                </a:lnTo>
                <a:lnTo>
                  <a:pt x="348756" y="475317"/>
                </a:lnTo>
                <a:lnTo>
                  <a:pt x="339840" y="468246"/>
                </a:lnTo>
                <a:lnTo>
                  <a:pt x="336147" y="464182"/>
                </a:lnTo>
                <a:lnTo>
                  <a:pt x="327443" y="450039"/>
                </a:lnTo>
                <a:lnTo>
                  <a:pt x="324911" y="445237"/>
                </a:lnTo>
                <a:lnTo>
                  <a:pt x="321746" y="441068"/>
                </a:lnTo>
                <a:lnTo>
                  <a:pt x="316470" y="437638"/>
                </a:lnTo>
                <a:lnTo>
                  <a:pt x="311881" y="433627"/>
                </a:lnTo>
                <a:lnTo>
                  <a:pt x="302649" y="420804"/>
                </a:lnTo>
                <a:lnTo>
                  <a:pt x="299800" y="415738"/>
                </a:lnTo>
                <a:lnTo>
                  <a:pt x="297584" y="410197"/>
                </a:lnTo>
                <a:lnTo>
                  <a:pt x="297954" y="399114"/>
                </a:lnTo>
                <a:lnTo>
                  <a:pt x="278540" y="365604"/>
                </a:lnTo>
                <a:lnTo>
                  <a:pt x="273634" y="355155"/>
                </a:lnTo>
                <a:lnTo>
                  <a:pt x="269097" y="340696"/>
                </a:lnTo>
                <a:lnTo>
                  <a:pt x="268095" y="339218"/>
                </a:lnTo>
                <a:lnTo>
                  <a:pt x="257491" y="326236"/>
                </a:lnTo>
                <a:lnTo>
                  <a:pt x="253746" y="322067"/>
                </a:lnTo>
                <a:lnTo>
                  <a:pt x="249209" y="318162"/>
                </a:lnTo>
                <a:lnTo>
                  <a:pt x="245464" y="313624"/>
                </a:lnTo>
                <a:lnTo>
                  <a:pt x="238131" y="298795"/>
                </a:lnTo>
                <a:lnTo>
                  <a:pt x="235440" y="294679"/>
                </a:lnTo>
                <a:lnTo>
                  <a:pt x="231642" y="291671"/>
                </a:lnTo>
                <a:lnTo>
                  <a:pt x="217768" y="286024"/>
                </a:lnTo>
                <a:lnTo>
                  <a:pt x="212545" y="282911"/>
                </a:lnTo>
                <a:lnTo>
                  <a:pt x="208483" y="278478"/>
                </a:lnTo>
                <a:lnTo>
                  <a:pt x="206004" y="272831"/>
                </a:lnTo>
                <a:lnTo>
                  <a:pt x="203261" y="260852"/>
                </a:lnTo>
                <a:lnTo>
                  <a:pt x="196719" y="242593"/>
                </a:lnTo>
                <a:lnTo>
                  <a:pt x="189334" y="218160"/>
                </a:lnTo>
                <a:lnTo>
                  <a:pt x="184427" y="207236"/>
                </a:lnTo>
                <a:lnTo>
                  <a:pt x="178730" y="198634"/>
                </a:lnTo>
                <a:lnTo>
                  <a:pt x="177095" y="196681"/>
                </a:lnTo>
                <a:lnTo>
                  <a:pt x="151931" y="181219"/>
                </a:lnTo>
                <a:lnTo>
                  <a:pt x="147605" y="178950"/>
                </a:lnTo>
                <a:lnTo>
                  <a:pt x="143068" y="177578"/>
                </a:lnTo>
                <a:lnTo>
                  <a:pt x="136527" y="176575"/>
                </a:lnTo>
                <a:lnTo>
                  <a:pt x="131568" y="172565"/>
                </a:lnTo>
                <a:lnTo>
                  <a:pt x="129511" y="165440"/>
                </a:lnTo>
                <a:lnTo>
                  <a:pt x="128403" y="155836"/>
                </a:lnTo>
                <a:lnTo>
                  <a:pt x="127137" y="150084"/>
                </a:lnTo>
                <a:lnTo>
                  <a:pt x="125765" y="146812"/>
                </a:lnTo>
                <a:lnTo>
                  <a:pt x="115214" y="140057"/>
                </a:lnTo>
                <a:lnTo>
                  <a:pt x="111100" y="134674"/>
                </a:lnTo>
                <a:lnTo>
                  <a:pt x="107671" y="128764"/>
                </a:lnTo>
                <a:lnTo>
                  <a:pt x="104505" y="124173"/>
                </a:lnTo>
                <a:lnTo>
                  <a:pt x="92952" y="108394"/>
                </a:lnTo>
                <a:lnTo>
                  <a:pt x="88996" y="104225"/>
                </a:lnTo>
                <a:lnTo>
                  <a:pt x="84090" y="101322"/>
                </a:lnTo>
                <a:lnTo>
                  <a:pt x="69530" y="98262"/>
                </a:lnTo>
                <a:lnTo>
                  <a:pt x="65309" y="95676"/>
                </a:lnTo>
                <a:lnTo>
                  <a:pt x="58240" y="86705"/>
                </a:lnTo>
                <a:lnTo>
                  <a:pt x="53967" y="82113"/>
                </a:lnTo>
                <a:lnTo>
                  <a:pt x="41201" y="72087"/>
                </a:lnTo>
                <a:lnTo>
                  <a:pt x="19624" y="51031"/>
                </a:lnTo>
                <a:lnTo>
                  <a:pt x="15193" y="45806"/>
                </a:lnTo>
                <a:lnTo>
                  <a:pt x="11870" y="40318"/>
                </a:lnTo>
                <a:lnTo>
                  <a:pt x="9179" y="34460"/>
                </a:lnTo>
                <a:lnTo>
                  <a:pt x="0" y="18207"/>
                </a:lnTo>
                <a:lnTo>
                  <a:pt x="739" y="14935"/>
                </a:lnTo>
                <a:lnTo>
                  <a:pt x="2110" y="11505"/>
                </a:lnTo>
                <a:lnTo>
                  <a:pt x="1899" y="8708"/>
                </a:lnTo>
                <a:lnTo>
                  <a:pt x="897" y="5911"/>
                </a:lnTo>
                <a:lnTo>
                  <a:pt x="1108" y="3378"/>
                </a:lnTo>
                <a:lnTo>
                  <a:pt x="3851" y="1900"/>
                </a:lnTo>
                <a:lnTo>
                  <a:pt x="9970" y="0"/>
                </a:lnTo>
                <a:lnTo>
                  <a:pt x="16354" y="211"/>
                </a:lnTo>
                <a:lnTo>
                  <a:pt x="22262" y="1056"/>
                </a:lnTo>
                <a:lnTo>
                  <a:pt x="27960" y="2639"/>
                </a:lnTo>
                <a:lnTo>
                  <a:pt x="33446" y="6016"/>
                </a:lnTo>
                <a:lnTo>
                  <a:pt x="43258" y="14671"/>
                </a:lnTo>
                <a:lnTo>
                  <a:pt x="48850" y="17679"/>
                </a:lnTo>
                <a:lnTo>
                  <a:pt x="55075" y="19104"/>
                </a:lnTo>
                <a:lnTo>
                  <a:pt x="67841" y="21109"/>
                </a:lnTo>
                <a:close/>
                <a:moveTo>
                  <a:pt x="1334303" y="751525"/>
                </a:moveTo>
                <a:lnTo>
                  <a:pt x="1334303" y="753372"/>
                </a:lnTo>
                <a:lnTo>
                  <a:pt x="1334303" y="755167"/>
                </a:lnTo>
                <a:lnTo>
                  <a:pt x="1334303" y="757489"/>
                </a:lnTo>
                <a:lnTo>
                  <a:pt x="1334303" y="758016"/>
                </a:lnTo>
                <a:lnTo>
                  <a:pt x="1334303" y="758175"/>
                </a:lnTo>
                <a:lnTo>
                  <a:pt x="1334303" y="757752"/>
                </a:lnTo>
                <a:lnTo>
                  <a:pt x="1334303" y="758544"/>
                </a:lnTo>
                <a:lnTo>
                  <a:pt x="1334303" y="764613"/>
                </a:lnTo>
                <a:lnTo>
                  <a:pt x="1334303" y="765141"/>
                </a:lnTo>
                <a:lnTo>
                  <a:pt x="1334303" y="766671"/>
                </a:lnTo>
                <a:lnTo>
                  <a:pt x="1334303" y="764296"/>
                </a:lnTo>
                <a:lnTo>
                  <a:pt x="1334303" y="762555"/>
                </a:lnTo>
                <a:lnTo>
                  <a:pt x="1334303" y="762080"/>
                </a:lnTo>
                <a:lnTo>
                  <a:pt x="1334303" y="762238"/>
                </a:lnTo>
                <a:lnTo>
                  <a:pt x="1334303" y="767621"/>
                </a:lnTo>
                <a:lnTo>
                  <a:pt x="1334303" y="766513"/>
                </a:lnTo>
                <a:lnTo>
                  <a:pt x="1334303" y="766935"/>
                </a:lnTo>
                <a:lnTo>
                  <a:pt x="1334303" y="768096"/>
                </a:lnTo>
                <a:lnTo>
                  <a:pt x="1334303" y="768571"/>
                </a:lnTo>
                <a:lnTo>
                  <a:pt x="1334303" y="768201"/>
                </a:lnTo>
                <a:lnTo>
                  <a:pt x="1334303" y="764032"/>
                </a:lnTo>
                <a:lnTo>
                  <a:pt x="1334303" y="761552"/>
                </a:lnTo>
                <a:lnTo>
                  <a:pt x="1324807" y="762502"/>
                </a:lnTo>
                <a:lnTo>
                  <a:pt x="1314309" y="760233"/>
                </a:lnTo>
                <a:lnTo>
                  <a:pt x="1308559" y="761974"/>
                </a:lnTo>
                <a:lnTo>
                  <a:pt x="1303125" y="764507"/>
                </a:lnTo>
                <a:lnTo>
                  <a:pt x="1301543" y="761869"/>
                </a:lnTo>
                <a:lnTo>
                  <a:pt x="1299538" y="759547"/>
                </a:lnTo>
                <a:lnTo>
                  <a:pt x="1297797" y="756064"/>
                </a:lnTo>
                <a:lnTo>
                  <a:pt x="1297745" y="752106"/>
                </a:lnTo>
                <a:lnTo>
                  <a:pt x="1298325" y="749362"/>
                </a:lnTo>
                <a:lnTo>
                  <a:pt x="1299907" y="746829"/>
                </a:lnTo>
                <a:lnTo>
                  <a:pt x="1300857" y="744190"/>
                </a:lnTo>
                <a:lnTo>
                  <a:pt x="1301332" y="741393"/>
                </a:lnTo>
                <a:lnTo>
                  <a:pt x="1303600" y="742712"/>
                </a:lnTo>
                <a:lnTo>
                  <a:pt x="1306027" y="742238"/>
                </a:lnTo>
                <a:lnTo>
                  <a:pt x="1313149" y="739177"/>
                </a:lnTo>
                <a:lnTo>
                  <a:pt x="1320112" y="734533"/>
                </a:lnTo>
                <a:lnTo>
                  <a:pt x="1326601" y="732844"/>
                </a:lnTo>
                <a:lnTo>
                  <a:pt x="1330346" y="732369"/>
                </a:lnTo>
                <a:lnTo>
                  <a:pt x="1333564" y="733266"/>
                </a:lnTo>
                <a:lnTo>
                  <a:pt x="1334303" y="732950"/>
                </a:lnTo>
                <a:lnTo>
                  <a:pt x="1334303" y="731894"/>
                </a:lnTo>
                <a:lnTo>
                  <a:pt x="1334303" y="735483"/>
                </a:lnTo>
                <a:lnTo>
                  <a:pt x="1334303" y="736169"/>
                </a:lnTo>
                <a:lnTo>
                  <a:pt x="1334303" y="736485"/>
                </a:lnTo>
                <a:lnTo>
                  <a:pt x="1334303" y="738544"/>
                </a:lnTo>
                <a:lnTo>
                  <a:pt x="1334303" y="741604"/>
                </a:lnTo>
                <a:lnTo>
                  <a:pt x="1334303" y="744454"/>
                </a:lnTo>
                <a:lnTo>
                  <a:pt x="1334303" y="748306"/>
                </a:lnTo>
                <a:lnTo>
                  <a:pt x="1334303" y="749731"/>
                </a:lnTo>
                <a:lnTo>
                  <a:pt x="1334303" y="750101"/>
                </a:lnTo>
                <a:lnTo>
                  <a:pt x="1334303" y="749573"/>
                </a:lnTo>
                <a:lnTo>
                  <a:pt x="1334303" y="746987"/>
                </a:lnTo>
                <a:lnTo>
                  <a:pt x="1334303" y="745932"/>
                </a:lnTo>
                <a:lnTo>
                  <a:pt x="1334303" y="745984"/>
                </a:lnTo>
                <a:lnTo>
                  <a:pt x="1334303" y="745298"/>
                </a:lnTo>
                <a:lnTo>
                  <a:pt x="1334303" y="744665"/>
                </a:lnTo>
                <a:lnTo>
                  <a:pt x="1334303" y="743240"/>
                </a:lnTo>
                <a:lnTo>
                  <a:pt x="1334303" y="744137"/>
                </a:lnTo>
                <a:lnTo>
                  <a:pt x="1334303" y="745457"/>
                </a:lnTo>
                <a:lnTo>
                  <a:pt x="1334303" y="752211"/>
                </a:lnTo>
                <a:lnTo>
                  <a:pt x="1334303" y="752370"/>
                </a:lnTo>
                <a:lnTo>
                  <a:pt x="1334303" y="750945"/>
                </a:lnTo>
                <a:lnTo>
                  <a:pt x="1334303" y="749098"/>
                </a:lnTo>
                <a:lnTo>
                  <a:pt x="1334303" y="746354"/>
                </a:lnTo>
                <a:lnTo>
                  <a:pt x="1334303" y="744032"/>
                </a:lnTo>
                <a:lnTo>
                  <a:pt x="1334303" y="742026"/>
                </a:lnTo>
                <a:lnTo>
                  <a:pt x="1334303" y="740443"/>
                </a:lnTo>
                <a:lnTo>
                  <a:pt x="1334303" y="737857"/>
                </a:lnTo>
                <a:lnTo>
                  <a:pt x="1334303" y="735272"/>
                </a:lnTo>
                <a:lnTo>
                  <a:pt x="1334303" y="730944"/>
                </a:lnTo>
                <a:lnTo>
                  <a:pt x="1334303" y="729045"/>
                </a:lnTo>
                <a:lnTo>
                  <a:pt x="1334303" y="725931"/>
                </a:lnTo>
                <a:lnTo>
                  <a:pt x="1334303" y="724137"/>
                </a:lnTo>
                <a:lnTo>
                  <a:pt x="1334303" y="724823"/>
                </a:lnTo>
                <a:lnTo>
                  <a:pt x="1334303" y="727250"/>
                </a:lnTo>
                <a:lnTo>
                  <a:pt x="1334303" y="736591"/>
                </a:lnTo>
                <a:lnTo>
                  <a:pt x="1334303" y="737910"/>
                </a:lnTo>
                <a:lnTo>
                  <a:pt x="1334303" y="739335"/>
                </a:lnTo>
                <a:lnTo>
                  <a:pt x="1334303" y="741182"/>
                </a:lnTo>
                <a:lnTo>
                  <a:pt x="1334303" y="744612"/>
                </a:lnTo>
                <a:lnTo>
                  <a:pt x="1334303" y="748887"/>
                </a:lnTo>
                <a:lnTo>
                  <a:pt x="1334303" y="750681"/>
                </a:lnTo>
                <a:lnTo>
                  <a:pt x="1334303" y="751525"/>
                </a:lnTo>
                <a:close/>
                <a:moveTo>
                  <a:pt x="1308612" y="791790"/>
                </a:moveTo>
                <a:lnTo>
                  <a:pt x="1310986" y="794165"/>
                </a:lnTo>
                <a:lnTo>
                  <a:pt x="1319585" y="798387"/>
                </a:lnTo>
                <a:lnTo>
                  <a:pt x="1321009" y="798387"/>
                </a:lnTo>
                <a:lnTo>
                  <a:pt x="1321537" y="798387"/>
                </a:lnTo>
                <a:lnTo>
                  <a:pt x="1323277" y="798387"/>
                </a:lnTo>
                <a:lnTo>
                  <a:pt x="1327181" y="798387"/>
                </a:lnTo>
                <a:lnTo>
                  <a:pt x="1331349" y="798387"/>
                </a:lnTo>
                <a:lnTo>
                  <a:pt x="1334303" y="798387"/>
                </a:lnTo>
                <a:lnTo>
                  <a:pt x="1331085" y="798387"/>
                </a:lnTo>
                <a:lnTo>
                  <a:pt x="1328764" y="798387"/>
                </a:lnTo>
                <a:lnTo>
                  <a:pt x="1321378" y="798387"/>
                </a:lnTo>
                <a:lnTo>
                  <a:pt x="1315575" y="798387"/>
                </a:lnTo>
                <a:lnTo>
                  <a:pt x="1310669" y="798387"/>
                </a:lnTo>
                <a:lnTo>
                  <a:pt x="1307821" y="798387"/>
                </a:lnTo>
                <a:lnTo>
                  <a:pt x="1304286" y="798387"/>
                </a:lnTo>
                <a:lnTo>
                  <a:pt x="1298061" y="798387"/>
                </a:lnTo>
                <a:lnTo>
                  <a:pt x="1286877" y="798387"/>
                </a:lnTo>
                <a:lnTo>
                  <a:pt x="1279967" y="798387"/>
                </a:lnTo>
                <a:lnTo>
                  <a:pt x="1277171" y="798387"/>
                </a:lnTo>
                <a:lnTo>
                  <a:pt x="1274322" y="798387"/>
                </a:lnTo>
                <a:lnTo>
                  <a:pt x="1259656" y="798387"/>
                </a:lnTo>
                <a:lnTo>
                  <a:pt x="1257388" y="798387"/>
                </a:lnTo>
                <a:lnTo>
                  <a:pt x="1255594" y="798387"/>
                </a:lnTo>
                <a:lnTo>
                  <a:pt x="1253959" y="798387"/>
                </a:lnTo>
                <a:lnTo>
                  <a:pt x="1253009" y="798387"/>
                </a:lnTo>
                <a:lnTo>
                  <a:pt x="1254856" y="796909"/>
                </a:lnTo>
                <a:lnTo>
                  <a:pt x="1256808" y="795221"/>
                </a:lnTo>
                <a:lnTo>
                  <a:pt x="1264984" y="792265"/>
                </a:lnTo>
                <a:lnTo>
                  <a:pt x="1270787" y="791368"/>
                </a:lnTo>
                <a:lnTo>
                  <a:pt x="1277540" y="791527"/>
                </a:lnTo>
                <a:lnTo>
                  <a:pt x="1287616" y="790577"/>
                </a:lnTo>
                <a:lnTo>
                  <a:pt x="1297112" y="792054"/>
                </a:lnTo>
                <a:lnTo>
                  <a:pt x="1300066" y="790999"/>
                </a:lnTo>
                <a:lnTo>
                  <a:pt x="1304866" y="787885"/>
                </a:lnTo>
                <a:lnTo>
                  <a:pt x="1306554" y="788993"/>
                </a:lnTo>
                <a:lnTo>
                  <a:pt x="1308612" y="791790"/>
                </a:lnTo>
                <a:close/>
                <a:moveTo>
                  <a:pt x="1215185" y="736010"/>
                </a:moveTo>
                <a:lnTo>
                  <a:pt x="1217823" y="738069"/>
                </a:lnTo>
                <a:lnTo>
                  <a:pt x="1220249" y="737910"/>
                </a:lnTo>
                <a:lnTo>
                  <a:pt x="1225261" y="734691"/>
                </a:lnTo>
                <a:lnTo>
                  <a:pt x="1228321" y="733530"/>
                </a:lnTo>
                <a:lnTo>
                  <a:pt x="1231539" y="733477"/>
                </a:lnTo>
                <a:lnTo>
                  <a:pt x="1234704" y="734058"/>
                </a:lnTo>
                <a:lnTo>
                  <a:pt x="1237816" y="736274"/>
                </a:lnTo>
                <a:lnTo>
                  <a:pt x="1238924" y="739968"/>
                </a:lnTo>
                <a:lnTo>
                  <a:pt x="1240085" y="741129"/>
                </a:lnTo>
                <a:lnTo>
                  <a:pt x="1241878" y="736696"/>
                </a:lnTo>
                <a:lnTo>
                  <a:pt x="1244305" y="735377"/>
                </a:lnTo>
                <a:lnTo>
                  <a:pt x="1247048" y="734691"/>
                </a:lnTo>
                <a:lnTo>
                  <a:pt x="1251268" y="734955"/>
                </a:lnTo>
                <a:lnTo>
                  <a:pt x="1254539" y="737066"/>
                </a:lnTo>
                <a:lnTo>
                  <a:pt x="1257493" y="743346"/>
                </a:lnTo>
                <a:lnTo>
                  <a:pt x="1257388" y="748834"/>
                </a:lnTo>
                <a:lnTo>
                  <a:pt x="1258443" y="750892"/>
                </a:lnTo>
                <a:lnTo>
                  <a:pt x="1260500" y="752370"/>
                </a:lnTo>
                <a:lnTo>
                  <a:pt x="1262030" y="754481"/>
                </a:lnTo>
                <a:lnTo>
                  <a:pt x="1260659" y="756697"/>
                </a:lnTo>
                <a:lnTo>
                  <a:pt x="1259340" y="757752"/>
                </a:lnTo>
                <a:lnTo>
                  <a:pt x="1255489" y="758808"/>
                </a:lnTo>
                <a:lnTo>
                  <a:pt x="1253642" y="758333"/>
                </a:lnTo>
                <a:lnTo>
                  <a:pt x="1251954" y="756855"/>
                </a:lnTo>
                <a:lnTo>
                  <a:pt x="1250055" y="756328"/>
                </a:lnTo>
                <a:lnTo>
                  <a:pt x="1245729" y="756803"/>
                </a:lnTo>
                <a:lnTo>
                  <a:pt x="1241773" y="758016"/>
                </a:lnTo>
                <a:lnTo>
                  <a:pt x="1242300" y="760074"/>
                </a:lnTo>
                <a:lnTo>
                  <a:pt x="1245571" y="760972"/>
                </a:lnTo>
                <a:lnTo>
                  <a:pt x="1246573" y="761921"/>
                </a:lnTo>
                <a:lnTo>
                  <a:pt x="1246362" y="763188"/>
                </a:lnTo>
                <a:lnTo>
                  <a:pt x="1245043" y="763452"/>
                </a:lnTo>
                <a:lnTo>
                  <a:pt x="1240823" y="761710"/>
                </a:lnTo>
                <a:lnTo>
                  <a:pt x="1237974" y="762080"/>
                </a:lnTo>
                <a:lnTo>
                  <a:pt x="1227687" y="764402"/>
                </a:lnTo>
                <a:lnTo>
                  <a:pt x="1224944" y="764349"/>
                </a:lnTo>
                <a:lnTo>
                  <a:pt x="1223414" y="762133"/>
                </a:lnTo>
                <a:lnTo>
                  <a:pt x="1223520" y="756380"/>
                </a:lnTo>
                <a:lnTo>
                  <a:pt x="1222412" y="754850"/>
                </a:lnTo>
                <a:lnTo>
                  <a:pt x="1214763" y="761869"/>
                </a:lnTo>
                <a:lnTo>
                  <a:pt x="1212442" y="763610"/>
                </a:lnTo>
                <a:lnTo>
                  <a:pt x="1209382" y="764402"/>
                </a:lnTo>
                <a:lnTo>
                  <a:pt x="1206164" y="764138"/>
                </a:lnTo>
                <a:lnTo>
                  <a:pt x="1195086" y="768360"/>
                </a:lnTo>
                <a:lnTo>
                  <a:pt x="1191604" y="767779"/>
                </a:lnTo>
                <a:lnTo>
                  <a:pt x="1188280" y="767779"/>
                </a:lnTo>
                <a:lnTo>
                  <a:pt x="1176463" y="772423"/>
                </a:lnTo>
                <a:lnTo>
                  <a:pt x="1170133" y="773690"/>
                </a:lnTo>
                <a:lnTo>
                  <a:pt x="1166862" y="773795"/>
                </a:lnTo>
                <a:lnTo>
                  <a:pt x="1163644" y="773373"/>
                </a:lnTo>
                <a:lnTo>
                  <a:pt x="1160743" y="773795"/>
                </a:lnTo>
                <a:lnTo>
                  <a:pt x="1158158" y="775642"/>
                </a:lnTo>
                <a:lnTo>
                  <a:pt x="1152883" y="777225"/>
                </a:lnTo>
                <a:lnTo>
                  <a:pt x="1147449" y="776012"/>
                </a:lnTo>
                <a:lnTo>
                  <a:pt x="1142859" y="774428"/>
                </a:lnTo>
                <a:lnTo>
                  <a:pt x="1138481" y="772318"/>
                </a:lnTo>
                <a:lnTo>
                  <a:pt x="1137426" y="769626"/>
                </a:lnTo>
                <a:lnTo>
                  <a:pt x="1137637" y="766407"/>
                </a:lnTo>
                <a:lnTo>
                  <a:pt x="1139483" y="762027"/>
                </a:lnTo>
                <a:lnTo>
                  <a:pt x="1138217" y="754322"/>
                </a:lnTo>
                <a:lnTo>
                  <a:pt x="1139167" y="750787"/>
                </a:lnTo>
                <a:lnTo>
                  <a:pt x="1140960" y="747304"/>
                </a:lnTo>
                <a:lnTo>
                  <a:pt x="1143651" y="746037"/>
                </a:lnTo>
                <a:lnTo>
                  <a:pt x="1147185" y="745773"/>
                </a:lnTo>
                <a:lnTo>
                  <a:pt x="1153041" y="742660"/>
                </a:lnTo>
                <a:lnTo>
                  <a:pt x="1158369" y="738596"/>
                </a:lnTo>
                <a:lnTo>
                  <a:pt x="1161481" y="739018"/>
                </a:lnTo>
                <a:lnTo>
                  <a:pt x="1168498" y="741868"/>
                </a:lnTo>
                <a:lnTo>
                  <a:pt x="1172612" y="742185"/>
                </a:lnTo>
                <a:lnTo>
                  <a:pt x="1179576" y="741710"/>
                </a:lnTo>
                <a:lnTo>
                  <a:pt x="1182477" y="743504"/>
                </a:lnTo>
                <a:lnTo>
                  <a:pt x="1183585" y="747515"/>
                </a:lnTo>
                <a:lnTo>
                  <a:pt x="1185168" y="748940"/>
                </a:lnTo>
                <a:lnTo>
                  <a:pt x="1187225" y="749995"/>
                </a:lnTo>
                <a:lnTo>
                  <a:pt x="1192184" y="756750"/>
                </a:lnTo>
                <a:lnTo>
                  <a:pt x="1196774" y="756380"/>
                </a:lnTo>
                <a:lnTo>
                  <a:pt x="1200836" y="757647"/>
                </a:lnTo>
                <a:lnTo>
                  <a:pt x="1207905" y="753531"/>
                </a:lnTo>
                <a:lnTo>
                  <a:pt x="1213286" y="753636"/>
                </a:lnTo>
                <a:lnTo>
                  <a:pt x="1214816" y="750470"/>
                </a:lnTo>
                <a:lnTo>
                  <a:pt x="1211598" y="747093"/>
                </a:lnTo>
                <a:lnTo>
                  <a:pt x="1207694" y="744296"/>
                </a:lnTo>
                <a:lnTo>
                  <a:pt x="1205636" y="743715"/>
                </a:lnTo>
                <a:lnTo>
                  <a:pt x="1203368" y="743873"/>
                </a:lnTo>
                <a:lnTo>
                  <a:pt x="1201311" y="743451"/>
                </a:lnTo>
                <a:lnTo>
                  <a:pt x="1192659" y="737277"/>
                </a:lnTo>
                <a:lnTo>
                  <a:pt x="1190074" y="733952"/>
                </a:lnTo>
                <a:lnTo>
                  <a:pt x="1188597" y="730047"/>
                </a:lnTo>
                <a:lnTo>
                  <a:pt x="1189494" y="727145"/>
                </a:lnTo>
                <a:lnTo>
                  <a:pt x="1195455" y="724559"/>
                </a:lnTo>
                <a:lnTo>
                  <a:pt x="1198251" y="723926"/>
                </a:lnTo>
                <a:lnTo>
                  <a:pt x="1208591" y="725667"/>
                </a:lnTo>
                <a:lnTo>
                  <a:pt x="1210384" y="727145"/>
                </a:lnTo>
                <a:lnTo>
                  <a:pt x="1213127" y="733319"/>
                </a:lnTo>
                <a:lnTo>
                  <a:pt x="1215185" y="736010"/>
                </a:lnTo>
                <a:close/>
                <a:moveTo>
                  <a:pt x="1334303" y="244545"/>
                </a:moveTo>
                <a:lnTo>
                  <a:pt x="1334303" y="253464"/>
                </a:lnTo>
                <a:lnTo>
                  <a:pt x="1334303" y="257791"/>
                </a:lnTo>
                <a:lnTo>
                  <a:pt x="1334303" y="262488"/>
                </a:lnTo>
                <a:lnTo>
                  <a:pt x="1334303" y="267660"/>
                </a:lnTo>
                <a:lnTo>
                  <a:pt x="1334303" y="272198"/>
                </a:lnTo>
                <a:lnTo>
                  <a:pt x="1334303" y="273570"/>
                </a:lnTo>
                <a:lnTo>
                  <a:pt x="1334303" y="276050"/>
                </a:lnTo>
                <a:lnTo>
                  <a:pt x="1334303" y="277000"/>
                </a:lnTo>
                <a:lnTo>
                  <a:pt x="1334303" y="277264"/>
                </a:lnTo>
                <a:lnTo>
                  <a:pt x="1334303" y="280905"/>
                </a:lnTo>
                <a:lnTo>
                  <a:pt x="1334303" y="281380"/>
                </a:lnTo>
                <a:lnTo>
                  <a:pt x="1334303" y="281222"/>
                </a:lnTo>
                <a:lnTo>
                  <a:pt x="1334303" y="280272"/>
                </a:lnTo>
                <a:lnTo>
                  <a:pt x="1334303" y="279797"/>
                </a:lnTo>
                <a:lnTo>
                  <a:pt x="1334303" y="275100"/>
                </a:lnTo>
                <a:lnTo>
                  <a:pt x="1334303" y="271406"/>
                </a:lnTo>
                <a:lnTo>
                  <a:pt x="1334303" y="270984"/>
                </a:lnTo>
                <a:lnTo>
                  <a:pt x="1334303" y="271406"/>
                </a:lnTo>
                <a:lnTo>
                  <a:pt x="1334303" y="271670"/>
                </a:lnTo>
                <a:lnTo>
                  <a:pt x="1334303" y="272356"/>
                </a:lnTo>
                <a:lnTo>
                  <a:pt x="1334303" y="273992"/>
                </a:lnTo>
                <a:lnTo>
                  <a:pt x="1334303" y="273253"/>
                </a:lnTo>
                <a:lnTo>
                  <a:pt x="1334303" y="271406"/>
                </a:lnTo>
                <a:lnTo>
                  <a:pt x="1334303" y="270773"/>
                </a:lnTo>
                <a:lnTo>
                  <a:pt x="1334303" y="270931"/>
                </a:lnTo>
                <a:lnTo>
                  <a:pt x="1334303" y="273728"/>
                </a:lnTo>
                <a:lnTo>
                  <a:pt x="1334303" y="273464"/>
                </a:lnTo>
                <a:lnTo>
                  <a:pt x="1334303" y="269876"/>
                </a:lnTo>
                <a:lnTo>
                  <a:pt x="1334303" y="269190"/>
                </a:lnTo>
                <a:lnTo>
                  <a:pt x="1332193" y="270140"/>
                </a:lnTo>
                <a:lnTo>
                  <a:pt x="1326337" y="273359"/>
                </a:lnTo>
                <a:lnTo>
                  <a:pt x="1324122" y="275523"/>
                </a:lnTo>
                <a:lnTo>
                  <a:pt x="1318055" y="282858"/>
                </a:lnTo>
                <a:lnTo>
                  <a:pt x="1314626" y="288241"/>
                </a:lnTo>
                <a:lnTo>
                  <a:pt x="1312041" y="294943"/>
                </a:lnTo>
                <a:lnTo>
                  <a:pt x="1309825" y="301803"/>
                </a:lnTo>
                <a:lnTo>
                  <a:pt x="1308612" y="307397"/>
                </a:lnTo>
                <a:lnTo>
                  <a:pt x="1308559" y="313255"/>
                </a:lnTo>
                <a:lnTo>
                  <a:pt x="1309614" y="319851"/>
                </a:lnTo>
                <a:lnTo>
                  <a:pt x="1311250" y="326395"/>
                </a:lnTo>
                <a:lnTo>
                  <a:pt x="1313043" y="331355"/>
                </a:lnTo>
                <a:lnTo>
                  <a:pt x="1320640" y="342860"/>
                </a:lnTo>
                <a:lnTo>
                  <a:pt x="1322170" y="344496"/>
                </a:lnTo>
                <a:lnTo>
                  <a:pt x="1330346" y="347767"/>
                </a:lnTo>
                <a:lnTo>
                  <a:pt x="1334303" y="351884"/>
                </a:lnTo>
                <a:lnTo>
                  <a:pt x="1334303" y="363441"/>
                </a:lnTo>
                <a:lnTo>
                  <a:pt x="1334303" y="369351"/>
                </a:lnTo>
                <a:lnTo>
                  <a:pt x="1334303" y="369404"/>
                </a:lnTo>
                <a:lnTo>
                  <a:pt x="1334303" y="369034"/>
                </a:lnTo>
                <a:lnTo>
                  <a:pt x="1334303" y="369773"/>
                </a:lnTo>
                <a:lnTo>
                  <a:pt x="1334303" y="371304"/>
                </a:lnTo>
                <a:lnTo>
                  <a:pt x="1334303" y="367715"/>
                </a:lnTo>
                <a:lnTo>
                  <a:pt x="1334303" y="361013"/>
                </a:lnTo>
                <a:lnTo>
                  <a:pt x="1334303" y="356053"/>
                </a:lnTo>
                <a:lnTo>
                  <a:pt x="1334303" y="346606"/>
                </a:lnTo>
                <a:lnTo>
                  <a:pt x="1334303" y="342226"/>
                </a:lnTo>
                <a:lnTo>
                  <a:pt x="1334303" y="340801"/>
                </a:lnTo>
                <a:lnTo>
                  <a:pt x="1334303" y="341382"/>
                </a:lnTo>
                <a:lnTo>
                  <a:pt x="1334303" y="343915"/>
                </a:lnTo>
                <a:lnTo>
                  <a:pt x="1334303" y="345920"/>
                </a:lnTo>
                <a:lnTo>
                  <a:pt x="1334303" y="346976"/>
                </a:lnTo>
                <a:lnTo>
                  <a:pt x="1334303" y="346290"/>
                </a:lnTo>
                <a:lnTo>
                  <a:pt x="1334303" y="343229"/>
                </a:lnTo>
                <a:lnTo>
                  <a:pt x="1334303" y="341329"/>
                </a:lnTo>
                <a:lnTo>
                  <a:pt x="1334303" y="338954"/>
                </a:lnTo>
                <a:lnTo>
                  <a:pt x="1334303" y="337002"/>
                </a:lnTo>
                <a:lnTo>
                  <a:pt x="1334303" y="337688"/>
                </a:lnTo>
                <a:lnTo>
                  <a:pt x="1334303" y="336896"/>
                </a:lnTo>
                <a:lnTo>
                  <a:pt x="1334303" y="335155"/>
                </a:lnTo>
                <a:lnTo>
                  <a:pt x="1334303" y="333308"/>
                </a:lnTo>
                <a:lnTo>
                  <a:pt x="1334303" y="331830"/>
                </a:lnTo>
                <a:lnTo>
                  <a:pt x="1334303" y="330880"/>
                </a:lnTo>
                <a:lnTo>
                  <a:pt x="1334303" y="328717"/>
                </a:lnTo>
                <a:lnTo>
                  <a:pt x="1334303" y="327186"/>
                </a:lnTo>
                <a:lnTo>
                  <a:pt x="1334303" y="328295"/>
                </a:lnTo>
                <a:lnTo>
                  <a:pt x="1334303" y="331303"/>
                </a:lnTo>
                <a:lnTo>
                  <a:pt x="1334303" y="334363"/>
                </a:lnTo>
                <a:lnTo>
                  <a:pt x="1334303" y="338110"/>
                </a:lnTo>
                <a:lnTo>
                  <a:pt x="1334303" y="347820"/>
                </a:lnTo>
                <a:lnTo>
                  <a:pt x="1334303" y="350037"/>
                </a:lnTo>
                <a:lnTo>
                  <a:pt x="1334303" y="351198"/>
                </a:lnTo>
                <a:lnTo>
                  <a:pt x="1334303" y="349931"/>
                </a:lnTo>
                <a:lnTo>
                  <a:pt x="1334303" y="344918"/>
                </a:lnTo>
                <a:lnTo>
                  <a:pt x="1334303" y="343071"/>
                </a:lnTo>
                <a:lnTo>
                  <a:pt x="1334303" y="344601"/>
                </a:lnTo>
                <a:lnTo>
                  <a:pt x="1334303" y="346026"/>
                </a:lnTo>
                <a:lnTo>
                  <a:pt x="1334303" y="348031"/>
                </a:lnTo>
                <a:lnTo>
                  <a:pt x="1334303" y="353203"/>
                </a:lnTo>
                <a:lnTo>
                  <a:pt x="1334303" y="359061"/>
                </a:lnTo>
                <a:lnTo>
                  <a:pt x="1334303" y="368190"/>
                </a:lnTo>
                <a:lnTo>
                  <a:pt x="1334303" y="376106"/>
                </a:lnTo>
                <a:lnTo>
                  <a:pt x="1334303" y="379114"/>
                </a:lnTo>
                <a:lnTo>
                  <a:pt x="1334303" y="381172"/>
                </a:lnTo>
                <a:lnTo>
                  <a:pt x="1334303" y="386396"/>
                </a:lnTo>
                <a:lnTo>
                  <a:pt x="1334303" y="390302"/>
                </a:lnTo>
                <a:lnTo>
                  <a:pt x="1334303" y="395368"/>
                </a:lnTo>
                <a:lnTo>
                  <a:pt x="1334303" y="397056"/>
                </a:lnTo>
                <a:lnTo>
                  <a:pt x="1334303" y="397637"/>
                </a:lnTo>
                <a:lnTo>
                  <a:pt x="1334303" y="396687"/>
                </a:lnTo>
                <a:lnTo>
                  <a:pt x="1334303" y="393837"/>
                </a:lnTo>
                <a:lnTo>
                  <a:pt x="1334303" y="396159"/>
                </a:lnTo>
                <a:lnTo>
                  <a:pt x="1334303" y="399748"/>
                </a:lnTo>
                <a:lnTo>
                  <a:pt x="1334303" y="401014"/>
                </a:lnTo>
                <a:lnTo>
                  <a:pt x="1334303" y="404972"/>
                </a:lnTo>
                <a:lnTo>
                  <a:pt x="1334303" y="410566"/>
                </a:lnTo>
                <a:lnTo>
                  <a:pt x="1334303" y="411780"/>
                </a:lnTo>
                <a:lnTo>
                  <a:pt x="1334303" y="413574"/>
                </a:lnTo>
                <a:lnTo>
                  <a:pt x="1334303" y="415315"/>
                </a:lnTo>
                <a:lnTo>
                  <a:pt x="1334303" y="420118"/>
                </a:lnTo>
                <a:lnTo>
                  <a:pt x="1334303" y="431200"/>
                </a:lnTo>
                <a:lnTo>
                  <a:pt x="1334303" y="437216"/>
                </a:lnTo>
                <a:lnTo>
                  <a:pt x="1334303" y="442176"/>
                </a:lnTo>
                <a:lnTo>
                  <a:pt x="1334303" y="450514"/>
                </a:lnTo>
                <a:lnTo>
                  <a:pt x="1334303" y="452836"/>
                </a:lnTo>
                <a:lnTo>
                  <a:pt x="1334303" y="455580"/>
                </a:lnTo>
                <a:lnTo>
                  <a:pt x="1334303" y="458113"/>
                </a:lnTo>
                <a:lnTo>
                  <a:pt x="1334303" y="462863"/>
                </a:lnTo>
                <a:lnTo>
                  <a:pt x="1334303" y="465976"/>
                </a:lnTo>
                <a:lnTo>
                  <a:pt x="1334303" y="469882"/>
                </a:lnTo>
                <a:lnTo>
                  <a:pt x="1334303" y="475581"/>
                </a:lnTo>
                <a:lnTo>
                  <a:pt x="1334303" y="483180"/>
                </a:lnTo>
                <a:lnTo>
                  <a:pt x="1334303" y="485766"/>
                </a:lnTo>
                <a:lnTo>
                  <a:pt x="1334303" y="488088"/>
                </a:lnTo>
                <a:lnTo>
                  <a:pt x="1334303" y="490304"/>
                </a:lnTo>
                <a:lnTo>
                  <a:pt x="1334303" y="491993"/>
                </a:lnTo>
                <a:lnTo>
                  <a:pt x="1334303" y="492890"/>
                </a:lnTo>
                <a:lnTo>
                  <a:pt x="1334303" y="494421"/>
                </a:lnTo>
                <a:lnTo>
                  <a:pt x="1334303" y="500384"/>
                </a:lnTo>
                <a:lnTo>
                  <a:pt x="1334303" y="501914"/>
                </a:lnTo>
                <a:lnTo>
                  <a:pt x="1334303" y="504078"/>
                </a:lnTo>
                <a:lnTo>
                  <a:pt x="1334303" y="507350"/>
                </a:lnTo>
                <a:lnTo>
                  <a:pt x="1334303" y="509249"/>
                </a:lnTo>
                <a:lnTo>
                  <a:pt x="1334303" y="512574"/>
                </a:lnTo>
                <a:lnTo>
                  <a:pt x="1334303" y="513418"/>
                </a:lnTo>
                <a:lnTo>
                  <a:pt x="1334303" y="512469"/>
                </a:lnTo>
                <a:lnTo>
                  <a:pt x="1334303" y="510991"/>
                </a:lnTo>
                <a:lnTo>
                  <a:pt x="1334303" y="511571"/>
                </a:lnTo>
                <a:lnTo>
                  <a:pt x="1334303" y="513893"/>
                </a:lnTo>
                <a:lnTo>
                  <a:pt x="1334303" y="516901"/>
                </a:lnTo>
                <a:lnTo>
                  <a:pt x="1334303" y="520226"/>
                </a:lnTo>
                <a:lnTo>
                  <a:pt x="1334303" y="526559"/>
                </a:lnTo>
                <a:lnTo>
                  <a:pt x="1334303" y="528828"/>
                </a:lnTo>
                <a:lnTo>
                  <a:pt x="1334303" y="528722"/>
                </a:lnTo>
                <a:lnTo>
                  <a:pt x="1334303" y="526136"/>
                </a:lnTo>
                <a:lnTo>
                  <a:pt x="1334303" y="527984"/>
                </a:lnTo>
                <a:lnTo>
                  <a:pt x="1334303" y="529831"/>
                </a:lnTo>
                <a:lnTo>
                  <a:pt x="1334303" y="530411"/>
                </a:lnTo>
                <a:lnTo>
                  <a:pt x="1334303" y="530147"/>
                </a:lnTo>
                <a:lnTo>
                  <a:pt x="1334303" y="530411"/>
                </a:lnTo>
                <a:lnTo>
                  <a:pt x="1334303" y="534316"/>
                </a:lnTo>
                <a:lnTo>
                  <a:pt x="1334303" y="536638"/>
                </a:lnTo>
                <a:lnTo>
                  <a:pt x="1334303" y="540860"/>
                </a:lnTo>
                <a:lnTo>
                  <a:pt x="1334303" y="543762"/>
                </a:lnTo>
                <a:lnTo>
                  <a:pt x="1334303" y="549937"/>
                </a:lnTo>
                <a:lnTo>
                  <a:pt x="1334303" y="552048"/>
                </a:lnTo>
                <a:lnTo>
                  <a:pt x="1334303" y="552892"/>
                </a:lnTo>
                <a:lnTo>
                  <a:pt x="1334303" y="551256"/>
                </a:lnTo>
                <a:lnTo>
                  <a:pt x="1334303" y="549620"/>
                </a:lnTo>
                <a:lnTo>
                  <a:pt x="1334303" y="548248"/>
                </a:lnTo>
                <a:lnTo>
                  <a:pt x="1334303" y="544079"/>
                </a:lnTo>
                <a:lnTo>
                  <a:pt x="1334303" y="538802"/>
                </a:lnTo>
                <a:lnTo>
                  <a:pt x="1334303" y="523076"/>
                </a:lnTo>
                <a:lnTo>
                  <a:pt x="1334303" y="521070"/>
                </a:lnTo>
                <a:lnTo>
                  <a:pt x="1334303" y="519276"/>
                </a:lnTo>
                <a:lnTo>
                  <a:pt x="1334303" y="516374"/>
                </a:lnTo>
                <a:lnTo>
                  <a:pt x="1334303" y="513049"/>
                </a:lnTo>
                <a:lnTo>
                  <a:pt x="1334303" y="508933"/>
                </a:lnTo>
                <a:lnTo>
                  <a:pt x="1334303" y="507297"/>
                </a:lnTo>
                <a:lnTo>
                  <a:pt x="1334303" y="503867"/>
                </a:lnTo>
                <a:lnTo>
                  <a:pt x="1334303" y="484711"/>
                </a:lnTo>
                <a:lnTo>
                  <a:pt x="1334303" y="482864"/>
                </a:lnTo>
                <a:lnTo>
                  <a:pt x="1334303" y="479644"/>
                </a:lnTo>
                <a:lnTo>
                  <a:pt x="1334303" y="476689"/>
                </a:lnTo>
                <a:lnTo>
                  <a:pt x="1334303" y="466188"/>
                </a:lnTo>
                <a:lnTo>
                  <a:pt x="1334303" y="464182"/>
                </a:lnTo>
                <a:lnTo>
                  <a:pt x="1334303" y="455897"/>
                </a:lnTo>
                <a:lnTo>
                  <a:pt x="1334303" y="449089"/>
                </a:lnTo>
                <a:lnTo>
                  <a:pt x="1334303" y="442282"/>
                </a:lnTo>
                <a:lnTo>
                  <a:pt x="1334303" y="437955"/>
                </a:lnTo>
                <a:lnTo>
                  <a:pt x="1334303" y="436688"/>
                </a:lnTo>
                <a:lnTo>
                  <a:pt x="1334303" y="436477"/>
                </a:lnTo>
                <a:lnTo>
                  <a:pt x="1334303" y="437849"/>
                </a:lnTo>
                <a:lnTo>
                  <a:pt x="1334303" y="441279"/>
                </a:lnTo>
                <a:lnTo>
                  <a:pt x="1325915" y="448509"/>
                </a:lnTo>
                <a:lnTo>
                  <a:pt x="1321695" y="452678"/>
                </a:lnTo>
                <a:lnTo>
                  <a:pt x="1321326" y="458166"/>
                </a:lnTo>
                <a:lnTo>
                  <a:pt x="1323752" y="463496"/>
                </a:lnTo>
                <a:lnTo>
                  <a:pt x="1326917" y="468404"/>
                </a:lnTo>
                <a:lnTo>
                  <a:pt x="1328606" y="473734"/>
                </a:lnTo>
                <a:lnTo>
                  <a:pt x="1330980" y="492679"/>
                </a:lnTo>
                <a:lnTo>
                  <a:pt x="1330874" y="494843"/>
                </a:lnTo>
                <a:lnTo>
                  <a:pt x="1328131" y="500331"/>
                </a:lnTo>
                <a:lnTo>
                  <a:pt x="1327023" y="512680"/>
                </a:lnTo>
                <a:lnTo>
                  <a:pt x="1328236" y="530042"/>
                </a:lnTo>
                <a:lnTo>
                  <a:pt x="1330083" y="540702"/>
                </a:lnTo>
                <a:lnTo>
                  <a:pt x="1329291" y="546506"/>
                </a:lnTo>
                <a:lnTo>
                  <a:pt x="1324280" y="558961"/>
                </a:lnTo>
                <a:lnTo>
                  <a:pt x="1322750" y="565821"/>
                </a:lnTo>
                <a:lnTo>
                  <a:pt x="1322644" y="568618"/>
                </a:lnTo>
                <a:lnTo>
                  <a:pt x="1328553" y="581653"/>
                </a:lnTo>
                <a:lnTo>
                  <a:pt x="1329924" y="586771"/>
                </a:lnTo>
                <a:lnTo>
                  <a:pt x="1330610" y="592101"/>
                </a:lnTo>
                <a:lnTo>
                  <a:pt x="1324385" y="589516"/>
                </a:lnTo>
                <a:lnTo>
                  <a:pt x="1321431" y="589621"/>
                </a:lnTo>
                <a:lnTo>
                  <a:pt x="1318530" y="590413"/>
                </a:lnTo>
                <a:lnTo>
                  <a:pt x="1311988" y="591257"/>
                </a:lnTo>
                <a:lnTo>
                  <a:pt x="1305394" y="591415"/>
                </a:lnTo>
                <a:lnTo>
                  <a:pt x="1303073" y="592365"/>
                </a:lnTo>
                <a:lnTo>
                  <a:pt x="1298325" y="595848"/>
                </a:lnTo>
                <a:lnTo>
                  <a:pt x="1295476" y="597220"/>
                </a:lnTo>
                <a:lnTo>
                  <a:pt x="1292997" y="597484"/>
                </a:lnTo>
                <a:lnTo>
                  <a:pt x="1284556" y="593157"/>
                </a:lnTo>
                <a:lnTo>
                  <a:pt x="1279597" y="588460"/>
                </a:lnTo>
                <a:lnTo>
                  <a:pt x="1275008" y="583341"/>
                </a:lnTo>
                <a:lnTo>
                  <a:pt x="1274164" y="577484"/>
                </a:lnTo>
                <a:lnTo>
                  <a:pt x="1275799" y="571520"/>
                </a:lnTo>
                <a:lnTo>
                  <a:pt x="1278067" y="565082"/>
                </a:lnTo>
                <a:lnTo>
                  <a:pt x="1282604" y="554422"/>
                </a:lnTo>
                <a:lnTo>
                  <a:pt x="1282393" y="547298"/>
                </a:lnTo>
                <a:lnTo>
                  <a:pt x="1283923" y="541440"/>
                </a:lnTo>
                <a:lnTo>
                  <a:pt x="1286508" y="535741"/>
                </a:lnTo>
                <a:lnTo>
                  <a:pt x="1287458" y="530517"/>
                </a:lnTo>
                <a:lnTo>
                  <a:pt x="1288091" y="509936"/>
                </a:lnTo>
                <a:lnTo>
                  <a:pt x="1287405" y="508141"/>
                </a:lnTo>
                <a:lnTo>
                  <a:pt x="1281233" y="495951"/>
                </a:lnTo>
                <a:lnTo>
                  <a:pt x="1280494" y="493893"/>
                </a:lnTo>
                <a:lnTo>
                  <a:pt x="1280441" y="490568"/>
                </a:lnTo>
                <a:lnTo>
                  <a:pt x="1281127" y="487455"/>
                </a:lnTo>
                <a:lnTo>
                  <a:pt x="1281285" y="484605"/>
                </a:lnTo>
                <a:lnTo>
                  <a:pt x="1279808" y="482441"/>
                </a:lnTo>
                <a:lnTo>
                  <a:pt x="1277329" y="480436"/>
                </a:lnTo>
                <a:lnTo>
                  <a:pt x="1274269" y="479592"/>
                </a:lnTo>
                <a:lnTo>
                  <a:pt x="1267833" y="480436"/>
                </a:lnTo>
                <a:lnTo>
                  <a:pt x="1254908" y="483761"/>
                </a:lnTo>
                <a:lnTo>
                  <a:pt x="1251057" y="480858"/>
                </a:lnTo>
                <a:lnTo>
                  <a:pt x="1248209" y="476373"/>
                </a:lnTo>
                <a:lnTo>
                  <a:pt x="1246362" y="470145"/>
                </a:lnTo>
                <a:lnTo>
                  <a:pt x="1245255" y="463655"/>
                </a:lnTo>
                <a:lnTo>
                  <a:pt x="1245782" y="457533"/>
                </a:lnTo>
                <a:lnTo>
                  <a:pt x="1247681" y="451623"/>
                </a:lnTo>
                <a:lnTo>
                  <a:pt x="1246151" y="447454"/>
                </a:lnTo>
                <a:lnTo>
                  <a:pt x="1243777" y="442968"/>
                </a:lnTo>
                <a:lnTo>
                  <a:pt x="1243725" y="440646"/>
                </a:lnTo>
                <a:lnTo>
                  <a:pt x="1245096" y="438588"/>
                </a:lnTo>
                <a:lnTo>
                  <a:pt x="1247417" y="436899"/>
                </a:lnTo>
                <a:lnTo>
                  <a:pt x="1250319" y="435896"/>
                </a:lnTo>
                <a:lnTo>
                  <a:pt x="1252957" y="434102"/>
                </a:lnTo>
                <a:lnTo>
                  <a:pt x="1260026" y="428086"/>
                </a:lnTo>
                <a:lnTo>
                  <a:pt x="1262294" y="422756"/>
                </a:lnTo>
                <a:lnTo>
                  <a:pt x="1262452" y="416213"/>
                </a:lnTo>
                <a:lnTo>
                  <a:pt x="1264246" y="409985"/>
                </a:lnTo>
                <a:lnTo>
                  <a:pt x="1267886" y="404233"/>
                </a:lnTo>
                <a:lnTo>
                  <a:pt x="1272159" y="398903"/>
                </a:lnTo>
                <a:lnTo>
                  <a:pt x="1273531" y="393362"/>
                </a:lnTo>
                <a:lnTo>
                  <a:pt x="1271420" y="384655"/>
                </a:lnTo>
                <a:lnTo>
                  <a:pt x="1272264" y="380644"/>
                </a:lnTo>
                <a:lnTo>
                  <a:pt x="1271526" y="376000"/>
                </a:lnTo>
                <a:lnTo>
                  <a:pt x="1271473" y="371356"/>
                </a:lnTo>
                <a:lnTo>
                  <a:pt x="1274111" y="362649"/>
                </a:lnTo>
                <a:lnTo>
                  <a:pt x="1281971" y="344918"/>
                </a:lnTo>
                <a:lnTo>
                  <a:pt x="1289673" y="335472"/>
                </a:lnTo>
                <a:lnTo>
                  <a:pt x="1292680" y="332991"/>
                </a:lnTo>
                <a:lnTo>
                  <a:pt x="1296690" y="337371"/>
                </a:lnTo>
                <a:lnTo>
                  <a:pt x="1299696" y="342543"/>
                </a:lnTo>
                <a:lnTo>
                  <a:pt x="1299749" y="337846"/>
                </a:lnTo>
                <a:lnTo>
                  <a:pt x="1298958" y="333255"/>
                </a:lnTo>
                <a:lnTo>
                  <a:pt x="1295898" y="322595"/>
                </a:lnTo>
                <a:lnTo>
                  <a:pt x="1293261" y="301697"/>
                </a:lnTo>
                <a:lnTo>
                  <a:pt x="1293999" y="299745"/>
                </a:lnTo>
                <a:lnTo>
                  <a:pt x="1296690" y="300062"/>
                </a:lnTo>
                <a:lnTo>
                  <a:pt x="1299380" y="298215"/>
                </a:lnTo>
                <a:lnTo>
                  <a:pt x="1300857" y="294943"/>
                </a:lnTo>
                <a:lnTo>
                  <a:pt x="1298008" y="287185"/>
                </a:lnTo>
                <a:lnTo>
                  <a:pt x="1297850" y="284441"/>
                </a:lnTo>
                <a:lnTo>
                  <a:pt x="1303336" y="273570"/>
                </a:lnTo>
                <a:lnTo>
                  <a:pt x="1307821" y="269612"/>
                </a:lnTo>
                <a:lnTo>
                  <a:pt x="1309772" y="267132"/>
                </a:lnTo>
                <a:lnTo>
                  <a:pt x="1310880" y="260483"/>
                </a:lnTo>
                <a:lnTo>
                  <a:pt x="1313254" y="258002"/>
                </a:lnTo>
                <a:lnTo>
                  <a:pt x="1316208" y="256208"/>
                </a:lnTo>
                <a:lnTo>
                  <a:pt x="1320059" y="251617"/>
                </a:lnTo>
                <a:lnTo>
                  <a:pt x="1322170" y="245812"/>
                </a:lnTo>
                <a:lnTo>
                  <a:pt x="1323436" y="245390"/>
                </a:lnTo>
                <a:lnTo>
                  <a:pt x="1324913" y="245179"/>
                </a:lnTo>
                <a:lnTo>
                  <a:pt x="1327287" y="250192"/>
                </a:lnTo>
                <a:lnTo>
                  <a:pt x="1329872" y="252250"/>
                </a:lnTo>
                <a:lnTo>
                  <a:pt x="1334303" y="253886"/>
                </a:lnTo>
                <a:lnTo>
                  <a:pt x="1334303" y="251986"/>
                </a:lnTo>
                <a:lnTo>
                  <a:pt x="1334303" y="249453"/>
                </a:lnTo>
                <a:lnTo>
                  <a:pt x="1334303" y="247237"/>
                </a:lnTo>
                <a:lnTo>
                  <a:pt x="1334303" y="244968"/>
                </a:lnTo>
                <a:lnTo>
                  <a:pt x="1334303" y="242382"/>
                </a:lnTo>
                <a:lnTo>
                  <a:pt x="1334303" y="236419"/>
                </a:lnTo>
                <a:lnTo>
                  <a:pt x="1334303" y="230930"/>
                </a:lnTo>
                <a:lnTo>
                  <a:pt x="1334303" y="229031"/>
                </a:lnTo>
                <a:lnTo>
                  <a:pt x="1334303" y="227817"/>
                </a:lnTo>
                <a:lnTo>
                  <a:pt x="1334303" y="227078"/>
                </a:lnTo>
                <a:lnTo>
                  <a:pt x="1334303" y="226972"/>
                </a:lnTo>
                <a:lnTo>
                  <a:pt x="1334303" y="230455"/>
                </a:lnTo>
                <a:lnTo>
                  <a:pt x="1334303" y="231089"/>
                </a:lnTo>
                <a:lnTo>
                  <a:pt x="1334303" y="230825"/>
                </a:lnTo>
                <a:lnTo>
                  <a:pt x="1334303" y="231405"/>
                </a:lnTo>
                <a:lnTo>
                  <a:pt x="1334303" y="232988"/>
                </a:lnTo>
                <a:lnTo>
                  <a:pt x="1334303" y="236049"/>
                </a:lnTo>
                <a:lnTo>
                  <a:pt x="1334303" y="238741"/>
                </a:lnTo>
                <a:lnTo>
                  <a:pt x="1334303" y="240060"/>
                </a:lnTo>
                <a:lnTo>
                  <a:pt x="1334303" y="240693"/>
                </a:lnTo>
                <a:lnTo>
                  <a:pt x="1334303" y="239585"/>
                </a:lnTo>
                <a:lnTo>
                  <a:pt x="1334303" y="242646"/>
                </a:lnTo>
                <a:lnTo>
                  <a:pt x="1334303" y="243332"/>
                </a:lnTo>
                <a:lnTo>
                  <a:pt x="1334303" y="245126"/>
                </a:lnTo>
                <a:lnTo>
                  <a:pt x="1334303" y="247395"/>
                </a:lnTo>
                <a:lnTo>
                  <a:pt x="1334303" y="251511"/>
                </a:lnTo>
                <a:lnTo>
                  <a:pt x="1334303" y="252408"/>
                </a:lnTo>
                <a:lnTo>
                  <a:pt x="1334303" y="252197"/>
                </a:lnTo>
                <a:lnTo>
                  <a:pt x="1334303" y="248345"/>
                </a:lnTo>
                <a:lnTo>
                  <a:pt x="1334303" y="247501"/>
                </a:lnTo>
                <a:lnTo>
                  <a:pt x="1334303" y="247342"/>
                </a:lnTo>
                <a:lnTo>
                  <a:pt x="1334303" y="248081"/>
                </a:lnTo>
                <a:lnTo>
                  <a:pt x="1334303" y="252831"/>
                </a:lnTo>
                <a:lnTo>
                  <a:pt x="1334303" y="252197"/>
                </a:lnTo>
                <a:lnTo>
                  <a:pt x="1334303" y="243121"/>
                </a:lnTo>
                <a:lnTo>
                  <a:pt x="1334303" y="234519"/>
                </a:lnTo>
                <a:lnTo>
                  <a:pt x="1334303" y="232144"/>
                </a:lnTo>
                <a:lnTo>
                  <a:pt x="1334303" y="228239"/>
                </a:lnTo>
                <a:lnTo>
                  <a:pt x="1334303" y="223595"/>
                </a:lnTo>
                <a:lnTo>
                  <a:pt x="1334303" y="222328"/>
                </a:lnTo>
                <a:lnTo>
                  <a:pt x="1334303" y="221009"/>
                </a:lnTo>
                <a:lnTo>
                  <a:pt x="1334303" y="219584"/>
                </a:lnTo>
                <a:lnTo>
                  <a:pt x="1334303" y="213885"/>
                </a:lnTo>
                <a:lnTo>
                  <a:pt x="1334303" y="208819"/>
                </a:lnTo>
                <a:lnTo>
                  <a:pt x="1334303" y="207288"/>
                </a:lnTo>
                <a:lnTo>
                  <a:pt x="1334303" y="208080"/>
                </a:lnTo>
                <a:lnTo>
                  <a:pt x="1334303" y="210296"/>
                </a:lnTo>
                <a:lnTo>
                  <a:pt x="1334303" y="217790"/>
                </a:lnTo>
                <a:lnTo>
                  <a:pt x="1334303" y="219004"/>
                </a:lnTo>
                <a:lnTo>
                  <a:pt x="1334303" y="222751"/>
                </a:lnTo>
                <a:lnTo>
                  <a:pt x="1334303" y="224281"/>
                </a:lnTo>
                <a:lnTo>
                  <a:pt x="1334303" y="234783"/>
                </a:lnTo>
                <a:lnTo>
                  <a:pt x="1334303" y="239902"/>
                </a:lnTo>
                <a:lnTo>
                  <a:pt x="1334303" y="244545"/>
                </a:lnTo>
                <a:close/>
                <a:moveTo>
                  <a:pt x="641856" y="614107"/>
                </a:moveTo>
                <a:lnTo>
                  <a:pt x="647184" y="620123"/>
                </a:lnTo>
                <a:lnTo>
                  <a:pt x="651826" y="623342"/>
                </a:lnTo>
                <a:lnTo>
                  <a:pt x="657313" y="625084"/>
                </a:lnTo>
                <a:lnTo>
                  <a:pt x="663063" y="625242"/>
                </a:lnTo>
                <a:lnTo>
                  <a:pt x="668760" y="625981"/>
                </a:lnTo>
                <a:lnTo>
                  <a:pt x="675355" y="628303"/>
                </a:lnTo>
                <a:lnTo>
                  <a:pt x="682160" y="629358"/>
                </a:lnTo>
                <a:lnTo>
                  <a:pt x="685272" y="628936"/>
                </a:lnTo>
                <a:lnTo>
                  <a:pt x="688279" y="627775"/>
                </a:lnTo>
                <a:lnTo>
                  <a:pt x="690442" y="627670"/>
                </a:lnTo>
                <a:lnTo>
                  <a:pt x="692289" y="628778"/>
                </a:lnTo>
                <a:lnTo>
                  <a:pt x="696984" y="633897"/>
                </a:lnTo>
                <a:lnTo>
                  <a:pt x="702101" y="638541"/>
                </a:lnTo>
                <a:lnTo>
                  <a:pt x="703261" y="640915"/>
                </a:lnTo>
                <a:lnTo>
                  <a:pt x="706743" y="652156"/>
                </a:lnTo>
                <a:lnTo>
                  <a:pt x="710647" y="655428"/>
                </a:lnTo>
                <a:lnTo>
                  <a:pt x="716028" y="656325"/>
                </a:lnTo>
                <a:lnTo>
                  <a:pt x="722306" y="656325"/>
                </a:lnTo>
                <a:lnTo>
                  <a:pt x="728583" y="656800"/>
                </a:lnTo>
                <a:lnTo>
                  <a:pt x="743143" y="659438"/>
                </a:lnTo>
                <a:lnTo>
                  <a:pt x="748946" y="659069"/>
                </a:lnTo>
                <a:lnTo>
                  <a:pt x="754063" y="656430"/>
                </a:lnTo>
                <a:lnTo>
                  <a:pt x="758600" y="658172"/>
                </a:lnTo>
                <a:lnTo>
                  <a:pt x="770945" y="661285"/>
                </a:lnTo>
                <a:lnTo>
                  <a:pt x="777011" y="662024"/>
                </a:lnTo>
                <a:lnTo>
                  <a:pt x="783922" y="661127"/>
                </a:lnTo>
                <a:lnTo>
                  <a:pt x="790833" y="660916"/>
                </a:lnTo>
                <a:lnTo>
                  <a:pt x="794156" y="661813"/>
                </a:lnTo>
                <a:lnTo>
                  <a:pt x="797322" y="663185"/>
                </a:lnTo>
                <a:lnTo>
                  <a:pt x="800065" y="663713"/>
                </a:lnTo>
                <a:lnTo>
                  <a:pt x="802861" y="663660"/>
                </a:lnTo>
                <a:lnTo>
                  <a:pt x="807872" y="661022"/>
                </a:lnTo>
                <a:lnTo>
                  <a:pt x="811196" y="656219"/>
                </a:lnTo>
                <a:lnTo>
                  <a:pt x="813834" y="650098"/>
                </a:lnTo>
                <a:lnTo>
                  <a:pt x="815944" y="643765"/>
                </a:lnTo>
                <a:lnTo>
                  <a:pt x="817368" y="641021"/>
                </a:lnTo>
                <a:lnTo>
                  <a:pt x="819267" y="638593"/>
                </a:lnTo>
                <a:lnTo>
                  <a:pt x="821747" y="637063"/>
                </a:lnTo>
                <a:lnTo>
                  <a:pt x="824437" y="636060"/>
                </a:lnTo>
                <a:lnTo>
                  <a:pt x="831664" y="636694"/>
                </a:lnTo>
                <a:lnTo>
                  <a:pt x="833194" y="638224"/>
                </a:lnTo>
                <a:lnTo>
                  <a:pt x="841266" y="648990"/>
                </a:lnTo>
                <a:lnTo>
                  <a:pt x="842743" y="649939"/>
                </a:lnTo>
                <a:lnTo>
                  <a:pt x="851183" y="650625"/>
                </a:lnTo>
                <a:lnTo>
                  <a:pt x="853557" y="650256"/>
                </a:lnTo>
                <a:lnTo>
                  <a:pt x="858674" y="648092"/>
                </a:lnTo>
                <a:lnTo>
                  <a:pt x="861629" y="647881"/>
                </a:lnTo>
                <a:lnTo>
                  <a:pt x="867115" y="650573"/>
                </a:lnTo>
                <a:lnTo>
                  <a:pt x="869436" y="652842"/>
                </a:lnTo>
                <a:lnTo>
                  <a:pt x="872074" y="654478"/>
                </a:lnTo>
                <a:lnTo>
                  <a:pt x="885368" y="656219"/>
                </a:lnTo>
                <a:lnTo>
                  <a:pt x="890485" y="660810"/>
                </a:lnTo>
                <a:lnTo>
                  <a:pt x="893123" y="661444"/>
                </a:lnTo>
                <a:lnTo>
                  <a:pt x="902355" y="660863"/>
                </a:lnTo>
                <a:lnTo>
                  <a:pt x="908790" y="661338"/>
                </a:lnTo>
                <a:lnTo>
                  <a:pt x="914330" y="662552"/>
                </a:lnTo>
                <a:lnTo>
                  <a:pt x="916862" y="669148"/>
                </a:lnTo>
                <a:lnTo>
                  <a:pt x="918919" y="675850"/>
                </a:lnTo>
                <a:lnTo>
                  <a:pt x="920133" y="678120"/>
                </a:lnTo>
                <a:lnTo>
                  <a:pt x="925566" y="680442"/>
                </a:lnTo>
                <a:lnTo>
                  <a:pt x="927782" y="682500"/>
                </a:lnTo>
                <a:lnTo>
                  <a:pt x="927202" y="689255"/>
                </a:lnTo>
                <a:lnTo>
                  <a:pt x="927835" y="695587"/>
                </a:lnTo>
                <a:lnTo>
                  <a:pt x="939388" y="701181"/>
                </a:lnTo>
                <a:lnTo>
                  <a:pt x="951732" y="704347"/>
                </a:lnTo>
                <a:lnTo>
                  <a:pt x="964921" y="704664"/>
                </a:lnTo>
                <a:lnTo>
                  <a:pt x="978056" y="703556"/>
                </a:lnTo>
                <a:lnTo>
                  <a:pt x="984862" y="702184"/>
                </a:lnTo>
                <a:lnTo>
                  <a:pt x="993355" y="699809"/>
                </a:lnTo>
                <a:lnTo>
                  <a:pt x="995149" y="699862"/>
                </a:lnTo>
                <a:lnTo>
                  <a:pt x="1011608" y="707144"/>
                </a:lnTo>
                <a:lnTo>
                  <a:pt x="1012979" y="708252"/>
                </a:lnTo>
                <a:lnTo>
                  <a:pt x="1014826" y="713741"/>
                </a:lnTo>
                <a:lnTo>
                  <a:pt x="1014773" y="719493"/>
                </a:lnTo>
                <a:lnTo>
                  <a:pt x="1011713" y="733108"/>
                </a:lnTo>
                <a:lnTo>
                  <a:pt x="1011502" y="736855"/>
                </a:lnTo>
                <a:lnTo>
                  <a:pt x="1011819" y="740602"/>
                </a:lnTo>
                <a:lnTo>
                  <a:pt x="1015089" y="748728"/>
                </a:lnTo>
                <a:lnTo>
                  <a:pt x="1016830" y="751103"/>
                </a:lnTo>
                <a:lnTo>
                  <a:pt x="1022792" y="755378"/>
                </a:lnTo>
                <a:lnTo>
                  <a:pt x="1023003" y="757594"/>
                </a:lnTo>
                <a:lnTo>
                  <a:pt x="1022211" y="759863"/>
                </a:lnTo>
                <a:lnTo>
                  <a:pt x="1015617" y="758333"/>
                </a:lnTo>
                <a:lnTo>
                  <a:pt x="1011608" y="756433"/>
                </a:lnTo>
                <a:lnTo>
                  <a:pt x="1009287" y="753372"/>
                </a:lnTo>
                <a:lnTo>
                  <a:pt x="1006016" y="751684"/>
                </a:lnTo>
                <a:lnTo>
                  <a:pt x="999844" y="752264"/>
                </a:lnTo>
                <a:lnTo>
                  <a:pt x="988238" y="749203"/>
                </a:lnTo>
                <a:lnTo>
                  <a:pt x="975208" y="744454"/>
                </a:lnTo>
                <a:lnTo>
                  <a:pt x="951996" y="734375"/>
                </a:lnTo>
                <a:lnTo>
                  <a:pt x="945718" y="734427"/>
                </a:lnTo>
                <a:lnTo>
                  <a:pt x="939651" y="735747"/>
                </a:lnTo>
                <a:lnTo>
                  <a:pt x="933268" y="738280"/>
                </a:lnTo>
                <a:lnTo>
                  <a:pt x="926621" y="740127"/>
                </a:lnTo>
                <a:lnTo>
                  <a:pt x="921715" y="740813"/>
                </a:lnTo>
                <a:lnTo>
                  <a:pt x="916809" y="740338"/>
                </a:lnTo>
                <a:lnTo>
                  <a:pt x="904465" y="737910"/>
                </a:lnTo>
                <a:lnTo>
                  <a:pt x="891962" y="736327"/>
                </a:lnTo>
                <a:lnTo>
                  <a:pt x="860046" y="735324"/>
                </a:lnTo>
                <a:lnTo>
                  <a:pt x="851025" y="733055"/>
                </a:lnTo>
                <a:lnTo>
                  <a:pt x="836043" y="731894"/>
                </a:lnTo>
                <a:lnTo>
                  <a:pt x="824173" y="729889"/>
                </a:lnTo>
                <a:lnTo>
                  <a:pt x="812409" y="727092"/>
                </a:lnTo>
                <a:lnTo>
                  <a:pt x="782445" y="713477"/>
                </a:lnTo>
                <a:lnTo>
                  <a:pt x="772633" y="710152"/>
                </a:lnTo>
                <a:lnTo>
                  <a:pt x="742510" y="703661"/>
                </a:lnTo>
                <a:lnTo>
                  <a:pt x="737868" y="703134"/>
                </a:lnTo>
                <a:lnTo>
                  <a:pt x="726948" y="703608"/>
                </a:lnTo>
                <a:lnTo>
                  <a:pt x="720037" y="701709"/>
                </a:lnTo>
                <a:lnTo>
                  <a:pt x="713971" y="701656"/>
                </a:lnTo>
                <a:lnTo>
                  <a:pt x="705002" y="703767"/>
                </a:lnTo>
                <a:lnTo>
                  <a:pt x="702206" y="705297"/>
                </a:lnTo>
                <a:lnTo>
                  <a:pt x="698725" y="708516"/>
                </a:lnTo>
                <a:lnTo>
                  <a:pt x="692605" y="708358"/>
                </a:lnTo>
                <a:lnTo>
                  <a:pt x="686539" y="707725"/>
                </a:lnTo>
                <a:lnTo>
                  <a:pt x="670501" y="704664"/>
                </a:lnTo>
                <a:lnTo>
                  <a:pt x="664540" y="702764"/>
                </a:lnTo>
                <a:lnTo>
                  <a:pt x="658843" y="700020"/>
                </a:lnTo>
                <a:lnTo>
                  <a:pt x="653673" y="696379"/>
                </a:lnTo>
                <a:lnTo>
                  <a:pt x="650982" y="695059"/>
                </a:lnTo>
                <a:lnTo>
                  <a:pt x="637161" y="691365"/>
                </a:lnTo>
                <a:lnTo>
                  <a:pt x="625872" y="690046"/>
                </a:lnTo>
                <a:lnTo>
                  <a:pt x="602660" y="688410"/>
                </a:lnTo>
                <a:lnTo>
                  <a:pt x="597596" y="687249"/>
                </a:lnTo>
                <a:lnTo>
                  <a:pt x="593375" y="685930"/>
                </a:lnTo>
                <a:lnTo>
                  <a:pt x="591054" y="682922"/>
                </a:lnTo>
                <a:lnTo>
                  <a:pt x="591371" y="679070"/>
                </a:lnTo>
                <a:lnTo>
                  <a:pt x="593006" y="675798"/>
                </a:lnTo>
                <a:lnTo>
                  <a:pt x="595327" y="672473"/>
                </a:lnTo>
                <a:lnTo>
                  <a:pt x="596804" y="669307"/>
                </a:lnTo>
                <a:lnTo>
                  <a:pt x="579817" y="662657"/>
                </a:lnTo>
                <a:lnTo>
                  <a:pt x="566418" y="659016"/>
                </a:lnTo>
                <a:lnTo>
                  <a:pt x="560668" y="658330"/>
                </a:lnTo>
                <a:lnTo>
                  <a:pt x="554865" y="658330"/>
                </a:lnTo>
                <a:lnTo>
                  <a:pt x="548323" y="659069"/>
                </a:lnTo>
                <a:lnTo>
                  <a:pt x="541835" y="658752"/>
                </a:lnTo>
                <a:lnTo>
                  <a:pt x="538828" y="657644"/>
                </a:lnTo>
                <a:lnTo>
                  <a:pt x="535715" y="657275"/>
                </a:lnTo>
                <a:lnTo>
                  <a:pt x="532603" y="658066"/>
                </a:lnTo>
                <a:lnTo>
                  <a:pt x="530071" y="657750"/>
                </a:lnTo>
                <a:lnTo>
                  <a:pt x="529438" y="654742"/>
                </a:lnTo>
                <a:lnTo>
                  <a:pt x="531020" y="652156"/>
                </a:lnTo>
                <a:lnTo>
                  <a:pt x="534344" y="649253"/>
                </a:lnTo>
                <a:lnTo>
                  <a:pt x="536190" y="648726"/>
                </a:lnTo>
                <a:lnTo>
                  <a:pt x="537034" y="653317"/>
                </a:lnTo>
                <a:lnTo>
                  <a:pt x="537984" y="654214"/>
                </a:lnTo>
                <a:lnTo>
                  <a:pt x="540885" y="655217"/>
                </a:lnTo>
                <a:lnTo>
                  <a:pt x="542151" y="654953"/>
                </a:lnTo>
                <a:lnTo>
                  <a:pt x="547268" y="649095"/>
                </a:lnTo>
                <a:lnTo>
                  <a:pt x="548693" y="646245"/>
                </a:lnTo>
                <a:lnTo>
                  <a:pt x="551172" y="638488"/>
                </a:lnTo>
                <a:lnTo>
                  <a:pt x="553863" y="639966"/>
                </a:lnTo>
                <a:lnTo>
                  <a:pt x="556553" y="639016"/>
                </a:lnTo>
                <a:lnTo>
                  <a:pt x="558136" y="637802"/>
                </a:lnTo>
                <a:lnTo>
                  <a:pt x="562409" y="619807"/>
                </a:lnTo>
                <a:lnTo>
                  <a:pt x="565996" y="614582"/>
                </a:lnTo>
                <a:lnTo>
                  <a:pt x="570902" y="610202"/>
                </a:lnTo>
                <a:lnTo>
                  <a:pt x="573329" y="609147"/>
                </a:lnTo>
                <a:lnTo>
                  <a:pt x="578129" y="611838"/>
                </a:lnTo>
                <a:lnTo>
                  <a:pt x="587836" y="612841"/>
                </a:lnTo>
                <a:lnTo>
                  <a:pt x="593586" y="614635"/>
                </a:lnTo>
                <a:lnTo>
                  <a:pt x="599389" y="614846"/>
                </a:lnTo>
                <a:lnTo>
                  <a:pt x="605034" y="615690"/>
                </a:lnTo>
                <a:lnTo>
                  <a:pt x="612894" y="618857"/>
                </a:lnTo>
                <a:lnTo>
                  <a:pt x="615690" y="618540"/>
                </a:lnTo>
                <a:lnTo>
                  <a:pt x="618539" y="617537"/>
                </a:lnTo>
                <a:lnTo>
                  <a:pt x="622759" y="614107"/>
                </a:lnTo>
                <a:lnTo>
                  <a:pt x="624553" y="608619"/>
                </a:lnTo>
                <a:lnTo>
                  <a:pt x="630672" y="611416"/>
                </a:lnTo>
                <a:lnTo>
                  <a:pt x="639640" y="612524"/>
                </a:lnTo>
                <a:lnTo>
                  <a:pt x="641856" y="614107"/>
                </a:lnTo>
                <a:close/>
                <a:moveTo>
                  <a:pt x="760816" y="190032"/>
                </a:moveTo>
                <a:lnTo>
                  <a:pt x="756068" y="196998"/>
                </a:lnTo>
                <a:lnTo>
                  <a:pt x="756596" y="199531"/>
                </a:lnTo>
                <a:lnTo>
                  <a:pt x="757756" y="201747"/>
                </a:lnTo>
                <a:lnTo>
                  <a:pt x="761185" y="203278"/>
                </a:lnTo>
                <a:lnTo>
                  <a:pt x="762135" y="211827"/>
                </a:lnTo>
                <a:lnTo>
                  <a:pt x="766461" y="216682"/>
                </a:lnTo>
                <a:lnTo>
                  <a:pt x="770786" y="221115"/>
                </a:lnTo>
                <a:lnTo>
                  <a:pt x="774004" y="223278"/>
                </a:lnTo>
                <a:lnTo>
                  <a:pt x="777486" y="226445"/>
                </a:lnTo>
                <a:lnTo>
                  <a:pt x="779966" y="229347"/>
                </a:lnTo>
                <a:lnTo>
                  <a:pt x="782551" y="231827"/>
                </a:lnTo>
                <a:lnTo>
                  <a:pt x="786454" y="234255"/>
                </a:lnTo>
                <a:lnTo>
                  <a:pt x="797005" y="244493"/>
                </a:lnTo>
                <a:lnTo>
                  <a:pt x="801436" y="247501"/>
                </a:lnTo>
                <a:lnTo>
                  <a:pt x="804707" y="250509"/>
                </a:lnTo>
                <a:lnTo>
                  <a:pt x="807081" y="251564"/>
                </a:lnTo>
                <a:lnTo>
                  <a:pt x="812831" y="250720"/>
                </a:lnTo>
                <a:lnTo>
                  <a:pt x="829871" y="243384"/>
                </a:lnTo>
                <a:lnTo>
                  <a:pt x="832930" y="242910"/>
                </a:lnTo>
                <a:lnTo>
                  <a:pt x="838470" y="241590"/>
                </a:lnTo>
                <a:lnTo>
                  <a:pt x="848282" y="242012"/>
                </a:lnTo>
                <a:lnTo>
                  <a:pt x="858622" y="244493"/>
                </a:lnTo>
                <a:lnTo>
                  <a:pt x="861998" y="244598"/>
                </a:lnTo>
                <a:lnTo>
                  <a:pt x="865163" y="243068"/>
                </a:lnTo>
                <a:lnTo>
                  <a:pt x="869594" y="243543"/>
                </a:lnTo>
                <a:lnTo>
                  <a:pt x="873762" y="244334"/>
                </a:lnTo>
                <a:lnTo>
                  <a:pt x="875819" y="243648"/>
                </a:lnTo>
                <a:lnTo>
                  <a:pt x="881833" y="238318"/>
                </a:lnTo>
                <a:lnTo>
                  <a:pt x="890063" y="236735"/>
                </a:lnTo>
                <a:lnTo>
                  <a:pt x="892701" y="231405"/>
                </a:lnTo>
                <a:lnTo>
                  <a:pt x="894705" y="226445"/>
                </a:lnTo>
                <a:lnTo>
                  <a:pt x="895708" y="221115"/>
                </a:lnTo>
                <a:lnTo>
                  <a:pt x="899137" y="218951"/>
                </a:lnTo>
                <a:lnTo>
                  <a:pt x="903937" y="217104"/>
                </a:lnTo>
                <a:lnTo>
                  <a:pt x="911006" y="214782"/>
                </a:lnTo>
                <a:lnTo>
                  <a:pt x="935642" y="214360"/>
                </a:lnTo>
                <a:lnTo>
                  <a:pt x="938016" y="215363"/>
                </a:lnTo>
                <a:lnTo>
                  <a:pt x="938544" y="218107"/>
                </a:lnTo>
                <a:lnTo>
                  <a:pt x="938016" y="220165"/>
                </a:lnTo>
                <a:lnTo>
                  <a:pt x="939018" y="221379"/>
                </a:lnTo>
                <a:lnTo>
                  <a:pt x="942289" y="221484"/>
                </a:lnTo>
                <a:lnTo>
                  <a:pt x="945296" y="222751"/>
                </a:lnTo>
                <a:lnTo>
                  <a:pt x="957588" y="227025"/>
                </a:lnTo>
                <a:lnTo>
                  <a:pt x="962810" y="228344"/>
                </a:lnTo>
                <a:lnTo>
                  <a:pt x="965712" y="228028"/>
                </a:lnTo>
                <a:lnTo>
                  <a:pt x="971462" y="231827"/>
                </a:lnTo>
                <a:lnTo>
                  <a:pt x="974627" y="230508"/>
                </a:lnTo>
                <a:lnTo>
                  <a:pt x="978742" y="227870"/>
                </a:lnTo>
                <a:lnTo>
                  <a:pt x="982699" y="224228"/>
                </a:lnTo>
                <a:lnTo>
                  <a:pt x="986233" y="221379"/>
                </a:lnTo>
                <a:lnTo>
                  <a:pt x="991403" y="220270"/>
                </a:lnTo>
                <a:lnTo>
                  <a:pt x="998050" y="220429"/>
                </a:lnTo>
                <a:lnTo>
                  <a:pt x="1005910" y="219426"/>
                </a:lnTo>
                <a:lnTo>
                  <a:pt x="1011819" y="217896"/>
                </a:lnTo>
                <a:lnTo>
                  <a:pt x="1018466" y="220429"/>
                </a:lnTo>
                <a:lnTo>
                  <a:pt x="1020207" y="219637"/>
                </a:lnTo>
                <a:lnTo>
                  <a:pt x="1021314" y="217157"/>
                </a:lnTo>
                <a:lnTo>
                  <a:pt x="1024743" y="211721"/>
                </a:lnTo>
                <a:lnTo>
                  <a:pt x="1026273" y="208080"/>
                </a:lnTo>
                <a:lnTo>
                  <a:pt x="1027592" y="201061"/>
                </a:lnTo>
                <a:lnTo>
                  <a:pt x="1028542" y="199373"/>
                </a:lnTo>
                <a:lnTo>
                  <a:pt x="1031021" y="198423"/>
                </a:lnTo>
                <a:lnTo>
                  <a:pt x="1033606" y="197104"/>
                </a:lnTo>
                <a:lnTo>
                  <a:pt x="1034292" y="194993"/>
                </a:lnTo>
                <a:lnTo>
                  <a:pt x="1035241" y="192565"/>
                </a:lnTo>
                <a:lnTo>
                  <a:pt x="1034450" y="190507"/>
                </a:lnTo>
                <a:lnTo>
                  <a:pt x="1032973" y="188766"/>
                </a:lnTo>
                <a:lnTo>
                  <a:pt x="1031443" y="182961"/>
                </a:lnTo>
                <a:lnTo>
                  <a:pt x="1031918" y="180269"/>
                </a:lnTo>
                <a:lnTo>
                  <a:pt x="1032868" y="178317"/>
                </a:lnTo>
                <a:lnTo>
                  <a:pt x="1035505" y="177314"/>
                </a:lnTo>
                <a:lnTo>
                  <a:pt x="1042521" y="172987"/>
                </a:lnTo>
                <a:lnTo>
                  <a:pt x="1048746" y="167973"/>
                </a:lnTo>
                <a:lnTo>
                  <a:pt x="1052123" y="165493"/>
                </a:lnTo>
                <a:lnTo>
                  <a:pt x="1053600" y="163910"/>
                </a:lnTo>
                <a:lnTo>
                  <a:pt x="1053705" y="161588"/>
                </a:lnTo>
                <a:lnTo>
                  <a:pt x="1051015" y="159213"/>
                </a:lnTo>
                <a:lnTo>
                  <a:pt x="1048430" y="158052"/>
                </a:lnTo>
                <a:lnTo>
                  <a:pt x="1048219" y="155255"/>
                </a:lnTo>
                <a:lnTo>
                  <a:pt x="1048324" y="153356"/>
                </a:lnTo>
                <a:lnTo>
                  <a:pt x="1049116" y="151509"/>
                </a:lnTo>
                <a:lnTo>
                  <a:pt x="1048746" y="149767"/>
                </a:lnTo>
                <a:lnTo>
                  <a:pt x="1048694" y="147128"/>
                </a:lnTo>
                <a:lnTo>
                  <a:pt x="1050382" y="144279"/>
                </a:lnTo>
                <a:lnTo>
                  <a:pt x="1054180" y="140110"/>
                </a:lnTo>
                <a:lnTo>
                  <a:pt x="1057187" y="137366"/>
                </a:lnTo>
                <a:lnTo>
                  <a:pt x="1060511" y="139054"/>
                </a:lnTo>
                <a:lnTo>
                  <a:pt x="1064414" y="138263"/>
                </a:lnTo>
                <a:lnTo>
                  <a:pt x="1068107" y="136944"/>
                </a:lnTo>
                <a:lnTo>
                  <a:pt x="1070164" y="131983"/>
                </a:lnTo>
                <a:lnTo>
                  <a:pt x="1070481" y="129608"/>
                </a:lnTo>
                <a:lnTo>
                  <a:pt x="1070006" y="127708"/>
                </a:lnTo>
                <a:lnTo>
                  <a:pt x="1071272" y="120690"/>
                </a:lnTo>
                <a:lnTo>
                  <a:pt x="1071589" y="119634"/>
                </a:lnTo>
                <a:lnTo>
                  <a:pt x="1074016" y="115201"/>
                </a:lnTo>
                <a:lnTo>
                  <a:pt x="1074279" y="112246"/>
                </a:lnTo>
                <a:lnTo>
                  <a:pt x="1072908" y="105280"/>
                </a:lnTo>
                <a:lnTo>
                  <a:pt x="1073752" y="100056"/>
                </a:lnTo>
                <a:lnTo>
                  <a:pt x="1074121" y="89185"/>
                </a:lnTo>
                <a:lnTo>
                  <a:pt x="1075598" y="87232"/>
                </a:lnTo>
                <a:lnTo>
                  <a:pt x="1077286" y="81639"/>
                </a:lnTo>
                <a:lnTo>
                  <a:pt x="1079977" y="75781"/>
                </a:lnTo>
                <a:lnTo>
                  <a:pt x="1085410" y="72562"/>
                </a:lnTo>
                <a:lnTo>
                  <a:pt x="1088312" y="68393"/>
                </a:lnTo>
                <a:lnTo>
                  <a:pt x="1089578" y="67601"/>
                </a:lnTo>
                <a:lnTo>
                  <a:pt x="1091424" y="67548"/>
                </a:lnTo>
                <a:lnTo>
                  <a:pt x="1098071" y="70609"/>
                </a:lnTo>
                <a:lnTo>
                  <a:pt x="1103980" y="67232"/>
                </a:lnTo>
                <a:lnTo>
                  <a:pt x="1109361" y="66810"/>
                </a:lnTo>
                <a:lnTo>
                  <a:pt x="1113792" y="67285"/>
                </a:lnTo>
                <a:lnTo>
                  <a:pt x="1116324" y="68709"/>
                </a:lnTo>
                <a:lnTo>
                  <a:pt x="1118804" y="69712"/>
                </a:lnTo>
                <a:lnTo>
                  <a:pt x="1124079" y="66387"/>
                </a:lnTo>
                <a:lnTo>
                  <a:pt x="1126084" y="66968"/>
                </a:lnTo>
                <a:lnTo>
                  <a:pt x="1127983" y="68129"/>
                </a:lnTo>
                <a:lnTo>
                  <a:pt x="1130620" y="68076"/>
                </a:lnTo>
                <a:lnTo>
                  <a:pt x="1133733" y="67232"/>
                </a:lnTo>
                <a:lnTo>
                  <a:pt x="1141435" y="68023"/>
                </a:lnTo>
                <a:lnTo>
                  <a:pt x="1154993" y="68182"/>
                </a:lnTo>
                <a:lnTo>
                  <a:pt x="1164330" y="70187"/>
                </a:lnTo>
                <a:lnTo>
                  <a:pt x="1173457" y="75781"/>
                </a:lnTo>
                <a:lnTo>
                  <a:pt x="1177993" y="76942"/>
                </a:lnTo>
                <a:lnTo>
                  <a:pt x="1179945" y="76942"/>
                </a:lnTo>
                <a:lnTo>
                  <a:pt x="1179523" y="77417"/>
                </a:lnTo>
                <a:lnTo>
                  <a:pt x="1175883" y="78947"/>
                </a:lnTo>
                <a:lnTo>
                  <a:pt x="1174195" y="81955"/>
                </a:lnTo>
                <a:lnTo>
                  <a:pt x="1179154" y="86599"/>
                </a:lnTo>
                <a:lnTo>
                  <a:pt x="1179523" y="89660"/>
                </a:lnTo>
                <a:lnTo>
                  <a:pt x="1183374" y="92404"/>
                </a:lnTo>
                <a:lnTo>
                  <a:pt x="1188069" y="96679"/>
                </a:lnTo>
                <a:lnTo>
                  <a:pt x="1188280" y="98103"/>
                </a:lnTo>
                <a:lnTo>
                  <a:pt x="1189863" y="100003"/>
                </a:lnTo>
                <a:lnTo>
                  <a:pt x="1190654" y="102378"/>
                </a:lnTo>
                <a:lnTo>
                  <a:pt x="1187331" y="104700"/>
                </a:lnTo>
                <a:lnTo>
                  <a:pt x="1182899" y="105175"/>
                </a:lnTo>
                <a:lnTo>
                  <a:pt x="1179576" y="102958"/>
                </a:lnTo>
                <a:lnTo>
                  <a:pt x="1176569" y="100214"/>
                </a:lnTo>
                <a:lnTo>
                  <a:pt x="1175778" y="103592"/>
                </a:lnTo>
                <a:lnTo>
                  <a:pt x="1173404" y="105544"/>
                </a:lnTo>
                <a:lnTo>
                  <a:pt x="1164858" y="105016"/>
                </a:lnTo>
                <a:lnTo>
                  <a:pt x="1158738" y="105016"/>
                </a:lnTo>
                <a:lnTo>
                  <a:pt x="1152619" y="105861"/>
                </a:lnTo>
                <a:lnTo>
                  <a:pt x="1155678" y="106389"/>
                </a:lnTo>
                <a:lnTo>
                  <a:pt x="1158422" y="107497"/>
                </a:lnTo>
                <a:lnTo>
                  <a:pt x="1167917" y="116204"/>
                </a:lnTo>
                <a:lnTo>
                  <a:pt x="1169975" y="119476"/>
                </a:lnTo>
                <a:lnTo>
                  <a:pt x="1166651" y="125861"/>
                </a:lnTo>
                <a:lnTo>
                  <a:pt x="1168234" y="128500"/>
                </a:lnTo>
                <a:lnTo>
                  <a:pt x="1171927" y="130030"/>
                </a:lnTo>
                <a:lnTo>
                  <a:pt x="1176411" y="133197"/>
                </a:lnTo>
                <a:lnTo>
                  <a:pt x="1179576" y="133566"/>
                </a:lnTo>
                <a:lnTo>
                  <a:pt x="1181897" y="135360"/>
                </a:lnTo>
                <a:lnTo>
                  <a:pt x="1181950" y="138474"/>
                </a:lnTo>
                <a:lnTo>
                  <a:pt x="1183321" y="141324"/>
                </a:lnTo>
                <a:lnTo>
                  <a:pt x="1179681" y="142485"/>
                </a:lnTo>
                <a:lnTo>
                  <a:pt x="1183269" y="143223"/>
                </a:lnTo>
                <a:lnTo>
                  <a:pt x="1186487" y="144701"/>
                </a:lnTo>
                <a:lnTo>
                  <a:pt x="1184746" y="146179"/>
                </a:lnTo>
                <a:lnTo>
                  <a:pt x="1183374" y="147973"/>
                </a:lnTo>
                <a:lnTo>
                  <a:pt x="1184851" y="148923"/>
                </a:lnTo>
                <a:lnTo>
                  <a:pt x="1189230" y="150559"/>
                </a:lnTo>
                <a:lnTo>
                  <a:pt x="1191129" y="152089"/>
                </a:lnTo>
                <a:lnTo>
                  <a:pt x="1192131" y="156205"/>
                </a:lnTo>
                <a:lnTo>
                  <a:pt x="1196404" y="162907"/>
                </a:lnTo>
                <a:lnTo>
                  <a:pt x="1204212" y="171562"/>
                </a:lnTo>
                <a:lnTo>
                  <a:pt x="1205953" y="174728"/>
                </a:lnTo>
                <a:lnTo>
                  <a:pt x="1205900" y="177631"/>
                </a:lnTo>
                <a:lnTo>
                  <a:pt x="1204634" y="180164"/>
                </a:lnTo>
                <a:lnTo>
                  <a:pt x="1200150" y="183066"/>
                </a:lnTo>
                <a:lnTo>
                  <a:pt x="1196563" y="186919"/>
                </a:lnTo>
                <a:lnTo>
                  <a:pt x="1196141" y="188291"/>
                </a:lnTo>
                <a:lnTo>
                  <a:pt x="1191287" y="190085"/>
                </a:lnTo>
                <a:lnTo>
                  <a:pt x="1193503" y="191404"/>
                </a:lnTo>
                <a:lnTo>
                  <a:pt x="1195297" y="193198"/>
                </a:lnTo>
                <a:lnTo>
                  <a:pt x="1198620" y="198528"/>
                </a:lnTo>
                <a:lnTo>
                  <a:pt x="1206639" y="207236"/>
                </a:lnTo>
                <a:lnTo>
                  <a:pt x="1210701" y="210508"/>
                </a:lnTo>
                <a:lnTo>
                  <a:pt x="1227318" y="222328"/>
                </a:lnTo>
                <a:lnTo>
                  <a:pt x="1236128" y="227447"/>
                </a:lnTo>
                <a:lnTo>
                  <a:pt x="1247417" y="239216"/>
                </a:lnTo>
                <a:lnTo>
                  <a:pt x="1253220" y="241960"/>
                </a:lnTo>
                <a:lnTo>
                  <a:pt x="1254381" y="245232"/>
                </a:lnTo>
                <a:lnTo>
                  <a:pt x="1249475" y="250245"/>
                </a:lnTo>
                <a:lnTo>
                  <a:pt x="1242353" y="252778"/>
                </a:lnTo>
                <a:lnTo>
                  <a:pt x="1230642" y="254097"/>
                </a:lnTo>
                <a:lnTo>
                  <a:pt x="1218878" y="252356"/>
                </a:lnTo>
                <a:lnTo>
                  <a:pt x="1212758" y="250931"/>
                </a:lnTo>
                <a:lnTo>
                  <a:pt x="1207483" y="248028"/>
                </a:lnTo>
                <a:lnTo>
                  <a:pt x="1203262" y="242224"/>
                </a:lnTo>
                <a:lnTo>
                  <a:pt x="1197776" y="239057"/>
                </a:lnTo>
                <a:lnTo>
                  <a:pt x="1199886" y="242593"/>
                </a:lnTo>
                <a:lnTo>
                  <a:pt x="1201205" y="246181"/>
                </a:lnTo>
                <a:lnTo>
                  <a:pt x="1200519" y="250087"/>
                </a:lnTo>
                <a:lnTo>
                  <a:pt x="1198356" y="253200"/>
                </a:lnTo>
                <a:lnTo>
                  <a:pt x="1194664" y="255416"/>
                </a:lnTo>
                <a:lnTo>
                  <a:pt x="1190654" y="257264"/>
                </a:lnTo>
                <a:lnTo>
                  <a:pt x="1188966" y="258530"/>
                </a:lnTo>
                <a:lnTo>
                  <a:pt x="1178837" y="279058"/>
                </a:lnTo>
                <a:lnTo>
                  <a:pt x="1177202" y="284599"/>
                </a:lnTo>
                <a:lnTo>
                  <a:pt x="1174142" y="307608"/>
                </a:lnTo>
                <a:lnTo>
                  <a:pt x="1174090" y="314152"/>
                </a:lnTo>
                <a:lnTo>
                  <a:pt x="1178626" y="326289"/>
                </a:lnTo>
                <a:lnTo>
                  <a:pt x="1179048" y="332675"/>
                </a:lnTo>
                <a:lnTo>
                  <a:pt x="1179945" y="335472"/>
                </a:lnTo>
                <a:lnTo>
                  <a:pt x="1179312" y="337741"/>
                </a:lnTo>
                <a:lnTo>
                  <a:pt x="1177202" y="339113"/>
                </a:lnTo>
                <a:lnTo>
                  <a:pt x="1168498" y="342807"/>
                </a:lnTo>
                <a:lnTo>
                  <a:pt x="1162378" y="345920"/>
                </a:lnTo>
                <a:lnTo>
                  <a:pt x="1157367" y="350300"/>
                </a:lnTo>
                <a:lnTo>
                  <a:pt x="1153357" y="355789"/>
                </a:lnTo>
                <a:lnTo>
                  <a:pt x="1149823" y="359747"/>
                </a:lnTo>
                <a:lnTo>
                  <a:pt x="1145128" y="361646"/>
                </a:lnTo>
                <a:lnTo>
                  <a:pt x="1141699" y="361330"/>
                </a:lnTo>
                <a:lnTo>
                  <a:pt x="1138956" y="359536"/>
                </a:lnTo>
                <a:lnTo>
                  <a:pt x="1137056" y="356000"/>
                </a:lnTo>
                <a:lnTo>
                  <a:pt x="1135949" y="352147"/>
                </a:lnTo>
                <a:lnTo>
                  <a:pt x="1135210" y="354997"/>
                </a:lnTo>
                <a:lnTo>
                  <a:pt x="1135368" y="357794"/>
                </a:lnTo>
                <a:lnTo>
                  <a:pt x="1136951" y="360749"/>
                </a:lnTo>
                <a:lnTo>
                  <a:pt x="1137584" y="363916"/>
                </a:lnTo>
                <a:lnTo>
                  <a:pt x="1136634" y="367082"/>
                </a:lnTo>
                <a:lnTo>
                  <a:pt x="1134630" y="369668"/>
                </a:lnTo>
                <a:lnTo>
                  <a:pt x="1129196" y="372465"/>
                </a:lnTo>
                <a:lnTo>
                  <a:pt x="1126136" y="374839"/>
                </a:lnTo>
                <a:lnTo>
                  <a:pt x="1125662" y="379008"/>
                </a:lnTo>
                <a:lnTo>
                  <a:pt x="1124237" y="381383"/>
                </a:lnTo>
                <a:lnTo>
                  <a:pt x="1122127" y="383230"/>
                </a:lnTo>
                <a:lnTo>
                  <a:pt x="1114425" y="387399"/>
                </a:lnTo>
                <a:lnTo>
                  <a:pt x="1112737" y="389088"/>
                </a:lnTo>
                <a:lnTo>
                  <a:pt x="1111418" y="391251"/>
                </a:lnTo>
                <a:lnTo>
                  <a:pt x="1115533" y="390935"/>
                </a:lnTo>
                <a:lnTo>
                  <a:pt x="1119278" y="391251"/>
                </a:lnTo>
                <a:lnTo>
                  <a:pt x="1119595" y="395420"/>
                </a:lnTo>
                <a:lnTo>
                  <a:pt x="1120755" y="398534"/>
                </a:lnTo>
                <a:lnTo>
                  <a:pt x="1119278" y="405394"/>
                </a:lnTo>
                <a:lnTo>
                  <a:pt x="1113475" y="409985"/>
                </a:lnTo>
                <a:lnTo>
                  <a:pt x="1116377" y="410935"/>
                </a:lnTo>
                <a:lnTo>
                  <a:pt x="1118962" y="412466"/>
                </a:lnTo>
                <a:lnTo>
                  <a:pt x="1124765" y="413574"/>
                </a:lnTo>
                <a:lnTo>
                  <a:pt x="1126717" y="418429"/>
                </a:lnTo>
                <a:lnTo>
                  <a:pt x="1125873" y="424287"/>
                </a:lnTo>
                <a:lnTo>
                  <a:pt x="1124817" y="429564"/>
                </a:lnTo>
                <a:lnTo>
                  <a:pt x="1120650" y="430989"/>
                </a:lnTo>
                <a:lnTo>
                  <a:pt x="1118065" y="430039"/>
                </a:lnTo>
                <a:lnTo>
                  <a:pt x="1115533" y="430144"/>
                </a:lnTo>
                <a:lnTo>
                  <a:pt x="1113634" y="431728"/>
                </a:lnTo>
                <a:lnTo>
                  <a:pt x="1113106" y="434419"/>
                </a:lnTo>
                <a:lnTo>
                  <a:pt x="1116693" y="433100"/>
                </a:lnTo>
                <a:lnTo>
                  <a:pt x="1116535" y="439907"/>
                </a:lnTo>
                <a:lnTo>
                  <a:pt x="1115533" y="446556"/>
                </a:lnTo>
                <a:lnTo>
                  <a:pt x="1114372" y="450198"/>
                </a:lnTo>
                <a:lnTo>
                  <a:pt x="1112157" y="453206"/>
                </a:lnTo>
                <a:lnTo>
                  <a:pt x="1108833" y="454156"/>
                </a:lnTo>
                <a:lnTo>
                  <a:pt x="1105668" y="451939"/>
                </a:lnTo>
                <a:lnTo>
                  <a:pt x="1105035" y="454525"/>
                </a:lnTo>
                <a:lnTo>
                  <a:pt x="1105984" y="456689"/>
                </a:lnTo>
                <a:lnTo>
                  <a:pt x="1110468" y="462019"/>
                </a:lnTo>
                <a:lnTo>
                  <a:pt x="1107725" y="463232"/>
                </a:lnTo>
                <a:lnTo>
                  <a:pt x="1105721" y="465027"/>
                </a:lnTo>
                <a:lnTo>
                  <a:pt x="1104824" y="467665"/>
                </a:lnTo>
                <a:lnTo>
                  <a:pt x="1099970" y="473734"/>
                </a:lnTo>
                <a:lnTo>
                  <a:pt x="1097808" y="478220"/>
                </a:lnTo>
                <a:lnTo>
                  <a:pt x="1096858" y="482969"/>
                </a:lnTo>
                <a:lnTo>
                  <a:pt x="1094590" y="486769"/>
                </a:lnTo>
                <a:lnTo>
                  <a:pt x="1057767" y="503233"/>
                </a:lnTo>
                <a:lnTo>
                  <a:pt x="1028014" y="517112"/>
                </a:lnTo>
                <a:lnTo>
                  <a:pt x="1025851" y="516163"/>
                </a:lnTo>
                <a:lnTo>
                  <a:pt x="1024374" y="514052"/>
                </a:lnTo>
                <a:lnTo>
                  <a:pt x="1023372" y="492468"/>
                </a:lnTo>
                <a:lnTo>
                  <a:pt x="1019679" y="481439"/>
                </a:lnTo>
                <a:lnTo>
                  <a:pt x="1019152" y="475264"/>
                </a:lnTo>
                <a:lnTo>
                  <a:pt x="1014931" y="480805"/>
                </a:lnTo>
                <a:lnTo>
                  <a:pt x="1012346" y="480225"/>
                </a:lnTo>
                <a:lnTo>
                  <a:pt x="1009550" y="478800"/>
                </a:lnTo>
                <a:lnTo>
                  <a:pt x="1007493" y="477006"/>
                </a:lnTo>
                <a:lnTo>
                  <a:pt x="1007335" y="474631"/>
                </a:lnTo>
                <a:lnTo>
                  <a:pt x="1009550" y="467771"/>
                </a:lnTo>
                <a:lnTo>
                  <a:pt x="1006860" y="471518"/>
                </a:lnTo>
                <a:lnTo>
                  <a:pt x="1003853" y="474420"/>
                </a:lnTo>
                <a:lnTo>
                  <a:pt x="1000793" y="474051"/>
                </a:lnTo>
                <a:lnTo>
                  <a:pt x="998155" y="472626"/>
                </a:lnTo>
                <a:lnTo>
                  <a:pt x="997153" y="470409"/>
                </a:lnTo>
                <a:lnTo>
                  <a:pt x="995729" y="470093"/>
                </a:lnTo>
                <a:lnTo>
                  <a:pt x="989240" y="476161"/>
                </a:lnTo>
                <a:lnTo>
                  <a:pt x="980641" y="479433"/>
                </a:lnTo>
                <a:lnTo>
                  <a:pt x="975841" y="479381"/>
                </a:lnTo>
                <a:lnTo>
                  <a:pt x="972095" y="477534"/>
                </a:lnTo>
                <a:lnTo>
                  <a:pt x="972253" y="472890"/>
                </a:lnTo>
                <a:lnTo>
                  <a:pt x="971884" y="468351"/>
                </a:lnTo>
                <a:lnTo>
                  <a:pt x="970829" y="465713"/>
                </a:lnTo>
                <a:lnTo>
                  <a:pt x="968508" y="464763"/>
                </a:lnTo>
                <a:lnTo>
                  <a:pt x="966398" y="465079"/>
                </a:lnTo>
                <a:lnTo>
                  <a:pt x="960225" y="467454"/>
                </a:lnTo>
                <a:lnTo>
                  <a:pt x="958010" y="467190"/>
                </a:lnTo>
                <a:lnTo>
                  <a:pt x="956744" y="468351"/>
                </a:lnTo>
                <a:lnTo>
                  <a:pt x="940443" y="451834"/>
                </a:lnTo>
                <a:lnTo>
                  <a:pt x="937119" y="465238"/>
                </a:lnTo>
                <a:lnTo>
                  <a:pt x="925883" y="472362"/>
                </a:lnTo>
                <a:lnTo>
                  <a:pt x="917548" y="476478"/>
                </a:lnTo>
                <a:lnTo>
                  <a:pt x="909318" y="474948"/>
                </a:lnTo>
                <a:lnTo>
                  <a:pt x="900930" y="472309"/>
                </a:lnTo>
                <a:lnTo>
                  <a:pt x="892595" y="475475"/>
                </a:lnTo>
                <a:lnTo>
                  <a:pt x="883521" y="483338"/>
                </a:lnTo>
                <a:lnTo>
                  <a:pt x="880989" y="484552"/>
                </a:lnTo>
                <a:lnTo>
                  <a:pt x="878404" y="484499"/>
                </a:lnTo>
                <a:lnTo>
                  <a:pt x="876505" y="483497"/>
                </a:lnTo>
                <a:lnTo>
                  <a:pt x="877138" y="477534"/>
                </a:lnTo>
                <a:lnTo>
                  <a:pt x="877244" y="471623"/>
                </a:lnTo>
                <a:lnTo>
                  <a:pt x="876558" y="458377"/>
                </a:lnTo>
                <a:lnTo>
                  <a:pt x="875819" y="455792"/>
                </a:lnTo>
                <a:lnTo>
                  <a:pt x="873234" y="452150"/>
                </a:lnTo>
                <a:lnTo>
                  <a:pt x="869805" y="449512"/>
                </a:lnTo>
                <a:lnTo>
                  <a:pt x="867853" y="451464"/>
                </a:lnTo>
                <a:lnTo>
                  <a:pt x="866113" y="454050"/>
                </a:lnTo>
                <a:lnTo>
                  <a:pt x="859255" y="453944"/>
                </a:lnTo>
                <a:lnTo>
                  <a:pt x="852555" y="451886"/>
                </a:lnTo>
                <a:lnTo>
                  <a:pt x="846805" y="453047"/>
                </a:lnTo>
                <a:lnTo>
                  <a:pt x="835463" y="458325"/>
                </a:lnTo>
                <a:lnTo>
                  <a:pt x="829449" y="459116"/>
                </a:lnTo>
                <a:lnTo>
                  <a:pt x="826231" y="457955"/>
                </a:lnTo>
                <a:lnTo>
                  <a:pt x="824173" y="455105"/>
                </a:lnTo>
                <a:lnTo>
                  <a:pt x="825334" y="452520"/>
                </a:lnTo>
                <a:lnTo>
                  <a:pt x="827813" y="450567"/>
                </a:lnTo>
                <a:lnTo>
                  <a:pt x="823171" y="452097"/>
                </a:lnTo>
                <a:lnTo>
                  <a:pt x="819214" y="454789"/>
                </a:lnTo>
                <a:lnTo>
                  <a:pt x="817474" y="456478"/>
                </a:lnTo>
                <a:lnTo>
                  <a:pt x="815627" y="455633"/>
                </a:lnTo>
                <a:lnTo>
                  <a:pt x="810668" y="449617"/>
                </a:lnTo>
                <a:lnTo>
                  <a:pt x="800329" y="451886"/>
                </a:lnTo>
                <a:lnTo>
                  <a:pt x="798904" y="452572"/>
                </a:lnTo>
                <a:lnTo>
                  <a:pt x="796372" y="454578"/>
                </a:lnTo>
                <a:lnTo>
                  <a:pt x="793893" y="453575"/>
                </a:lnTo>
                <a:lnTo>
                  <a:pt x="792679" y="451411"/>
                </a:lnTo>
                <a:lnTo>
                  <a:pt x="792204" y="438957"/>
                </a:lnTo>
                <a:lnTo>
                  <a:pt x="786929" y="414946"/>
                </a:lnTo>
                <a:lnTo>
                  <a:pt x="785505" y="402650"/>
                </a:lnTo>
                <a:lnTo>
                  <a:pt x="784344" y="399748"/>
                </a:lnTo>
                <a:lnTo>
                  <a:pt x="778277" y="395368"/>
                </a:lnTo>
                <a:lnTo>
                  <a:pt x="778488" y="389035"/>
                </a:lnTo>
                <a:lnTo>
                  <a:pt x="781601" y="383758"/>
                </a:lnTo>
                <a:lnTo>
                  <a:pt x="782287" y="377584"/>
                </a:lnTo>
                <a:lnTo>
                  <a:pt x="781390" y="370881"/>
                </a:lnTo>
                <a:lnTo>
                  <a:pt x="779491" y="364338"/>
                </a:lnTo>
                <a:lnTo>
                  <a:pt x="777117" y="359377"/>
                </a:lnTo>
                <a:lnTo>
                  <a:pt x="773688" y="355155"/>
                </a:lnTo>
                <a:lnTo>
                  <a:pt x="769151" y="350406"/>
                </a:lnTo>
                <a:lnTo>
                  <a:pt x="763612" y="346870"/>
                </a:lnTo>
                <a:lnTo>
                  <a:pt x="751584" y="342912"/>
                </a:lnTo>
                <a:lnTo>
                  <a:pt x="745201" y="343229"/>
                </a:lnTo>
                <a:lnTo>
                  <a:pt x="742880" y="341699"/>
                </a:lnTo>
                <a:lnTo>
                  <a:pt x="741297" y="339640"/>
                </a:lnTo>
                <a:lnTo>
                  <a:pt x="741930" y="335683"/>
                </a:lnTo>
                <a:lnTo>
                  <a:pt x="744093" y="332938"/>
                </a:lnTo>
                <a:lnTo>
                  <a:pt x="746942" y="332252"/>
                </a:lnTo>
                <a:lnTo>
                  <a:pt x="747311" y="330722"/>
                </a:lnTo>
                <a:lnTo>
                  <a:pt x="741192" y="327503"/>
                </a:lnTo>
                <a:lnTo>
                  <a:pt x="736127" y="323176"/>
                </a:lnTo>
                <a:lnTo>
                  <a:pt x="734492" y="320537"/>
                </a:lnTo>
                <a:lnTo>
                  <a:pt x="734017" y="317687"/>
                </a:lnTo>
                <a:lnTo>
                  <a:pt x="734070" y="311038"/>
                </a:lnTo>
                <a:lnTo>
                  <a:pt x="735547" y="306869"/>
                </a:lnTo>
                <a:lnTo>
                  <a:pt x="736338" y="304547"/>
                </a:lnTo>
                <a:lnTo>
                  <a:pt x="737921" y="297528"/>
                </a:lnTo>
                <a:lnTo>
                  <a:pt x="741244" y="295418"/>
                </a:lnTo>
                <a:lnTo>
                  <a:pt x="740664" y="294098"/>
                </a:lnTo>
                <a:lnTo>
                  <a:pt x="739240" y="293148"/>
                </a:lnTo>
                <a:lnTo>
                  <a:pt x="737182" y="290879"/>
                </a:lnTo>
                <a:lnTo>
                  <a:pt x="735494" y="288188"/>
                </a:lnTo>
                <a:lnTo>
                  <a:pt x="731590" y="283702"/>
                </a:lnTo>
                <a:lnTo>
                  <a:pt x="724732" y="278267"/>
                </a:lnTo>
                <a:lnTo>
                  <a:pt x="723572" y="268926"/>
                </a:lnTo>
                <a:lnTo>
                  <a:pt x="722675" y="255153"/>
                </a:lnTo>
                <a:lnTo>
                  <a:pt x="723255" y="248873"/>
                </a:lnTo>
                <a:lnTo>
                  <a:pt x="725471" y="237157"/>
                </a:lnTo>
                <a:lnTo>
                  <a:pt x="729269" y="233516"/>
                </a:lnTo>
                <a:lnTo>
                  <a:pt x="732276" y="232461"/>
                </a:lnTo>
                <a:lnTo>
                  <a:pt x="734597" y="230878"/>
                </a:lnTo>
                <a:lnTo>
                  <a:pt x="732698" y="230666"/>
                </a:lnTo>
                <a:lnTo>
                  <a:pt x="731063" y="231247"/>
                </a:lnTo>
                <a:lnTo>
                  <a:pt x="728161" y="231616"/>
                </a:lnTo>
                <a:lnTo>
                  <a:pt x="730535" y="221168"/>
                </a:lnTo>
                <a:lnTo>
                  <a:pt x="731643" y="218107"/>
                </a:lnTo>
                <a:lnTo>
                  <a:pt x="736444" y="212249"/>
                </a:lnTo>
                <a:lnTo>
                  <a:pt x="742036" y="207077"/>
                </a:lnTo>
                <a:lnTo>
                  <a:pt x="744409" y="200956"/>
                </a:lnTo>
                <a:lnTo>
                  <a:pt x="747627" y="195573"/>
                </a:lnTo>
                <a:lnTo>
                  <a:pt x="760816" y="190032"/>
                </a:lnTo>
                <a:close/>
                <a:moveTo>
                  <a:pt x="342953" y="187393"/>
                </a:moveTo>
                <a:lnTo>
                  <a:pt x="345801" y="191668"/>
                </a:lnTo>
                <a:lnTo>
                  <a:pt x="346434" y="194518"/>
                </a:lnTo>
                <a:lnTo>
                  <a:pt x="344324" y="197684"/>
                </a:lnTo>
                <a:lnTo>
                  <a:pt x="343533" y="202645"/>
                </a:lnTo>
                <a:lnTo>
                  <a:pt x="337414" y="206497"/>
                </a:lnTo>
                <a:lnTo>
                  <a:pt x="332033" y="205600"/>
                </a:lnTo>
                <a:lnTo>
                  <a:pt x="330292" y="204228"/>
                </a:lnTo>
                <a:lnTo>
                  <a:pt x="326863" y="196734"/>
                </a:lnTo>
                <a:lnTo>
                  <a:pt x="327232" y="190349"/>
                </a:lnTo>
                <a:lnTo>
                  <a:pt x="329342" y="187921"/>
                </a:lnTo>
                <a:lnTo>
                  <a:pt x="334354" y="188291"/>
                </a:lnTo>
                <a:lnTo>
                  <a:pt x="339418" y="184808"/>
                </a:lnTo>
                <a:lnTo>
                  <a:pt x="342953" y="187393"/>
                </a:lnTo>
                <a:close/>
                <a:moveTo>
                  <a:pt x="380883" y="244809"/>
                </a:moveTo>
                <a:lnTo>
                  <a:pt x="378456" y="246392"/>
                </a:lnTo>
                <a:lnTo>
                  <a:pt x="375502" y="243912"/>
                </a:lnTo>
                <a:lnTo>
                  <a:pt x="373128" y="240271"/>
                </a:lnTo>
                <a:lnTo>
                  <a:pt x="371809" y="236524"/>
                </a:lnTo>
                <a:lnTo>
                  <a:pt x="370701" y="230350"/>
                </a:lnTo>
                <a:lnTo>
                  <a:pt x="370437" y="225917"/>
                </a:lnTo>
                <a:lnTo>
                  <a:pt x="371862" y="223331"/>
                </a:lnTo>
                <a:lnTo>
                  <a:pt x="372917" y="223437"/>
                </a:lnTo>
                <a:lnTo>
                  <a:pt x="377295" y="226023"/>
                </a:lnTo>
                <a:lnTo>
                  <a:pt x="380144" y="230508"/>
                </a:lnTo>
                <a:lnTo>
                  <a:pt x="381727" y="231933"/>
                </a:lnTo>
                <a:lnTo>
                  <a:pt x="382043" y="236049"/>
                </a:lnTo>
                <a:lnTo>
                  <a:pt x="380988" y="240746"/>
                </a:lnTo>
                <a:lnTo>
                  <a:pt x="380883" y="244809"/>
                </a:lnTo>
                <a:close/>
                <a:moveTo>
                  <a:pt x="384312" y="220059"/>
                </a:moveTo>
                <a:lnTo>
                  <a:pt x="384681" y="226814"/>
                </a:lnTo>
                <a:lnTo>
                  <a:pt x="380777" y="225073"/>
                </a:lnTo>
                <a:lnTo>
                  <a:pt x="377718" y="222381"/>
                </a:lnTo>
                <a:lnTo>
                  <a:pt x="372811" y="220376"/>
                </a:lnTo>
                <a:lnTo>
                  <a:pt x="366850" y="219743"/>
                </a:lnTo>
                <a:lnTo>
                  <a:pt x="362524" y="217948"/>
                </a:lnTo>
                <a:lnTo>
                  <a:pt x="359465" y="214835"/>
                </a:lnTo>
                <a:lnTo>
                  <a:pt x="359306" y="213357"/>
                </a:lnTo>
                <a:lnTo>
                  <a:pt x="359623" y="212196"/>
                </a:lnTo>
                <a:lnTo>
                  <a:pt x="360573" y="211299"/>
                </a:lnTo>
                <a:lnTo>
                  <a:pt x="383151" y="217368"/>
                </a:lnTo>
                <a:lnTo>
                  <a:pt x="384312" y="220059"/>
                </a:lnTo>
                <a:close/>
                <a:moveTo>
                  <a:pt x="412588" y="257633"/>
                </a:moveTo>
                <a:lnTo>
                  <a:pt x="411585" y="259691"/>
                </a:lnTo>
                <a:lnTo>
                  <a:pt x="409581" y="258161"/>
                </a:lnTo>
                <a:lnTo>
                  <a:pt x="399294" y="255891"/>
                </a:lnTo>
                <a:lnTo>
                  <a:pt x="395865" y="255680"/>
                </a:lnTo>
                <a:lnTo>
                  <a:pt x="386949" y="253147"/>
                </a:lnTo>
                <a:lnTo>
                  <a:pt x="384206" y="251828"/>
                </a:lnTo>
                <a:lnTo>
                  <a:pt x="382307" y="250087"/>
                </a:lnTo>
                <a:lnTo>
                  <a:pt x="382940" y="246920"/>
                </a:lnTo>
                <a:lnTo>
                  <a:pt x="384259" y="244968"/>
                </a:lnTo>
                <a:lnTo>
                  <a:pt x="385103" y="239585"/>
                </a:lnTo>
                <a:lnTo>
                  <a:pt x="387319" y="237421"/>
                </a:lnTo>
                <a:lnTo>
                  <a:pt x="391750" y="241432"/>
                </a:lnTo>
                <a:lnTo>
                  <a:pt x="396656" y="244862"/>
                </a:lnTo>
                <a:lnTo>
                  <a:pt x="399505" y="246445"/>
                </a:lnTo>
                <a:lnTo>
                  <a:pt x="408156" y="249928"/>
                </a:lnTo>
                <a:lnTo>
                  <a:pt x="411216" y="251722"/>
                </a:lnTo>
                <a:lnTo>
                  <a:pt x="412588" y="257633"/>
                </a:lnTo>
                <a:close/>
                <a:moveTo>
                  <a:pt x="419868" y="251142"/>
                </a:moveTo>
                <a:lnTo>
                  <a:pt x="418338" y="252620"/>
                </a:lnTo>
                <a:lnTo>
                  <a:pt x="415700" y="252303"/>
                </a:lnTo>
                <a:lnTo>
                  <a:pt x="412852" y="250509"/>
                </a:lnTo>
                <a:lnTo>
                  <a:pt x="409212" y="247290"/>
                </a:lnTo>
                <a:lnTo>
                  <a:pt x="405097" y="244440"/>
                </a:lnTo>
                <a:lnTo>
                  <a:pt x="399927" y="242646"/>
                </a:lnTo>
                <a:lnTo>
                  <a:pt x="396656" y="242118"/>
                </a:lnTo>
                <a:lnTo>
                  <a:pt x="395390" y="241432"/>
                </a:lnTo>
                <a:lnTo>
                  <a:pt x="396656" y="235891"/>
                </a:lnTo>
                <a:lnTo>
                  <a:pt x="400032" y="235574"/>
                </a:lnTo>
                <a:lnTo>
                  <a:pt x="411058" y="240693"/>
                </a:lnTo>
                <a:lnTo>
                  <a:pt x="414698" y="243490"/>
                </a:lnTo>
                <a:lnTo>
                  <a:pt x="419868" y="251142"/>
                </a:lnTo>
                <a:close/>
                <a:moveTo>
                  <a:pt x="426093" y="268451"/>
                </a:moveTo>
                <a:lnTo>
                  <a:pt x="420184" y="268768"/>
                </a:lnTo>
                <a:lnTo>
                  <a:pt x="418496" y="268082"/>
                </a:lnTo>
                <a:lnTo>
                  <a:pt x="419182" y="263121"/>
                </a:lnTo>
                <a:lnTo>
                  <a:pt x="420976" y="260113"/>
                </a:lnTo>
                <a:lnTo>
                  <a:pt x="423666" y="260166"/>
                </a:lnTo>
                <a:lnTo>
                  <a:pt x="426673" y="264652"/>
                </a:lnTo>
                <a:lnTo>
                  <a:pt x="426093" y="268451"/>
                </a:lnTo>
                <a:close/>
                <a:moveTo>
                  <a:pt x="434850" y="262013"/>
                </a:moveTo>
                <a:lnTo>
                  <a:pt x="433795" y="262699"/>
                </a:lnTo>
                <a:lnTo>
                  <a:pt x="429258" y="255997"/>
                </a:lnTo>
                <a:lnTo>
                  <a:pt x="430419" y="252145"/>
                </a:lnTo>
                <a:lnTo>
                  <a:pt x="431474" y="251142"/>
                </a:lnTo>
                <a:lnTo>
                  <a:pt x="433953" y="253517"/>
                </a:lnTo>
                <a:lnTo>
                  <a:pt x="435905" y="255997"/>
                </a:lnTo>
                <a:lnTo>
                  <a:pt x="437329" y="258899"/>
                </a:lnTo>
                <a:lnTo>
                  <a:pt x="434850" y="262013"/>
                </a:lnTo>
                <a:close/>
                <a:moveTo>
                  <a:pt x="465183" y="234730"/>
                </a:moveTo>
                <a:lnTo>
                  <a:pt x="468507" y="237052"/>
                </a:lnTo>
                <a:lnTo>
                  <a:pt x="471250" y="235521"/>
                </a:lnTo>
                <a:lnTo>
                  <a:pt x="471145" y="237527"/>
                </a:lnTo>
                <a:lnTo>
                  <a:pt x="470564" y="239427"/>
                </a:lnTo>
                <a:lnTo>
                  <a:pt x="467346" y="244809"/>
                </a:lnTo>
                <a:lnTo>
                  <a:pt x="461965" y="243596"/>
                </a:lnTo>
                <a:lnTo>
                  <a:pt x="460699" y="241854"/>
                </a:lnTo>
                <a:lnTo>
                  <a:pt x="460277" y="240535"/>
                </a:lnTo>
                <a:lnTo>
                  <a:pt x="461069" y="239690"/>
                </a:lnTo>
                <a:lnTo>
                  <a:pt x="461491" y="237052"/>
                </a:lnTo>
                <a:lnTo>
                  <a:pt x="463865" y="237052"/>
                </a:lnTo>
                <a:lnTo>
                  <a:pt x="465183" y="234730"/>
                </a:lnTo>
                <a:close/>
                <a:moveTo>
                  <a:pt x="494726" y="232883"/>
                </a:moveTo>
                <a:lnTo>
                  <a:pt x="495042" y="236841"/>
                </a:lnTo>
                <a:lnTo>
                  <a:pt x="498049" y="238741"/>
                </a:lnTo>
                <a:lnTo>
                  <a:pt x="498840" y="241643"/>
                </a:lnTo>
                <a:lnTo>
                  <a:pt x="498313" y="246340"/>
                </a:lnTo>
                <a:lnTo>
                  <a:pt x="495464" y="251722"/>
                </a:lnTo>
                <a:lnTo>
                  <a:pt x="494198" y="253147"/>
                </a:lnTo>
                <a:lnTo>
                  <a:pt x="490452" y="252039"/>
                </a:lnTo>
                <a:lnTo>
                  <a:pt x="489239" y="250245"/>
                </a:lnTo>
                <a:lnTo>
                  <a:pt x="488712" y="248873"/>
                </a:lnTo>
                <a:lnTo>
                  <a:pt x="489239" y="247817"/>
                </a:lnTo>
                <a:lnTo>
                  <a:pt x="486496" y="246604"/>
                </a:lnTo>
                <a:lnTo>
                  <a:pt x="488237" y="244493"/>
                </a:lnTo>
                <a:lnTo>
                  <a:pt x="487023" y="241643"/>
                </a:lnTo>
                <a:lnTo>
                  <a:pt x="479374" y="243437"/>
                </a:lnTo>
                <a:lnTo>
                  <a:pt x="477159" y="243490"/>
                </a:lnTo>
                <a:lnTo>
                  <a:pt x="476736" y="240218"/>
                </a:lnTo>
                <a:lnTo>
                  <a:pt x="477053" y="238846"/>
                </a:lnTo>
                <a:lnTo>
                  <a:pt x="482961" y="234730"/>
                </a:lnTo>
                <a:lnTo>
                  <a:pt x="486443" y="233938"/>
                </a:lnTo>
                <a:lnTo>
                  <a:pt x="490241" y="234783"/>
                </a:lnTo>
                <a:lnTo>
                  <a:pt x="494726" y="232883"/>
                </a:lnTo>
                <a:close/>
                <a:moveTo>
                  <a:pt x="504960" y="306341"/>
                </a:moveTo>
                <a:lnTo>
                  <a:pt x="506490" y="307186"/>
                </a:lnTo>
                <a:lnTo>
                  <a:pt x="508336" y="304494"/>
                </a:lnTo>
                <a:lnTo>
                  <a:pt x="511818" y="308241"/>
                </a:lnTo>
                <a:lnTo>
                  <a:pt x="513981" y="310088"/>
                </a:lnTo>
                <a:lnTo>
                  <a:pt x="516882" y="311988"/>
                </a:lnTo>
                <a:lnTo>
                  <a:pt x="514033" y="312041"/>
                </a:lnTo>
                <a:lnTo>
                  <a:pt x="512873" y="313782"/>
                </a:lnTo>
                <a:lnTo>
                  <a:pt x="512082" y="314099"/>
                </a:lnTo>
                <a:lnTo>
                  <a:pt x="500898" y="308083"/>
                </a:lnTo>
                <a:lnTo>
                  <a:pt x="493776" y="310035"/>
                </a:lnTo>
                <a:lnTo>
                  <a:pt x="488870" y="308241"/>
                </a:lnTo>
                <a:lnTo>
                  <a:pt x="487446" y="307027"/>
                </a:lnTo>
                <a:lnTo>
                  <a:pt x="490083" y="303703"/>
                </a:lnTo>
                <a:lnTo>
                  <a:pt x="492510" y="296104"/>
                </a:lnTo>
                <a:lnTo>
                  <a:pt x="497416" y="298003"/>
                </a:lnTo>
                <a:lnTo>
                  <a:pt x="498577" y="300378"/>
                </a:lnTo>
                <a:lnTo>
                  <a:pt x="498313" y="301064"/>
                </a:lnTo>
                <a:lnTo>
                  <a:pt x="501478" y="302489"/>
                </a:lnTo>
                <a:lnTo>
                  <a:pt x="504960" y="306341"/>
                </a:lnTo>
                <a:close/>
                <a:moveTo>
                  <a:pt x="488870" y="314732"/>
                </a:moveTo>
                <a:lnTo>
                  <a:pt x="493829" y="319851"/>
                </a:lnTo>
                <a:lnTo>
                  <a:pt x="494989" y="321698"/>
                </a:lnTo>
                <a:lnTo>
                  <a:pt x="492563" y="324548"/>
                </a:lnTo>
                <a:lnTo>
                  <a:pt x="490611" y="328558"/>
                </a:lnTo>
                <a:lnTo>
                  <a:pt x="489450" y="329403"/>
                </a:lnTo>
                <a:lnTo>
                  <a:pt x="485705" y="327872"/>
                </a:lnTo>
                <a:lnTo>
                  <a:pt x="483014" y="331830"/>
                </a:lnTo>
                <a:lnTo>
                  <a:pt x="481273" y="325498"/>
                </a:lnTo>
                <a:lnTo>
                  <a:pt x="477422" y="321487"/>
                </a:lnTo>
                <a:lnTo>
                  <a:pt x="479796" y="317424"/>
                </a:lnTo>
                <a:lnTo>
                  <a:pt x="480693" y="317107"/>
                </a:lnTo>
                <a:lnTo>
                  <a:pt x="481854" y="317265"/>
                </a:lnTo>
                <a:lnTo>
                  <a:pt x="483067" y="318321"/>
                </a:lnTo>
                <a:lnTo>
                  <a:pt x="488870" y="314732"/>
                </a:lnTo>
                <a:close/>
                <a:moveTo>
                  <a:pt x="449990" y="315418"/>
                </a:moveTo>
                <a:lnTo>
                  <a:pt x="443080" y="317265"/>
                </a:lnTo>
                <a:lnTo>
                  <a:pt x="435430" y="315946"/>
                </a:lnTo>
                <a:lnTo>
                  <a:pt x="436380" y="312727"/>
                </a:lnTo>
                <a:lnTo>
                  <a:pt x="440073" y="309086"/>
                </a:lnTo>
                <a:lnTo>
                  <a:pt x="443343" y="309244"/>
                </a:lnTo>
                <a:lnTo>
                  <a:pt x="449304" y="311671"/>
                </a:lnTo>
                <a:lnTo>
                  <a:pt x="451415" y="313835"/>
                </a:lnTo>
                <a:lnTo>
                  <a:pt x="449990" y="315418"/>
                </a:lnTo>
                <a:close/>
                <a:moveTo>
                  <a:pt x="765089" y="359377"/>
                </a:moveTo>
                <a:lnTo>
                  <a:pt x="754591" y="364760"/>
                </a:lnTo>
                <a:lnTo>
                  <a:pt x="752112" y="364496"/>
                </a:lnTo>
                <a:lnTo>
                  <a:pt x="750212" y="362544"/>
                </a:lnTo>
                <a:lnTo>
                  <a:pt x="751373" y="352147"/>
                </a:lnTo>
                <a:lnTo>
                  <a:pt x="752745" y="349034"/>
                </a:lnTo>
                <a:lnTo>
                  <a:pt x="760077" y="348717"/>
                </a:lnTo>
                <a:lnTo>
                  <a:pt x="764561" y="350195"/>
                </a:lnTo>
                <a:lnTo>
                  <a:pt x="766830" y="351884"/>
                </a:lnTo>
                <a:lnTo>
                  <a:pt x="767779" y="355367"/>
                </a:lnTo>
                <a:lnTo>
                  <a:pt x="767252" y="357477"/>
                </a:lnTo>
                <a:lnTo>
                  <a:pt x="765089" y="359377"/>
                </a:lnTo>
                <a:close/>
                <a:moveTo>
                  <a:pt x="983226" y="671998"/>
                </a:moveTo>
                <a:lnTo>
                  <a:pt x="982224" y="672790"/>
                </a:lnTo>
                <a:lnTo>
                  <a:pt x="973256" y="672368"/>
                </a:lnTo>
                <a:lnTo>
                  <a:pt x="967453" y="676642"/>
                </a:lnTo>
                <a:lnTo>
                  <a:pt x="963496" y="677961"/>
                </a:lnTo>
                <a:lnTo>
                  <a:pt x="949094" y="677961"/>
                </a:lnTo>
                <a:lnTo>
                  <a:pt x="947406" y="677381"/>
                </a:lnTo>
                <a:lnTo>
                  <a:pt x="946140" y="677434"/>
                </a:lnTo>
                <a:lnTo>
                  <a:pt x="945349" y="678278"/>
                </a:lnTo>
                <a:lnTo>
                  <a:pt x="940759" y="677645"/>
                </a:lnTo>
                <a:lnTo>
                  <a:pt x="926199" y="673845"/>
                </a:lnTo>
                <a:lnTo>
                  <a:pt x="924195" y="670309"/>
                </a:lnTo>
                <a:lnTo>
                  <a:pt x="926463" y="666510"/>
                </a:lnTo>
                <a:lnTo>
                  <a:pt x="931686" y="661180"/>
                </a:lnTo>
                <a:lnTo>
                  <a:pt x="942184" y="660124"/>
                </a:lnTo>
                <a:lnTo>
                  <a:pt x="990084" y="659755"/>
                </a:lnTo>
                <a:lnTo>
                  <a:pt x="995307" y="664346"/>
                </a:lnTo>
                <a:lnTo>
                  <a:pt x="995782" y="665877"/>
                </a:lnTo>
                <a:lnTo>
                  <a:pt x="985336" y="669043"/>
                </a:lnTo>
                <a:lnTo>
                  <a:pt x="983226" y="671998"/>
                </a:lnTo>
                <a:close/>
                <a:moveTo>
                  <a:pt x="377718" y="586191"/>
                </a:moveTo>
                <a:lnTo>
                  <a:pt x="373444" y="586402"/>
                </a:lnTo>
                <a:lnTo>
                  <a:pt x="365531" y="579964"/>
                </a:lnTo>
                <a:lnTo>
                  <a:pt x="364213" y="577959"/>
                </a:lnTo>
                <a:lnTo>
                  <a:pt x="366481" y="576006"/>
                </a:lnTo>
                <a:lnTo>
                  <a:pt x="368802" y="576164"/>
                </a:lnTo>
                <a:lnTo>
                  <a:pt x="377981" y="580228"/>
                </a:lnTo>
                <a:lnTo>
                  <a:pt x="379722" y="582286"/>
                </a:lnTo>
                <a:lnTo>
                  <a:pt x="377718" y="586191"/>
                </a:lnTo>
                <a:close/>
                <a:moveTo>
                  <a:pt x="275270" y="465027"/>
                </a:moveTo>
                <a:lnTo>
                  <a:pt x="277380" y="472731"/>
                </a:lnTo>
                <a:lnTo>
                  <a:pt x="271102" y="467454"/>
                </a:lnTo>
                <a:lnTo>
                  <a:pt x="271207" y="463760"/>
                </a:lnTo>
                <a:lnTo>
                  <a:pt x="270363" y="461333"/>
                </a:lnTo>
                <a:lnTo>
                  <a:pt x="266565" y="458377"/>
                </a:lnTo>
                <a:lnTo>
                  <a:pt x="263611" y="454683"/>
                </a:lnTo>
                <a:lnTo>
                  <a:pt x="262292" y="445870"/>
                </a:lnTo>
                <a:lnTo>
                  <a:pt x="263347" y="444076"/>
                </a:lnTo>
                <a:lnTo>
                  <a:pt x="265827" y="443918"/>
                </a:lnTo>
                <a:lnTo>
                  <a:pt x="276852" y="455475"/>
                </a:lnTo>
                <a:lnTo>
                  <a:pt x="277591" y="457427"/>
                </a:lnTo>
                <a:lnTo>
                  <a:pt x="277327" y="461544"/>
                </a:lnTo>
                <a:lnTo>
                  <a:pt x="275744" y="462810"/>
                </a:lnTo>
                <a:lnTo>
                  <a:pt x="275270" y="465027"/>
                </a:lnTo>
                <a:close/>
                <a:moveTo>
                  <a:pt x="263611" y="441701"/>
                </a:moveTo>
                <a:lnTo>
                  <a:pt x="259865" y="445923"/>
                </a:lnTo>
                <a:lnTo>
                  <a:pt x="253640" y="445870"/>
                </a:lnTo>
                <a:lnTo>
                  <a:pt x="252427" y="443232"/>
                </a:lnTo>
                <a:lnTo>
                  <a:pt x="252691" y="436846"/>
                </a:lnTo>
                <a:lnTo>
                  <a:pt x="251161" y="434788"/>
                </a:lnTo>
                <a:lnTo>
                  <a:pt x="251214" y="433944"/>
                </a:lnTo>
                <a:lnTo>
                  <a:pt x="252216" y="430303"/>
                </a:lnTo>
                <a:lnTo>
                  <a:pt x="253482" y="429511"/>
                </a:lnTo>
                <a:lnTo>
                  <a:pt x="263505" y="438482"/>
                </a:lnTo>
                <a:lnTo>
                  <a:pt x="263611" y="441701"/>
                </a:lnTo>
                <a:close/>
                <a:moveTo>
                  <a:pt x="244567" y="420698"/>
                </a:moveTo>
                <a:lnTo>
                  <a:pt x="244831" y="422123"/>
                </a:lnTo>
                <a:lnTo>
                  <a:pt x="236232" y="417479"/>
                </a:lnTo>
                <a:lnTo>
                  <a:pt x="232117" y="416213"/>
                </a:lnTo>
                <a:lnTo>
                  <a:pt x="228424" y="411146"/>
                </a:lnTo>
                <a:lnTo>
                  <a:pt x="229585" y="408666"/>
                </a:lnTo>
                <a:lnTo>
                  <a:pt x="229743" y="405289"/>
                </a:lnTo>
                <a:lnTo>
                  <a:pt x="230271" y="403969"/>
                </a:lnTo>
                <a:lnTo>
                  <a:pt x="232908" y="403495"/>
                </a:lnTo>
                <a:lnTo>
                  <a:pt x="236284" y="405922"/>
                </a:lnTo>
                <a:lnTo>
                  <a:pt x="238869" y="411991"/>
                </a:lnTo>
                <a:lnTo>
                  <a:pt x="243142" y="417585"/>
                </a:lnTo>
                <a:lnTo>
                  <a:pt x="244567" y="420698"/>
                </a:lnTo>
                <a:close/>
                <a:moveTo>
                  <a:pt x="171555" y="325023"/>
                </a:moveTo>
                <a:lnTo>
                  <a:pt x="168443" y="327503"/>
                </a:lnTo>
                <a:lnTo>
                  <a:pt x="163695" y="325128"/>
                </a:lnTo>
                <a:lnTo>
                  <a:pt x="165278" y="321751"/>
                </a:lnTo>
                <a:lnTo>
                  <a:pt x="166069" y="317054"/>
                </a:lnTo>
                <a:lnTo>
                  <a:pt x="168918" y="313360"/>
                </a:lnTo>
                <a:lnTo>
                  <a:pt x="169867" y="308980"/>
                </a:lnTo>
                <a:lnTo>
                  <a:pt x="164381" y="297106"/>
                </a:lnTo>
                <a:lnTo>
                  <a:pt x="167124" y="296684"/>
                </a:lnTo>
                <a:lnTo>
                  <a:pt x="169234" y="298003"/>
                </a:lnTo>
                <a:lnTo>
                  <a:pt x="172874" y="305919"/>
                </a:lnTo>
                <a:lnTo>
                  <a:pt x="176040" y="310669"/>
                </a:lnTo>
                <a:lnTo>
                  <a:pt x="174773" y="317107"/>
                </a:lnTo>
                <a:lnTo>
                  <a:pt x="171555" y="325023"/>
                </a:lnTo>
                <a:close/>
                <a:moveTo>
                  <a:pt x="66312" y="172512"/>
                </a:moveTo>
                <a:lnTo>
                  <a:pt x="62988" y="172987"/>
                </a:lnTo>
                <a:lnTo>
                  <a:pt x="59823" y="171879"/>
                </a:lnTo>
                <a:lnTo>
                  <a:pt x="57132" y="168818"/>
                </a:lnTo>
                <a:lnTo>
                  <a:pt x="42994" y="160058"/>
                </a:lnTo>
                <a:lnTo>
                  <a:pt x="38563" y="159952"/>
                </a:lnTo>
                <a:lnTo>
                  <a:pt x="35503" y="157683"/>
                </a:lnTo>
                <a:lnTo>
                  <a:pt x="31758" y="156891"/>
                </a:lnTo>
                <a:lnTo>
                  <a:pt x="27748" y="151034"/>
                </a:lnTo>
                <a:lnTo>
                  <a:pt x="26904" y="147920"/>
                </a:lnTo>
                <a:lnTo>
                  <a:pt x="29806" y="146390"/>
                </a:lnTo>
                <a:lnTo>
                  <a:pt x="31600" y="143171"/>
                </a:lnTo>
                <a:lnTo>
                  <a:pt x="36347" y="144595"/>
                </a:lnTo>
                <a:lnTo>
                  <a:pt x="41728" y="150295"/>
                </a:lnTo>
                <a:lnTo>
                  <a:pt x="47215" y="152406"/>
                </a:lnTo>
                <a:lnTo>
                  <a:pt x="48692" y="153461"/>
                </a:lnTo>
                <a:lnTo>
                  <a:pt x="51329" y="156627"/>
                </a:lnTo>
                <a:lnTo>
                  <a:pt x="63832" y="164332"/>
                </a:lnTo>
                <a:lnTo>
                  <a:pt x="65204" y="166918"/>
                </a:lnTo>
                <a:lnTo>
                  <a:pt x="66048" y="169557"/>
                </a:lnTo>
                <a:lnTo>
                  <a:pt x="66312" y="172512"/>
                </a:lnTo>
                <a:close/>
                <a:moveTo>
                  <a:pt x="1334303" y="629411"/>
                </a:moveTo>
                <a:lnTo>
                  <a:pt x="1333617" y="638224"/>
                </a:lnTo>
                <a:lnTo>
                  <a:pt x="1332615" y="635111"/>
                </a:lnTo>
                <a:lnTo>
                  <a:pt x="1332246" y="627089"/>
                </a:lnTo>
                <a:lnTo>
                  <a:pt x="1330927" y="623184"/>
                </a:lnTo>
                <a:lnTo>
                  <a:pt x="1331771" y="618698"/>
                </a:lnTo>
                <a:lnTo>
                  <a:pt x="1331454" y="607141"/>
                </a:lnTo>
                <a:lnTo>
                  <a:pt x="1333090" y="601811"/>
                </a:lnTo>
                <a:lnTo>
                  <a:pt x="1334303" y="608619"/>
                </a:lnTo>
                <a:lnTo>
                  <a:pt x="1334303" y="612049"/>
                </a:lnTo>
                <a:lnTo>
                  <a:pt x="1334303" y="629411"/>
                </a:lnTo>
                <a:close/>
                <a:moveTo>
                  <a:pt x="1064045" y="664927"/>
                </a:moveTo>
                <a:lnTo>
                  <a:pt x="1059772" y="665824"/>
                </a:lnTo>
                <a:lnTo>
                  <a:pt x="1055763" y="663977"/>
                </a:lnTo>
                <a:lnTo>
                  <a:pt x="1055868" y="661444"/>
                </a:lnTo>
                <a:lnTo>
                  <a:pt x="1056871" y="659122"/>
                </a:lnTo>
                <a:lnTo>
                  <a:pt x="1062832" y="657908"/>
                </a:lnTo>
                <a:lnTo>
                  <a:pt x="1065997" y="658014"/>
                </a:lnTo>
                <a:lnTo>
                  <a:pt x="1069426" y="659597"/>
                </a:lnTo>
                <a:lnTo>
                  <a:pt x="1071800" y="661285"/>
                </a:lnTo>
                <a:lnTo>
                  <a:pt x="1072960" y="663238"/>
                </a:lnTo>
                <a:lnTo>
                  <a:pt x="1066524" y="663344"/>
                </a:lnTo>
                <a:lnTo>
                  <a:pt x="1064045" y="664927"/>
                </a:lnTo>
                <a:close/>
                <a:moveTo>
                  <a:pt x="1112895" y="501175"/>
                </a:moveTo>
                <a:lnTo>
                  <a:pt x="1101817" y="510991"/>
                </a:lnTo>
                <a:lnTo>
                  <a:pt x="1100023" y="508511"/>
                </a:lnTo>
                <a:lnTo>
                  <a:pt x="1100973" y="498484"/>
                </a:lnTo>
                <a:lnTo>
                  <a:pt x="1097860" y="492310"/>
                </a:lnTo>
                <a:lnTo>
                  <a:pt x="1098071" y="487666"/>
                </a:lnTo>
                <a:lnTo>
                  <a:pt x="1100287" y="479539"/>
                </a:lnTo>
                <a:lnTo>
                  <a:pt x="1103083" y="473312"/>
                </a:lnTo>
                <a:lnTo>
                  <a:pt x="1109519" y="469090"/>
                </a:lnTo>
                <a:lnTo>
                  <a:pt x="1111154" y="468615"/>
                </a:lnTo>
                <a:lnTo>
                  <a:pt x="1110732" y="476214"/>
                </a:lnTo>
                <a:lnTo>
                  <a:pt x="1112051" y="479064"/>
                </a:lnTo>
                <a:lnTo>
                  <a:pt x="1112473" y="481491"/>
                </a:lnTo>
                <a:lnTo>
                  <a:pt x="1111787" y="483602"/>
                </a:lnTo>
                <a:lnTo>
                  <a:pt x="1113001" y="493312"/>
                </a:lnTo>
                <a:lnTo>
                  <a:pt x="1113739" y="495634"/>
                </a:lnTo>
                <a:lnTo>
                  <a:pt x="1112157" y="498695"/>
                </a:lnTo>
                <a:lnTo>
                  <a:pt x="1112895" y="501175"/>
                </a:lnTo>
                <a:close/>
                <a:moveTo>
                  <a:pt x="556711" y="145968"/>
                </a:moveTo>
                <a:lnTo>
                  <a:pt x="554548" y="146179"/>
                </a:lnTo>
                <a:lnTo>
                  <a:pt x="553863" y="144595"/>
                </a:lnTo>
                <a:lnTo>
                  <a:pt x="553968" y="141904"/>
                </a:lnTo>
                <a:lnTo>
                  <a:pt x="553757" y="139740"/>
                </a:lnTo>
                <a:lnTo>
                  <a:pt x="553124" y="138157"/>
                </a:lnTo>
                <a:lnTo>
                  <a:pt x="553124" y="135466"/>
                </a:lnTo>
                <a:lnTo>
                  <a:pt x="555181" y="136785"/>
                </a:lnTo>
                <a:lnTo>
                  <a:pt x="556711" y="138052"/>
                </a:lnTo>
                <a:lnTo>
                  <a:pt x="558558" y="138949"/>
                </a:lnTo>
                <a:lnTo>
                  <a:pt x="559982" y="139582"/>
                </a:lnTo>
                <a:lnTo>
                  <a:pt x="560773" y="139952"/>
                </a:lnTo>
                <a:lnTo>
                  <a:pt x="559296" y="143804"/>
                </a:lnTo>
                <a:lnTo>
                  <a:pt x="556711" y="145968"/>
                </a:lnTo>
                <a:close/>
                <a:moveTo>
                  <a:pt x="1279650" y="758333"/>
                </a:moveTo>
                <a:lnTo>
                  <a:pt x="1277593" y="758808"/>
                </a:lnTo>
                <a:lnTo>
                  <a:pt x="1275535" y="758069"/>
                </a:lnTo>
                <a:lnTo>
                  <a:pt x="1276379" y="753372"/>
                </a:lnTo>
                <a:lnTo>
                  <a:pt x="1275166" y="750206"/>
                </a:lnTo>
                <a:lnTo>
                  <a:pt x="1277329" y="747673"/>
                </a:lnTo>
                <a:lnTo>
                  <a:pt x="1277856" y="743240"/>
                </a:lnTo>
                <a:lnTo>
                  <a:pt x="1278700" y="741868"/>
                </a:lnTo>
                <a:lnTo>
                  <a:pt x="1280019" y="743293"/>
                </a:lnTo>
                <a:lnTo>
                  <a:pt x="1280600" y="744190"/>
                </a:lnTo>
                <a:lnTo>
                  <a:pt x="1281655" y="744612"/>
                </a:lnTo>
                <a:lnTo>
                  <a:pt x="1284029" y="744718"/>
                </a:lnTo>
                <a:lnTo>
                  <a:pt x="1284556" y="746618"/>
                </a:lnTo>
                <a:lnTo>
                  <a:pt x="1284451" y="748412"/>
                </a:lnTo>
                <a:lnTo>
                  <a:pt x="1283448" y="750312"/>
                </a:lnTo>
                <a:lnTo>
                  <a:pt x="1280652" y="752370"/>
                </a:lnTo>
                <a:lnTo>
                  <a:pt x="1278595" y="754692"/>
                </a:lnTo>
                <a:lnTo>
                  <a:pt x="1279650" y="758333"/>
                </a:lnTo>
                <a:close/>
                <a:moveTo>
                  <a:pt x="1183902" y="77047"/>
                </a:moveTo>
                <a:lnTo>
                  <a:pt x="1188966" y="77153"/>
                </a:lnTo>
                <a:lnTo>
                  <a:pt x="1196352" y="76150"/>
                </a:lnTo>
                <a:lnTo>
                  <a:pt x="1198093" y="81164"/>
                </a:lnTo>
                <a:lnTo>
                  <a:pt x="1198356" y="83116"/>
                </a:lnTo>
                <a:lnTo>
                  <a:pt x="1188544" y="85755"/>
                </a:lnTo>
                <a:lnTo>
                  <a:pt x="1182636" y="79580"/>
                </a:lnTo>
                <a:lnTo>
                  <a:pt x="1183902" y="77047"/>
                </a:lnTo>
                <a:close/>
                <a:moveTo>
                  <a:pt x="1184377" y="123909"/>
                </a:moveTo>
                <a:lnTo>
                  <a:pt x="1183744" y="125650"/>
                </a:lnTo>
                <a:lnTo>
                  <a:pt x="1179207" y="121429"/>
                </a:lnTo>
                <a:lnTo>
                  <a:pt x="1177993" y="118368"/>
                </a:lnTo>
                <a:lnTo>
                  <a:pt x="1178574" y="115940"/>
                </a:lnTo>
                <a:lnTo>
                  <a:pt x="1183269" y="115729"/>
                </a:lnTo>
                <a:lnTo>
                  <a:pt x="1185590" y="117207"/>
                </a:lnTo>
                <a:lnTo>
                  <a:pt x="1184377" y="123909"/>
                </a:lnTo>
                <a:close/>
                <a:moveTo>
                  <a:pt x="1178996" y="738596"/>
                </a:moveTo>
                <a:lnTo>
                  <a:pt x="1177835" y="738649"/>
                </a:lnTo>
                <a:lnTo>
                  <a:pt x="1175514" y="737646"/>
                </a:lnTo>
                <a:lnTo>
                  <a:pt x="1176358" y="735430"/>
                </a:lnTo>
                <a:lnTo>
                  <a:pt x="1175092" y="731841"/>
                </a:lnTo>
                <a:lnTo>
                  <a:pt x="1175567" y="728886"/>
                </a:lnTo>
                <a:lnTo>
                  <a:pt x="1178468" y="727250"/>
                </a:lnTo>
                <a:lnTo>
                  <a:pt x="1184746" y="727039"/>
                </a:lnTo>
                <a:lnTo>
                  <a:pt x="1184957" y="729203"/>
                </a:lnTo>
                <a:lnTo>
                  <a:pt x="1178996" y="738596"/>
                </a:lnTo>
                <a:close/>
              </a:path>
            </a:pathLst>
          </a:custGeom>
          <a:solidFill>
            <a:srgbClr val="D0D2D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062786" y="1885471"/>
            <a:ext cx="82296" cy="82296"/>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446307" y="2397887"/>
            <a:ext cx="82296" cy="82296"/>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800812" y="2464379"/>
            <a:ext cx="82296" cy="82296"/>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ng CIWANDAN"/>
          <p:cNvSpPr/>
          <p:nvPr/>
        </p:nvSpPr>
        <p:spPr>
          <a:xfrm>
            <a:off x="5390036" y="2415824"/>
            <a:ext cx="201168" cy="201168"/>
          </a:xfrm>
          <a:prstGeom prst="ellipse">
            <a:avLst/>
          </a:prstGeom>
          <a:noFill/>
          <a:ln w="22225">
            <a:solidFill>
              <a:srgbClr val="A882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444900" y="2470688"/>
            <a:ext cx="91440" cy="91440"/>
          </a:xfrm>
          <a:prstGeom prst="ellipse">
            <a:avLst/>
          </a:prstGeom>
          <a:solidFill>
            <a:srgbClr val="FFFFFF"/>
          </a:solidFill>
          <a:ln w="15875">
            <a:solidFill>
              <a:srgbClr val="A882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82896" y="2743200"/>
            <a:ext cx="1737360" cy="457200"/>
          </a:xfrm>
          <a:prstGeom prst="rect">
            <a:avLst/>
          </a:prstGeom>
          <a:noFill/>
        </p:spPr>
        <p:txBody>
          <a:bodyPr wrap="square" lIns="0" rIns="0" tIns="0" bIns="0" anchor="ctr">
            <a:noAutofit/>
          </a:bodyPr>
          <a:lstStyle/>
          <a:p>
            <a:pPr algn="l"/>
            <a:r>
              <a:rPr sz="3200" b="1" i="0">
                <a:solidFill>
                  <a:srgbClr val="8A6A0C"/>
                </a:solidFill>
                <a:latin typeface="Calibri"/>
              </a:rPr>
              <a:t>~1.2 Mt</a:t>
            </a:r>
          </a:p>
        </p:txBody>
      </p:sp>
      <p:sp>
        <p:nvSpPr>
          <p:cNvPr id="33" name="TextBox 32"/>
          <p:cNvSpPr txBox="1"/>
          <p:nvPr/>
        </p:nvSpPr>
        <p:spPr>
          <a:xfrm>
            <a:off x="4882896" y="3218688"/>
            <a:ext cx="1737360" cy="457200"/>
          </a:xfrm>
          <a:prstGeom prst="rect">
            <a:avLst/>
          </a:prstGeom>
          <a:noFill/>
        </p:spPr>
        <p:txBody>
          <a:bodyPr wrap="square" lIns="0" rIns="0" tIns="0" bIns="0" anchor="t">
            <a:noAutofit/>
          </a:bodyPr>
          <a:lstStyle/>
          <a:p>
            <a:pPr algn="l"/>
            <a:r>
              <a:rPr sz="1600" b="0" i="0">
                <a:solidFill>
                  <a:srgbClr val="4D4D4F"/>
                </a:solidFill>
                <a:latin typeface="Calibri"/>
              </a:rPr>
              <a:t>of wheat and soybean meal a year</a:t>
            </a:r>
          </a:p>
        </p:txBody>
      </p:sp>
      <p:sp>
        <p:nvSpPr>
          <p:cNvPr id="34" name="TextBox 33"/>
          <p:cNvSpPr txBox="1"/>
          <p:nvPr/>
        </p:nvSpPr>
        <p:spPr>
          <a:xfrm>
            <a:off x="6665976" y="1152144"/>
            <a:ext cx="1188720" cy="231140"/>
          </a:xfrm>
          <a:prstGeom prst="rect">
            <a:avLst/>
          </a:prstGeom>
          <a:noFill/>
        </p:spPr>
        <p:txBody>
          <a:bodyPr wrap="square" lIns="0" rIns="0" tIns="0" bIns="0" anchor="t">
            <a:noAutofit/>
          </a:bodyPr>
          <a:lstStyle/>
          <a:p>
            <a:pPr algn="l"/>
            <a:r>
              <a:rPr sz="1400" b="1" i="0" spc="150">
                <a:solidFill>
                  <a:srgbClr val="8A6A0C"/>
                </a:solidFill>
                <a:latin typeface="Calibri"/>
              </a:rPr>
              <a:t>PROBLEM</a:t>
            </a:r>
          </a:p>
        </p:txBody>
      </p:sp>
      <p:sp>
        <p:nvSpPr>
          <p:cNvPr id="35" name="TextBox 34"/>
          <p:cNvSpPr txBox="1"/>
          <p:nvPr/>
        </p:nvSpPr>
        <p:spPr>
          <a:xfrm>
            <a:off x="6665976" y="2450592"/>
            <a:ext cx="1737360" cy="231140"/>
          </a:xfrm>
          <a:prstGeom prst="rect">
            <a:avLst/>
          </a:prstGeom>
          <a:noFill/>
        </p:spPr>
        <p:txBody>
          <a:bodyPr wrap="square" lIns="0" rIns="0" tIns="0" bIns="0" anchor="t">
            <a:noAutofit/>
          </a:bodyPr>
          <a:lstStyle/>
          <a:p>
            <a:pPr algn="l"/>
            <a:r>
              <a:rPr sz="1400" b="1" i="0" spc="150">
                <a:solidFill>
                  <a:srgbClr val="8A6A0C"/>
                </a:solidFill>
                <a:latin typeface="Calibri"/>
              </a:rPr>
              <a:t>FKS SOLUTION</a:t>
            </a:r>
          </a:p>
        </p:txBody>
      </p:sp>
      <p:sp>
        <p:nvSpPr>
          <p:cNvPr id="36" name="TextBox 35"/>
          <p:cNvSpPr txBox="1"/>
          <p:nvPr/>
        </p:nvSpPr>
        <p:spPr>
          <a:xfrm>
            <a:off x="6665976" y="1408176"/>
            <a:ext cx="1801368" cy="896112"/>
          </a:xfrm>
          <a:prstGeom prst="rect">
            <a:avLst/>
          </a:prstGeom>
          <a:noFill/>
        </p:spPr>
        <p:txBody>
          <a:bodyPr wrap="square" lIns="0" rIns="0" tIns="0" bIns="0" anchor="t">
            <a:noAutofit/>
          </a:bodyPr>
          <a:lstStyle/>
          <a:p>
            <a:pPr algn="l">
              <a:lnSpc>
                <a:spcPct val="102000"/>
              </a:lnSpc>
            </a:pPr>
            <a:r>
              <a:rPr sz="1800" b="0" i="0">
                <a:solidFill>
                  <a:srgbClr val="4D4D4F"/>
                </a:solidFill>
                <a:latin typeface="Calibri"/>
              </a:rPr>
              <a:t>Grab, hopper and truck at ~5 kt per ship-day</a:t>
            </a:r>
          </a:p>
        </p:txBody>
      </p:sp>
      <p:sp>
        <p:nvSpPr>
          <p:cNvPr id="37" name="TextBox 36"/>
          <p:cNvSpPr txBox="1"/>
          <p:nvPr/>
        </p:nvSpPr>
        <p:spPr>
          <a:xfrm>
            <a:off x="6665976" y="2706624"/>
            <a:ext cx="1801368" cy="914400"/>
          </a:xfrm>
          <a:prstGeom prst="rect">
            <a:avLst/>
          </a:prstGeom>
          <a:noFill/>
        </p:spPr>
        <p:txBody>
          <a:bodyPr wrap="square" lIns="0" rIns="0" tIns="0" bIns="0" anchor="t">
            <a:noAutofit/>
          </a:bodyPr>
          <a:lstStyle/>
          <a:p>
            <a:pPr algn="l">
              <a:lnSpc>
                <a:spcPct val="102000"/>
              </a:lnSpc>
            </a:pPr>
            <a:r>
              <a:rPr sz="1800" b="0" i="0">
                <a:solidFill>
                  <a:srgbClr val="4D4D4F"/>
                </a:solidFill>
                <a:latin typeface="Calibri"/>
              </a:rPr>
              <a:t>Transit warehouse, conveyor and controlled dispatch</a:t>
            </a:r>
          </a:p>
        </p:txBody>
      </p:sp>
      <p:sp>
        <p:nvSpPr>
          <p:cNvPr id="38" name="Expansions strip"/>
          <p:cNvSpPr/>
          <p:nvPr/>
        </p:nvSpPr>
        <p:spPr>
          <a:xfrm>
            <a:off x="512064" y="3877056"/>
            <a:ext cx="8119871" cy="420624"/>
          </a:xfrm>
          <a:prstGeom prst="rect">
            <a:avLst/>
          </a:prstGeom>
          <a:solidFill>
            <a:srgbClr val="FBF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3995928"/>
            <a:ext cx="1554480" cy="231140"/>
          </a:xfrm>
          <a:prstGeom prst="rect">
            <a:avLst/>
          </a:prstGeom>
          <a:noFill/>
        </p:spPr>
        <p:txBody>
          <a:bodyPr wrap="square" lIns="0" rIns="0" tIns="0" bIns="0" anchor="t">
            <a:noAutofit/>
          </a:bodyPr>
          <a:lstStyle/>
          <a:p>
            <a:pPr algn="l"/>
            <a:r>
              <a:rPr sz="1400" b="1" i="0" spc="150">
                <a:solidFill>
                  <a:srgbClr val="8A6A0C"/>
                </a:solidFill>
                <a:latin typeface="Calibri"/>
              </a:rPr>
              <a:t>EXISTING SITES</a:t>
            </a:r>
          </a:p>
        </p:txBody>
      </p:sp>
      <p:sp>
        <p:nvSpPr>
          <p:cNvPr id="40" name="TextBox 39"/>
          <p:cNvSpPr txBox="1"/>
          <p:nvPr/>
        </p:nvSpPr>
        <p:spPr>
          <a:xfrm>
            <a:off x="2286000" y="3877056"/>
            <a:ext cx="6217920" cy="420624"/>
          </a:xfrm>
          <a:prstGeom prst="rect">
            <a:avLst/>
          </a:prstGeom>
          <a:noFill/>
        </p:spPr>
        <p:txBody>
          <a:bodyPr wrap="square" lIns="0" rIns="0" tIns="0" bIns="0" anchor="ctr">
            <a:noAutofit/>
          </a:bodyPr>
          <a:lstStyle/>
          <a:p>
            <a:pPr algn="l"/>
            <a:r>
              <a:rPr sz="1800" b="0" i="0">
                <a:solidFill>
                  <a:srgbClr val="4D4D4F"/>
                </a:solidFill>
                <a:latin typeface="Calibri"/>
              </a:rPr>
              <a:t>Cigading 4 → 6 Mtpa   ·   Teluk Lamong 4 → 5 Mtpa</a:t>
            </a:r>
          </a:p>
        </p:txBody>
      </p:sp>
      <p:sp>
        <p:nvSpPr>
          <p:cNvPr id="41" name="Footnote"/>
          <p:cNvSpPr txBox="1"/>
          <p:nvPr/>
        </p:nvSpPr>
        <p:spPr>
          <a:xfrm>
            <a:off x="512064" y="4389120"/>
            <a:ext cx="7589520" cy="329184"/>
          </a:xfrm>
          <a:prstGeom prst="rect">
            <a:avLst/>
          </a:prstGeom>
          <a:noFill/>
        </p:spPr>
        <p:txBody>
          <a:bodyPr wrap="square" lIns="0" rIns="0" tIns="0" bIns="0" anchor="t">
            <a:noAutofit/>
          </a:bodyPr>
          <a:lstStyle/>
          <a:p>
            <a:pPr algn="l"/>
            <a:r>
              <a:rPr sz="1050" b="0" i="1">
                <a:solidFill>
                  <a:srgbClr val="747678"/>
                </a:solidFill>
                <a:latin typeface="Calibri"/>
              </a:rPr>
              <a:t>Dumai: FKS–Pelindo cooperation document (scope and tariff). Ciwandan: FKS estimate. Capex, timing and agreement status to be shared with the feasibility model.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Illustrative structure: FKS Multi Agro 51%, Danantara 49% of FSL</a:t>
            </a:r>
          </a:p>
        </p:txBody>
      </p:sp>
      <p:sp>
        <p:nvSpPr>
          <p:cNvPr id="5" name="Text Placeholder 4"/>
          <p:cNvSpPr>
            <a:spLocks noGrp="1"/>
          </p:cNvSpPr>
          <p:nvPr>
            <p:ph type="body" idx="16" sz="half"/>
          </p:nvPr>
        </p:nvSpPr>
        <p:spPr/>
        <p:txBody>
          <a:bodyPr/>
          <a:lstStyle/>
          <a:p>
            <a:r>
              <a:rPr sz="1800" b="1">
                <a:solidFill>
                  <a:srgbClr val="4D4D4F"/>
                </a:solidFill>
                <a:latin typeface="Calibri"/>
              </a:rPr>
              <a:t>Danantara would invest at the FSL platform level</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9</a:t>
            </a:r>
          </a:p>
        </p:txBody>
      </p:sp>
      <p:sp>
        <p:nvSpPr>
          <p:cNvPr id="8" name="TextBox 7"/>
          <p:cNvSpPr txBox="1"/>
          <p:nvPr/>
        </p:nvSpPr>
        <p:spPr>
          <a:xfrm>
            <a:off x="512064" y="1005840"/>
            <a:ext cx="2377440" cy="231140"/>
          </a:xfrm>
          <a:prstGeom prst="rect">
            <a:avLst/>
          </a:prstGeom>
          <a:noFill/>
        </p:spPr>
        <p:txBody>
          <a:bodyPr wrap="square" lIns="0" rIns="0" tIns="0" bIns="0" anchor="t">
            <a:noAutofit/>
          </a:bodyPr>
          <a:lstStyle/>
          <a:p>
            <a:pPr algn="l"/>
            <a:r>
              <a:rPr sz="1400" b="1" i="0" spc="150">
                <a:solidFill>
                  <a:srgbClr val="747678"/>
                </a:solidFill>
                <a:latin typeface="Calibri"/>
              </a:rPr>
              <a:t>TODAY</a:t>
            </a:r>
          </a:p>
        </p:txBody>
      </p:sp>
      <p:sp>
        <p:nvSpPr>
          <p:cNvPr id="9" name="TextBox 8"/>
          <p:cNvSpPr txBox="1"/>
          <p:nvPr/>
        </p:nvSpPr>
        <p:spPr>
          <a:xfrm>
            <a:off x="3200400" y="1005840"/>
            <a:ext cx="1828800" cy="231140"/>
          </a:xfrm>
          <a:prstGeom prst="rect">
            <a:avLst/>
          </a:prstGeom>
          <a:noFill/>
        </p:spPr>
        <p:txBody>
          <a:bodyPr wrap="square" lIns="0" rIns="0" tIns="0" bIns="0" anchor="t">
            <a:noAutofit/>
          </a:bodyPr>
          <a:lstStyle/>
          <a:p>
            <a:pPr algn="ctr"/>
            <a:r>
              <a:rPr sz="1400" b="1" i="0" spc="100">
                <a:solidFill>
                  <a:srgbClr val="8A6A0C"/>
                </a:solidFill>
                <a:latin typeface="Calibri"/>
              </a:rPr>
              <a:t>DANANTARA INVESTS</a:t>
            </a:r>
          </a:p>
        </p:txBody>
      </p:sp>
      <p:sp>
        <p:nvSpPr>
          <p:cNvPr id="10" name="TextBox 9"/>
          <p:cNvSpPr txBox="1"/>
          <p:nvPr/>
        </p:nvSpPr>
        <p:spPr>
          <a:xfrm>
            <a:off x="5120640" y="1005840"/>
            <a:ext cx="2743200" cy="231140"/>
          </a:xfrm>
          <a:prstGeom prst="rect">
            <a:avLst/>
          </a:prstGeom>
          <a:noFill/>
        </p:spPr>
        <p:txBody>
          <a:bodyPr wrap="square" lIns="0" rIns="0" tIns="0" bIns="0" anchor="t">
            <a:noAutofit/>
          </a:bodyPr>
          <a:lstStyle/>
          <a:p>
            <a:pPr algn="l"/>
            <a:r>
              <a:rPr sz="1400" b="1" i="0" spc="150">
                <a:solidFill>
                  <a:srgbClr val="747678"/>
                </a:solidFill>
                <a:latin typeface="Calibri"/>
              </a:rPr>
              <a:t>AFTER INVESTMENT</a:t>
            </a:r>
          </a:p>
        </p:txBody>
      </p:sp>
      <p:sp>
        <p:nvSpPr>
          <p:cNvPr id="11" name="Rectangle 10"/>
          <p:cNvSpPr/>
          <p:nvPr/>
        </p:nvSpPr>
        <p:spPr>
          <a:xfrm>
            <a:off x="512064" y="1298448"/>
            <a:ext cx="2377440" cy="566928"/>
          </a:xfrm>
          <a:prstGeom prst="rect">
            <a:avLst/>
          </a:prstGeom>
          <a:solidFill>
            <a:srgbClr val="FFFFFF"/>
          </a:solidFill>
          <a:ln w="12700">
            <a:solidFill>
              <a:srgbClr val="4D4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7784" y="1298448"/>
            <a:ext cx="2286000" cy="566928"/>
          </a:xfrm>
          <a:prstGeom prst="rect">
            <a:avLst/>
          </a:prstGeom>
          <a:noFill/>
        </p:spPr>
        <p:txBody>
          <a:bodyPr wrap="square" lIns="0" rIns="0" tIns="0" bIns="0" anchor="ctr">
            <a:noAutofit/>
          </a:bodyPr>
          <a:lstStyle/>
          <a:p>
            <a:pPr algn="ctr"/>
            <a:r>
              <a:rPr sz="1800" b="1" i="0">
                <a:solidFill>
                  <a:srgbClr val="4D4D4F"/>
                </a:solidFill>
                <a:latin typeface="Calibri"/>
              </a:rPr>
              <a:t>FKS Multi Agro</a:t>
            </a:r>
          </a:p>
        </p:txBody>
      </p:sp>
      <p:cxnSp>
        <p:nvCxnSpPr>
          <p:cNvPr id="13" name="Connector 12"/>
          <p:cNvCxnSpPr/>
          <p:nvPr/>
        </p:nvCxnSpPr>
        <p:spPr>
          <a:xfrm>
            <a:off x="1700784" y="1865376"/>
            <a:ext cx="0" cy="658368"/>
          </a:xfrm>
          <a:prstGeom prst="line">
            <a:avLst/>
          </a:prstGeom>
          <a:ln w="12700">
            <a:solidFill>
              <a:srgbClr val="4D4D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810512" y="1956816"/>
            <a:ext cx="1188720" cy="411480"/>
          </a:xfrm>
          <a:prstGeom prst="rect">
            <a:avLst/>
          </a:prstGeom>
          <a:noFill/>
        </p:spPr>
        <p:txBody>
          <a:bodyPr wrap="square" lIns="0" rIns="0" tIns="0" bIns="0" anchor="ctr">
            <a:noAutofit/>
          </a:bodyPr>
          <a:lstStyle/>
          <a:p>
            <a:pPr algn="l"/>
            <a:r>
              <a:rPr sz="3000" b="1" i="0">
                <a:solidFill>
                  <a:srgbClr val="8A6A0C"/>
                </a:solidFill>
                <a:latin typeface="Calibri"/>
              </a:rPr>
              <a:t>100%</a:t>
            </a:r>
          </a:p>
        </p:txBody>
      </p:sp>
      <p:sp>
        <p:nvSpPr>
          <p:cNvPr id="15" name="Rectangle 14"/>
          <p:cNvSpPr/>
          <p:nvPr/>
        </p:nvSpPr>
        <p:spPr>
          <a:xfrm>
            <a:off x="512064" y="2542032"/>
            <a:ext cx="2377440" cy="731520"/>
          </a:xfrm>
          <a:prstGeom prst="rect">
            <a:avLst/>
          </a:prstGeom>
          <a:solidFill>
            <a:srgbClr val="E6B222"/>
          </a:solidFill>
          <a:ln w="12700">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7784" y="2542032"/>
            <a:ext cx="2286000" cy="438912"/>
          </a:xfrm>
          <a:prstGeom prst="rect">
            <a:avLst/>
          </a:prstGeom>
          <a:noFill/>
        </p:spPr>
        <p:txBody>
          <a:bodyPr wrap="square" lIns="0" rIns="0" tIns="0" bIns="0" anchor="ctr">
            <a:noAutofit/>
          </a:bodyPr>
          <a:lstStyle/>
          <a:p>
            <a:pPr algn="ctr"/>
            <a:r>
              <a:rPr sz="2200" b="1" i="0">
                <a:solidFill>
                  <a:srgbClr val="4D4D4F"/>
                </a:solidFill>
                <a:latin typeface="Calibri"/>
              </a:rPr>
              <a:t>FSL</a:t>
            </a:r>
          </a:p>
        </p:txBody>
      </p:sp>
      <p:sp>
        <p:nvSpPr>
          <p:cNvPr id="17" name="TextBox 16"/>
          <p:cNvSpPr txBox="1"/>
          <p:nvPr/>
        </p:nvSpPr>
        <p:spPr>
          <a:xfrm>
            <a:off x="512064" y="2944368"/>
            <a:ext cx="2377440" cy="256032"/>
          </a:xfrm>
          <a:prstGeom prst="rect">
            <a:avLst/>
          </a:prstGeom>
          <a:noFill/>
        </p:spPr>
        <p:txBody>
          <a:bodyPr wrap="square" lIns="0" rIns="0" tIns="0" bIns="0" anchor="t">
            <a:noAutofit/>
          </a:bodyPr>
          <a:lstStyle/>
          <a:p>
            <a:pPr algn="ctr"/>
            <a:r>
              <a:rPr sz="1400" b="0" i="0">
                <a:solidFill>
                  <a:srgbClr val="4D4D4F"/>
                </a:solidFill>
                <a:latin typeface="Calibri"/>
              </a:rPr>
              <a:t>FKS Solusi Logistik</a:t>
            </a:r>
          </a:p>
        </p:txBody>
      </p:sp>
      <p:sp>
        <p:nvSpPr>
          <p:cNvPr id="18" name="Chevron 17"/>
          <p:cNvSpPr/>
          <p:nvPr/>
        </p:nvSpPr>
        <p:spPr>
          <a:xfrm>
            <a:off x="3794760" y="1737360"/>
            <a:ext cx="640080" cy="868680"/>
          </a:xfrm>
          <a:prstGeom prst="chevron">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7520" y="2697480"/>
            <a:ext cx="2194560" cy="548640"/>
          </a:xfrm>
          <a:prstGeom prst="rect">
            <a:avLst/>
          </a:prstGeom>
          <a:noFill/>
        </p:spPr>
        <p:txBody>
          <a:bodyPr wrap="square" lIns="0" rIns="0" tIns="0" bIns="0" anchor="t">
            <a:noAutofit/>
          </a:bodyPr>
          <a:lstStyle/>
          <a:p>
            <a:pPr algn="ctr"/>
            <a:r>
              <a:rPr sz="1600" b="0" i="0">
                <a:solidFill>
                  <a:srgbClr val="747678"/>
                </a:solidFill>
                <a:latin typeface="Calibri"/>
              </a:rPr>
              <a:t>capital injection and / or share acquisition</a:t>
            </a:r>
          </a:p>
        </p:txBody>
      </p:sp>
      <p:sp>
        <p:nvSpPr>
          <p:cNvPr id="20" name="Rectangle 19"/>
          <p:cNvSpPr/>
          <p:nvPr/>
        </p:nvSpPr>
        <p:spPr>
          <a:xfrm>
            <a:off x="5120640" y="1298448"/>
            <a:ext cx="1572768" cy="566928"/>
          </a:xfrm>
          <a:prstGeom prst="rect">
            <a:avLst/>
          </a:prstGeom>
          <a:solidFill>
            <a:srgbClr val="FFFFFF"/>
          </a:solidFill>
          <a:ln w="12700">
            <a:solidFill>
              <a:srgbClr val="4D4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66359" y="1298448"/>
            <a:ext cx="1481328" cy="566928"/>
          </a:xfrm>
          <a:prstGeom prst="rect">
            <a:avLst/>
          </a:prstGeom>
          <a:noFill/>
        </p:spPr>
        <p:txBody>
          <a:bodyPr wrap="square" lIns="0" rIns="0" tIns="0" bIns="0" anchor="ctr">
            <a:noAutofit/>
          </a:bodyPr>
          <a:lstStyle/>
          <a:p>
            <a:pPr algn="ctr"/>
            <a:r>
              <a:rPr sz="1800" b="1" i="0">
                <a:solidFill>
                  <a:srgbClr val="4D4D4F"/>
                </a:solidFill>
                <a:latin typeface="Calibri"/>
              </a:rPr>
              <a:t>FKS Multi Agro</a:t>
            </a:r>
          </a:p>
        </p:txBody>
      </p:sp>
      <p:sp>
        <p:nvSpPr>
          <p:cNvPr id="22" name="Rectangle 21"/>
          <p:cNvSpPr/>
          <p:nvPr/>
        </p:nvSpPr>
        <p:spPr>
          <a:xfrm>
            <a:off x="6858000" y="1298448"/>
            <a:ext cx="1773936" cy="566928"/>
          </a:xfrm>
          <a:prstGeom prst="rect">
            <a:avLst/>
          </a:prstGeom>
          <a:solidFill>
            <a:srgbClr val="FFFFFF"/>
          </a:solidFill>
          <a:ln w="19050">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03720" y="1298448"/>
            <a:ext cx="1682495" cy="566928"/>
          </a:xfrm>
          <a:prstGeom prst="rect">
            <a:avLst/>
          </a:prstGeom>
          <a:noFill/>
        </p:spPr>
        <p:txBody>
          <a:bodyPr wrap="square" lIns="0" rIns="0" tIns="0" bIns="0" anchor="ctr">
            <a:noAutofit/>
          </a:bodyPr>
          <a:lstStyle/>
          <a:p>
            <a:pPr algn="ctr"/>
            <a:r>
              <a:rPr sz="1800" b="1" i="0">
                <a:solidFill>
                  <a:srgbClr val="4D4D4F"/>
                </a:solidFill>
                <a:latin typeface="Calibri"/>
              </a:rPr>
              <a:t>Danantara Indonesia</a:t>
            </a:r>
          </a:p>
        </p:txBody>
      </p:sp>
      <p:cxnSp>
        <p:nvCxnSpPr>
          <p:cNvPr id="24" name="Connector 23"/>
          <p:cNvCxnSpPr/>
          <p:nvPr/>
        </p:nvCxnSpPr>
        <p:spPr>
          <a:xfrm>
            <a:off x="5907024" y="1865376"/>
            <a:ext cx="0" cy="329184"/>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744968" y="1865376"/>
            <a:ext cx="0" cy="329184"/>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907024" y="2194560"/>
            <a:ext cx="1837944" cy="0"/>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825996" y="2194560"/>
            <a:ext cx="0" cy="329184"/>
          </a:xfrm>
          <a:prstGeom prst="line">
            <a:avLst/>
          </a:prstGeom>
          <a:ln w="12700">
            <a:solidFill>
              <a:srgbClr val="4D4D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38344" y="1883664"/>
            <a:ext cx="804672" cy="365760"/>
          </a:xfrm>
          <a:prstGeom prst="rect">
            <a:avLst/>
          </a:prstGeom>
          <a:noFill/>
        </p:spPr>
        <p:txBody>
          <a:bodyPr wrap="square" lIns="0" rIns="0" tIns="0" bIns="0" anchor="ctr">
            <a:noAutofit/>
          </a:bodyPr>
          <a:lstStyle/>
          <a:p>
            <a:pPr algn="r"/>
            <a:r>
              <a:rPr sz="2600" b="1" i="0">
                <a:solidFill>
                  <a:srgbClr val="4D4D4F"/>
                </a:solidFill>
                <a:latin typeface="Calibri"/>
              </a:rPr>
              <a:t>51%</a:t>
            </a:r>
          </a:p>
        </p:txBody>
      </p:sp>
      <p:sp>
        <p:nvSpPr>
          <p:cNvPr id="29" name="TextBox 28"/>
          <p:cNvSpPr txBox="1"/>
          <p:nvPr/>
        </p:nvSpPr>
        <p:spPr>
          <a:xfrm>
            <a:off x="7808976" y="1883664"/>
            <a:ext cx="822960" cy="365760"/>
          </a:xfrm>
          <a:prstGeom prst="rect">
            <a:avLst/>
          </a:prstGeom>
          <a:noFill/>
        </p:spPr>
        <p:txBody>
          <a:bodyPr wrap="square" lIns="0" rIns="0" tIns="0" bIns="0" anchor="ctr">
            <a:noAutofit/>
          </a:bodyPr>
          <a:lstStyle/>
          <a:p>
            <a:pPr algn="l"/>
            <a:r>
              <a:rPr sz="2600" b="1" i="0">
                <a:solidFill>
                  <a:srgbClr val="8A6A0C"/>
                </a:solidFill>
                <a:latin typeface="Calibri"/>
              </a:rPr>
              <a:t>49%</a:t>
            </a:r>
          </a:p>
        </p:txBody>
      </p:sp>
      <p:sp>
        <p:nvSpPr>
          <p:cNvPr id="30" name="Rectangle 29"/>
          <p:cNvSpPr/>
          <p:nvPr/>
        </p:nvSpPr>
        <p:spPr>
          <a:xfrm>
            <a:off x="5394960" y="2542032"/>
            <a:ext cx="3054096" cy="731520"/>
          </a:xfrm>
          <a:prstGeom prst="rect">
            <a:avLst/>
          </a:prstGeom>
          <a:solidFill>
            <a:srgbClr val="E6B222"/>
          </a:solidFill>
          <a:ln w="12700">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40680" y="2542032"/>
            <a:ext cx="2962656" cy="438912"/>
          </a:xfrm>
          <a:prstGeom prst="rect">
            <a:avLst/>
          </a:prstGeom>
          <a:noFill/>
        </p:spPr>
        <p:txBody>
          <a:bodyPr wrap="square" lIns="0" rIns="0" tIns="0" bIns="0" anchor="ctr">
            <a:noAutofit/>
          </a:bodyPr>
          <a:lstStyle/>
          <a:p>
            <a:pPr algn="ctr"/>
            <a:r>
              <a:rPr sz="2200" b="1" i="0">
                <a:solidFill>
                  <a:srgbClr val="4D4D4F"/>
                </a:solidFill>
                <a:latin typeface="Calibri"/>
              </a:rPr>
              <a:t>FSL</a:t>
            </a:r>
          </a:p>
        </p:txBody>
      </p:sp>
      <p:sp>
        <p:nvSpPr>
          <p:cNvPr id="32" name="TextBox 31"/>
          <p:cNvSpPr txBox="1"/>
          <p:nvPr/>
        </p:nvSpPr>
        <p:spPr>
          <a:xfrm>
            <a:off x="5394960" y="2944368"/>
            <a:ext cx="3054096" cy="256032"/>
          </a:xfrm>
          <a:prstGeom prst="rect">
            <a:avLst/>
          </a:prstGeom>
          <a:noFill/>
        </p:spPr>
        <p:txBody>
          <a:bodyPr wrap="square" lIns="0" rIns="0" tIns="0" bIns="0" anchor="t">
            <a:noAutofit/>
          </a:bodyPr>
          <a:lstStyle/>
          <a:p>
            <a:pPr algn="ctr"/>
            <a:r>
              <a:rPr sz="1400" b="0" i="0">
                <a:solidFill>
                  <a:srgbClr val="4D4D4F"/>
                </a:solidFill>
                <a:latin typeface="Calibri"/>
              </a:rPr>
              <a:t>FKS Solusi Logistik</a:t>
            </a:r>
          </a:p>
        </p:txBody>
      </p:sp>
      <p:cxnSp>
        <p:nvCxnSpPr>
          <p:cNvPr id="33" name="Connector 32"/>
          <p:cNvCxnSpPr/>
          <p:nvPr/>
        </p:nvCxnSpPr>
        <p:spPr>
          <a:xfrm>
            <a:off x="6825996" y="3273552"/>
            <a:ext cx="0" cy="164592"/>
          </a:xfrm>
          <a:prstGeom prst="line">
            <a:avLst/>
          </a:prstGeom>
          <a:ln w="12700">
            <a:solidFill>
              <a:srgbClr val="4D4D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Platform panel"/>
          <p:cNvSpPr/>
          <p:nvPr/>
        </p:nvSpPr>
        <p:spPr>
          <a:xfrm>
            <a:off x="4572000" y="3456432"/>
            <a:ext cx="4059935" cy="1042415"/>
          </a:xfrm>
          <a:prstGeom prst="rect">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09160" y="3529584"/>
            <a:ext cx="2103120" cy="231140"/>
          </a:xfrm>
          <a:prstGeom prst="rect">
            <a:avLst/>
          </a:prstGeom>
          <a:noFill/>
        </p:spPr>
        <p:txBody>
          <a:bodyPr wrap="square" lIns="0" rIns="0" tIns="0" bIns="0" anchor="t">
            <a:noAutofit/>
          </a:bodyPr>
          <a:lstStyle/>
          <a:p>
            <a:pPr algn="l"/>
            <a:r>
              <a:rPr sz="1400" b="1" i="0" spc="100">
                <a:solidFill>
                  <a:srgbClr val="8A6A0C"/>
                </a:solidFill>
                <a:latin typeface="Calibri"/>
              </a:rPr>
              <a:t>OPERATING PLATFORM</a:t>
            </a:r>
          </a:p>
        </p:txBody>
      </p:sp>
      <p:sp>
        <p:nvSpPr>
          <p:cNvPr id="36" name="TextBox 35"/>
          <p:cNvSpPr txBox="1"/>
          <p:nvPr/>
        </p:nvSpPr>
        <p:spPr>
          <a:xfrm>
            <a:off x="4709160" y="3749039"/>
            <a:ext cx="2011680" cy="237744"/>
          </a:xfrm>
          <a:prstGeom prst="rect">
            <a:avLst/>
          </a:prstGeom>
          <a:noFill/>
        </p:spPr>
        <p:txBody>
          <a:bodyPr wrap="square" lIns="0" rIns="0" tIns="0" bIns="0" anchor="t">
            <a:noAutofit/>
          </a:bodyPr>
          <a:lstStyle/>
          <a:p>
            <a:pPr algn="l"/>
            <a:r>
              <a:rPr sz="1600" b="0" i="0">
                <a:solidFill>
                  <a:srgbClr val="4D4D4F"/>
                </a:solidFill>
                <a:latin typeface="Calibri"/>
              </a:rPr>
              <a:t>Cigading</a:t>
            </a:r>
          </a:p>
        </p:txBody>
      </p:sp>
      <p:sp>
        <p:nvSpPr>
          <p:cNvPr id="37" name="TextBox 36"/>
          <p:cNvSpPr txBox="1"/>
          <p:nvPr/>
        </p:nvSpPr>
        <p:spPr>
          <a:xfrm>
            <a:off x="4709160" y="3986783"/>
            <a:ext cx="2011680" cy="237744"/>
          </a:xfrm>
          <a:prstGeom prst="rect">
            <a:avLst/>
          </a:prstGeom>
          <a:noFill/>
        </p:spPr>
        <p:txBody>
          <a:bodyPr wrap="square" lIns="0" rIns="0" tIns="0" bIns="0" anchor="t">
            <a:noAutofit/>
          </a:bodyPr>
          <a:lstStyle/>
          <a:p>
            <a:pPr algn="l"/>
            <a:r>
              <a:rPr sz="1600" b="0" i="0">
                <a:solidFill>
                  <a:srgbClr val="4D4D4F"/>
                </a:solidFill>
                <a:latin typeface="Calibri"/>
              </a:rPr>
              <a:t>Teluk Lamong</a:t>
            </a:r>
          </a:p>
        </p:txBody>
      </p:sp>
      <p:sp>
        <p:nvSpPr>
          <p:cNvPr id="38" name="TextBox 37"/>
          <p:cNvSpPr txBox="1"/>
          <p:nvPr/>
        </p:nvSpPr>
        <p:spPr>
          <a:xfrm>
            <a:off x="4709160" y="4224527"/>
            <a:ext cx="2011680" cy="237744"/>
          </a:xfrm>
          <a:prstGeom prst="rect">
            <a:avLst/>
          </a:prstGeom>
          <a:noFill/>
        </p:spPr>
        <p:txBody>
          <a:bodyPr wrap="square" lIns="0" rIns="0" tIns="0" bIns="0" anchor="t">
            <a:noAutofit/>
          </a:bodyPr>
          <a:lstStyle/>
          <a:p>
            <a:pPr algn="l"/>
            <a:r>
              <a:rPr sz="1600" b="0" i="0">
                <a:solidFill>
                  <a:srgbClr val="4D4D4F"/>
                </a:solidFill>
                <a:latin typeface="Calibri"/>
              </a:rPr>
              <a:t>Belawan</a:t>
            </a:r>
          </a:p>
        </p:txBody>
      </p:sp>
      <p:sp>
        <p:nvSpPr>
          <p:cNvPr id="39" name="TextBox 38"/>
          <p:cNvSpPr txBox="1"/>
          <p:nvPr/>
        </p:nvSpPr>
        <p:spPr>
          <a:xfrm>
            <a:off x="7040880" y="3529584"/>
            <a:ext cx="1554480" cy="231140"/>
          </a:xfrm>
          <a:prstGeom prst="rect">
            <a:avLst/>
          </a:prstGeom>
          <a:noFill/>
        </p:spPr>
        <p:txBody>
          <a:bodyPr wrap="square" lIns="0" rIns="0" tIns="0" bIns="0" anchor="t">
            <a:noAutofit/>
          </a:bodyPr>
          <a:lstStyle/>
          <a:p>
            <a:pPr algn="l"/>
            <a:r>
              <a:rPr sz="1400" b="1" i="0" spc="150">
                <a:solidFill>
                  <a:srgbClr val="8A6A0C"/>
                </a:solidFill>
                <a:latin typeface="Calibri"/>
              </a:rPr>
              <a:t>PIPELINE</a:t>
            </a:r>
          </a:p>
        </p:txBody>
      </p:sp>
      <p:sp>
        <p:nvSpPr>
          <p:cNvPr id="40" name="TextBox 39"/>
          <p:cNvSpPr txBox="1"/>
          <p:nvPr/>
        </p:nvSpPr>
        <p:spPr>
          <a:xfrm>
            <a:off x="7040880" y="3749039"/>
            <a:ext cx="1554480" cy="237744"/>
          </a:xfrm>
          <a:prstGeom prst="rect">
            <a:avLst/>
          </a:prstGeom>
          <a:noFill/>
        </p:spPr>
        <p:txBody>
          <a:bodyPr wrap="square" lIns="0" rIns="0" tIns="0" bIns="0" anchor="t">
            <a:noAutofit/>
          </a:bodyPr>
          <a:lstStyle/>
          <a:p>
            <a:pPr algn="l"/>
            <a:r>
              <a:rPr sz="1600" b="0" i="0">
                <a:solidFill>
                  <a:srgbClr val="4D4D4F"/>
                </a:solidFill>
                <a:latin typeface="Calibri"/>
              </a:rPr>
              <a:t>Ciwandan</a:t>
            </a:r>
          </a:p>
        </p:txBody>
      </p:sp>
      <p:sp>
        <p:nvSpPr>
          <p:cNvPr id="41" name="TextBox 40"/>
          <p:cNvSpPr txBox="1"/>
          <p:nvPr/>
        </p:nvSpPr>
        <p:spPr>
          <a:xfrm>
            <a:off x="7040880" y="3986783"/>
            <a:ext cx="1554480" cy="237744"/>
          </a:xfrm>
          <a:prstGeom prst="rect">
            <a:avLst/>
          </a:prstGeom>
          <a:noFill/>
        </p:spPr>
        <p:txBody>
          <a:bodyPr wrap="square" lIns="0" rIns="0" tIns="0" bIns="0" anchor="t">
            <a:noAutofit/>
          </a:bodyPr>
          <a:lstStyle/>
          <a:p>
            <a:pPr algn="l"/>
            <a:r>
              <a:rPr sz="1600" b="0" i="0">
                <a:solidFill>
                  <a:srgbClr val="4D4D4F"/>
                </a:solidFill>
                <a:latin typeface="Calibri"/>
              </a:rPr>
              <a:t>Dumai</a:t>
            </a:r>
          </a:p>
        </p:txBody>
      </p:sp>
      <p:sp>
        <p:nvSpPr>
          <p:cNvPr id="42" name="TextBox 41"/>
          <p:cNvSpPr txBox="1"/>
          <p:nvPr/>
        </p:nvSpPr>
        <p:spPr>
          <a:xfrm>
            <a:off x="7040880" y="4224527"/>
            <a:ext cx="1554480" cy="237744"/>
          </a:xfrm>
          <a:prstGeom prst="rect">
            <a:avLst/>
          </a:prstGeom>
          <a:noFill/>
        </p:spPr>
        <p:txBody>
          <a:bodyPr wrap="square" lIns="0" rIns="0" tIns="0" bIns="0" anchor="t">
            <a:noAutofit/>
          </a:bodyPr>
          <a:lstStyle/>
          <a:p>
            <a:pPr algn="l"/>
            <a:r>
              <a:rPr sz="1600" b="0" i="0">
                <a:solidFill>
                  <a:srgbClr val="4D4D4F"/>
                </a:solidFill>
                <a:latin typeface="Calibri"/>
              </a:rPr>
              <a:t>Site expansions</a:t>
            </a:r>
          </a:p>
        </p:txBody>
      </p:sp>
      <p:sp>
        <p:nvSpPr>
          <p:cNvPr id="43" name="TextBox 42"/>
          <p:cNvSpPr txBox="1"/>
          <p:nvPr/>
        </p:nvSpPr>
        <p:spPr>
          <a:xfrm>
            <a:off x="512064" y="4553712"/>
            <a:ext cx="4023360" cy="182880"/>
          </a:xfrm>
          <a:prstGeom prst="rect">
            <a:avLst/>
          </a:prstGeom>
          <a:noFill/>
        </p:spPr>
        <p:txBody>
          <a:bodyPr wrap="square" lIns="0" rIns="0" tIns="0" bIns="0" anchor="t">
            <a:noAutofit/>
          </a:bodyPr>
          <a:lstStyle/>
          <a:p>
            <a:pPr algn="l"/>
            <a:r>
              <a:rPr sz="1200" b="1" i="0" spc="100">
                <a:solidFill>
                  <a:srgbClr val="8A6A0C"/>
                </a:solidFill>
                <a:latin typeface="Calibri"/>
              </a:rPr>
              <a:t>ILLUSTRATIVE  ·  SUBJECT TO NEGOTIATION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10</a:t>
            </a:r>
          </a:p>
        </p:txBody>
      </p:sp>
    </p:spTree>
  </p:cSld>
  <p:clrMapOvr>
    <a:masterClrMapping/>
  </p:clrMapOvr>
</p:sld>
</file>

<file path=ppt/theme/theme1.xml><?xml version="1.0" encoding="utf-8"?>
<a:theme xmlns:a="http://schemas.openxmlformats.org/drawingml/2006/main" name="Cover">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ec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ontent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Back 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0a43a71-8a02-4eec-b97a-0cd94df8fcea" xsi:nil="true"/>
    <lcf76f155ced4ddcb4097134ff3c332f xmlns="1a380565-b321-43fd-a219-9302fa2082b9">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821F91CB2D0FB43AB2BA3F959549D3C" ma:contentTypeVersion="12" ma:contentTypeDescription="Create a new document." ma:contentTypeScope="" ma:versionID="df48287694ac1f5af7f2a66eea61b23e">
  <xsd:schema xmlns:xsd="http://www.w3.org/2001/XMLSchema" xmlns:xs="http://www.w3.org/2001/XMLSchema" xmlns:p="http://schemas.microsoft.com/office/2006/metadata/properties" xmlns:ns2="1a380565-b321-43fd-a219-9302fa2082b9" xmlns:ns3="80a43a71-8a02-4eec-b97a-0cd94df8fcea" targetNamespace="http://schemas.microsoft.com/office/2006/metadata/properties" ma:root="true" ma:fieldsID="fbe35ec3a13ad2b2c1ecd460804e3ede" ns2:_="" ns3:_="">
    <xsd:import namespace="1a380565-b321-43fd-a219-9302fa2082b9"/>
    <xsd:import namespace="80a43a71-8a02-4eec-b97a-0cd94df8fce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380565-b321-43fd-a219-9302fa2082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059cf364-f4f4-4d97-8717-18c1689c6e7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0a43a71-8a02-4eec-b97a-0cd94df8fce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d9a6892-604c-48ed-bc90-45eb42aeb92a}" ma:internalName="TaxCatchAll" ma:showField="CatchAllData" ma:web="80a43a71-8a02-4eec-b97a-0cd94df8fce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C843D14-4EC2-485F-9A97-9071A1BA8AC5}">
  <ds:schemaRefs>
    <ds:schemaRef ds:uri="http://schemas.microsoft.com/office/2006/metadata/properties"/>
    <ds:schemaRef ds:uri="http://schemas.microsoft.com/office/infopath/2007/PartnerControls"/>
    <ds:schemaRef ds:uri="80a43a71-8a02-4eec-b97a-0cd94df8fcea"/>
    <ds:schemaRef ds:uri="1a380565-b321-43fd-a219-9302fa2082b9"/>
  </ds:schemaRefs>
</ds:datastoreItem>
</file>

<file path=customXml/itemProps2.xml><?xml version="1.0" encoding="utf-8"?>
<ds:datastoreItem xmlns:ds="http://schemas.openxmlformats.org/officeDocument/2006/customXml" ds:itemID="{9F6B2A67-4DB2-4DBD-8F41-F01CA67C005F}">
  <ds:schemaRefs>
    <ds:schemaRef ds:uri="http://schemas.microsoft.com/sharepoint/v3/contenttype/forms"/>
  </ds:schemaRefs>
</ds:datastoreItem>
</file>

<file path=customXml/itemProps3.xml><?xml version="1.0" encoding="utf-8"?>
<ds:datastoreItem xmlns:ds="http://schemas.openxmlformats.org/officeDocument/2006/customXml" ds:itemID="{ED259B2F-AFEE-4AC0-BE46-AEC8090FA7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380565-b321-43fd-a219-9302fa2082b9"/>
    <ds:schemaRef ds:uri="80a43a71-8a02-4eec-b97a-0cd94df8fce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452</TotalTime>
  <Words>575</Words>
  <Application>Microsoft Office PowerPoint</Application>
  <PresentationFormat>On-screen Show (16:9)</PresentationFormat>
  <Paragraphs>45</Paragraphs>
  <Slides>16</Slides>
  <Notes>0</Notes>
  <HiddenSlides>0</HiddenSlides>
  <MMClips>0</MMClips>
  <ScaleCrop>false</ScaleCrop>
  <HeadingPairs>
    <vt:vector size="4" baseType="variant">
      <vt:variant>
        <vt:lpstr>Theme</vt:lpstr>
      </vt:variant>
      <vt:variant>
        <vt:i4>4</vt:i4>
      </vt:variant>
      <vt:variant>
        <vt:lpstr>Slide Titles</vt:lpstr>
      </vt:variant>
      <vt:variant>
        <vt:i4>16</vt:i4>
      </vt:variant>
    </vt:vector>
  </HeadingPairs>
  <TitlesOfParts>
    <vt:vector size="20" baseType="lpstr">
      <vt:lpstr>Cover</vt:lpstr>
      <vt:lpstr>Section</vt:lpstr>
      <vt:lpstr>Contents</vt:lpstr>
      <vt:lpstr>Back Cover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Sylvia Liu</cp:lastModifiedBy>
  <cp:revision>60</cp:revision>
  <dcterms:created xsi:type="dcterms:W3CDTF">2020-03-18T08:25:20Z</dcterms:created>
  <dcterms:modified xsi:type="dcterms:W3CDTF">2026-09-28T07:12:33Z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0x010100A821F91CB2D0FB43AB2BA3F959549D3C</vt:lpwstr>
  </property>
</Properties>
</file>