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62" r:id="rId5"/>
    <p:sldMasterId id="2147483674" r:id="rId6"/>
    <p:sldMasterId id="2147483684" r:id="rId7"/>
  </p:sldMasterIdLst>
  <p:notesMasterIdLst>
    <p:notesMasterId r:id="rId24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1" r:id="rId22"/>
    <p:sldId id="270" r:id="rId23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ACB"/>
    <a:srgbClr val="E8E9E9"/>
    <a:srgbClr val="E6B122"/>
    <a:srgbClr val="DAA620"/>
    <a:srgbClr val="F2CE64"/>
    <a:srgbClr val="9E9F9F"/>
    <a:srgbClr val="4C4C4E"/>
    <a:srgbClr val="E3B52B"/>
    <a:srgbClr val="F6F2E7"/>
    <a:srgbClr val="EDDA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57"/>
  </p:normalViewPr>
  <p:slideViewPr>
    <p:cSldViewPr snapToGrid="0" snapToObjects="1">
      <p:cViewPr varScale="1">
        <p:scale>
          <a:sx n="150" d="100"/>
          <a:sy n="150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190824131559892"/>
          <c:y val="3.69655638121684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Chart Title 1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DAA620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4-2ACA-47FF-96FA-5959E8915899}"/>
              </c:ext>
            </c:extLst>
          </c:dPt>
          <c:dPt>
            <c:idx val="1"/>
            <c:bubble3D val="0"/>
            <c:spPr>
              <a:solidFill>
                <a:srgbClr val="4C4C4E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2ACA-47FF-96FA-5959E8915899}"/>
              </c:ext>
            </c:extLst>
          </c:dPt>
          <c:dPt>
            <c:idx val="2"/>
            <c:bubble3D val="0"/>
            <c:spPr>
              <a:solidFill>
                <a:srgbClr val="9E9F9F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2-2ACA-47FF-96FA-5959E8915899}"/>
              </c:ext>
            </c:extLst>
          </c:dPt>
          <c:dPt>
            <c:idx val="3"/>
            <c:bubble3D val="0"/>
            <c:spPr>
              <a:solidFill>
                <a:srgbClr val="F2CE64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2ACA-47FF-96FA-5959E8915899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CA-47FF-96FA-5959E89158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dirty="0"/>
              <a:t>Chart Title 2</a:t>
            </a:r>
          </a:p>
        </c:rich>
      </c:tx>
      <c:layout>
        <c:manualLayout>
          <c:xMode val="edge"/>
          <c:yMode val="edge"/>
          <c:x val="0.190824131559892"/>
          <c:y val="3.69655638121684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Chart Title 1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4C4C4E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B193-41A5-A99A-DD8497F550BB}"/>
              </c:ext>
            </c:extLst>
          </c:dPt>
          <c:dPt>
            <c:idx val="1"/>
            <c:bubble3D val="0"/>
            <c:spPr>
              <a:solidFill>
                <a:srgbClr val="7E7E7E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B193-41A5-A99A-DD8497F550BB}"/>
              </c:ext>
            </c:extLst>
          </c:dPt>
          <c:dPt>
            <c:idx val="2"/>
            <c:bubble3D val="0"/>
            <c:spPr>
              <a:solidFill>
                <a:srgbClr val="9A9A9A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B193-41A5-A99A-DD8497F550BB}"/>
              </c:ext>
            </c:extLst>
          </c:dPt>
          <c:dPt>
            <c:idx val="3"/>
            <c:bubble3D val="0"/>
            <c:spPr>
              <a:solidFill>
                <a:srgbClr val="CECECE"/>
              </a:solidFill>
              <a:ln w="25400"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B193-41A5-A99A-DD8497F550BB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193-41A5-A99A-DD8497F550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Chart Title 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0CD0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Kategori 1</c:v>
                </c:pt>
                <c:pt idx="1">
                  <c:v>Kategori 2</c:v>
                </c:pt>
                <c:pt idx="2">
                  <c:v>Kategori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39-4BEE-AE98-AFB5120A63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52525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Kategori 1</c:v>
                </c:pt>
                <c:pt idx="1">
                  <c:v>Kategori 2</c:v>
                </c:pt>
                <c:pt idx="2">
                  <c:v>Kategori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439-4BEE-AE98-AFB5120A63B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E3B52B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Kategori 1</c:v>
                </c:pt>
                <c:pt idx="1">
                  <c:v>Kategori 2</c:v>
                </c:pt>
                <c:pt idx="2">
                  <c:v>Kategori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439-4BEE-AE98-AFB5120A63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24929104"/>
        <c:axId val="2124930512"/>
      </c:barChart>
      <c:catAx>
        <c:axId val="2124929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2124930512"/>
        <c:crosses val="autoZero"/>
        <c:auto val="1"/>
        <c:lblAlgn val="ctr"/>
        <c:lblOffset val="100"/>
        <c:noMultiLvlLbl val="0"/>
      </c:catAx>
      <c:valAx>
        <c:axId val="2124930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4929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Chart Title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52525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Kategori 1</c:v>
                </c:pt>
                <c:pt idx="1">
                  <c:v>Kategori 2</c:v>
                </c:pt>
                <c:pt idx="2">
                  <c:v>Kategori 3</c:v>
                </c:pt>
                <c:pt idx="3">
                  <c:v>Kategori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B3-4F30-A41D-D3599C055D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E3B52B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Kategori 1</c:v>
                </c:pt>
                <c:pt idx="1">
                  <c:v>Kategori 2</c:v>
                </c:pt>
                <c:pt idx="2">
                  <c:v>Kategori 3</c:v>
                </c:pt>
                <c:pt idx="3">
                  <c:v>Kategori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9B3-4F30-A41D-D3599C055D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01395328"/>
        <c:axId val="2101398640"/>
      </c:barChart>
      <c:catAx>
        <c:axId val="2101395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2101398640"/>
        <c:crosses val="autoZero"/>
        <c:auto val="1"/>
        <c:lblAlgn val="ctr"/>
        <c:lblOffset val="100"/>
        <c:noMultiLvlLbl val="0"/>
      </c:catAx>
      <c:valAx>
        <c:axId val="2101398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1395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921287-9C58-4866-BD9F-C0F388DB6955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71ED9-1506-42D7-8D74-ACCF43B14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356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754" y="3371688"/>
            <a:ext cx="6858000" cy="797409"/>
          </a:xfrm>
        </p:spPr>
        <p:txBody>
          <a:bodyPr anchor="b">
            <a:normAutofit/>
          </a:bodyPr>
          <a:lstStyle>
            <a:lvl1pPr algn="l">
              <a:defRPr sz="2400" b="1" i="0" baseline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Presentation Title Calibri Bold 24 </a:t>
            </a:r>
            <a:r>
              <a:rPr lang="en-US" dirty="0" err="1"/>
              <a:t>pt</a:t>
            </a:r>
            <a:br>
              <a:rPr lang="en-US" dirty="0"/>
            </a:br>
            <a:r>
              <a:rPr lang="en-US" dirty="0"/>
              <a:t>(2 rows maximum)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7754" y="4262244"/>
            <a:ext cx="6858000" cy="94935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rgbClr val="747678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Presentation Subtitle Calibri 18 </a:t>
            </a:r>
            <a:r>
              <a:rPr lang="en-US" dirty="0" err="1"/>
              <a:t>pt</a:t>
            </a:r>
            <a:endParaRPr lang="en-US" dirty="0"/>
          </a:p>
          <a:p>
            <a:r>
              <a:rPr lang="en-US" dirty="0"/>
              <a:t>(2 rows maximum)</a:t>
            </a:r>
          </a:p>
        </p:txBody>
      </p:sp>
    </p:spTree>
    <p:extLst>
      <p:ext uri="{BB962C8B-B14F-4D97-AF65-F5344CB8AC3E}">
        <p14:creationId xmlns:p14="http://schemas.microsoft.com/office/powerpoint/2010/main" val="1152151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43593" y="1125997"/>
            <a:ext cx="5218899" cy="901516"/>
          </a:xfrm>
        </p:spPr>
        <p:txBody>
          <a:bodyPr anchor="t">
            <a:normAutofit/>
          </a:bodyPr>
          <a:lstStyle>
            <a:lvl1pPr algn="l">
              <a:defRPr sz="2800" b="1" i="0" baseline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Presentation Section</a:t>
            </a:r>
            <a:br>
              <a:rPr lang="en-US" dirty="0"/>
            </a:br>
            <a:r>
              <a:rPr lang="en-US" dirty="0"/>
              <a:t>Calibri Bold 28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3593" y="2051253"/>
            <a:ext cx="5218899" cy="79695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Section Sub-title Calibri 18 </a:t>
            </a:r>
            <a:r>
              <a:rPr lang="en-US" dirty="0" err="1"/>
              <a:t>pt</a:t>
            </a:r>
            <a:endParaRPr lang="en-US" dirty="0"/>
          </a:p>
          <a:p>
            <a:r>
              <a:rPr lang="en-US" dirty="0"/>
              <a:t>(2 rows maximum)</a:t>
            </a:r>
          </a:p>
        </p:txBody>
      </p:sp>
    </p:spTree>
    <p:extLst>
      <p:ext uri="{BB962C8B-B14F-4D97-AF65-F5344CB8AC3E}">
        <p14:creationId xmlns:p14="http://schemas.microsoft.com/office/powerpoint/2010/main" val="1876049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593" y="1125997"/>
            <a:ext cx="5218899" cy="868888"/>
          </a:xfrm>
        </p:spPr>
        <p:txBody>
          <a:bodyPr anchor="t">
            <a:normAutofit/>
          </a:bodyPr>
          <a:lstStyle>
            <a:lvl1pPr>
              <a:defRPr sz="2800" b="1" i="0" baseline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Presentation Section</a:t>
            </a:r>
            <a:br>
              <a:rPr lang="en-US" dirty="0"/>
            </a:br>
            <a:r>
              <a:rPr lang="en-US" dirty="0"/>
              <a:t>Calibri Bold 28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43593" y="2047272"/>
            <a:ext cx="5218899" cy="85332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 i="0" baseline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Presentation Section Sub-title Calibri 18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(2 rows maximum)</a:t>
            </a:r>
          </a:p>
        </p:txBody>
      </p:sp>
    </p:spTree>
    <p:extLst>
      <p:ext uri="{BB962C8B-B14F-4D97-AF65-F5344CB8AC3E}">
        <p14:creationId xmlns:p14="http://schemas.microsoft.com/office/powerpoint/2010/main" val="221903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593" y="1125997"/>
            <a:ext cx="5211342" cy="914400"/>
          </a:xfrm>
        </p:spPr>
        <p:txBody>
          <a:bodyPr anchor="t">
            <a:noAutofit/>
          </a:bodyPr>
          <a:lstStyle>
            <a:lvl1pPr>
              <a:defRPr sz="2800" b="1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Presentation Section</a:t>
            </a:r>
            <a:br>
              <a:rPr lang="en-US" dirty="0"/>
            </a:br>
            <a:r>
              <a:rPr lang="en-US" dirty="0"/>
              <a:t>Calibri Bold 28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43593" y="2051253"/>
            <a:ext cx="5218899" cy="95353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Presentation Section Sub-title Calibri 18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(2 rows maximum)</a:t>
            </a:r>
          </a:p>
        </p:txBody>
      </p:sp>
    </p:spTree>
    <p:extLst>
      <p:ext uri="{BB962C8B-B14F-4D97-AF65-F5344CB8AC3E}">
        <p14:creationId xmlns:p14="http://schemas.microsoft.com/office/powerpoint/2010/main" val="171639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593" y="1125997"/>
            <a:ext cx="5218899" cy="952185"/>
          </a:xfrm>
        </p:spPr>
        <p:txBody>
          <a:bodyPr anchor="t">
            <a:noAutofit/>
          </a:bodyPr>
          <a:lstStyle>
            <a:lvl1pPr>
              <a:defRPr sz="2800" b="1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Presentation Section</a:t>
            </a:r>
            <a:br>
              <a:rPr lang="en-US" dirty="0"/>
            </a:br>
            <a:r>
              <a:rPr lang="en-US" dirty="0"/>
              <a:t>Calibri Bold 28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43592" y="2051253"/>
            <a:ext cx="5218899" cy="8783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Presentation Section Sub-title Calibri 18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(2 rows maximum)</a:t>
            </a:r>
          </a:p>
        </p:txBody>
      </p:sp>
    </p:spTree>
    <p:extLst>
      <p:ext uri="{BB962C8B-B14F-4D97-AF65-F5344CB8AC3E}">
        <p14:creationId xmlns:p14="http://schemas.microsoft.com/office/powerpoint/2010/main" val="239438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591" y="1125997"/>
            <a:ext cx="5218900" cy="993775"/>
          </a:xfrm>
        </p:spPr>
        <p:txBody>
          <a:bodyPr anchor="t">
            <a:normAutofit/>
          </a:bodyPr>
          <a:lstStyle>
            <a:lvl1pPr>
              <a:defRPr sz="2800" b="1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Presentation Section</a:t>
            </a:r>
            <a:br>
              <a:rPr lang="en-US" dirty="0"/>
            </a:br>
            <a:r>
              <a:rPr lang="en-US" dirty="0"/>
              <a:t>Calibri Bold 28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43592" y="2051253"/>
            <a:ext cx="5218899" cy="86584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Presentation Section Sub-title Calibri 18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(2 rows maximum)</a:t>
            </a:r>
          </a:p>
        </p:txBody>
      </p:sp>
    </p:spTree>
    <p:extLst>
      <p:ext uri="{BB962C8B-B14F-4D97-AF65-F5344CB8AC3E}">
        <p14:creationId xmlns:p14="http://schemas.microsoft.com/office/powerpoint/2010/main" val="1229388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592" y="1125997"/>
            <a:ext cx="5218899" cy="993775"/>
          </a:xfrm>
        </p:spPr>
        <p:txBody>
          <a:bodyPr anchor="t">
            <a:noAutofit/>
          </a:bodyPr>
          <a:lstStyle>
            <a:lvl1pPr>
              <a:defRPr sz="2800" b="1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Presentation Section</a:t>
            </a:r>
            <a:br>
              <a:rPr lang="en-US" dirty="0"/>
            </a:br>
            <a:r>
              <a:rPr lang="en-US" dirty="0"/>
              <a:t>Calibri Bold 28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43592" y="2051253"/>
            <a:ext cx="5218899" cy="84705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Presentation Section Sub-title Calibri 18 </a:t>
            </a:r>
            <a:r>
              <a:rPr lang="en-US" dirty="0" err="1"/>
              <a:t>pt</a:t>
            </a:r>
            <a:endParaRPr lang="en-US" dirty="0"/>
          </a:p>
          <a:p>
            <a:pPr lvl="0"/>
            <a:r>
              <a:rPr lang="en-US" dirty="0"/>
              <a:t>(2 rows maximum)</a:t>
            </a:r>
          </a:p>
        </p:txBody>
      </p:sp>
    </p:spTree>
    <p:extLst>
      <p:ext uri="{BB962C8B-B14F-4D97-AF65-F5344CB8AC3E}">
        <p14:creationId xmlns:p14="http://schemas.microsoft.com/office/powerpoint/2010/main" val="1766304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l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5295" y="914027"/>
            <a:ext cx="3731753" cy="3741100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Full content goes here (Calibri regular 12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et.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.</a:t>
            </a:r>
          </a:p>
          <a:p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et.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.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81143" y="4714363"/>
            <a:ext cx="2057400" cy="274637"/>
          </a:xfrm>
        </p:spPr>
        <p:txBody>
          <a:bodyPr/>
          <a:lstStyle>
            <a:lvl1pPr>
              <a:defRPr sz="600" b="0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A9F82C8E-865A-2440-AB2D-36CAA05B88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4467619" y="914027"/>
            <a:ext cx="3731754" cy="3741100"/>
          </a:xfrm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et.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515294" y="520742"/>
            <a:ext cx="7684078" cy="327313"/>
          </a:xfrm>
        </p:spPr>
        <p:txBody>
          <a:bodyPr>
            <a:normAutofit/>
          </a:bodyPr>
          <a:lstStyle>
            <a:lvl1pPr marL="0" indent="0">
              <a:buNone/>
              <a:defRPr sz="1400" b="1" i="0">
                <a:solidFill>
                  <a:srgbClr val="747678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Subtitle Goes Here Calibri Bold 14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515294" y="221183"/>
            <a:ext cx="7684078" cy="299560"/>
          </a:xfr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Title Goes Here Calibri Bold 18 </a:t>
            </a:r>
            <a:r>
              <a:rPr lang="en-US" dirty="0" err="1"/>
              <a:t>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83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ing and Bullet Poi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81143" y="4714363"/>
            <a:ext cx="2057400" cy="274637"/>
          </a:xfrm>
        </p:spPr>
        <p:txBody>
          <a:bodyPr/>
          <a:lstStyle>
            <a:lvl1pPr>
              <a:defRPr sz="600" b="0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A9F82C8E-865A-2440-AB2D-36CAA05B88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515294" y="520742"/>
            <a:ext cx="7684078" cy="327313"/>
          </a:xfrm>
        </p:spPr>
        <p:txBody>
          <a:bodyPr>
            <a:normAutofit/>
          </a:bodyPr>
          <a:lstStyle>
            <a:lvl1pPr marL="0" indent="0">
              <a:buNone/>
              <a:defRPr sz="1400" b="1" i="0">
                <a:solidFill>
                  <a:srgbClr val="747678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Subtitle Goes Here Calibri Bold 14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515294" y="221183"/>
            <a:ext cx="7684078" cy="299560"/>
          </a:xfr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Title Goes Here Calibri Bold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17" hasCustomPrompt="1"/>
          </p:nvPr>
        </p:nvSpPr>
        <p:spPr>
          <a:xfrm>
            <a:off x="515294" y="893957"/>
            <a:ext cx="7684078" cy="3761169"/>
          </a:xfrm>
        </p:spPr>
        <p:txBody>
          <a:bodyPr>
            <a:normAutofit/>
          </a:bodyPr>
          <a:lstStyle>
            <a:lvl1pPr marL="176213" indent="-176213">
              <a:buFont typeface="+mj-lt"/>
              <a:buAutoNum type="arabicPeriod"/>
              <a:defRPr sz="1200" b="0" i="0">
                <a:solidFill>
                  <a:srgbClr val="4C4C4E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363538" indent="-187325">
              <a:buFont typeface="+mj-lt"/>
              <a:buAutoNum type="alphaLcParenR"/>
              <a:defRPr sz="1200">
                <a:solidFill>
                  <a:srgbClr val="4C4C4E"/>
                </a:solidFill>
              </a:defRPr>
            </a:lvl3pPr>
            <a:lvl4pPr marL="539750" indent="-87313">
              <a:buFont typeface="Arial" panose="020B0604020202020204" pitchFamily="34" charset="0"/>
              <a:buChar char="•"/>
              <a:defRPr sz="1000">
                <a:solidFill>
                  <a:srgbClr val="4C4C4E"/>
                </a:solidFill>
              </a:defRPr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Calibri 12 </a:t>
            </a:r>
            <a:r>
              <a:rPr lang="en-US" dirty="0" err="1"/>
              <a:t>pt</a:t>
            </a:r>
            <a:r>
              <a:rPr lang="en-US" dirty="0"/>
              <a:t>,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Text numbering with alphabetical 12 pt.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  <a:p>
            <a:pPr lvl="3"/>
            <a:r>
              <a:rPr lang="en-US" dirty="0"/>
              <a:t>Text numbering with bullet point 10 pt. </a:t>
            </a:r>
            <a:r>
              <a:rPr lang="en-US" dirty="0" err="1"/>
              <a:t>euismod</a:t>
            </a:r>
            <a:r>
              <a:rPr lang="en-US" dirty="0"/>
              <a:t> tin </a:t>
            </a:r>
            <a:r>
              <a:rPr lang="en-US" dirty="0" err="1"/>
              <a:t>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  <a:p>
            <a:pPr lvl="3"/>
            <a:r>
              <a:rPr lang="en-US" dirty="0"/>
              <a:t>Text numbering with bullet point 10 pt. </a:t>
            </a:r>
            <a:r>
              <a:rPr lang="en-US" dirty="0" err="1"/>
              <a:t>euismod</a:t>
            </a:r>
            <a:r>
              <a:rPr lang="en-US" dirty="0"/>
              <a:t> tin </a:t>
            </a:r>
            <a:r>
              <a:rPr lang="en-US" dirty="0" err="1"/>
              <a:t>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Text numbering with alphabetical 12 pt.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  <a:p>
            <a:pPr lvl="3"/>
            <a:r>
              <a:rPr lang="en-US" dirty="0"/>
              <a:t>Text numbering with bullet point 10 pt. </a:t>
            </a:r>
            <a:r>
              <a:rPr lang="en-US" dirty="0" err="1"/>
              <a:t>euismod</a:t>
            </a:r>
            <a:r>
              <a:rPr lang="en-US" dirty="0"/>
              <a:t> tin </a:t>
            </a:r>
            <a:r>
              <a:rPr lang="en-US" dirty="0" err="1"/>
              <a:t>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  <a:p>
            <a:pPr lvl="3"/>
            <a:r>
              <a:rPr lang="en-US" dirty="0"/>
              <a:t>Text numbering with bullet point 10 pt. </a:t>
            </a:r>
            <a:r>
              <a:rPr lang="en-US" dirty="0" err="1"/>
              <a:t>euismod</a:t>
            </a:r>
            <a:r>
              <a:rPr lang="en-US" dirty="0"/>
              <a:t> tin </a:t>
            </a:r>
            <a:r>
              <a:rPr lang="en-US" dirty="0" err="1"/>
              <a:t>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565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0" y="1209124"/>
            <a:ext cx="9144000" cy="3934376"/>
          </a:xfrm>
          <a:blipFill dpi="0" rotWithShape="1">
            <a:blip r:embed="rId3">
              <a:alphaModFix amt="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515294" y="513185"/>
            <a:ext cx="7684078" cy="327313"/>
          </a:xfrm>
        </p:spPr>
        <p:txBody>
          <a:bodyPr>
            <a:normAutofit/>
          </a:bodyPr>
          <a:lstStyle>
            <a:lvl1pPr marL="0" indent="0">
              <a:buNone/>
              <a:defRPr sz="1400" b="1" i="0">
                <a:solidFill>
                  <a:srgbClr val="747678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Subtitle Goes Here Calibri Bold 14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515294" y="213626"/>
            <a:ext cx="7684078" cy="299560"/>
          </a:xfr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Title Goes Here Calibri Bold 18 </a:t>
            </a:r>
            <a:r>
              <a:rPr lang="en-US" dirty="0" err="1"/>
              <a:t>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633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15295" y="901580"/>
            <a:ext cx="5303614" cy="3670420"/>
          </a:xfrm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Full content goes here (Calibri regular 12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et.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ex.</a:t>
            </a:r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ex.</a:t>
            </a:r>
          </a:p>
          <a:p>
            <a:pPr lvl="0"/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minim.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81143" y="4714363"/>
            <a:ext cx="2057400" cy="274637"/>
          </a:xfrm>
        </p:spPr>
        <p:txBody>
          <a:bodyPr/>
          <a:lstStyle>
            <a:lvl1pPr>
              <a:defRPr sz="600" b="0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A9F82C8E-865A-2440-AB2D-36CAA05B88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/>
          </p:nvPr>
        </p:nvSpPr>
        <p:spPr>
          <a:xfrm>
            <a:off x="6196760" y="1110883"/>
            <a:ext cx="2584504" cy="346111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515294" y="520742"/>
            <a:ext cx="7684078" cy="327313"/>
          </a:xfrm>
        </p:spPr>
        <p:txBody>
          <a:bodyPr>
            <a:normAutofit/>
          </a:bodyPr>
          <a:lstStyle>
            <a:lvl1pPr marL="0" indent="0">
              <a:buNone/>
              <a:defRPr sz="1400" b="1" i="0">
                <a:solidFill>
                  <a:srgbClr val="747678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Subtitle Goes Here Calibri Bold 14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515294" y="221183"/>
            <a:ext cx="7684078" cy="299560"/>
          </a:xfr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Title Goes Here Calibri Bold 18 </a:t>
            </a:r>
            <a:r>
              <a:rPr lang="en-US" dirty="0" err="1"/>
              <a:t>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438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e Ch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268663" y="3661077"/>
            <a:ext cx="2930708" cy="844224"/>
          </a:xfrm>
        </p:spPr>
        <p:txBody>
          <a:bodyPr anchor="b">
            <a:noAutofit/>
          </a:bodyPr>
          <a:lstStyle>
            <a:lvl1pPr marL="0" indent="0">
              <a:buNone/>
              <a:defRPr sz="1000" b="0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881143" y="4714363"/>
            <a:ext cx="2057400" cy="274637"/>
          </a:xfrm>
        </p:spPr>
        <p:txBody>
          <a:bodyPr/>
          <a:lstStyle>
            <a:lvl1pPr>
              <a:defRPr sz="600" b="0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A9F82C8E-865A-2440-AB2D-36CAA05B88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15294" y="901580"/>
            <a:ext cx="7684077" cy="1380641"/>
          </a:xfrm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Full content goes here (Calibri regular 12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,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illum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at </a:t>
            </a:r>
            <a:r>
              <a:rPr lang="en-US" dirty="0" err="1"/>
              <a:t>vero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et.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 in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ex.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5350374" y="3536687"/>
            <a:ext cx="2848997" cy="0"/>
          </a:xfrm>
          <a:prstGeom prst="line">
            <a:avLst/>
          </a:prstGeom>
          <a:ln>
            <a:solidFill>
              <a:srgbClr val="4C4C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515294" y="520742"/>
            <a:ext cx="7684078" cy="327313"/>
          </a:xfrm>
        </p:spPr>
        <p:txBody>
          <a:bodyPr>
            <a:normAutofit/>
          </a:bodyPr>
          <a:lstStyle>
            <a:lvl1pPr marL="0" indent="0">
              <a:buNone/>
              <a:defRPr sz="1400" b="1" i="0">
                <a:solidFill>
                  <a:srgbClr val="747678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Subtitle Goes Here Calibri Bold 14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515294" y="221183"/>
            <a:ext cx="7684078" cy="299560"/>
          </a:xfr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Title Goes Here Calibri Bold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7" hasCustomPrompt="1"/>
          </p:nvPr>
        </p:nvSpPr>
        <p:spPr>
          <a:xfrm>
            <a:off x="515294" y="2492771"/>
            <a:ext cx="2146487" cy="1727744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Pie Chart 1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8" hasCustomPrompt="1"/>
          </p:nvPr>
        </p:nvSpPr>
        <p:spPr>
          <a:xfrm>
            <a:off x="2919745" y="2492771"/>
            <a:ext cx="2146487" cy="1729232"/>
          </a:xfrm>
        </p:spPr>
        <p:txBody>
          <a:bodyPr>
            <a:normAutofit/>
          </a:bodyPr>
          <a:lstStyle>
            <a:lvl1pPr marL="0" indent="0">
              <a:buNone/>
              <a:defRPr sz="1000" b="0" i="0" baseline="0"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000" b="0" i="0">
                <a:latin typeface="Calibri" charset="0"/>
                <a:ea typeface="Calibri" charset="0"/>
                <a:cs typeface="Calibri" charset="0"/>
              </a:defRPr>
            </a:lvl2pPr>
            <a:lvl3pPr marL="914400" indent="0">
              <a:buNone/>
              <a:defRPr sz="1000" b="0" i="0">
                <a:latin typeface="Calibri" charset="0"/>
                <a:ea typeface="Calibri" charset="0"/>
                <a:cs typeface="Calibri" charset="0"/>
              </a:defRPr>
            </a:lvl3pPr>
            <a:lvl4pPr marL="1371600" indent="0">
              <a:buNone/>
              <a:defRPr sz="1000" b="0" i="0">
                <a:latin typeface="Calibri" charset="0"/>
                <a:ea typeface="Calibri" charset="0"/>
                <a:cs typeface="Calibri" charset="0"/>
              </a:defRPr>
            </a:lvl4pPr>
            <a:lvl5pPr marL="1828800" indent="0">
              <a:buNone/>
              <a:defRPr sz="1000" b="0" i="0">
                <a:latin typeface="Calibri" charset="0"/>
                <a:ea typeface="Calibri" charset="0"/>
                <a:cs typeface="Calibri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Pie Chart 2</a:t>
            </a:r>
          </a:p>
        </p:txBody>
      </p:sp>
    </p:spTree>
    <p:extLst>
      <p:ext uri="{BB962C8B-B14F-4D97-AF65-F5344CB8AC3E}">
        <p14:creationId xmlns:p14="http://schemas.microsoft.com/office/powerpoint/2010/main" val="2040484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Ch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15294" y="4159328"/>
            <a:ext cx="7684078" cy="448831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Calibri 10 </a:t>
            </a:r>
            <a:r>
              <a:rPr lang="en-US" dirty="0" err="1"/>
              <a:t>pt</a:t>
            </a:r>
            <a:r>
              <a:rPr lang="en-US" dirty="0"/>
              <a:t>,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autem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81143" y="4714362"/>
            <a:ext cx="2057400" cy="274637"/>
          </a:xfrm>
        </p:spPr>
        <p:txBody>
          <a:bodyPr/>
          <a:lstStyle>
            <a:lvl1pPr>
              <a:defRPr sz="600" b="0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A9F82C8E-865A-2440-AB2D-36CAA05B882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00010" y="4043007"/>
            <a:ext cx="7599362" cy="0"/>
          </a:xfrm>
          <a:prstGeom prst="line">
            <a:avLst/>
          </a:prstGeom>
          <a:ln>
            <a:solidFill>
              <a:srgbClr val="4C4C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515294" y="520742"/>
            <a:ext cx="7684078" cy="327313"/>
          </a:xfrm>
        </p:spPr>
        <p:txBody>
          <a:bodyPr>
            <a:normAutofit/>
          </a:bodyPr>
          <a:lstStyle>
            <a:lvl1pPr marL="0" indent="0">
              <a:buNone/>
              <a:defRPr sz="1400" b="1" i="0">
                <a:solidFill>
                  <a:srgbClr val="747678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Subtitle Goes Here Calibri Bold 14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515294" y="221183"/>
            <a:ext cx="7684078" cy="299560"/>
          </a:xfr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Title Goes Here Calibri Bold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7" hasCustomPrompt="1"/>
          </p:nvPr>
        </p:nvSpPr>
        <p:spPr>
          <a:xfrm>
            <a:off x="515294" y="1074452"/>
            <a:ext cx="2797840" cy="2583148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Graphic </a:t>
            </a:r>
            <a:r>
              <a:rPr lang="en-US" dirty="0"/>
              <a:t>Chart 1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8" hasCustomPrompt="1"/>
          </p:nvPr>
        </p:nvSpPr>
        <p:spPr>
          <a:xfrm>
            <a:off x="4018374" y="1074452"/>
            <a:ext cx="2797840" cy="2583148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Graphic Chart 2</a:t>
            </a:r>
          </a:p>
        </p:txBody>
      </p:sp>
    </p:spTree>
    <p:extLst>
      <p:ext uri="{BB962C8B-B14F-4D97-AF65-F5344CB8AC3E}">
        <p14:creationId xmlns:p14="http://schemas.microsoft.com/office/powerpoint/2010/main" val="1801745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81143" y="4714361"/>
            <a:ext cx="2057400" cy="274637"/>
          </a:xfrm>
        </p:spPr>
        <p:txBody>
          <a:bodyPr/>
          <a:lstStyle>
            <a:lvl1pPr>
              <a:defRPr sz="600" b="0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A9F82C8E-865A-2440-AB2D-36CAA05B88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 hasCustomPrompt="1"/>
          </p:nvPr>
        </p:nvSpPr>
        <p:spPr>
          <a:xfrm>
            <a:off x="515294" y="520742"/>
            <a:ext cx="7684078" cy="327313"/>
          </a:xfrm>
        </p:spPr>
        <p:txBody>
          <a:bodyPr>
            <a:normAutofit/>
          </a:bodyPr>
          <a:lstStyle>
            <a:lvl1pPr marL="0" indent="0">
              <a:buNone/>
              <a:defRPr sz="1400" b="1" i="0">
                <a:solidFill>
                  <a:srgbClr val="747678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Subtitle Goes Here Calibri Bold 14 </a:t>
            </a:r>
            <a:r>
              <a:rPr lang="en-US" dirty="0" err="1"/>
              <a:t>pt</a:t>
            </a:r>
            <a:r>
              <a:rPr lang="en-US" dirty="0"/>
              <a:t> 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 hasCustomPrompt="1"/>
          </p:nvPr>
        </p:nvSpPr>
        <p:spPr>
          <a:xfrm>
            <a:off x="515294" y="221183"/>
            <a:ext cx="7684078" cy="299560"/>
          </a:xfr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Title Goes Here Calibri Bold 18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7" hasCustomPrompt="1"/>
          </p:nvPr>
        </p:nvSpPr>
        <p:spPr>
          <a:xfrm>
            <a:off x="515294" y="2740220"/>
            <a:ext cx="7684078" cy="305279"/>
          </a:xfrm>
        </p:spPr>
        <p:txBody>
          <a:bodyPr>
            <a:normAutofit/>
          </a:bodyPr>
          <a:lstStyle>
            <a:lvl1pPr marL="0" indent="0">
              <a:buNone/>
              <a:defRPr sz="1400" b="1" i="0">
                <a:solidFill>
                  <a:srgbClr val="E3B52B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Title Goes Here Calibri Bold 14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8" hasCustomPrompt="1"/>
          </p:nvPr>
        </p:nvSpPr>
        <p:spPr>
          <a:xfrm>
            <a:off x="515294" y="1000832"/>
            <a:ext cx="6175617" cy="1483360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Table 1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9" hasCustomPrompt="1"/>
          </p:nvPr>
        </p:nvSpPr>
        <p:spPr>
          <a:xfrm>
            <a:off x="515294" y="3045499"/>
            <a:ext cx="3913488" cy="1483360"/>
          </a:xfrm>
        </p:spPr>
        <p:txBody>
          <a:bodyPr>
            <a:normAutofit/>
          </a:bodyPr>
          <a:lstStyle>
            <a:lvl1pPr marL="0" indent="0">
              <a:buNone/>
              <a:defRPr sz="1200" b="0" i="0" baseline="0">
                <a:latin typeface="Calibri" charset="0"/>
                <a:ea typeface="Calibri" charset="0"/>
                <a:cs typeface="Calibri" charset="0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Table 2</a:t>
            </a:r>
          </a:p>
        </p:txBody>
      </p:sp>
    </p:spTree>
    <p:extLst>
      <p:ext uri="{BB962C8B-B14F-4D97-AF65-F5344CB8AC3E}">
        <p14:creationId xmlns:p14="http://schemas.microsoft.com/office/powerpoint/2010/main" val="271779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86B4E325-3FED-6242-93FA-9F5968BBC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81143" y="4714361"/>
            <a:ext cx="2057400" cy="274637"/>
          </a:xfrm>
        </p:spPr>
        <p:txBody>
          <a:bodyPr/>
          <a:lstStyle>
            <a:lvl1pPr>
              <a:defRPr sz="600" b="0" i="0">
                <a:solidFill>
                  <a:srgbClr val="4D4D4F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fld id="{A9F82C8E-865A-2440-AB2D-36CAA05B88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636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8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ADC9AF-6661-B144-94A8-89B5CD5747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98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03CDEA-F753-1A46-9150-C3C35FADB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123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5" r:id="rId2"/>
    <p:sldLayoutId id="2147483670" r:id="rId3"/>
    <p:sldLayoutId id="2147483671" r:id="rId4"/>
    <p:sldLayoutId id="2147483672" r:id="rId5"/>
    <p:sldLayoutId id="2147483673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82C8E-865A-2440-AB2D-36CAA05B8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582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8" r:id="rId3"/>
    <p:sldLayoutId id="2147483677" r:id="rId4"/>
    <p:sldLayoutId id="2147483679" r:id="rId5"/>
    <p:sldLayoutId id="2147483682" r:id="rId6"/>
    <p:sldLayoutId id="2147483683" r:id="rId7"/>
    <p:sldLayoutId id="2147483697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DDC29-0FEC-674C-BA85-B0716BC43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57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Presentation Subtitle Calibri 18 </a:t>
            </a:r>
            <a:r>
              <a:rPr lang="en-US" dirty="0" err="1"/>
              <a:t>pt</a:t>
            </a:r>
            <a:endParaRPr lang="en-US" dirty="0"/>
          </a:p>
          <a:p>
            <a:r>
              <a:rPr lang="en-US" dirty="0"/>
              <a:t>(2 rows maximum)</a:t>
            </a:r>
          </a:p>
        </p:txBody>
      </p:sp>
    </p:spTree>
    <p:extLst>
      <p:ext uri="{BB962C8B-B14F-4D97-AF65-F5344CB8AC3E}">
        <p14:creationId xmlns:p14="http://schemas.microsoft.com/office/powerpoint/2010/main" val="1654404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Section Sub-title Calibri 18 </a:t>
            </a:r>
            <a:r>
              <a:rPr lang="en-US" dirty="0" err="1"/>
              <a:t>pt</a:t>
            </a:r>
            <a:endParaRPr lang="en-US" dirty="0"/>
          </a:p>
          <a:p>
            <a:r>
              <a:rPr lang="en-US" dirty="0"/>
              <a:t>(2 rows maximum)</a:t>
            </a:r>
          </a:p>
        </p:txBody>
      </p:sp>
    </p:spTree>
    <p:extLst>
      <p:ext uri="{BB962C8B-B14F-4D97-AF65-F5344CB8AC3E}">
        <p14:creationId xmlns:p14="http://schemas.microsoft.com/office/powerpoint/2010/main" val="1935241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Section Sub-title Calibri 18 </a:t>
            </a:r>
            <a:r>
              <a:rPr lang="en-US" dirty="0" err="1"/>
              <a:t>pt</a:t>
            </a:r>
            <a:endParaRPr lang="en-US" dirty="0"/>
          </a:p>
          <a:p>
            <a:r>
              <a:rPr lang="en-US" dirty="0"/>
              <a:t>(2 rows maximum)</a:t>
            </a:r>
          </a:p>
        </p:txBody>
      </p:sp>
    </p:spTree>
    <p:extLst>
      <p:ext uri="{BB962C8B-B14F-4D97-AF65-F5344CB8AC3E}">
        <p14:creationId xmlns:p14="http://schemas.microsoft.com/office/powerpoint/2010/main" val="44166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Presentation Section Sub-title Calibri 18 </a:t>
            </a:r>
            <a:r>
              <a:rPr lang="en-US" dirty="0" err="1"/>
              <a:t>pt</a:t>
            </a:r>
            <a:endParaRPr lang="en-US" dirty="0"/>
          </a:p>
          <a:p>
            <a:r>
              <a:rPr lang="en-US" dirty="0"/>
              <a:t>(2 rows maximum)</a:t>
            </a:r>
          </a:p>
        </p:txBody>
      </p:sp>
    </p:spTree>
    <p:extLst>
      <p:ext uri="{BB962C8B-B14F-4D97-AF65-F5344CB8AC3E}">
        <p14:creationId xmlns:p14="http://schemas.microsoft.com/office/powerpoint/2010/main" val="1372726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Presentation Section Sub-title Calibri 18 </a:t>
            </a:r>
            <a:r>
              <a:rPr lang="en-US" dirty="0" err="1"/>
              <a:t>pt</a:t>
            </a:r>
            <a:endParaRPr lang="en-US" dirty="0"/>
          </a:p>
          <a:p>
            <a:r>
              <a:rPr lang="en-US" dirty="0"/>
              <a:t>(2 rows maximum)</a:t>
            </a:r>
          </a:p>
        </p:txBody>
      </p:sp>
    </p:spTree>
    <p:extLst>
      <p:ext uri="{BB962C8B-B14F-4D97-AF65-F5344CB8AC3E}">
        <p14:creationId xmlns:p14="http://schemas.microsoft.com/office/powerpoint/2010/main" val="355817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Presentation Section Sub-title Calibri 18 </a:t>
            </a:r>
            <a:r>
              <a:rPr lang="en-US" dirty="0" err="1"/>
              <a:t>pt</a:t>
            </a:r>
            <a:endParaRPr lang="en-US" dirty="0"/>
          </a:p>
          <a:p>
            <a:r>
              <a:rPr lang="en-US" dirty="0"/>
              <a:t>(2 rows maximum)</a:t>
            </a:r>
          </a:p>
        </p:txBody>
      </p:sp>
    </p:spTree>
    <p:extLst>
      <p:ext uri="{BB962C8B-B14F-4D97-AF65-F5344CB8AC3E}">
        <p14:creationId xmlns:p14="http://schemas.microsoft.com/office/powerpoint/2010/main" val="341546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Presentation Section Sub-title Calibri 18 </a:t>
            </a:r>
            <a:r>
              <a:rPr lang="en-US" dirty="0" err="1"/>
              <a:t>pt</a:t>
            </a:r>
            <a:endParaRPr lang="en-US" dirty="0"/>
          </a:p>
          <a:p>
            <a:r>
              <a:rPr lang="en-US" dirty="0"/>
              <a:t>(2 rows maximum)</a:t>
            </a:r>
          </a:p>
        </p:txBody>
      </p:sp>
    </p:spTree>
    <p:extLst>
      <p:ext uri="{BB962C8B-B14F-4D97-AF65-F5344CB8AC3E}">
        <p14:creationId xmlns:p14="http://schemas.microsoft.com/office/powerpoint/2010/main" val="594253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Full content goes here (Calibri regular 12 </a:t>
            </a:r>
            <a:r>
              <a:rPr lang="en-US" dirty="0" err="1"/>
              <a:t>pt</a:t>
            </a:r>
            <a:r>
              <a:rPr lang="en-US" dirty="0"/>
              <a:t>) </a:t>
            </a:r>
          </a:p>
          <a:p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is simply dummy text of the printing and typesetting industry.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dirty="0" err="1"/>
              <a:t>popularised</a:t>
            </a:r>
            <a:r>
              <a:rPr lang="en-US" dirty="0"/>
              <a:t> in the 1960s with the release of </a:t>
            </a:r>
            <a:r>
              <a:rPr lang="en-US" dirty="0" err="1"/>
              <a:t>Letraset</a:t>
            </a:r>
            <a:r>
              <a:rPr lang="en-US" dirty="0"/>
              <a:t> sheets containing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passages, and more recently with desktop publishing software like Aldus PageMaker including versions of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82C8E-865A-2440-AB2D-36CAA05B882C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517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pPr lvl="0"/>
            <a:r>
              <a:rPr lang="en-US" dirty="0"/>
              <a:t>Calibri 12 </a:t>
            </a:r>
            <a:r>
              <a:rPr lang="en-US" dirty="0" err="1"/>
              <a:t>pt</a:t>
            </a:r>
            <a:r>
              <a:rPr lang="en-US" dirty="0"/>
              <a:t>,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Text numbering with alphabetical 12 pt.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  <a:p>
            <a:pPr lvl="3"/>
            <a:r>
              <a:rPr lang="en-US" dirty="0"/>
              <a:t>Text numbering with bullet point 10 pt. </a:t>
            </a:r>
            <a:r>
              <a:rPr lang="en-US" dirty="0" err="1"/>
              <a:t>euismod</a:t>
            </a:r>
            <a:r>
              <a:rPr lang="en-US" dirty="0"/>
              <a:t> tin </a:t>
            </a:r>
            <a:r>
              <a:rPr lang="en-US" dirty="0" err="1"/>
              <a:t>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  <a:p>
            <a:pPr lvl="3"/>
            <a:r>
              <a:rPr lang="en-US" dirty="0"/>
              <a:t>Text numbering with bullet point 10 pt. </a:t>
            </a:r>
            <a:r>
              <a:rPr lang="en-US" dirty="0" err="1"/>
              <a:t>euismod</a:t>
            </a:r>
            <a:r>
              <a:rPr lang="en-US" dirty="0"/>
              <a:t> tin </a:t>
            </a:r>
            <a:r>
              <a:rPr lang="en-US" dirty="0" err="1"/>
              <a:t>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Text numbering with alphabetical 12 pt.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  <a:p>
            <a:pPr lvl="3"/>
            <a:r>
              <a:rPr lang="en-US" dirty="0"/>
              <a:t>Text numbering with bullet point 10 pt. </a:t>
            </a:r>
            <a:r>
              <a:rPr lang="en-US" dirty="0" err="1"/>
              <a:t>euismod</a:t>
            </a:r>
            <a:r>
              <a:rPr lang="en-US" dirty="0"/>
              <a:t> tin </a:t>
            </a:r>
            <a:r>
              <a:rPr lang="en-US" dirty="0" err="1"/>
              <a:t>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  <a:p>
            <a:pPr lvl="3"/>
            <a:r>
              <a:rPr lang="en-US" dirty="0"/>
              <a:t>Text numbering with bullet point 10 pt. </a:t>
            </a:r>
            <a:r>
              <a:rPr lang="en-US" dirty="0" err="1"/>
              <a:t>euismod</a:t>
            </a:r>
            <a:r>
              <a:rPr lang="en-US" dirty="0"/>
              <a:t> tin </a:t>
            </a:r>
            <a:r>
              <a:rPr lang="en-US" dirty="0" err="1"/>
              <a:t>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82C8E-865A-2440-AB2D-36CAA05B882C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961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50" b="17750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34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content goes here (Calibri regular 12 </a:t>
            </a:r>
            <a:r>
              <a:rPr lang="en-US" dirty="0" err="1"/>
              <a:t>pt</a:t>
            </a:r>
            <a:r>
              <a:rPr lang="en-US" dirty="0"/>
              <a:t>) </a:t>
            </a:r>
          </a:p>
          <a:p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dirty="0" err="1"/>
              <a:t>popularised</a:t>
            </a:r>
            <a:r>
              <a:rPr lang="en-US" dirty="0"/>
              <a:t> in the 1960s with the release of </a:t>
            </a:r>
            <a:r>
              <a:rPr lang="en-US" dirty="0" err="1"/>
              <a:t>Letraset</a:t>
            </a:r>
            <a:r>
              <a:rPr lang="en-US" dirty="0"/>
              <a:t> sheets containing Lorem Ipsum passages, and more recently with desktop publishing software like Aldus PageMaker including versions of Lorem Ipsum.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82C8E-865A-2440-AB2D-36CAA05B882C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1" name="Picture Placeholder 5"/>
          <p:cNvPicPr>
            <a:picLocks noGrp="1" noChangeAspect="1"/>
          </p:cNvPicPr>
          <p:nvPr>
            <p:ph type="pic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43" t="495" r="12986" b="649"/>
          <a:stretch/>
        </p:blipFill>
        <p:spPr>
          <a:xfrm>
            <a:off x="6196760" y="1103326"/>
            <a:ext cx="2584504" cy="3453560"/>
          </a:xfrm>
        </p:spPr>
      </p:pic>
    </p:spTree>
    <p:extLst>
      <p:ext uri="{BB962C8B-B14F-4D97-AF65-F5344CB8AC3E}">
        <p14:creationId xmlns:p14="http://schemas.microsoft.com/office/powerpoint/2010/main" val="409958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content goes here (Calibri regular 12 </a:t>
            </a:r>
            <a:r>
              <a:rPr lang="en-US" dirty="0" err="1"/>
              <a:t>pt</a:t>
            </a:r>
            <a:r>
              <a:rPr lang="en-US" dirty="0"/>
              <a:t>) </a:t>
            </a:r>
          </a:p>
          <a:p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dirty="0" err="1"/>
              <a:t>popularised</a:t>
            </a:r>
            <a:r>
              <a:rPr lang="en-US" dirty="0"/>
              <a:t> in the 1960s with the release of </a:t>
            </a:r>
            <a:r>
              <a:rPr lang="en-US" dirty="0" err="1"/>
              <a:t>Letraset</a:t>
            </a:r>
            <a:r>
              <a:rPr lang="en-US" dirty="0"/>
              <a:t> sheets containing Lorem Ipsum passages, and more recently with desktop publishing software like Aldus PageMaker including versions of Lorem Ipsum.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383896363"/>
              </p:ext>
            </p:extLst>
          </p:nvPr>
        </p:nvGraphicFramePr>
        <p:xfrm>
          <a:off x="0" y="2443923"/>
          <a:ext cx="2927711" cy="195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927872136"/>
              </p:ext>
            </p:extLst>
          </p:nvPr>
        </p:nvGraphicFramePr>
        <p:xfrm>
          <a:off x="2422663" y="2443923"/>
          <a:ext cx="2927711" cy="195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82C8E-865A-2440-AB2D-36CAA05B882C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8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1807696634"/>
              </p:ext>
            </p:extLst>
          </p:nvPr>
        </p:nvGraphicFramePr>
        <p:xfrm>
          <a:off x="4022706" y="949261"/>
          <a:ext cx="2914436" cy="28522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850318139"/>
              </p:ext>
            </p:extLst>
          </p:nvPr>
        </p:nvGraphicFramePr>
        <p:xfrm>
          <a:off x="515294" y="949261"/>
          <a:ext cx="2914436" cy="28522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82C8E-865A-2440-AB2D-36CAA05B882C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291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882954"/>
              </p:ext>
            </p:extLst>
          </p:nvPr>
        </p:nvGraphicFramePr>
        <p:xfrm>
          <a:off x="594911" y="1000832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776">
                  <a:extLst>
                    <a:ext uri="{9D8B030D-6E8A-4147-A177-3AD203B41FA5}">
                      <a16:colId xmlns:a16="http://schemas.microsoft.com/office/drawing/2014/main" val="3715517187"/>
                    </a:ext>
                  </a:extLst>
                </a:gridCol>
                <a:gridCol w="936433">
                  <a:extLst>
                    <a:ext uri="{9D8B030D-6E8A-4147-A177-3AD203B41FA5}">
                      <a16:colId xmlns:a16="http://schemas.microsoft.com/office/drawing/2014/main" val="1473493928"/>
                    </a:ext>
                  </a:extLst>
                </a:gridCol>
                <a:gridCol w="2390661">
                  <a:extLst>
                    <a:ext uri="{9D8B030D-6E8A-4147-A177-3AD203B41FA5}">
                      <a16:colId xmlns:a16="http://schemas.microsoft.com/office/drawing/2014/main" val="252540905"/>
                    </a:ext>
                  </a:extLst>
                </a:gridCol>
                <a:gridCol w="2262130">
                  <a:extLst>
                    <a:ext uri="{9D8B030D-6E8A-4147-A177-3AD203B41FA5}">
                      <a16:colId xmlns:a16="http://schemas.microsoft.com/office/drawing/2014/main" val="1087868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No.</a:t>
                      </a:r>
                    </a:p>
                  </a:txBody>
                  <a:tcPr anchor="ctr">
                    <a:solidFill>
                      <a:srgbClr val="4C4C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</a:p>
                  </a:txBody>
                  <a:tcPr anchor="ctr">
                    <a:solidFill>
                      <a:srgbClr val="4C4C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Lorem Ipsum</a:t>
                      </a:r>
                    </a:p>
                  </a:txBody>
                  <a:tcPr anchor="ctr">
                    <a:solidFill>
                      <a:srgbClr val="4C4C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Lorem Ipsum</a:t>
                      </a:r>
                    </a:p>
                  </a:txBody>
                  <a:tcPr anchor="ctr">
                    <a:solidFill>
                      <a:srgbClr val="4C4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591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8E9E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E8E9E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E8E9E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8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640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C8CAC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C8CAC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C8CAC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C8CA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199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E8E9E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E8E9E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E8E9E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8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564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231453"/>
              </p:ext>
            </p:extLst>
          </p:nvPr>
        </p:nvGraphicFramePr>
        <p:xfrm>
          <a:off x="594911" y="3045499"/>
          <a:ext cx="383387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776">
                  <a:extLst>
                    <a:ext uri="{9D8B030D-6E8A-4147-A177-3AD203B41FA5}">
                      <a16:colId xmlns:a16="http://schemas.microsoft.com/office/drawing/2014/main" val="3694059705"/>
                    </a:ext>
                  </a:extLst>
                </a:gridCol>
                <a:gridCol w="947450">
                  <a:extLst>
                    <a:ext uri="{9D8B030D-6E8A-4147-A177-3AD203B41FA5}">
                      <a16:colId xmlns:a16="http://schemas.microsoft.com/office/drawing/2014/main" val="3280166808"/>
                    </a:ext>
                  </a:extLst>
                </a:gridCol>
                <a:gridCol w="2379645">
                  <a:extLst>
                    <a:ext uri="{9D8B030D-6E8A-4147-A177-3AD203B41FA5}">
                      <a16:colId xmlns:a16="http://schemas.microsoft.com/office/drawing/2014/main" val="4062528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4C4C4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No.</a:t>
                      </a:r>
                    </a:p>
                  </a:txBody>
                  <a:tcPr anchor="ctr">
                    <a:solidFill>
                      <a:srgbClr val="E3B5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4C4C4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Title</a:t>
                      </a:r>
                    </a:p>
                  </a:txBody>
                  <a:tcPr anchor="ctr">
                    <a:solidFill>
                      <a:srgbClr val="E3B5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4C4C4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Lorem Ipsum</a:t>
                      </a:r>
                    </a:p>
                  </a:txBody>
                  <a:tcPr anchor="ctr">
                    <a:solidFill>
                      <a:srgbClr val="E3B5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163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6F2E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6F2E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6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246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EDDAA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EDDAA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DD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876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6F2E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6F2E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6F2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426061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82C8E-865A-2440-AB2D-36CAA05B882C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664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D93D3-2B0B-F04F-9F08-3B5D17A2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82C8E-865A-2440-AB2D-36CAA05B882C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655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36122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Back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0a43a71-8a02-4eec-b97a-0cd94df8fcea" xsi:nil="true"/>
    <lcf76f155ced4ddcb4097134ff3c332f xmlns="1a380565-b321-43fd-a219-9302fa2082b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21F91CB2D0FB43AB2BA3F959549D3C" ma:contentTypeVersion="12" ma:contentTypeDescription="Create a new document." ma:contentTypeScope="" ma:versionID="df48287694ac1f5af7f2a66eea61b23e">
  <xsd:schema xmlns:xsd="http://www.w3.org/2001/XMLSchema" xmlns:xs="http://www.w3.org/2001/XMLSchema" xmlns:p="http://schemas.microsoft.com/office/2006/metadata/properties" xmlns:ns2="1a380565-b321-43fd-a219-9302fa2082b9" xmlns:ns3="80a43a71-8a02-4eec-b97a-0cd94df8fcea" targetNamespace="http://schemas.microsoft.com/office/2006/metadata/properties" ma:root="true" ma:fieldsID="fbe35ec3a13ad2b2c1ecd460804e3ede" ns2:_="" ns3:_="">
    <xsd:import namespace="1a380565-b321-43fd-a219-9302fa2082b9"/>
    <xsd:import namespace="80a43a71-8a02-4eec-b97a-0cd94df8fc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380565-b321-43fd-a219-9302fa2082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059cf364-f4f4-4d97-8717-18c1689c6e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a43a71-8a02-4eec-b97a-0cd94df8fce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d9a6892-604c-48ed-bc90-45eb42aeb92a}" ma:internalName="TaxCatchAll" ma:showField="CatchAllData" ma:web="80a43a71-8a02-4eec-b97a-0cd94df8fc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843D14-4EC2-485F-9A97-9071A1BA8AC5}">
  <ds:schemaRefs>
    <ds:schemaRef ds:uri="http://schemas.microsoft.com/office/2006/metadata/properties"/>
    <ds:schemaRef ds:uri="http://schemas.microsoft.com/office/infopath/2007/PartnerControls"/>
    <ds:schemaRef ds:uri="80a43a71-8a02-4eec-b97a-0cd94df8fcea"/>
    <ds:schemaRef ds:uri="1a380565-b321-43fd-a219-9302fa2082b9"/>
  </ds:schemaRefs>
</ds:datastoreItem>
</file>

<file path=customXml/itemProps2.xml><?xml version="1.0" encoding="utf-8"?>
<ds:datastoreItem xmlns:ds="http://schemas.openxmlformats.org/officeDocument/2006/customXml" ds:itemID="{9F6B2A67-4DB2-4DBD-8F41-F01CA67C00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259B2F-AFEE-4AC0-BE46-AEC8090FA7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380565-b321-43fd-a219-9302fa2082b9"/>
    <ds:schemaRef ds:uri="80a43a71-8a02-4eec-b97a-0cd94df8fc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</TotalTime>
  <Words>575</Words>
  <Application>Microsoft Office PowerPoint</Application>
  <PresentationFormat>On-screen Show (16:9)</PresentationFormat>
  <Paragraphs>45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Cover</vt:lpstr>
      <vt:lpstr>Section</vt:lpstr>
      <vt:lpstr>Contents</vt:lpstr>
      <vt:lpstr>Back Cover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Sylvia Liu</cp:lastModifiedBy>
  <cp:revision>60</cp:revision>
  <dcterms:created xsi:type="dcterms:W3CDTF">2020-03-18T08:25:20Z</dcterms:created>
  <dcterms:modified xsi:type="dcterms:W3CDTF">2026-09-28T07:12:33Z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0x010100A821F91CB2D0FB43AB2BA3F959549D3C</vt:lpwstr>
  </property>
</Properties>
</file>